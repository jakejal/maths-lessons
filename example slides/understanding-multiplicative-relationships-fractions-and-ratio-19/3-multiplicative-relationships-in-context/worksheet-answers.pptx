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4.1-->
<p:presentation xmlns:r="http://schemas.openxmlformats.org/officeDocument/2006/relationships" xmlns:a="http://schemas.openxmlformats.org/drawingml/2006/main" xmlns:p="http://schemas.openxmlformats.org/presentationml/2006/main" strictFirstAndLastChars="0" embedTrueTypeFonts="1" saveSubsetFonts="1" autoCompressPictures="0">
  <p:sldMasterIdLst>
    <p:sldMasterId id="2147483665" r:id="rId1"/>
    <p:sldMasterId id="2147483666" r:id="rId2"/>
  </p:sldMasterIdLst>
  <p:notesMasterIdLst>
    <p:notesMasterId r:id="rId3"/>
  </p:notesMasterIdLst>
  <p:sldIdLst>
    <p:sldId id="256" r:id="rId4"/>
    <p:sldId id="257" r:id="rId5"/>
    <p:sldId id="258" r:id="rId6"/>
  </p:sldIdLst>
  <p:sldSz cx="7560000" cy="10692000"/>
  <p:notesSz cx="6858000" cy="9144000"/>
  <p:embeddedFontLst>
    <p:embeddedFont>
      <p:font typeface="Lexend" panose="00000000000000000000"/>
      <p:regular r:id="rId8"/>
    </p:embeddedFont>
    <p:embeddedFont>
      <p:font typeface="Kalam" panose="02000000000000000000"/>
      <p:regular r:id="rId9"/>
    </p:embeddedFont>
    <p:embeddedFont>
      <p:font typeface="Lexend Medium" panose="00000000000000000000"/>
      <p:regular r:id="rId10"/>
    </p:embeddedFont>
    <p:embeddedFont>
      <p:font typeface="Lexend Light" panose="00000000000000000000"/>
      <p:regular r:id="rId11"/>
    </p:embeddedFont>
  </p:embeddedFontLst>
  <p:custDataLst>
    <p:tags r:id="rId7"/>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25929BD5-C2D0-49E1-B840-C3EF0E30EAC6}">
  <a:tblStyle styleId="{25929BD5-C2D0-49E1-B840-C3EF0E30EAC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font" Target="fonts/font3.fntdata" /><Relationship Id="rId11" Type="http://schemas.openxmlformats.org/officeDocument/2006/relationships/font" Target="fonts/font4.fntdata" /><Relationship Id="rId12" Type="http://schemas.openxmlformats.org/officeDocument/2006/relationships/presProps" Target="presProps.xml" /><Relationship Id="rId13" Type="http://schemas.openxmlformats.org/officeDocument/2006/relationships/viewProps" Target="viewProps.xml" /><Relationship Id="rId14" Type="http://schemas.openxmlformats.org/officeDocument/2006/relationships/theme" Target="theme/theme1.xml" /><Relationship Id="rId15"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notesMaster" Target="notesMasters/notes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tags" Target="tags/tag1.xml" /><Relationship Id="rId8" Type="http://schemas.openxmlformats.org/officeDocument/2006/relationships/font" Target="fonts/font1.fntdata" /><Relationship Id="rId9" Type="http://schemas.openxmlformats.org/officeDocument/2006/relationships/font" Target="fonts/font2.fntdata"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2" name="Shape 2"/>
        <p:cNvGrpSpPr/>
        <p:nvPr/>
      </p:nvGrpSpPr>
      <p:grpSpPr>
        <a:xfrm>
          <a:off x="0" y="0"/>
          <a:ext cx="0" cy="0"/>
        </a:xfrm>
      </p:grpSpPr>
      <p:sp>
        <p:nvSpPr>
          <p:cNvPr id="3" name="Google Shape;3;n"/>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7" name="Shape 167"/>
        <p:cNvGrpSpPr/>
        <p:nvPr/>
      </p:nvGrpSpPr>
      <p:grpSpPr>
        <a:xfrm>
          <a:off x="0" y="0"/>
          <a:ext cx="0" cy="0"/>
        </a:xfrm>
      </p:grpSpPr>
      <p:sp>
        <p:nvSpPr>
          <p:cNvPr id="168" name="Google Shape;168;g279934fec8d_0_131: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69" name="Google Shape;169;g279934fec8d_0_1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08" name="Shape 208"/>
        <p:cNvGrpSpPr/>
        <p:nvPr/>
      </p:nvGrpSpPr>
      <p:grpSpPr>
        <a:xfrm>
          <a:off x="0" y="0"/>
          <a:ext cx="0" cy="0"/>
        </a:xfrm>
      </p:grpSpPr>
      <p:sp>
        <p:nvSpPr>
          <p:cNvPr id="209" name="Google Shape;209;g2a90fe1737b_0_129: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210" name="Google Shape;210;g2a90fe1737b_0_12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43" name="Shape 243"/>
        <p:cNvGrpSpPr/>
        <p:nvPr/>
      </p:nvGrpSpPr>
      <p:grpSpPr>
        <a:xfrm>
          <a:off x="0" y="0"/>
          <a:ext cx="0" cy="0"/>
        </a:xfrm>
      </p:grpSpPr>
      <p:sp>
        <p:nvSpPr>
          <p:cNvPr id="244" name="Google Shape;244;g279934fec8d_0_136: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245" name="Google Shape;245;g279934fec8d_0_1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5.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10.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slideMaster" Target="../slideMasters/slideMaster2.xml" /></Relationships>
</file>

<file path=ppt/slideLayouts/_rels/slideLayout1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slideMaster" Target="../slideMasters/slideMaster2.xml" /></Relationships>
</file>

<file path=ppt/slideLayouts/_rels/slideLayout1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_rels/slideLayout1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_rels/slideLayout1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1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slideMaster" Target="../slideMasters/slideMaster2.xml" /></Relationships>
</file>

<file path=ppt/slideLayouts/_rels/slideLayout1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Answers 1">
  <p:cSld name="SECTION_HEADER_1_1_1_1_1_1_1_1_1_2_2">
    <p:spTree>
      <p:nvGrpSpPr>
        <p:cNvPr id="9" name="Shape 9"/>
        <p:cNvGrpSpPr/>
        <p:nvPr/>
      </p:nvGrpSpPr>
      <p:grpSpPr>
        <a:xfrm>
          <a:off x="0" y="0"/>
          <a:ext cx="0" cy="0"/>
        </a:xfrm>
      </p:grpSpPr>
      <p:sp>
        <p:nvSpPr>
          <p:cNvPr id="10" name="Google Shape;10;p2"/>
          <p:cNvSpPr txBox="1"/>
          <p:nvPr>
            <p:ph type="title"/>
          </p:nvPr>
        </p:nvSpPr>
        <p:spPr>
          <a:xfrm>
            <a:off x="468000" y="266700"/>
            <a:ext cx="5577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1" name="Google Shape;11;p2"/>
          <p:cNvSpPr txBox="1"/>
          <p:nvPr>
            <p:ph type="subTitle" idx="1"/>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12" name="Google Shape;12;p2"/>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pic>
        <p:nvPicPr>
          <p:cNvPr id="14" name="Google Shape;14;p2"/>
          <p:cNvPicPr preferRelativeResize="0"/>
          <p:nvPr/>
        </p:nvPicPr>
        <p:blipFill>
          <a:blip r:embed="rId3">
            <a:alphaModFix/>
          </a:blip>
          <a:stretch>
            <a:fillRect/>
          </a:stretch>
        </p:blipFill>
        <p:spPr>
          <a:xfrm>
            <a:off x="6261625" y="161271"/>
            <a:ext cx="805956" cy="498600"/>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Answers 1 1">
  <p:cSld name="SECTION_HEADER_1_1_1_1_1_1_1_1_1_2_1">
    <p:spTree>
      <p:nvGrpSpPr>
        <p:cNvPr id="15" name="Shape 15"/>
        <p:cNvGrpSpPr/>
        <p:nvPr/>
      </p:nvGrpSpPr>
      <p:grpSpPr>
        <a:xfrm>
          <a:off x="0" y="0"/>
          <a:ext cx="0" cy="0"/>
        </a:xfrm>
      </p:grpSpPr>
      <p:sp>
        <p:nvSpPr>
          <p:cNvPr id="16" name="Google Shape;16;p3"/>
          <p:cNvSpPr txBox="1"/>
          <p:nvPr>
            <p:ph type="title"/>
          </p:nvPr>
        </p:nvSpPr>
        <p:spPr>
          <a:xfrm>
            <a:off x="468000" y="266700"/>
            <a:ext cx="5577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7" name="Google Shape;17;p3"/>
          <p:cNvSpPr txBox="1"/>
          <p:nvPr>
            <p:ph type="subTitle" idx="1"/>
          </p:nvPr>
        </p:nvSpPr>
        <p:spPr>
          <a:xfrm>
            <a:off x="466825" y="17801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8" name="Google Shape;18;p3"/>
          <p:cNvSpPr txBox="1"/>
          <p:nvPr>
            <p:ph type="subTitle" idx="2"/>
          </p:nvPr>
        </p:nvSpPr>
        <p:spPr>
          <a:xfrm>
            <a:off x="2807400"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9" name="Google Shape;19;p3"/>
          <p:cNvSpPr txBox="1"/>
          <p:nvPr>
            <p:ph type="subTitle" idx="3"/>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0" name="Google Shape;20;p3"/>
          <p:cNvSpPr txBox="1"/>
          <p:nvPr>
            <p:ph type="subTitle" idx="4"/>
          </p:nvPr>
        </p:nvSpPr>
        <p:spPr>
          <a:xfrm>
            <a:off x="4127250"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1" name="Google Shape;21;p3"/>
          <p:cNvSpPr txBox="1"/>
          <p:nvPr>
            <p:ph type="subTitle" idx="5"/>
          </p:nvPr>
        </p:nvSpPr>
        <p:spPr>
          <a:xfrm>
            <a:off x="468000" y="5866375"/>
            <a:ext cx="65817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2" name="Google Shape;22;p3"/>
          <p:cNvSpPr txBox="1"/>
          <p:nvPr>
            <p:ph type="subTitle" idx="6"/>
          </p:nvPr>
        </p:nvSpPr>
        <p:spPr>
          <a:xfrm>
            <a:off x="466825"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3" name="Google Shape;23;p3"/>
          <p:cNvSpPr txBox="1"/>
          <p:nvPr>
            <p:ph type="subTitle" idx="7"/>
          </p:nvPr>
        </p:nvSpPr>
        <p:spPr>
          <a:xfrm>
            <a:off x="46682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4" name="Google Shape;24;p3"/>
          <p:cNvSpPr txBox="1"/>
          <p:nvPr>
            <p:ph type="subTitle" idx="8"/>
          </p:nvPr>
        </p:nvSpPr>
        <p:spPr>
          <a:xfrm>
            <a:off x="514797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25" name="Google Shape;25;p3"/>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26" name="Google Shape;26;p3"/>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grpSp>
        <p:nvGrpSpPr>
          <p:cNvPr id="27" name="Google Shape;27;p3"/>
          <p:cNvGrpSpPr/>
          <p:nvPr/>
        </p:nvGrpSpPr>
        <p:grpSpPr>
          <a:xfrm>
            <a:off x="466900" y="962525"/>
            <a:ext cx="2953200" cy="162000"/>
            <a:chOff x="466900" y="962525"/>
            <a:chExt cx="2953200" cy="162000"/>
          </a:xfrm>
        </p:grpSpPr>
        <p:sp>
          <p:nvSpPr>
            <p:cNvPr id="28" name="Google Shape;28;p3"/>
            <p:cNvSpPr txBox="1"/>
            <p:nvPr/>
          </p:nvSpPr>
          <p:spPr>
            <a:xfrm>
              <a:off x="466900" y="962525"/>
              <a:ext cx="2953200" cy="153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000" b="1">
                  <a:solidFill>
                    <a:schemeClr val="dk2"/>
                  </a:solidFill>
                  <a:latin typeface="Lexend"/>
                  <a:ea typeface="Lexend"/>
                  <a:cs typeface="Lexend"/>
                  <a:sym typeface="Lexend"/>
                </a:rPr>
                <a:t>Name: </a:t>
              </a:r>
              <a:endParaRPr sz="1000" b="1">
                <a:solidFill>
                  <a:schemeClr val="dk2"/>
                </a:solidFill>
                <a:latin typeface="Lexend"/>
                <a:ea typeface="Lexend"/>
                <a:cs typeface="Lexend"/>
                <a:sym typeface="Lexend"/>
              </a:endParaRPr>
            </a:p>
          </p:txBody>
        </p:sp>
        <p:cxnSp>
          <p:nvCxnSpPr>
            <p:cNvPr id="29" name="Google Shape;29;p3"/>
            <p:cNvCxnSpPr/>
            <p:nvPr/>
          </p:nvCxnSpPr>
          <p:spPr>
            <a:xfrm rot="10800000" flipH="1">
              <a:off x="943904" y="1116425"/>
              <a:ext cx="1998900" cy="8100"/>
            </a:xfrm>
            <a:prstGeom prst="straightConnector1">
              <a:avLst/>
            </a:prstGeom>
            <a:noFill/>
            <a:ln w="9525" cap="flat" cmpd="sng">
              <a:solidFill>
                <a:schemeClr val="dk2"/>
              </a:solidFill>
              <a:prstDash val="solid"/>
              <a:round/>
              <a:headEnd type="none" w="med" len="med"/>
              <a:tailEnd type="none" w="med" len="med"/>
            </a:ln>
          </p:spPr>
        </p:cxnSp>
      </p:grpSp>
      <p:pic>
        <p:nvPicPr>
          <p:cNvPr id="30" name="Google Shape;30;p3"/>
          <p:cNvPicPr preferRelativeResize="0"/>
          <p:nvPr/>
        </p:nvPicPr>
        <p:blipFill>
          <a:blip r:embed="rId3">
            <a:alphaModFix/>
          </a:blip>
          <a:stretch>
            <a:fillRect/>
          </a:stretch>
        </p:blipFill>
        <p:spPr>
          <a:xfrm>
            <a:off x="6261625" y="161271"/>
            <a:ext cx="805956" cy="498600"/>
          </a:xfrm>
          <a:prstGeom prst="rect">
            <a:avLst/>
          </a:prstGeom>
          <a:noFill/>
          <a:ln>
            <a:noFill/>
          </a:ln>
        </p:spPr>
      </p:pic>
      <p:sp>
        <p:nvSpPr>
          <p:cNvPr id="31" name="Google Shape;31;p3"/>
          <p:cNvSpPr txBox="1"/>
          <p:nvPr>
            <p:ph type="subTitle" idx="9"/>
          </p:nvPr>
        </p:nvSpPr>
        <p:spPr>
          <a:xfrm>
            <a:off x="466825" y="13698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1">
  <p:cSld name="SECTION_HEADER_1_1_1_1_1_1_1_1_1_1">
    <p:spTree>
      <p:nvGrpSpPr>
        <p:cNvPr id="32" name="Shape 32"/>
        <p:cNvGrpSpPr/>
        <p:nvPr/>
      </p:nvGrpSpPr>
      <p:grpSpPr>
        <a:xfrm>
          <a:off x="0" y="0"/>
          <a:ext cx="0" cy="0"/>
        </a:xfrm>
      </p:grpSpPr>
      <p:sp>
        <p:nvSpPr>
          <p:cNvPr id="33" name="Google Shape;33;p4"/>
          <p:cNvSpPr txBox="1"/>
          <p:nvPr>
            <p:ph type="subTitle" idx="1"/>
          </p:nvPr>
        </p:nvSpPr>
        <p:spPr>
          <a:xfrm>
            <a:off x="466825" y="16277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4" name="Google Shape;34;p4"/>
          <p:cNvSpPr txBox="1"/>
          <p:nvPr>
            <p:ph type="subTitle" idx="2"/>
          </p:nvPr>
        </p:nvSpPr>
        <p:spPr>
          <a:xfrm>
            <a:off x="4127250"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5" name="Google Shape;35;p4"/>
          <p:cNvSpPr txBox="1"/>
          <p:nvPr>
            <p:ph type="subTitle" idx="3"/>
          </p:nvPr>
        </p:nvSpPr>
        <p:spPr>
          <a:xfrm>
            <a:off x="466825"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36" name="Google Shape;36;p4"/>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37" name="Google Shape;37;p4"/>
          <p:cNvSpPr txBox="1"/>
          <p:nvPr>
            <p:ph type="subTitle" idx="4"/>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2">
  <p:cSld name="SECTION_HEADER_1_1_1_1_1_1_1_1_1_1_1">
    <p:spTree>
      <p:nvGrpSpPr>
        <p:cNvPr id="38" name="Shape 38"/>
        <p:cNvGrpSpPr/>
        <p:nvPr/>
      </p:nvGrpSpPr>
      <p:grpSpPr>
        <a:xfrm>
          <a:off x="0" y="0"/>
          <a:ext cx="0" cy="0"/>
        </a:xfrm>
      </p:grpSpPr>
      <p:sp>
        <p:nvSpPr>
          <p:cNvPr id="39" name="Google Shape;39;p5"/>
          <p:cNvSpPr txBox="1"/>
          <p:nvPr>
            <p:ph type="subTitle" idx="1"/>
          </p:nvPr>
        </p:nvSpPr>
        <p:spPr>
          <a:xfrm>
            <a:off x="2807400"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0" name="Google Shape;40;p5"/>
          <p:cNvSpPr txBox="1"/>
          <p:nvPr>
            <p:ph type="subTitle" idx="2"/>
          </p:nvPr>
        </p:nvSpPr>
        <p:spPr>
          <a:xfrm>
            <a:off x="467950" y="2493013"/>
            <a:ext cx="66240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1" name="Google Shape;41;p5"/>
          <p:cNvSpPr txBox="1"/>
          <p:nvPr>
            <p:ph type="subTitle" idx="3"/>
          </p:nvPr>
        </p:nvSpPr>
        <p:spPr>
          <a:xfrm>
            <a:off x="46682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2" name="Google Shape;42;p5"/>
          <p:cNvSpPr txBox="1"/>
          <p:nvPr>
            <p:ph type="subTitle" idx="4"/>
          </p:nvPr>
        </p:nvSpPr>
        <p:spPr>
          <a:xfrm>
            <a:off x="514797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43" name="Google Shape;43;p5"/>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44" name="Google Shape;44;p5"/>
          <p:cNvSpPr txBox="1"/>
          <p:nvPr>
            <p:ph type="subTitle" idx="5"/>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3">
  <p:cSld name="SECTION_HEADER_1_1_1_1_1_1_1_1_1_1_1_2">
    <p:spTree>
      <p:nvGrpSpPr>
        <p:cNvPr id="45" name="Shape 45"/>
        <p:cNvGrpSpPr/>
        <p:nvPr/>
      </p:nvGrpSpPr>
      <p:grpSpPr>
        <a:xfrm>
          <a:off x="0" y="0"/>
          <a:ext cx="0" cy="0"/>
        </a:xfrm>
      </p:grpSpPr>
      <p:sp>
        <p:nvSpPr>
          <p:cNvPr id="46" name="Google Shape;46;p6"/>
          <p:cNvSpPr txBox="1"/>
          <p:nvPr>
            <p:ph type="subTitle" idx="1"/>
          </p:nvPr>
        </p:nvSpPr>
        <p:spPr>
          <a:xfrm>
            <a:off x="46682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7" name="Google Shape;47;p6"/>
          <p:cNvSpPr txBox="1"/>
          <p:nvPr>
            <p:ph type="subTitle" idx="2"/>
          </p:nvPr>
        </p:nvSpPr>
        <p:spPr>
          <a:xfrm>
            <a:off x="2807400"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8" name="Google Shape;48;p6"/>
          <p:cNvSpPr txBox="1"/>
          <p:nvPr>
            <p:ph type="subTitle" idx="3"/>
          </p:nvPr>
        </p:nvSpPr>
        <p:spPr>
          <a:xfrm>
            <a:off x="514797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9" name="Google Shape;49;p6"/>
          <p:cNvSpPr txBox="1"/>
          <p:nvPr>
            <p:ph type="subTitle" idx="4"/>
          </p:nvPr>
        </p:nvSpPr>
        <p:spPr>
          <a:xfrm>
            <a:off x="466825" y="170220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0" name="Google Shape;50;p6"/>
          <p:cNvSpPr txBox="1"/>
          <p:nvPr>
            <p:ph type="subTitle" idx="5"/>
          </p:nvPr>
        </p:nvSpPr>
        <p:spPr>
          <a:xfrm>
            <a:off x="466825"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1" name="Google Shape;51;p6"/>
          <p:cNvSpPr txBox="1"/>
          <p:nvPr>
            <p:ph type="subTitle" idx="6"/>
          </p:nvPr>
        </p:nvSpPr>
        <p:spPr>
          <a:xfrm>
            <a:off x="4127250"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2" name="Google Shape;52;p6"/>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3" name="Google Shape;53;p6"/>
          <p:cNvSpPr txBox="1"/>
          <p:nvPr>
            <p:ph type="subTitle" idx="7"/>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4">
  <p:cSld name="SECTION_HEADER_1_1_1_1_1_1_1_1_1_1_1_2_1">
    <p:spTree>
      <p:nvGrpSpPr>
        <p:cNvPr id="54" name="Shape 54"/>
        <p:cNvGrpSpPr/>
        <p:nvPr/>
      </p:nvGrpSpPr>
      <p:grpSpPr>
        <a:xfrm>
          <a:off x="0" y="0"/>
          <a:ext cx="0" cy="0"/>
        </a:xfrm>
      </p:grpSpPr>
      <p:sp>
        <p:nvSpPr>
          <p:cNvPr id="55" name="Google Shape;55;p7"/>
          <p:cNvSpPr txBox="1"/>
          <p:nvPr>
            <p:ph type="subTitle" idx="1"/>
          </p:nvPr>
        </p:nvSpPr>
        <p:spPr>
          <a:xfrm>
            <a:off x="468000" y="1327649"/>
            <a:ext cx="6624000" cy="38436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6" name="Google Shape;56;p7"/>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7" name="Google Shape;57;p7"/>
          <p:cNvSpPr txBox="1"/>
          <p:nvPr>
            <p:ph type="subTitle" idx="2"/>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Elements to copy and paste">
  <p:cSld name="SECTION_HEADER_1_1_1_1_1_1_1_1_1_1_1_2_1_1">
    <p:spTree>
      <p:nvGrpSpPr>
        <p:cNvPr id="58" name="Shape 58"/>
        <p:cNvGrpSpPr/>
        <p:nvPr/>
      </p:nvGrpSpPr>
      <p:grpSpPr>
        <a:xfrm>
          <a:off x="0" y="0"/>
          <a:ext cx="0" cy="0"/>
        </a:xfrm>
      </p:grpSpPr>
      <p:sp>
        <p:nvSpPr>
          <p:cNvPr id="59" name="Google Shape;59;p8"/>
          <p:cNvSpPr txBox="1"/>
          <p:nvPr/>
        </p:nvSpPr>
        <p:spPr>
          <a:xfrm>
            <a:off x="493450" y="416654"/>
            <a:ext cx="6624000" cy="215400"/>
          </a:xfrm>
          <a:prstGeom prst="rect">
            <a:avLst/>
          </a:prstGeom>
          <a:noFill/>
          <a:ln>
            <a:noFill/>
          </a:ln>
        </p:spPr>
        <p:txBody>
          <a:bodyPr spcFirstLastPara="1" wrap="square" lIns="0" tIns="0" rIns="0" bIns="0" anchor="t" anchorCtr="0">
            <a:spAutoFit/>
          </a:bodyPr>
          <a:lstStyle/>
          <a:p>
            <a:pPr marL="0" lvl="0" indent="0" algn="l" rtl="0">
              <a:lnSpc>
                <a:spcPct val="150000"/>
              </a:lnSpc>
              <a:spcBef>
                <a:spcPct val="0"/>
              </a:spcBef>
              <a:spcAft>
                <a:spcPct val="0"/>
              </a:spcAft>
              <a:buNone/>
            </a:pPr>
            <a:r>
              <a:rPr lang="en-GB" b="1">
                <a:latin typeface="Lexend"/>
                <a:ea typeface="Lexend"/>
                <a:cs typeface="Lexend"/>
                <a:sym typeface="Lexend"/>
              </a:rPr>
              <a:t>Elements to copy and paste</a:t>
            </a:r>
            <a:endParaRPr sz="1100">
              <a:latin typeface="Lexend"/>
              <a:ea typeface="Lexend"/>
              <a:cs typeface="Lexend"/>
              <a:sym typeface="Lexend"/>
            </a:endParaRPr>
          </a:p>
        </p:txBody>
      </p:sp>
      <p:pic>
        <p:nvPicPr>
          <p:cNvPr id="60" name="Google Shape;60;p8"/>
          <p:cNvPicPr preferRelativeResize="0"/>
          <p:nvPr/>
        </p:nvPicPr>
        <p:blipFill>
          <a:blip r:embed="rId1">
            <a:alphaModFix/>
          </a:blip>
          <a:stretch>
            <a:fillRect/>
          </a:stretch>
        </p:blipFill>
        <p:spPr>
          <a:xfrm>
            <a:off x="6886512" y="10041210"/>
            <a:ext cx="181075" cy="246288"/>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 Title page">
  <p:cSld name="SECTION_HEADER_1_1_1_1_1_1_1_1_1_1_1_2_1_1_1_1_1_2">
    <p:bg>
      <p:bgPr>
        <a:solidFill>
          <a:schemeClr val="lt1"/>
        </a:solidFill>
      </p:bgPr>
    </p:bg>
    <p:spTree>
      <p:nvGrpSpPr>
        <p:cNvPr id="65" name="Shape 65"/>
        <p:cNvGrpSpPr/>
        <p:nvPr/>
      </p:nvGrpSpPr>
      <p:grpSpPr>
        <a:xfrm>
          <a:off x="0" y="0"/>
          <a:ext cx="0" cy="0"/>
        </a:xfrm>
      </p:grpSpPr>
      <p:pic>
        <p:nvPicPr>
          <p:cNvPr id="66" name="Google Shape;66;p10"/>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67" name="Google Shape;67;p1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68" name="Google Shape;68;p10"/>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69" name="Google Shape;69;p10"/>
          <p:cNvPicPr preferRelativeResize="0"/>
          <p:nvPr/>
        </p:nvPicPr>
        <p:blipFill>
          <a:blip r:embed="rId2">
            <a:alphaModFix/>
          </a:blip>
          <a:stretch>
            <a:fillRect/>
          </a:stretch>
        </p:blipFill>
        <p:spPr>
          <a:xfrm>
            <a:off x="5722275" y="215699"/>
            <a:ext cx="504000" cy="504000"/>
          </a:xfrm>
          <a:prstGeom prst="rect">
            <a:avLst/>
          </a:prstGeom>
          <a:noFill/>
          <a:ln>
            <a:noFill/>
          </a:ln>
        </p:spPr>
      </p:pic>
      <p:pic>
        <p:nvPicPr>
          <p:cNvPr id="70" name="Google Shape;70;p10"/>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71" name="Google Shape;71;p10"/>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72" name="Google Shape;72;p10"/>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73" name="Google Shape;73;p10"/>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1 Title page with long title">
  <p:cSld name="SECTION_HEADER_1_1_1_1_1_1_1_1_1_1_1_2_1_1_1_1_1_1_2">
    <p:bg>
      <p:bgPr>
        <a:solidFill>
          <a:schemeClr val="lt1"/>
        </a:solidFill>
      </p:bgPr>
    </p:bg>
    <p:spTree>
      <p:nvGrpSpPr>
        <p:cNvPr id="74" name="Shape 74"/>
        <p:cNvGrpSpPr/>
        <p:nvPr/>
      </p:nvGrpSpPr>
      <p:grpSpPr>
        <a:xfrm>
          <a:off x="0" y="0"/>
          <a:ext cx="0" cy="0"/>
        </a:xfrm>
      </p:grpSpPr>
      <p:pic>
        <p:nvPicPr>
          <p:cNvPr id="75" name="Google Shape;75;p11"/>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76" name="Google Shape;76;p1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77" name="Google Shape;77;p11"/>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78" name="Google Shape;78;p11"/>
          <p:cNvPicPr preferRelativeResize="0"/>
          <p:nvPr/>
        </p:nvPicPr>
        <p:blipFill>
          <a:blip r:embed="rId2">
            <a:alphaModFix/>
          </a:blip>
          <a:stretch>
            <a:fillRect/>
          </a:stretch>
        </p:blipFill>
        <p:spPr>
          <a:xfrm>
            <a:off x="468000" y="1543153"/>
            <a:ext cx="6624000" cy="66240"/>
          </a:xfrm>
          <a:prstGeom prst="rect">
            <a:avLst/>
          </a:prstGeom>
          <a:noFill/>
          <a:ln>
            <a:noFill/>
          </a:ln>
        </p:spPr>
      </p:pic>
      <p:pic>
        <p:nvPicPr>
          <p:cNvPr id="79" name="Google Shape;79;p11"/>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80" name="Google Shape;80;p11"/>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81" name="Google Shape;81;p11"/>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82" name="Google Shape;82;p11"/>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 Middle page">
  <p:cSld name="SECTION_HEADER_1_1_1_1_1_1_1_1_1_1_1_2_1_1_1_1_1_1_1_1_2">
    <p:bg>
      <p:bgPr>
        <a:solidFill>
          <a:schemeClr val="lt1"/>
        </a:solidFill>
      </p:bgPr>
    </p:bg>
    <p:spTree>
      <p:nvGrpSpPr>
        <p:cNvPr id="83" name="Shape 83"/>
        <p:cNvGrpSpPr/>
        <p:nvPr/>
      </p:nvGrpSpPr>
      <p:grpSpPr>
        <a:xfrm>
          <a:off x="0" y="0"/>
          <a:ext cx="0" cy="0"/>
        </a:xfrm>
      </p:grpSpPr>
      <p:pic>
        <p:nvPicPr>
          <p:cNvPr id="84" name="Google Shape;84;p12"/>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85" name="Google Shape;85;p1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86" name="Google Shape;86;p12"/>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87" name="Google Shape;87;p12"/>
          <p:cNvSpPr txBox="1"/>
          <p:nvPr>
            <p:ph type="subTitle" idx="1"/>
          </p:nvPr>
        </p:nvSpPr>
        <p:spPr>
          <a:xfrm>
            <a:off x="1463400" y="360000"/>
            <a:ext cx="47826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pic>
        <p:nvPicPr>
          <p:cNvPr id="88" name="Google Shape;88;p12"/>
          <p:cNvPicPr preferRelativeResize="0"/>
          <p:nvPr/>
        </p:nvPicPr>
        <p:blipFill>
          <a:blip r:embed="rId2">
            <a:alphaModFix/>
          </a:blip>
          <a:stretch>
            <a:fillRect/>
          </a:stretch>
        </p:blipFill>
        <p:spPr>
          <a:xfrm>
            <a:off x="428300" y="324000"/>
            <a:ext cx="936000" cy="270612"/>
          </a:xfrm>
          <a:prstGeom prst="rect">
            <a:avLst/>
          </a:prstGeom>
          <a:noFill/>
          <a:ln>
            <a:noFill/>
          </a:ln>
        </p:spPr>
      </p:pic>
      <p:sp>
        <p:nvSpPr>
          <p:cNvPr id="89" name="Google Shape;89;p12"/>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1 Last page">
  <p:cSld name="SECTION_HEADER_1_1_1_1_1_1_1_1_1_1_1_2_1_1_1_1_1_1_1_1_1_3">
    <p:bg>
      <p:bgPr>
        <a:solidFill>
          <a:schemeClr val="lt1"/>
        </a:solidFill>
      </p:bgPr>
    </p:bg>
    <p:spTree>
      <p:nvGrpSpPr>
        <p:cNvPr id="90" name="Shape 90"/>
        <p:cNvGrpSpPr/>
        <p:nvPr/>
      </p:nvGrpSpPr>
      <p:grpSpPr>
        <a:xfrm>
          <a:off x="0" y="0"/>
          <a:ext cx="0" cy="0"/>
        </a:xfrm>
      </p:grpSpPr>
      <p:pic>
        <p:nvPicPr>
          <p:cNvPr id="91" name="Google Shape;91;p13"/>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92" name="Google Shape;92;p13"/>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93" name="Google Shape;93;p13"/>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94" name="Google Shape;94;p13"/>
          <p:cNvSpPr txBox="1"/>
          <p:nvPr>
            <p:ph type="subTitle" idx="1"/>
          </p:nvPr>
        </p:nvSpPr>
        <p:spPr>
          <a:xfrm>
            <a:off x="1463400" y="360000"/>
            <a:ext cx="47826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pic>
        <p:nvPicPr>
          <p:cNvPr id="95" name="Google Shape;95;p13"/>
          <p:cNvPicPr preferRelativeResize="0"/>
          <p:nvPr/>
        </p:nvPicPr>
        <p:blipFill>
          <a:blip r:embed="rId2">
            <a:alphaModFix/>
          </a:blip>
          <a:stretch>
            <a:fillRect/>
          </a:stretch>
        </p:blipFill>
        <p:spPr>
          <a:xfrm>
            <a:off x="428300" y="324000"/>
            <a:ext cx="936000" cy="270612"/>
          </a:xfrm>
          <a:prstGeom prst="rect">
            <a:avLst/>
          </a:prstGeom>
          <a:noFill/>
          <a:ln>
            <a:noFill/>
          </a:ln>
        </p:spPr>
      </p:pic>
      <p:sp>
        <p:nvSpPr>
          <p:cNvPr id="96" name="Google Shape;96;p13"/>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97" name="Google Shape;97;p13"/>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8" name="Google Shape;98;p13"/>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99" name="Google Shape;99;p13"/>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00" name="Google Shape;100;p13"/>
          <p:cNvSpPr txBox="1"/>
          <p:nvPr>
            <p:ph type="subTitle" idx="2"/>
          </p:nvPr>
        </p:nvSpPr>
        <p:spPr>
          <a:xfrm>
            <a:off x="3903375" y="9972000"/>
            <a:ext cx="2722800" cy="161100"/>
          </a:xfrm>
          <a:prstGeom prst="rect">
            <a:avLst/>
          </a:prstGeom>
        </p:spPr>
        <p:txBody>
          <a:bodyPr spcFirstLastPara="1" wrap="square" lIns="0" tIns="0" rIns="0" bIns="0" anchor="b" anchorCtr="0">
            <a:normAutofit/>
          </a:bodyPr>
          <a:lstStyle>
            <a:lvl1pPr lv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a:spcBef>
                <a:spcPct val="0"/>
              </a:spcBef>
              <a:spcAft>
                <a:spcPct val="0"/>
              </a:spcAft>
              <a:buSzPts val="1400"/>
              <a:buNone/>
              <a:defRPr/>
            </a:lvl2pPr>
            <a:lvl3pPr lvl="2">
              <a:spcBef>
                <a:spcPct val="0"/>
              </a:spcBef>
              <a:spcAft>
                <a:spcPct val="0"/>
              </a:spcAft>
              <a:buSzPts val="1400"/>
              <a:buNone/>
              <a:defRPr/>
            </a:lvl3pPr>
            <a:lvl4pPr lvl="3">
              <a:spcBef>
                <a:spcPct val="0"/>
              </a:spcBef>
              <a:spcAft>
                <a:spcPct val="0"/>
              </a:spcAft>
              <a:buSzPts val="1400"/>
              <a:buNone/>
              <a:defRPr/>
            </a:lvl4pPr>
            <a:lvl5pPr lvl="4">
              <a:spcBef>
                <a:spcPct val="0"/>
              </a:spcBef>
              <a:spcAft>
                <a:spcPct val="0"/>
              </a:spcAft>
              <a:buSzPts val="1400"/>
              <a:buNone/>
              <a:defRPr/>
            </a:lvl5pPr>
            <a:lvl6pPr lvl="5">
              <a:spcBef>
                <a:spcPct val="0"/>
              </a:spcBef>
              <a:spcAft>
                <a:spcPct val="0"/>
              </a:spcAft>
              <a:buSzPts val="1400"/>
              <a:buNone/>
              <a:defRPr/>
            </a:lvl6pPr>
            <a:lvl7pPr lvl="6">
              <a:spcBef>
                <a:spcPct val="0"/>
              </a:spcBef>
              <a:spcAft>
                <a:spcPct val="0"/>
              </a:spcAft>
              <a:buSzPts val="1400"/>
              <a:buNone/>
              <a:defRPr/>
            </a:lvl7pPr>
            <a:lvl8pPr lvl="7">
              <a:spcBef>
                <a:spcPct val="0"/>
              </a:spcBef>
              <a:spcAft>
                <a:spcPct val="0"/>
              </a:spcAft>
              <a:buSzPts val="1400"/>
              <a:buNone/>
              <a:defRPr/>
            </a:lvl8pPr>
            <a:lvl9pPr lvl="8">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 Single page worksheet">
  <p:cSld name="SECTION_HEADER_1_1_1_1_1_1_1_1_1_1_1_2_1_1_1_1_1_2_1">
    <p:bg>
      <p:bgPr>
        <a:solidFill>
          <a:schemeClr val="lt1"/>
        </a:solidFill>
      </p:bgPr>
    </p:bg>
    <p:spTree>
      <p:nvGrpSpPr>
        <p:cNvPr id="101" name="Shape 101"/>
        <p:cNvGrpSpPr/>
        <p:nvPr/>
      </p:nvGrpSpPr>
      <p:grpSpPr>
        <a:xfrm>
          <a:off x="0" y="0"/>
          <a:ext cx="0" cy="0"/>
        </a:xfrm>
      </p:grpSpPr>
      <p:pic>
        <p:nvPicPr>
          <p:cNvPr id="102" name="Google Shape;102;p14"/>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03" name="Google Shape;103;p14"/>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04" name="Google Shape;104;p14"/>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05" name="Google Shape;105;p14"/>
          <p:cNvPicPr preferRelativeResize="0"/>
          <p:nvPr/>
        </p:nvPicPr>
        <p:blipFill>
          <a:blip r:embed="rId2">
            <a:alphaModFix/>
          </a:blip>
          <a:stretch>
            <a:fillRect/>
          </a:stretch>
        </p:blipFill>
        <p:spPr>
          <a:xfrm>
            <a:off x="468000" y="1242003"/>
            <a:ext cx="6624000" cy="66240"/>
          </a:xfrm>
          <a:prstGeom prst="rect">
            <a:avLst/>
          </a:prstGeom>
          <a:noFill/>
          <a:ln>
            <a:noFill/>
          </a:ln>
        </p:spPr>
      </p:pic>
      <p:pic>
        <p:nvPicPr>
          <p:cNvPr id="106" name="Google Shape;106;p14"/>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07" name="Google Shape;107;p14"/>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08" name="Google Shape;108;p14"/>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09" name="Google Shape;109;p14"/>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10" name="Google Shape;110;p14"/>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11" name="Google Shape;111;p14"/>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12" name="Google Shape;112;p14"/>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13" name="Google Shape;113;p14"/>
          <p:cNvSpPr txBox="1"/>
          <p:nvPr>
            <p:ph type="subTitle" idx="1"/>
          </p:nvPr>
        </p:nvSpPr>
        <p:spPr>
          <a:xfrm>
            <a:off x="3903375" y="9972000"/>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1 Single page worksheet with long title">
  <p:cSld name="SECTION_HEADER_1_1_1_1_1_1_1_1_1_1_1_2_1_1_1_1_1_1_1">
    <p:bg>
      <p:bgPr>
        <a:solidFill>
          <a:schemeClr val="lt1"/>
        </a:solidFill>
      </p:bgPr>
    </p:bg>
    <p:spTree>
      <p:nvGrpSpPr>
        <p:cNvPr id="114" name="Shape 114"/>
        <p:cNvGrpSpPr/>
        <p:nvPr/>
      </p:nvGrpSpPr>
      <p:grpSpPr>
        <a:xfrm>
          <a:off x="0" y="0"/>
          <a:ext cx="0" cy="0"/>
        </a:xfrm>
      </p:grpSpPr>
      <p:pic>
        <p:nvPicPr>
          <p:cNvPr id="115" name="Google Shape;115;p15"/>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16" name="Google Shape;116;p15"/>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17" name="Google Shape;117;p15"/>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18" name="Google Shape;118;p15"/>
          <p:cNvPicPr preferRelativeResize="0"/>
          <p:nvPr/>
        </p:nvPicPr>
        <p:blipFill>
          <a:blip r:embed="rId2">
            <a:alphaModFix/>
          </a:blip>
          <a:stretch>
            <a:fillRect/>
          </a:stretch>
        </p:blipFill>
        <p:spPr>
          <a:xfrm>
            <a:off x="468000" y="1543153"/>
            <a:ext cx="6624000" cy="66240"/>
          </a:xfrm>
          <a:prstGeom prst="rect">
            <a:avLst/>
          </a:prstGeom>
          <a:noFill/>
          <a:ln>
            <a:noFill/>
          </a:ln>
        </p:spPr>
      </p:pic>
      <p:pic>
        <p:nvPicPr>
          <p:cNvPr id="119" name="Google Shape;119;p15"/>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20" name="Google Shape;120;p15"/>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21" name="Google Shape;121;p15"/>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22" name="Google Shape;122;p15"/>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23" name="Google Shape;123;p15"/>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4" name="Google Shape;124;p15"/>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25" name="Google Shape;125;p15"/>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26" name="Google Shape;126;p15"/>
          <p:cNvSpPr txBox="1"/>
          <p:nvPr>
            <p:ph type="subTitle" idx="1"/>
          </p:nvPr>
        </p:nvSpPr>
        <p:spPr>
          <a:xfrm>
            <a:off x="3903375" y="9972000"/>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 Landscape title page">
  <p:cSld name="SECTION_HEADER_1_1_1_1_1_1_1_1_1_1_1_2_1_1_1_1_1_1_1_1_1_1">
    <p:bg>
      <p:bgPr>
        <a:solidFill>
          <a:schemeClr val="lt1"/>
        </a:solidFill>
      </p:bgPr>
    </p:bg>
    <p:spTree>
      <p:nvGrpSpPr>
        <p:cNvPr id="127" name="Shape 127"/>
        <p:cNvGrpSpPr/>
        <p:nvPr/>
      </p:nvGrpSpPr>
      <p:grpSpPr>
        <a:xfrm>
          <a:off x="0" y="0"/>
          <a:ext cx="0" cy="0"/>
        </a:xfrm>
      </p:grpSpPr>
      <p:pic>
        <p:nvPicPr>
          <p:cNvPr id="128" name="Google Shape;128;p16"/>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29" name="Google Shape;129;p16"/>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0" name="Google Shape;130;p16"/>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31" name="Google Shape;131;p16"/>
          <p:cNvPicPr preferRelativeResize="0"/>
          <p:nvPr/>
        </p:nvPicPr>
        <p:blipFill>
          <a:blip r:embed="rId2">
            <a:alphaModFix/>
          </a:blip>
          <a:stretch>
            <a:fillRect/>
          </a:stretch>
        </p:blipFill>
        <p:spPr>
          <a:xfrm rot="-5400000">
            <a:off x="-3612750" y="5310727"/>
            <a:ext cx="9987174" cy="66225"/>
          </a:xfrm>
          <a:prstGeom prst="rect">
            <a:avLst/>
          </a:prstGeom>
          <a:noFill/>
          <a:ln>
            <a:noFill/>
          </a:ln>
        </p:spPr>
      </p:pic>
      <p:pic>
        <p:nvPicPr>
          <p:cNvPr id="132" name="Google Shape;132;p16"/>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33" name="Google Shape;133;p16"/>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34" name="Google Shape;134;p16"/>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35" name="Google Shape;135;p16"/>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1 Landscape middle page">
  <p:cSld name="SECTION_HEADER_1_1_1_1_1_1_1_1_1_1_1_2_1_1_1_1_1_1_1_1_1_1_1_2">
    <p:bg>
      <p:bgPr>
        <a:solidFill>
          <a:schemeClr val="lt1"/>
        </a:solidFill>
      </p:bgPr>
    </p:bg>
    <p:spTree>
      <p:nvGrpSpPr>
        <p:cNvPr id="136" name="Shape 136"/>
        <p:cNvGrpSpPr/>
        <p:nvPr/>
      </p:nvGrpSpPr>
      <p:grpSpPr>
        <a:xfrm>
          <a:off x="0" y="0"/>
          <a:ext cx="0" cy="0"/>
        </a:xfrm>
      </p:grpSpPr>
      <p:pic>
        <p:nvPicPr>
          <p:cNvPr id="137" name="Google Shape;137;p17"/>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38" name="Google Shape;138;p17"/>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9" name="Google Shape;139;p17"/>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pic>
        <p:nvPicPr>
          <p:cNvPr id="140" name="Google Shape;140;p17"/>
          <p:cNvPicPr preferRelativeResize="0"/>
          <p:nvPr/>
        </p:nvPicPr>
        <p:blipFill>
          <a:blip r:embed="rId2">
            <a:alphaModFix/>
          </a:blip>
          <a:stretch>
            <a:fillRect/>
          </a:stretch>
        </p:blipFill>
        <p:spPr>
          <a:xfrm rot="-5400000">
            <a:off x="103775" y="9769600"/>
            <a:ext cx="936000" cy="270612"/>
          </a:xfrm>
          <a:prstGeom prst="rect">
            <a:avLst/>
          </a:prstGeom>
          <a:noFill/>
          <a:ln>
            <a:noFill/>
          </a:ln>
        </p:spPr>
      </p:pic>
      <p:sp>
        <p:nvSpPr>
          <p:cNvPr id="141" name="Google Shape;141;p17"/>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42" name="Google Shape;142;p17"/>
          <p:cNvSpPr txBox="1"/>
          <p:nvPr>
            <p:ph type="subTitle" idx="1"/>
          </p:nvPr>
        </p:nvSpPr>
        <p:spPr>
          <a:xfrm rot="-5400000">
            <a:off x="-3498000" y="5128425"/>
            <a:ext cx="8070600" cy="246300"/>
          </a:xfrm>
          <a:prstGeom prst="rect">
            <a:avLst/>
          </a:prstGeom>
          <a:ln>
            <a:noFill/>
          </a:ln>
        </p:spPr>
        <p:txBody>
          <a:bodyPr spcFirstLastPara="1" wrap="square" lIns="0" tIns="0" rIns="0" bIns="0" anchor="ctr"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2 Landscape last page">
  <p:cSld name="SECTION_HEADER_1_1_1_1_1_1_1_1_1_1_1_2_1_1_1_1_1_1_1_1_1_1_1_1_1">
    <p:bg>
      <p:bgPr>
        <a:solidFill>
          <a:schemeClr val="lt1"/>
        </a:solidFill>
      </p:bgPr>
    </p:bg>
    <p:spTree>
      <p:nvGrpSpPr>
        <p:cNvPr id="143" name="Shape 143"/>
        <p:cNvGrpSpPr/>
        <p:nvPr/>
      </p:nvGrpSpPr>
      <p:grpSpPr>
        <a:xfrm>
          <a:off x="0" y="0"/>
          <a:ext cx="0" cy="0"/>
        </a:xfrm>
      </p:grpSpPr>
      <p:pic>
        <p:nvPicPr>
          <p:cNvPr id="144" name="Google Shape;144;p18"/>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45" name="Google Shape;145;p18"/>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46" name="Google Shape;146;p18"/>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pic>
        <p:nvPicPr>
          <p:cNvPr id="147" name="Google Shape;147;p18"/>
          <p:cNvPicPr preferRelativeResize="0"/>
          <p:nvPr/>
        </p:nvPicPr>
        <p:blipFill>
          <a:blip r:embed="rId2">
            <a:alphaModFix/>
          </a:blip>
          <a:stretch>
            <a:fillRect/>
          </a:stretch>
        </p:blipFill>
        <p:spPr>
          <a:xfrm rot="-5400000">
            <a:off x="103775" y="9769600"/>
            <a:ext cx="936000" cy="270612"/>
          </a:xfrm>
          <a:prstGeom prst="rect">
            <a:avLst/>
          </a:prstGeom>
          <a:noFill/>
          <a:ln>
            <a:noFill/>
          </a:ln>
        </p:spPr>
      </p:pic>
      <p:sp>
        <p:nvSpPr>
          <p:cNvPr id="148" name="Google Shape;148;p18"/>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49" name="Google Shape;149;p18"/>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0" name="Google Shape;150;p18"/>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1" name="Google Shape;151;p18"/>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52" name="Google Shape;152;p18"/>
          <p:cNvSpPr txBox="1"/>
          <p:nvPr>
            <p:ph type="subTitle" idx="1"/>
          </p:nvPr>
        </p:nvSpPr>
        <p:spPr>
          <a:xfrm rot="-5400000">
            <a:off x="5488463" y="5454663"/>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53" name="Google Shape;153;p18"/>
          <p:cNvSpPr txBox="1"/>
          <p:nvPr>
            <p:ph type="subTitle" idx="2"/>
          </p:nvPr>
        </p:nvSpPr>
        <p:spPr>
          <a:xfrm rot="-5400000">
            <a:off x="-3498000" y="5128425"/>
            <a:ext cx="8070600" cy="246300"/>
          </a:xfrm>
          <a:prstGeom prst="rect">
            <a:avLst/>
          </a:prstGeom>
          <a:ln>
            <a:noFill/>
          </a:ln>
        </p:spPr>
        <p:txBody>
          <a:bodyPr spcFirstLastPara="1" wrap="square" lIns="0" tIns="0" rIns="0" bIns="0" anchor="ctr"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0 Landscape single page worksheet">
  <p:cSld name="SECTION_HEADER_1_1_1_1_1_1_1_1_1_1_1_2_1_1_1_1_1_1_1_1_1_1_2">
    <p:bg>
      <p:bgPr>
        <a:solidFill>
          <a:schemeClr val="lt1"/>
        </a:solidFill>
      </p:bgPr>
    </p:bg>
    <p:spTree>
      <p:nvGrpSpPr>
        <p:cNvPr id="154" name="Shape 154"/>
        <p:cNvGrpSpPr/>
        <p:nvPr/>
      </p:nvGrpSpPr>
      <p:grpSpPr>
        <a:xfrm>
          <a:off x="0" y="0"/>
          <a:ext cx="0" cy="0"/>
        </a:xfrm>
      </p:grpSpPr>
      <p:pic>
        <p:nvPicPr>
          <p:cNvPr id="155" name="Google Shape;155;p19"/>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56" name="Google Shape;156;p19"/>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57" name="Google Shape;157;p19"/>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58" name="Google Shape;158;p19"/>
          <p:cNvPicPr preferRelativeResize="0"/>
          <p:nvPr/>
        </p:nvPicPr>
        <p:blipFill>
          <a:blip r:embed="rId2">
            <a:alphaModFix/>
          </a:blip>
          <a:stretch>
            <a:fillRect/>
          </a:stretch>
        </p:blipFill>
        <p:spPr>
          <a:xfrm rot="-5400000">
            <a:off x="-3612750" y="5310727"/>
            <a:ext cx="9987174" cy="66225"/>
          </a:xfrm>
          <a:prstGeom prst="rect">
            <a:avLst/>
          </a:prstGeom>
          <a:noFill/>
          <a:ln>
            <a:noFill/>
          </a:ln>
        </p:spPr>
      </p:pic>
      <p:pic>
        <p:nvPicPr>
          <p:cNvPr id="159" name="Google Shape;159;p19"/>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60" name="Google Shape;160;p19"/>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61" name="Google Shape;161;p19"/>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62" name="Google Shape;162;p19"/>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63" name="Google Shape;163;p19"/>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64" name="Google Shape;164;p19"/>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65" name="Google Shape;165;p19"/>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66" name="Google Shape;166;p19"/>
          <p:cNvSpPr txBox="1"/>
          <p:nvPr>
            <p:ph type="subTitle" idx="1"/>
          </p:nvPr>
        </p:nvSpPr>
        <p:spPr>
          <a:xfrm rot="-5400000">
            <a:off x="5488463" y="5454663"/>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theme" Target="../theme/theme1.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8.xml" /><Relationship Id="rId10" Type="http://schemas.openxmlformats.org/officeDocument/2006/relationships/slideLayout" Target="../slideLayouts/slideLayout17.xml" /><Relationship Id="rId11" Type="http://schemas.openxmlformats.org/officeDocument/2006/relationships/theme" Target="../theme/theme2.xml" /><Relationship Id="rId2" Type="http://schemas.openxmlformats.org/officeDocument/2006/relationships/slideLayout" Target="../slideLayouts/slideLayout9.xml" /><Relationship Id="rId3" Type="http://schemas.openxmlformats.org/officeDocument/2006/relationships/slideLayout" Target="../slideLayouts/slideLayout10.xml" /><Relationship Id="rId4" Type="http://schemas.openxmlformats.org/officeDocument/2006/relationships/slideLayout" Target="../slideLayouts/slideLayout11.xml" /><Relationship Id="rId5" Type="http://schemas.openxmlformats.org/officeDocument/2006/relationships/slideLayout" Target="../slideLayouts/slideLayout12.xml" /><Relationship Id="rId6" Type="http://schemas.openxmlformats.org/officeDocument/2006/relationships/slideLayout" Target="../slideLayouts/slideLayout13.xml" /><Relationship Id="rId7" Type="http://schemas.openxmlformats.org/officeDocument/2006/relationships/slideLayout" Target="../slideLayouts/slideLayout14.xml" /><Relationship Id="rId8" Type="http://schemas.openxmlformats.org/officeDocument/2006/relationships/slideLayout" Target="../slideLayouts/slideLayout15.xml" /><Relationship Id="rId9" Type="http://schemas.openxmlformats.org/officeDocument/2006/relationships/slideLayout" Target="../slideLayouts/slideLayout16.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5" name="Shape 5"/>
        <p:cNvGrpSpPr/>
        <p:nvPr/>
      </p:nvGrpSpPr>
      <p:grpSpPr>
        <a:xfrm>
          <a:off x="0" y="0"/>
          <a:ext cx="0" cy="0"/>
        </a:xfrm>
      </p:grpSpPr>
      <p:sp>
        <p:nvSpPr>
          <p:cNvPr id="6" name="Google Shape;6;p1"/>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7" name="Google Shape;7;p1"/>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8" name="Google Shape;8;p1"/>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61" name="Shape 61"/>
        <p:cNvGrpSpPr/>
        <p:nvPr/>
      </p:nvGrpSpPr>
      <p:grpSpPr>
        <a:xfrm>
          <a:off x="0" y="0"/>
          <a:ext cx="0" cy="0"/>
        </a:xfrm>
      </p:grpSpPr>
      <p:sp>
        <p:nvSpPr>
          <p:cNvPr id="62" name="Google Shape;62;p9"/>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63" name="Google Shape;63;p9"/>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64" name="Google Shape;64;p9"/>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 Id="rId3" Type="http://schemas.openxmlformats.org/officeDocument/2006/relationships/image" Target="../media/image7.pn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0.xml" /><Relationship Id="rId2" Type="http://schemas.openxmlformats.org/officeDocument/2006/relationships/notesSlide" Target="../notesSlides/notesSlide2.xml" /><Relationship Id="rId3" Type="http://schemas.openxmlformats.org/officeDocument/2006/relationships/image" Target="../media/image8.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1.xml" /><Relationship Id="rId2" Type="http://schemas.openxmlformats.org/officeDocument/2006/relationships/notesSlide" Target="../notesSlides/notesSlide3.xml" /><Relationship Id="rId3" Type="http://schemas.openxmlformats.org/officeDocument/2006/relationships/image" Target="../media/image9.png" /><Relationship Id="rId4" Type="http://schemas.openxmlformats.org/officeDocument/2006/relationships/image" Target="../media/image10.png" /><Relationship Id="rId5" Type="http://schemas.openxmlformats.org/officeDocument/2006/relationships/image" Target="../media/image11.png" /><Relationship Id="rId6" Type="http://schemas.openxmlformats.org/officeDocument/2006/relationships/image" Target="../media/image12.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70" name="Shape 170"/>
        <p:cNvGrpSpPr/>
        <p:nvPr/>
      </p:nvGrpSpPr>
      <p:grpSpPr>
        <a:xfrm>
          <a:off x="0" y="0"/>
          <a:ext cx="0" cy="0"/>
        </a:xfrm>
      </p:grpSpPr>
      <p:graphicFrame>
        <p:nvGraphicFramePr>
          <p:cNvPr id="171" name="Google Shape;171;p20"/>
          <p:cNvGraphicFramePr>
            <a:graphicFrameLocks noGrp="1"/>
          </p:cNvGraphicFramePr>
          <p:nvPr/>
        </p:nvGraphicFramePr>
        <p:xfrm>
          <a:off x="595002" y="5901276"/>
          <a:ext cx="2897550" cy="2499180"/>
        </p:xfrm>
        <a:graphic>
          <a:graphicData uri="http://schemas.openxmlformats.org/drawingml/2006/table">
            <a:tbl>
              <a:tblPr>
                <a:noFill/>
                <a:tableStyleId>{25929BD5-C2D0-49E1-B840-C3EF0E30EAC6}</a:tableStyleId>
              </a:tblPr>
              <a:tblGrid>
                <a:gridCol w="965850"/>
                <a:gridCol w="965850"/>
                <a:gridCol w="965850"/>
              </a:tblGrid>
              <a:tr h="337600">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Dough</a:t>
                      </a:r>
                      <a:endParaRPr sz="1200">
                        <a:solidFill>
                          <a:srgbClr val="FFFFFF"/>
                        </a:solidFill>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Cups of flour</a:t>
                      </a:r>
                      <a:endParaRPr sz="1200">
                        <a:solidFill>
                          <a:srgbClr val="FFFFFF"/>
                        </a:solidFill>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Cups of water</a:t>
                      </a:r>
                      <a:endParaRPr sz="1200">
                        <a:solidFill>
                          <a:srgbClr val="FFFFFF"/>
                        </a:solidFill>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r>
              <a:tr h="337600">
                <a:tc>
                  <a:txBody>
                    <a:bodyPr vert="horz" wrap="square"/>
                    <a:lstStyle/>
                    <a:p>
                      <a:pPr marL="0" lvl="0" indent="0" algn="ctr" rtl="0">
                        <a:spcBef>
                          <a:spcPct val="0"/>
                        </a:spcBef>
                        <a:spcAft>
                          <a:spcPct val="0"/>
                        </a:spcAft>
                        <a:buNone/>
                      </a:pPr>
                      <a:r>
                        <a:rPr lang="en-GB" sz="1200">
                          <a:latin typeface="Lexend"/>
                          <a:ea typeface="Lexend"/>
                          <a:cs typeface="Lexend"/>
                          <a:sym typeface="Lexend"/>
                        </a:rPr>
                        <a:t>1 chapati</a:t>
                      </a: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2</a:t>
                      </a: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a:t>
                      </a: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337600">
                <a:tc>
                  <a:txBody>
                    <a:bodyPr vert="horz" wrap="square"/>
                    <a:lstStyle/>
                    <a:p>
                      <a:pPr marL="0" lvl="0" indent="0" algn="ctr" rtl="0">
                        <a:spcBef>
                          <a:spcPct val="0"/>
                        </a:spcBef>
                        <a:spcAft>
                          <a:spcPct val="0"/>
                        </a:spcAft>
                        <a:buNone/>
                      </a:pPr>
                      <a:endParaRPr>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337600">
                <a:tc>
                  <a:txBody>
                    <a:bodyPr vert="horz" wrap="square"/>
                    <a:lstStyle/>
                    <a:p>
                      <a:pPr marL="0" lvl="0" indent="0" algn="ctr" rtl="0">
                        <a:spcBef>
                          <a:spcPct val="0"/>
                        </a:spcBef>
                        <a:spcAft>
                          <a:spcPct val="0"/>
                        </a:spcAft>
                        <a:buNone/>
                      </a:pPr>
                      <a:endParaRPr>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337600">
                <a:tc>
                  <a:txBody>
                    <a:bodyPr vert="horz" wrap="square"/>
                    <a:lstStyle/>
                    <a:p>
                      <a:pPr marL="0" lvl="0" indent="0" algn="ctr" rtl="0">
                        <a:spcBef>
                          <a:spcPct val="0"/>
                        </a:spcBef>
                        <a:spcAft>
                          <a:spcPct val="0"/>
                        </a:spcAft>
                        <a:buNone/>
                      </a:pPr>
                      <a:endParaRPr>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337600">
                <a:tc>
                  <a:txBody>
                    <a:bodyPr vert="horz" wrap="square"/>
                    <a:lstStyle/>
                    <a:p>
                      <a:pPr marL="0" lvl="0" indent="0" algn="ctr" rtl="0">
                        <a:spcBef>
                          <a:spcPct val="0"/>
                        </a:spcBef>
                        <a:spcAft>
                          <a:spcPct val="0"/>
                        </a:spcAft>
                        <a:buNone/>
                      </a:pPr>
                      <a:endParaRPr>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sp>
        <p:nvSpPr>
          <p:cNvPr id="172" name="Google Shape;172;p20"/>
          <p:cNvSpPr txBox="1"/>
          <p:nvPr>
            <p:ph type="sldNum" idx="12"/>
          </p:nvPr>
        </p:nvSpPr>
        <p:spPr>
          <a:xfrm>
            <a:off x="6733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1</a:t>
            </a:fld>
            <a:endParaRPr/>
          </a:p>
        </p:txBody>
      </p:sp>
      <p:sp>
        <p:nvSpPr>
          <p:cNvPr id="173" name="Google Shape;173;p20"/>
          <p:cNvSpPr txBox="1"/>
          <p:nvPr>
            <p:ph type="title"/>
          </p:nvPr>
        </p:nvSpPr>
        <p:spPr>
          <a:xfrm>
            <a:off x="468000" y="864000"/>
            <a:ext cx="6624000" cy="277200"/>
          </a:xfrm>
          <a:prstGeom prst="rect">
            <a:avLst/>
          </a:prstGeom>
        </p:spPr>
        <p:txBody>
          <a:bodyPr spcFirstLastPara="1" wrap="square" lIns="0" tIns="0" rIns="0" bIns="0" anchor="ctr" anchorCtr="0">
            <a:spAutoFit/>
          </a:bodyPr>
          <a:lstStyle/>
          <a:p>
            <a:pPr marL="0" lvl="0" indent="0" algn="l" rtl="0">
              <a:spcBef>
                <a:spcPct val="0"/>
              </a:spcBef>
              <a:spcAft>
                <a:spcPct val="0"/>
              </a:spcAft>
              <a:buNone/>
            </a:pPr>
            <a:r>
              <a:rPr lang="en-GB"/>
              <a:t>Multiplicative relationships in context</a:t>
            </a:r>
            <a:endParaRPr/>
          </a:p>
        </p:txBody>
      </p:sp>
      <p:sp>
        <p:nvSpPr>
          <p:cNvPr id="174" name="Google Shape;174;p20"/>
          <p:cNvSpPr txBox="1"/>
          <p:nvPr/>
        </p:nvSpPr>
        <p:spPr>
          <a:xfrm>
            <a:off x="468000" y="1452675"/>
            <a:ext cx="5300700" cy="4311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b="1">
                <a:latin typeface="Lexend"/>
                <a:ea typeface="Lexend"/>
                <a:cs typeface="Lexend"/>
                <a:sym typeface="Lexend"/>
              </a:rPr>
              <a:t>Task A: Multiplicative relationships in context </a:t>
            </a:r>
            <a:endParaRPr b="1">
              <a:latin typeface="Lexend"/>
              <a:ea typeface="Lexend"/>
              <a:cs typeface="Lexend"/>
              <a:sym typeface="Lexend"/>
            </a:endParaRPr>
          </a:p>
          <a:p>
            <a:pPr marL="0" lvl="0" indent="0" algn="l" rtl="0">
              <a:spcBef>
                <a:spcPct val="0"/>
              </a:spcBef>
              <a:spcAft>
                <a:spcPct val="0"/>
              </a:spcAft>
              <a:buNone/>
            </a:pPr>
            <a:endParaRPr b="1">
              <a:latin typeface="Lexend"/>
              <a:ea typeface="Lexend"/>
              <a:cs typeface="Lexend"/>
              <a:sym typeface="Lexend"/>
            </a:endParaRPr>
          </a:p>
        </p:txBody>
      </p:sp>
      <p:sp>
        <p:nvSpPr>
          <p:cNvPr id="175" name="Google Shape;175;p20"/>
          <p:cNvSpPr txBox="1"/>
          <p:nvPr/>
        </p:nvSpPr>
        <p:spPr>
          <a:xfrm>
            <a:off x="468000" y="1883775"/>
            <a:ext cx="6624000" cy="1280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1) Fill in the table knowing the following multiplicative relationships:</a:t>
            </a: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a</a:t>
            </a:r>
            <a:r>
              <a:rPr lang="en-GB" sz="1200">
                <a:solidFill>
                  <a:srgbClr val="000000"/>
                </a:solidFill>
                <a:latin typeface="Lexend"/>
                <a:ea typeface="Lexend"/>
                <a:cs typeface="Lexend"/>
                <a:sym typeface="Lexend"/>
              </a:rPr>
              <a:t>) Number of eggs × 75 = Sugar</a:t>
            </a: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b</a:t>
            </a:r>
            <a:r>
              <a:rPr lang="en-GB" sz="1200">
                <a:solidFill>
                  <a:srgbClr val="000000"/>
                </a:solidFill>
                <a:latin typeface="Lexend"/>
                <a:ea typeface="Lexend"/>
                <a:cs typeface="Lexend"/>
                <a:sym typeface="Lexend"/>
              </a:rPr>
              <a:t>) Flour is twice as many grams as butter</a:t>
            </a: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c</a:t>
            </a:r>
            <a:r>
              <a:rPr lang="en-GB" sz="1200">
                <a:solidFill>
                  <a:srgbClr val="000000"/>
                </a:solidFill>
                <a:latin typeface="Lexend"/>
                <a:ea typeface="Lexend"/>
                <a:cs typeface="Lexend"/>
                <a:sym typeface="Lexend"/>
              </a:rPr>
              <a:t>) Butter × 1.5 = Sugar</a:t>
            </a: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endParaRPr sz="1900">
              <a:solidFill>
                <a:srgbClr val="000000"/>
              </a:solidFill>
              <a:latin typeface="Lexend"/>
              <a:ea typeface="Lexend"/>
              <a:cs typeface="Lexend"/>
              <a:sym typeface="Lexend"/>
            </a:endParaRPr>
          </a:p>
        </p:txBody>
      </p:sp>
      <p:graphicFrame>
        <p:nvGraphicFramePr>
          <p:cNvPr id="176" name="Google Shape;176;p20"/>
          <p:cNvGraphicFramePr>
            <a:graphicFrameLocks noGrp="1"/>
          </p:cNvGraphicFramePr>
          <p:nvPr/>
        </p:nvGraphicFramePr>
        <p:xfrm>
          <a:off x="1181588" y="3196163"/>
          <a:ext cx="5185700" cy="1640655"/>
        </p:xfrm>
        <a:graphic>
          <a:graphicData uri="http://schemas.openxmlformats.org/drawingml/2006/table">
            <a:tbl>
              <a:tblPr>
                <a:noFill/>
                <a:tableStyleId>{25929BD5-C2D0-49E1-B840-C3EF0E30EAC6}</a:tableStyleId>
              </a:tblPr>
              <a:tblGrid>
                <a:gridCol w="1296425"/>
                <a:gridCol w="1296425"/>
                <a:gridCol w="1296425"/>
                <a:gridCol w="1296425"/>
              </a:tblGrid>
              <a:tr h="424975">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Butter (g)</a:t>
                      </a:r>
                      <a:endParaRPr sz="1200">
                        <a:solidFill>
                          <a:srgbClr val="FFFFFF"/>
                        </a:solidFill>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solidFill>
                      <a:srgbClr val="B7B7B7"/>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Flour (g)</a:t>
                      </a:r>
                      <a:endParaRPr sz="1200">
                        <a:solidFill>
                          <a:srgbClr val="FFFFFF"/>
                        </a:solidFill>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solidFill>
                      <a:srgbClr val="B7B7B7"/>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Eggs</a:t>
                      </a:r>
                      <a:endParaRPr sz="1200">
                        <a:solidFill>
                          <a:srgbClr val="FFFFFF"/>
                        </a:solidFill>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solidFill>
                      <a:srgbClr val="B7B7B7"/>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Sugar (g)</a:t>
                      </a:r>
                      <a:endParaRPr sz="1200">
                        <a:solidFill>
                          <a:srgbClr val="FFFFFF"/>
                        </a:solidFill>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solidFill>
                      <a:srgbClr val="B7B7B7"/>
                    </a:solidFill>
                  </a:tcPr>
                </a:tc>
              </a:tr>
              <a:tr h="424975">
                <a:tc>
                  <a:txBody>
                    <a:bodyPr vert="horz" wrap="square"/>
                    <a:lstStyle/>
                    <a:p>
                      <a:pPr marL="0" lvl="0" indent="0" algn="ctr" rtl="0">
                        <a:spcBef>
                          <a:spcPct val="0"/>
                        </a:spcBef>
                        <a:spcAft>
                          <a:spcPct val="0"/>
                        </a:spcAft>
                        <a:buNone/>
                      </a:pPr>
                      <a:r>
                        <a:rPr lang="en-GB" sz="1200">
                          <a:latin typeface="Kalam"/>
                          <a:ea typeface="Kalam"/>
                          <a:cs typeface="Kalam"/>
                          <a:sym typeface="Kalam"/>
                        </a:rPr>
                        <a:t>100</a:t>
                      </a:r>
                      <a:endParaRPr sz="1200">
                        <a:latin typeface="Kalam"/>
                        <a:ea typeface="Kalam"/>
                        <a:cs typeface="Kalam"/>
                        <a:sym typeface="Kala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Kalam"/>
                          <a:ea typeface="Kalam"/>
                          <a:cs typeface="Kalam"/>
                          <a:sym typeface="Kalam"/>
                        </a:rPr>
                        <a:t>200</a:t>
                      </a:r>
                      <a:endParaRPr sz="1200">
                        <a:latin typeface="Kalam"/>
                        <a:ea typeface="Kalam"/>
                        <a:cs typeface="Kalam"/>
                        <a:sym typeface="Kala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2</a:t>
                      </a:r>
                      <a:endParaRPr sz="1200">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Kalam"/>
                          <a:ea typeface="Kalam"/>
                          <a:cs typeface="Kalam"/>
                          <a:sym typeface="Kalam"/>
                        </a:rPr>
                        <a:t>150</a:t>
                      </a:r>
                      <a:endParaRPr sz="1200">
                        <a:latin typeface="Kalam"/>
                        <a:ea typeface="Kalam"/>
                        <a:cs typeface="Kalam"/>
                        <a:sym typeface="Kala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0">
                <a:tc>
                  <a:txBody>
                    <a:bodyPr vert="horz" wrap="square"/>
                    <a:lstStyle/>
                    <a:p>
                      <a:pPr marL="0" lvl="0" indent="0" algn="ctr" rtl="0">
                        <a:spcBef>
                          <a:spcPct val="0"/>
                        </a:spcBef>
                        <a:spcAft>
                          <a:spcPct val="0"/>
                        </a:spcAft>
                        <a:buNone/>
                      </a:pPr>
                      <a:r>
                        <a:rPr lang="en-GB" sz="1200">
                          <a:latin typeface="Lexend"/>
                          <a:ea typeface="Lexend"/>
                          <a:cs typeface="Lexend"/>
                          <a:sym typeface="Lexend"/>
                        </a:rPr>
                        <a:t>400</a:t>
                      </a:r>
                      <a:endParaRPr sz="1200">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Kalam"/>
                          <a:ea typeface="Kalam"/>
                          <a:cs typeface="Kalam"/>
                          <a:sym typeface="Kalam"/>
                        </a:rPr>
                        <a:t>800</a:t>
                      </a:r>
                      <a:endParaRPr sz="1200">
                        <a:latin typeface="Kalam"/>
                        <a:ea typeface="Kalam"/>
                        <a:cs typeface="Kalam"/>
                        <a:sym typeface="Kala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Kalam"/>
                          <a:ea typeface="Kalam"/>
                          <a:cs typeface="Kalam"/>
                          <a:sym typeface="Kalam"/>
                        </a:rPr>
                        <a:t>8</a:t>
                      </a:r>
                      <a:endParaRPr sz="1200">
                        <a:latin typeface="Kalam"/>
                        <a:ea typeface="Kalam"/>
                        <a:cs typeface="Kalam"/>
                        <a:sym typeface="Kala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Kalam"/>
                          <a:ea typeface="Kalam"/>
                          <a:cs typeface="Kalam"/>
                          <a:sym typeface="Kalam"/>
                        </a:rPr>
                        <a:t>600</a:t>
                      </a:r>
                      <a:endParaRPr sz="1200">
                        <a:latin typeface="Kalam"/>
                        <a:ea typeface="Kalam"/>
                        <a:cs typeface="Kalam"/>
                        <a:sym typeface="Kala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424975">
                <a:tc>
                  <a:txBody>
                    <a:bodyPr vert="horz" wrap="square"/>
                    <a:lstStyle/>
                    <a:p>
                      <a:pPr marL="0" lvl="0" indent="0" algn="ctr" rtl="0">
                        <a:spcBef>
                          <a:spcPct val="0"/>
                        </a:spcBef>
                        <a:spcAft>
                          <a:spcPct val="0"/>
                        </a:spcAft>
                        <a:buNone/>
                      </a:pPr>
                      <a:r>
                        <a:rPr lang="en-GB" sz="1200">
                          <a:latin typeface="Kalam"/>
                          <a:ea typeface="Kalam"/>
                          <a:cs typeface="Kalam"/>
                          <a:sym typeface="Kalam"/>
                        </a:rPr>
                        <a:t>500</a:t>
                      </a:r>
                      <a:endParaRPr sz="1200">
                        <a:latin typeface="Kalam"/>
                        <a:ea typeface="Kalam"/>
                        <a:cs typeface="Kalam"/>
                        <a:sym typeface="Kala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Kalam"/>
                          <a:ea typeface="Kalam"/>
                          <a:cs typeface="Kalam"/>
                          <a:sym typeface="Kalam"/>
                        </a:rPr>
                        <a:t>1000</a:t>
                      </a:r>
                      <a:endParaRPr sz="1200">
                        <a:latin typeface="Kalam"/>
                        <a:ea typeface="Kalam"/>
                        <a:cs typeface="Kalam"/>
                        <a:sym typeface="Kala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Kalam"/>
                          <a:ea typeface="Kalam"/>
                          <a:cs typeface="Kalam"/>
                          <a:sym typeface="Kalam"/>
                        </a:rPr>
                        <a:t>10</a:t>
                      </a:r>
                      <a:endParaRPr sz="1200">
                        <a:latin typeface="Kalam"/>
                        <a:ea typeface="Kalam"/>
                        <a:cs typeface="Kalam"/>
                        <a:sym typeface="Kala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750</a:t>
                      </a:r>
                      <a:endParaRPr sz="1200">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sp>
        <p:nvSpPr>
          <p:cNvPr id="177" name="Google Shape;177;p20"/>
          <p:cNvSpPr txBox="1"/>
          <p:nvPr/>
        </p:nvSpPr>
        <p:spPr>
          <a:xfrm>
            <a:off x="468000" y="4937675"/>
            <a:ext cx="6624000" cy="8934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200">
                <a:solidFill>
                  <a:schemeClr val="dk1"/>
                </a:solidFill>
                <a:latin typeface="Lexend"/>
                <a:ea typeface="Lexend"/>
                <a:cs typeface="Lexend"/>
                <a:sym typeface="Lexend"/>
              </a:rPr>
              <a:t>2) Most bread doughs start with flour and water. To make chapati, for every two cups of flour, you add one cup of water. To make pizza base, for every three cups of flour, you add two cups of water. </a:t>
            </a:r>
            <a:endParaRPr sz="1200">
              <a:solidFill>
                <a:schemeClr val="dk1"/>
              </a:solidFill>
              <a:latin typeface="Lexend"/>
              <a:ea typeface="Lexend"/>
              <a:cs typeface="Lexend"/>
              <a:sym typeface="Lexend"/>
            </a:endParaRPr>
          </a:p>
          <a:p>
            <a:pPr marL="0" lvl="0" indent="0" algn="l" rtl="0">
              <a:spcBef>
                <a:spcPts val="1000"/>
              </a:spcBef>
              <a:spcAft>
                <a:spcPct val="0"/>
              </a:spcAft>
              <a:buClr>
                <a:schemeClr val="dk1"/>
              </a:buClr>
              <a:buSzPts val="1100"/>
              <a:buFont typeface="Arial"/>
              <a:buNone/>
            </a:pPr>
            <a:r>
              <a:rPr lang="en-GB" sz="1200">
                <a:solidFill>
                  <a:schemeClr val="dk1"/>
                </a:solidFill>
                <a:latin typeface="Lexend"/>
                <a:ea typeface="Lexend"/>
                <a:cs typeface="Lexend"/>
                <a:sym typeface="Lexend"/>
              </a:rPr>
              <a:t>In each bowl, is it chapati dough, pizza base dough, or neither?</a:t>
            </a:r>
            <a:endParaRPr>
              <a:latin typeface="Lexend"/>
              <a:ea typeface="Lexend"/>
              <a:cs typeface="Lexend"/>
              <a:sym typeface="Lexend"/>
            </a:endParaRPr>
          </a:p>
          <a:p>
            <a:pPr marL="0" lvl="0" indent="0" algn="l" rtl="0">
              <a:spcBef>
                <a:spcPts val="1000"/>
              </a:spcBef>
              <a:spcAft>
                <a:spcPts val="1000"/>
              </a:spcAft>
              <a:buNone/>
            </a:pPr>
            <a:endParaRPr>
              <a:solidFill>
                <a:srgbClr val="000000"/>
              </a:solidFill>
              <a:latin typeface="Lexend"/>
              <a:ea typeface="Lexend"/>
              <a:cs typeface="Lexend"/>
              <a:sym typeface="Lexend"/>
            </a:endParaRPr>
          </a:p>
        </p:txBody>
      </p:sp>
      <p:graphicFrame>
        <p:nvGraphicFramePr>
          <p:cNvPr id="178" name="Google Shape;178;p20"/>
          <p:cNvGraphicFramePr>
            <a:graphicFrameLocks noGrp="1"/>
          </p:cNvGraphicFramePr>
          <p:nvPr/>
        </p:nvGraphicFramePr>
        <p:xfrm>
          <a:off x="443206" y="6828119"/>
          <a:ext cx="2827275" cy="431100"/>
        </p:xfrm>
        <a:graphic>
          <a:graphicData uri="http://schemas.openxmlformats.org/drawingml/2006/table">
            <a:tbl>
              <a:tblPr>
                <a:noFill/>
                <a:tableStyleId>{25929BD5-C2D0-49E1-B840-C3EF0E30EAC6}</a:tableStyleId>
              </a:tblPr>
              <a:tblGrid>
                <a:gridCol w="1281100"/>
                <a:gridCol w="603750"/>
                <a:gridCol w="942425"/>
              </a:tblGrid>
              <a:tr h="431100">
                <a:tc>
                  <a:txBody>
                    <a:bodyPr vert="horz" wrap="square"/>
                    <a:lstStyle/>
                    <a:p>
                      <a:pPr marL="0" lvl="0" indent="0" algn="ctr" rtl="0">
                        <a:spcBef>
                          <a:spcPct val="0"/>
                        </a:spcBef>
                        <a:spcAft>
                          <a:spcPct val="0"/>
                        </a:spcAft>
                        <a:buNone/>
                      </a:pPr>
                      <a:r>
                        <a:rPr lang="en-GB" sz="1200">
                          <a:latin typeface="Lexend"/>
                          <a:ea typeface="Lexend"/>
                          <a:cs typeface="Lexend"/>
                          <a:sym typeface="Lexend"/>
                        </a:rPr>
                        <a:t>4.5 chaptis</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9</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       4.5</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r>
            </a:tbl>
          </a:graphicData>
        </a:graphic>
      </p:graphicFrame>
      <p:graphicFrame>
        <p:nvGraphicFramePr>
          <p:cNvPr id="179" name="Google Shape;179;p20"/>
          <p:cNvGraphicFramePr>
            <a:graphicFrameLocks noGrp="1"/>
          </p:cNvGraphicFramePr>
          <p:nvPr/>
        </p:nvGraphicFramePr>
        <p:xfrm>
          <a:off x="612927" y="7257498"/>
          <a:ext cx="2897550" cy="365730"/>
        </p:xfrm>
        <a:graphic>
          <a:graphicData uri="http://schemas.openxmlformats.org/drawingml/2006/table">
            <a:tbl>
              <a:tblPr>
                <a:noFill/>
                <a:tableStyleId>{25929BD5-C2D0-49E1-B840-C3EF0E30EAC6}</a:tableStyleId>
              </a:tblPr>
              <a:tblGrid>
                <a:gridCol w="965850"/>
                <a:gridCol w="965850"/>
                <a:gridCol w="965850"/>
              </a:tblGrid>
              <a:tr h="311250">
                <a:tc>
                  <a:txBody>
                    <a:bodyPr vert="horz" wrap="square"/>
                    <a:lstStyle/>
                    <a:p>
                      <a:pPr marL="0" lvl="0" indent="0" algn="ctr" rtl="0">
                        <a:spcBef>
                          <a:spcPct val="0"/>
                        </a:spcBef>
                        <a:spcAft>
                          <a:spcPct val="0"/>
                        </a:spcAft>
                        <a:buNone/>
                      </a:pPr>
                      <a:r>
                        <a:rPr lang="en-GB" sz="1200">
                          <a:latin typeface="Lexend"/>
                          <a:ea typeface="Lexend"/>
                          <a:cs typeface="Lexend"/>
                          <a:sym typeface="Lexend"/>
                        </a:rPr>
                        <a:t>6 chaptis</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12</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6</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r>
            </a:tbl>
          </a:graphicData>
        </a:graphic>
      </p:graphicFrame>
      <p:graphicFrame>
        <p:nvGraphicFramePr>
          <p:cNvPr id="180" name="Google Shape;180;p20"/>
          <p:cNvGraphicFramePr>
            <a:graphicFrameLocks noGrp="1"/>
          </p:cNvGraphicFramePr>
          <p:nvPr/>
        </p:nvGraphicFramePr>
        <p:xfrm>
          <a:off x="612940" y="7649098"/>
          <a:ext cx="2897550" cy="365730"/>
        </p:xfrm>
        <a:graphic>
          <a:graphicData uri="http://schemas.openxmlformats.org/drawingml/2006/table">
            <a:tbl>
              <a:tblPr>
                <a:noFill/>
                <a:tableStyleId>{25929BD5-C2D0-49E1-B840-C3EF0E30EAC6}</a:tableStyleId>
              </a:tblPr>
              <a:tblGrid>
                <a:gridCol w="965850"/>
                <a:gridCol w="965850"/>
                <a:gridCol w="965850"/>
              </a:tblGrid>
              <a:tr h="311250">
                <a:tc>
                  <a:txBody>
                    <a:bodyPr vert="horz" wrap="square"/>
                    <a:lstStyle/>
                    <a:p>
                      <a:pPr marL="0" lvl="0" indent="0" algn="ctr" rtl="0">
                        <a:spcBef>
                          <a:spcPct val="0"/>
                        </a:spcBef>
                        <a:spcAft>
                          <a:spcPct val="0"/>
                        </a:spcAft>
                        <a:buNone/>
                      </a:pPr>
                      <a:r>
                        <a:rPr lang="en-GB" sz="1200">
                          <a:latin typeface="Lexend"/>
                          <a:ea typeface="Lexend"/>
                          <a:cs typeface="Lexend"/>
                          <a:sym typeface="Lexend"/>
                        </a:rPr>
                        <a:t>9 chaptis</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18</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9</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r>
            </a:tbl>
          </a:graphicData>
        </a:graphic>
      </p:graphicFrame>
      <p:graphicFrame>
        <p:nvGraphicFramePr>
          <p:cNvPr id="181" name="Google Shape;181;p20"/>
          <p:cNvGraphicFramePr>
            <a:graphicFrameLocks noGrp="1"/>
          </p:cNvGraphicFramePr>
          <p:nvPr/>
        </p:nvGraphicFramePr>
        <p:xfrm>
          <a:off x="648065" y="8040711"/>
          <a:ext cx="2827275" cy="365730"/>
        </p:xfrm>
        <a:graphic>
          <a:graphicData uri="http://schemas.openxmlformats.org/drawingml/2006/table">
            <a:tbl>
              <a:tblPr>
                <a:noFill/>
                <a:tableStyleId>{25929BD5-C2D0-49E1-B840-C3EF0E30EAC6}</a:tableStyleId>
              </a:tblPr>
              <a:tblGrid>
                <a:gridCol w="942425"/>
                <a:gridCol w="942425"/>
                <a:gridCol w="942425"/>
              </a:tblGrid>
              <a:tr h="337200">
                <a:tc>
                  <a:txBody>
                    <a:bodyPr vert="horz" wrap="square"/>
                    <a:lstStyle/>
                    <a:p>
                      <a:pPr marL="0" lvl="0" indent="0" algn="ctr" rtl="0">
                        <a:spcBef>
                          <a:spcPct val="0"/>
                        </a:spcBef>
                        <a:spcAft>
                          <a:spcPct val="0"/>
                        </a:spcAft>
                        <a:buNone/>
                      </a:pPr>
                      <a:r>
                        <a:rPr lang="en-GB" sz="1200">
                          <a:latin typeface="Lexend"/>
                          <a:ea typeface="Lexend"/>
                          <a:cs typeface="Lexend"/>
                          <a:sym typeface="Lexend"/>
                        </a:rPr>
                        <a:t>12 chaptis</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24</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12</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r>
            </a:tbl>
          </a:graphicData>
        </a:graphic>
      </p:graphicFrame>
      <p:graphicFrame>
        <p:nvGraphicFramePr>
          <p:cNvPr id="182" name="Google Shape;182;p20"/>
          <p:cNvGraphicFramePr>
            <a:graphicFrameLocks noGrp="1"/>
          </p:cNvGraphicFramePr>
          <p:nvPr/>
        </p:nvGraphicFramePr>
        <p:xfrm>
          <a:off x="3684052" y="5901275"/>
          <a:ext cx="3204825" cy="2507560"/>
        </p:xfrm>
        <a:graphic>
          <a:graphicData uri="http://schemas.openxmlformats.org/drawingml/2006/table">
            <a:tbl>
              <a:tblPr>
                <a:noFill/>
                <a:tableStyleId>{25929BD5-C2D0-49E1-B840-C3EF0E30EAC6}</a:tableStyleId>
              </a:tblPr>
              <a:tblGrid>
                <a:gridCol w="1068275"/>
                <a:gridCol w="1068275"/>
                <a:gridCol w="1068275"/>
              </a:tblGrid>
              <a:tr h="548600">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Dough</a:t>
                      </a:r>
                      <a:endParaRPr sz="1200">
                        <a:solidFill>
                          <a:srgbClr val="FFFFFF"/>
                        </a:solidFill>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Cups of flour</a:t>
                      </a:r>
                      <a:endParaRPr sz="1200">
                        <a:solidFill>
                          <a:srgbClr val="FFFFFF"/>
                        </a:solidFill>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Cups of water</a:t>
                      </a:r>
                      <a:endParaRPr sz="1200">
                        <a:solidFill>
                          <a:srgbClr val="FFFFFF"/>
                        </a:solidFill>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r>
              <a:tr h="378250">
                <a:tc>
                  <a:txBody>
                    <a:bodyPr vert="horz" wrap="square"/>
                    <a:lstStyle/>
                    <a:p>
                      <a:pPr marL="0" lvl="0" indent="0" algn="ctr" rtl="0">
                        <a:spcBef>
                          <a:spcPct val="0"/>
                        </a:spcBef>
                        <a:spcAft>
                          <a:spcPct val="0"/>
                        </a:spcAft>
                        <a:buNone/>
                      </a:pPr>
                      <a:r>
                        <a:rPr lang="en-GB" sz="1200">
                          <a:latin typeface="Lexend"/>
                          <a:ea typeface="Lexend"/>
                          <a:cs typeface="Lexend"/>
                          <a:sym typeface="Lexend"/>
                        </a:rPr>
                        <a:t>1 pizza</a:t>
                      </a: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3</a:t>
                      </a: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2</a:t>
                      </a: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395175">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395175">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395175">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395175">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200">
                        <a:latin typeface="Lexend"/>
                        <a:ea typeface="Lexend"/>
                        <a:cs typeface="Lexend"/>
                        <a:sym typeface="Lexend"/>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graphicFrame>
        <p:nvGraphicFramePr>
          <p:cNvPr id="183" name="Google Shape;183;p20"/>
          <p:cNvGraphicFramePr>
            <a:graphicFrameLocks noGrp="1"/>
          </p:cNvGraphicFramePr>
          <p:nvPr/>
        </p:nvGraphicFramePr>
        <p:xfrm>
          <a:off x="3737669" y="6891775"/>
          <a:ext cx="3108900" cy="365730"/>
        </p:xfrm>
        <a:graphic>
          <a:graphicData uri="http://schemas.openxmlformats.org/drawingml/2006/table">
            <a:tbl>
              <a:tblPr>
                <a:noFill/>
                <a:tableStyleId>{25929BD5-C2D0-49E1-B840-C3EF0E30EAC6}</a:tableStyleId>
              </a:tblPr>
              <a:tblGrid>
                <a:gridCol w="1036300"/>
                <a:gridCol w="1036300"/>
                <a:gridCol w="1036300"/>
              </a:tblGrid>
              <a:tr h="331525">
                <a:tc>
                  <a:txBody>
                    <a:bodyPr vert="horz" wrap="square"/>
                    <a:lstStyle/>
                    <a:p>
                      <a:pPr marL="0" lvl="0" indent="0" algn="ctr" rtl="0">
                        <a:spcBef>
                          <a:spcPct val="0"/>
                        </a:spcBef>
                        <a:spcAft>
                          <a:spcPct val="0"/>
                        </a:spcAft>
                        <a:buNone/>
                      </a:pPr>
                      <a:r>
                        <a:rPr lang="en-GB" sz="1200">
                          <a:latin typeface="Lexend"/>
                          <a:ea typeface="Lexend"/>
                          <a:cs typeface="Lexend"/>
                          <a:sym typeface="Lexend"/>
                        </a:rPr>
                        <a:t>3 pizzas</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9</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6</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r>
            </a:tbl>
          </a:graphicData>
        </a:graphic>
      </p:graphicFrame>
      <p:graphicFrame>
        <p:nvGraphicFramePr>
          <p:cNvPr id="184" name="Google Shape;184;p20"/>
          <p:cNvGraphicFramePr>
            <a:graphicFrameLocks noGrp="1"/>
          </p:cNvGraphicFramePr>
          <p:nvPr/>
        </p:nvGraphicFramePr>
        <p:xfrm>
          <a:off x="3737669" y="7287975"/>
          <a:ext cx="3108900" cy="365730"/>
        </p:xfrm>
        <a:graphic>
          <a:graphicData uri="http://schemas.openxmlformats.org/drawingml/2006/table">
            <a:tbl>
              <a:tblPr>
                <a:noFill/>
                <a:tableStyleId>{25929BD5-C2D0-49E1-B840-C3EF0E30EAC6}</a:tableStyleId>
              </a:tblPr>
              <a:tblGrid>
                <a:gridCol w="1036300"/>
                <a:gridCol w="1036300"/>
                <a:gridCol w="1036300"/>
              </a:tblGrid>
              <a:tr h="320025">
                <a:tc>
                  <a:txBody>
                    <a:bodyPr vert="horz" wrap="square"/>
                    <a:lstStyle/>
                    <a:p>
                      <a:pPr marL="0" lvl="0" indent="0" algn="ctr" rtl="0">
                        <a:spcBef>
                          <a:spcPct val="0"/>
                        </a:spcBef>
                        <a:spcAft>
                          <a:spcPct val="0"/>
                        </a:spcAft>
                        <a:buNone/>
                      </a:pPr>
                      <a:r>
                        <a:rPr lang="en-GB" sz="1200">
                          <a:latin typeface="Lexend"/>
                          <a:ea typeface="Lexend"/>
                          <a:cs typeface="Lexend"/>
                          <a:sym typeface="Lexend"/>
                        </a:rPr>
                        <a:t>4 pizzas</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12</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8</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r>
            </a:tbl>
          </a:graphicData>
        </a:graphic>
      </p:graphicFrame>
      <p:graphicFrame>
        <p:nvGraphicFramePr>
          <p:cNvPr id="185" name="Google Shape;185;p20"/>
          <p:cNvGraphicFramePr>
            <a:graphicFrameLocks noGrp="1"/>
          </p:cNvGraphicFramePr>
          <p:nvPr/>
        </p:nvGraphicFramePr>
        <p:xfrm>
          <a:off x="3737669" y="7694850"/>
          <a:ext cx="3108900" cy="365730"/>
        </p:xfrm>
        <a:graphic>
          <a:graphicData uri="http://schemas.openxmlformats.org/drawingml/2006/table">
            <a:tbl>
              <a:tblPr>
                <a:noFill/>
                <a:tableStyleId>{25929BD5-C2D0-49E1-B840-C3EF0E30EAC6}</a:tableStyleId>
              </a:tblPr>
              <a:tblGrid>
                <a:gridCol w="1036300"/>
                <a:gridCol w="1036300"/>
                <a:gridCol w="1036300"/>
              </a:tblGrid>
              <a:tr h="309350">
                <a:tc>
                  <a:txBody>
                    <a:bodyPr vert="horz" wrap="square"/>
                    <a:lstStyle/>
                    <a:p>
                      <a:pPr marL="0" lvl="0" indent="0" algn="ctr" rtl="0">
                        <a:spcBef>
                          <a:spcPct val="0"/>
                        </a:spcBef>
                        <a:spcAft>
                          <a:spcPct val="0"/>
                        </a:spcAft>
                        <a:buNone/>
                      </a:pPr>
                      <a:r>
                        <a:rPr lang="en-GB" sz="1200">
                          <a:latin typeface="Lexend"/>
                          <a:ea typeface="Lexend"/>
                          <a:cs typeface="Lexend"/>
                          <a:sym typeface="Lexend"/>
                        </a:rPr>
                        <a:t>6 pizzas</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18</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12</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r>
            </a:tbl>
          </a:graphicData>
        </a:graphic>
      </p:graphicFrame>
      <p:graphicFrame>
        <p:nvGraphicFramePr>
          <p:cNvPr id="186" name="Google Shape;186;p20"/>
          <p:cNvGraphicFramePr>
            <a:graphicFrameLocks noGrp="1"/>
          </p:cNvGraphicFramePr>
          <p:nvPr/>
        </p:nvGraphicFramePr>
        <p:xfrm>
          <a:off x="3737669" y="8101713"/>
          <a:ext cx="3108900" cy="365730"/>
        </p:xfrm>
        <a:graphic>
          <a:graphicData uri="http://schemas.openxmlformats.org/drawingml/2006/table">
            <a:tbl>
              <a:tblPr>
                <a:noFill/>
                <a:tableStyleId>{25929BD5-C2D0-49E1-B840-C3EF0E30EAC6}</a:tableStyleId>
              </a:tblPr>
              <a:tblGrid>
                <a:gridCol w="1036300"/>
                <a:gridCol w="1036300"/>
                <a:gridCol w="1036300"/>
              </a:tblGrid>
              <a:tr h="298675">
                <a:tc>
                  <a:txBody>
                    <a:bodyPr vert="horz" wrap="square"/>
                    <a:lstStyle/>
                    <a:p>
                      <a:pPr marL="0" lvl="0" indent="0" algn="ctr" rtl="0">
                        <a:spcBef>
                          <a:spcPct val="0"/>
                        </a:spcBef>
                        <a:spcAft>
                          <a:spcPct val="0"/>
                        </a:spcAft>
                        <a:buNone/>
                      </a:pPr>
                      <a:r>
                        <a:rPr lang="en-GB" sz="1200">
                          <a:latin typeface="Lexend"/>
                          <a:ea typeface="Lexend"/>
                          <a:cs typeface="Lexend"/>
                          <a:sym typeface="Lexend"/>
                        </a:rPr>
                        <a:t>8 pizzas</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24</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16</a:t>
                      </a:r>
                      <a:endParaRPr sz="1200">
                        <a:latin typeface="Lexend"/>
                        <a:ea typeface="Lexend"/>
                        <a:cs typeface="Lexend"/>
                        <a:sym typeface="Lexend"/>
                      </a:endParaRPr>
                    </a:p>
                  </a:txBody>
                  <a:tcPr marL="91425" marR="91425" marT="91425" marB="91425">
                    <a:lnL w="38100" cap="flat" cmpd="sng">
                      <a:solidFill>
                        <a:srgbClr val="000000">
                          <a:alpha val="0"/>
                        </a:srgbClr>
                      </a:solidFill>
                      <a:prstDash val="solid"/>
                      <a:round/>
                      <a:headEnd type="none" w="sm" len="sm"/>
                      <a:tailEnd type="none" w="sm" len="sm"/>
                    </a:lnL>
                    <a:lnR w="38100" cap="flat" cmpd="sng">
                      <a:solidFill>
                        <a:srgbClr val="000000">
                          <a:alpha val="0"/>
                        </a:srgbClr>
                      </a:solidFill>
                      <a:prstDash val="solid"/>
                      <a:round/>
                      <a:headEnd type="none" w="sm" len="sm"/>
                      <a:tailEnd type="none" w="sm" len="sm"/>
                    </a:lnR>
                    <a:lnT w="38100" cap="flat" cmpd="sng">
                      <a:solidFill>
                        <a:srgbClr val="000000">
                          <a:alpha val="0"/>
                        </a:srgbClr>
                      </a:solidFill>
                      <a:prstDash val="solid"/>
                      <a:round/>
                      <a:headEnd type="none" w="sm" len="sm"/>
                      <a:tailEnd type="none" w="sm" len="sm"/>
                    </a:lnT>
                    <a:lnB w="38100" cap="flat" cmpd="sng">
                      <a:solidFill>
                        <a:srgbClr val="000000">
                          <a:alpha val="0"/>
                        </a:srgbClr>
                      </a:solidFill>
                      <a:prstDash val="solid"/>
                      <a:round/>
                      <a:headEnd type="none" w="sm" len="sm"/>
                      <a:tailEnd type="none" w="sm" len="sm"/>
                    </a:lnB>
                  </a:tcPr>
                </a:tc>
              </a:tr>
            </a:tbl>
          </a:graphicData>
        </a:graphic>
      </p:graphicFrame>
      <p:pic>
        <p:nvPicPr>
          <p:cNvPr id="187" name="Google Shape;187;p20"/>
          <p:cNvPicPr preferRelativeResize="0"/>
          <p:nvPr/>
        </p:nvPicPr>
        <p:blipFill>
          <a:blip r:embed="rId3">
            <a:alphaModFix/>
          </a:blip>
          <a:stretch>
            <a:fillRect/>
          </a:stretch>
        </p:blipFill>
        <p:spPr>
          <a:xfrm>
            <a:off x="706525" y="8624675"/>
            <a:ext cx="483300" cy="295105"/>
          </a:xfrm>
          <a:prstGeom prst="rect">
            <a:avLst/>
          </a:prstGeom>
          <a:noFill/>
          <a:ln>
            <a:noFill/>
          </a:ln>
        </p:spPr>
      </p:pic>
      <p:sp>
        <p:nvSpPr>
          <p:cNvPr id="188" name="Google Shape;188;p20"/>
          <p:cNvSpPr txBox="1"/>
          <p:nvPr/>
        </p:nvSpPr>
        <p:spPr>
          <a:xfrm>
            <a:off x="468000" y="8665350"/>
            <a:ext cx="326400" cy="5415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a)</a:t>
            </a:r>
            <a:endParaRPr sz="1200">
              <a:solidFill>
                <a:srgbClr val="000000"/>
              </a:solidFill>
              <a:latin typeface="Lexend"/>
              <a:ea typeface="Lexend"/>
              <a:cs typeface="Lexend"/>
              <a:sym typeface="Lexend"/>
            </a:endParaRPr>
          </a:p>
          <a:p>
            <a:pPr marL="0" lvl="0" indent="0" algn="l" rtl="0">
              <a:spcBef>
                <a:spcPct val="0"/>
              </a:spcBef>
              <a:spcAft>
                <a:spcPct val="0"/>
              </a:spcAft>
              <a:buNone/>
            </a:pPr>
            <a:endParaRPr sz="1200">
              <a:solidFill>
                <a:srgbClr val="000000"/>
              </a:solidFill>
              <a:latin typeface="Lexend"/>
              <a:ea typeface="Lexend"/>
              <a:cs typeface="Lexend"/>
              <a:sym typeface="Lexend"/>
            </a:endParaRPr>
          </a:p>
          <a:p>
            <a:pPr marL="0" lvl="0" indent="0" algn="l" rtl="0">
              <a:spcBef>
                <a:spcPct val="0"/>
              </a:spcBef>
              <a:spcAft>
                <a:spcPct val="0"/>
              </a:spcAft>
              <a:buNone/>
            </a:pPr>
            <a:endParaRPr sz="1500">
              <a:solidFill>
                <a:srgbClr val="000000"/>
              </a:solidFill>
              <a:latin typeface="Lexend"/>
              <a:ea typeface="Lexend"/>
              <a:cs typeface="Lexend"/>
              <a:sym typeface="Lexend"/>
            </a:endParaRPr>
          </a:p>
          <a:p>
            <a:pPr marL="0" lvl="0" indent="0" algn="l" rtl="0">
              <a:spcBef>
                <a:spcPct val="0"/>
              </a:spcBef>
              <a:spcAft>
                <a:spcPct val="0"/>
              </a:spcAft>
              <a:buNone/>
            </a:pPr>
            <a:r>
              <a:rPr lang="en-GB" sz="1200">
                <a:solidFill>
                  <a:srgbClr val="000000"/>
                </a:solidFill>
                <a:latin typeface="Lexend"/>
                <a:ea typeface="Lexend"/>
                <a:cs typeface="Lexend"/>
                <a:sym typeface="Lexend"/>
              </a:rPr>
              <a:t>d)</a:t>
            </a:r>
            <a:endParaRPr sz="1200">
              <a:solidFill>
                <a:srgbClr val="000000"/>
              </a:solidFill>
              <a:latin typeface="Lexend"/>
              <a:ea typeface="Lexend"/>
              <a:cs typeface="Lexend"/>
              <a:sym typeface="Lexend"/>
            </a:endParaRPr>
          </a:p>
        </p:txBody>
      </p:sp>
      <p:sp>
        <p:nvSpPr>
          <p:cNvPr id="189" name="Google Shape;189;p20"/>
          <p:cNvSpPr txBox="1"/>
          <p:nvPr/>
        </p:nvSpPr>
        <p:spPr>
          <a:xfrm>
            <a:off x="3439800" y="8665350"/>
            <a:ext cx="669300" cy="5415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b)</a:t>
            </a:r>
            <a:endParaRPr sz="1200">
              <a:solidFill>
                <a:srgbClr val="000000"/>
              </a:solidFill>
              <a:latin typeface="Lexend"/>
              <a:ea typeface="Lexend"/>
              <a:cs typeface="Lexend"/>
              <a:sym typeface="Lexend"/>
            </a:endParaRPr>
          </a:p>
          <a:p>
            <a:pPr marL="0" lvl="0" indent="0" algn="l" rtl="0">
              <a:spcBef>
                <a:spcPct val="0"/>
              </a:spcBef>
              <a:spcAft>
                <a:spcPct val="0"/>
              </a:spcAft>
              <a:buNone/>
            </a:pPr>
            <a:endParaRPr sz="1200">
              <a:solidFill>
                <a:srgbClr val="000000"/>
              </a:solidFill>
              <a:latin typeface="Lexend"/>
              <a:ea typeface="Lexend"/>
              <a:cs typeface="Lexend"/>
              <a:sym typeface="Lexend"/>
            </a:endParaRPr>
          </a:p>
          <a:p>
            <a:pPr marL="0" lvl="0" indent="0" algn="l" rtl="0">
              <a:spcBef>
                <a:spcPct val="0"/>
              </a:spcBef>
              <a:spcAft>
                <a:spcPct val="0"/>
              </a:spcAft>
              <a:buNone/>
            </a:pPr>
            <a:endParaRPr sz="1900">
              <a:solidFill>
                <a:srgbClr val="000000"/>
              </a:solidFill>
              <a:latin typeface="Lexend"/>
              <a:ea typeface="Lexend"/>
              <a:cs typeface="Lexend"/>
              <a:sym typeface="Lexend"/>
            </a:endParaRPr>
          </a:p>
          <a:p>
            <a:pPr marL="0" lvl="0" indent="0" algn="l" rtl="0">
              <a:spcBef>
                <a:spcPct val="0"/>
              </a:spcBef>
              <a:spcAft>
                <a:spcPct val="0"/>
              </a:spcAft>
              <a:buNone/>
            </a:pPr>
            <a:r>
              <a:rPr lang="en-GB" sz="1200">
                <a:solidFill>
                  <a:srgbClr val="000000"/>
                </a:solidFill>
                <a:latin typeface="Lexend"/>
                <a:ea typeface="Lexend"/>
                <a:cs typeface="Lexend"/>
                <a:sym typeface="Lexend"/>
              </a:rPr>
              <a:t>e)</a:t>
            </a:r>
            <a:endParaRPr sz="1200">
              <a:solidFill>
                <a:srgbClr val="000000"/>
              </a:solidFill>
              <a:latin typeface="Lexend"/>
              <a:ea typeface="Lexend"/>
              <a:cs typeface="Lexend"/>
              <a:sym typeface="Lexend"/>
            </a:endParaRPr>
          </a:p>
        </p:txBody>
      </p:sp>
      <p:sp>
        <p:nvSpPr>
          <p:cNvPr id="190" name="Google Shape;190;p20"/>
          <p:cNvSpPr txBox="1"/>
          <p:nvPr/>
        </p:nvSpPr>
        <p:spPr>
          <a:xfrm>
            <a:off x="5497200" y="8665350"/>
            <a:ext cx="669300" cy="5415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c)</a:t>
            </a:r>
            <a:endParaRPr sz="1200">
              <a:solidFill>
                <a:srgbClr val="000000"/>
              </a:solidFill>
              <a:latin typeface="Lexend"/>
              <a:ea typeface="Lexend"/>
              <a:cs typeface="Lexend"/>
              <a:sym typeface="Lexend"/>
            </a:endParaRPr>
          </a:p>
          <a:p>
            <a:pPr marL="0" lvl="0" indent="0" algn="l" rtl="0">
              <a:spcBef>
                <a:spcPct val="0"/>
              </a:spcBef>
              <a:spcAft>
                <a:spcPct val="0"/>
              </a:spcAft>
              <a:buNone/>
            </a:pPr>
            <a:endParaRPr sz="1200">
              <a:solidFill>
                <a:srgbClr val="000000"/>
              </a:solidFill>
              <a:latin typeface="Lexend"/>
              <a:ea typeface="Lexend"/>
              <a:cs typeface="Lexend"/>
              <a:sym typeface="Lexend"/>
            </a:endParaRPr>
          </a:p>
          <a:p>
            <a:pPr marL="0" lvl="0" indent="0" algn="l" rtl="0">
              <a:spcBef>
                <a:spcPct val="0"/>
              </a:spcBef>
              <a:spcAft>
                <a:spcPct val="0"/>
              </a:spcAft>
              <a:buNone/>
            </a:pPr>
            <a:endParaRPr sz="1200">
              <a:solidFill>
                <a:srgbClr val="000000"/>
              </a:solidFill>
              <a:latin typeface="Lexend"/>
              <a:ea typeface="Lexend"/>
              <a:cs typeface="Lexend"/>
              <a:sym typeface="Lexend"/>
            </a:endParaRPr>
          </a:p>
          <a:p>
            <a:pPr marL="0" lvl="0" indent="0" algn="l" rtl="0">
              <a:spcBef>
                <a:spcPct val="0"/>
              </a:spcBef>
              <a:spcAft>
                <a:spcPct val="0"/>
              </a:spcAft>
              <a:buNone/>
            </a:pPr>
            <a:endParaRPr sz="1200">
              <a:solidFill>
                <a:srgbClr val="000000"/>
              </a:solidFill>
              <a:latin typeface="Lexend"/>
              <a:ea typeface="Lexend"/>
              <a:cs typeface="Lexend"/>
              <a:sym typeface="Lexend"/>
            </a:endParaRPr>
          </a:p>
          <a:p>
            <a:pPr marL="0" lvl="0" indent="0" algn="l" rtl="0">
              <a:spcBef>
                <a:spcPct val="0"/>
              </a:spcBef>
              <a:spcAft>
                <a:spcPct val="0"/>
              </a:spcAft>
              <a:buNone/>
            </a:pPr>
            <a:endParaRPr sz="1200">
              <a:solidFill>
                <a:srgbClr val="000000"/>
              </a:solidFill>
              <a:latin typeface="Lexend"/>
              <a:ea typeface="Lexend"/>
              <a:cs typeface="Lexend"/>
              <a:sym typeface="Lexend"/>
            </a:endParaRPr>
          </a:p>
          <a:p>
            <a:pPr marL="0" lvl="0" indent="0" algn="l" rtl="0">
              <a:spcBef>
                <a:spcPct val="0"/>
              </a:spcBef>
              <a:spcAft>
                <a:spcPct val="0"/>
              </a:spcAft>
              <a:buNone/>
            </a:pPr>
            <a:r>
              <a:rPr lang="en-GB" sz="1200">
                <a:solidFill>
                  <a:srgbClr val="000000"/>
                </a:solidFill>
                <a:latin typeface="Lexend"/>
                <a:ea typeface="Lexend"/>
                <a:cs typeface="Lexend"/>
                <a:sym typeface="Lexend"/>
              </a:rPr>
              <a:t>f)</a:t>
            </a:r>
            <a:endParaRPr sz="1200">
              <a:solidFill>
                <a:srgbClr val="000000"/>
              </a:solidFill>
              <a:latin typeface="Lexend"/>
              <a:ea typeface="Lexend"/>
              <a:cs typeface="Lexend"/>
              <a:sym typeface="Lexend"/>
            </a:endParaRPr>
          </a:p>
        </p:txBody>
      </p:sp>
      <p:sp>
        <p:nvSpPr>
          <p:cNvPr id="191" name="Google Shape;191;p20"/>
          <p:cNvSpPr txBox="1"/>
          <p:nvPr/>
        </p:nvSpPr>
        <p:spPr>
          <a:xfrm>
            <a:off x="1346400" y="8584350"/>
            <a:ext cx="1363200" cy="622500"/>
          </a:xfrm>
          <a:prstGeom prst="rect">
            <a:avLst/>
          </a:prstGeom>
          <a:solidFill>
            <a:srgbClr val="FFFFFF">
              <a:alpha val="62030"/>
            </a:srgbClr>
          </a:solidFill>
          <a:ln>
            <a:noFill/>
          </a:ln>
        </p:spPr>
        <p:txBody>
          <a:bodyPr spcFirstLastPara="1" wrap="square" lIns="0" tIns="0" rIns="0" bIns="0"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9 cups of flour</a:t>
            </a:r>
            <a:endParaRPr sz="1200">
              <a:solidFill>
                <a:srgbClr val="000000"/>
              </a:solidFill>
              <a:latin typeface="Lexend"/>
              <a:ea typeface="Lexend"/>
              <a:cs typeface="Lexend"/>
              <a:sym typeface="Lexend"/>
            </a:endParaRPr>
          </a:p>
          <a:p>
            <a:pPr marL="0" lvl="0" indent="0" algn="l" rtl="0">
              <a:spcBef>
                <a:spcPct val="0"/>
              </a:spcBef>
              <a:spcAft>
                <a:spcPct val="0"/>
              </a:spcAft>
              <a:buNone/>
            </a:pPr>
            <a:r>
              <a:rPr lang="en-GB" sz="1200">
                <a:solidFill>
                  <a:srgbClr val="000000"/>
                </a:solidFill>
                <a:latin typeface="Lexend"/>
                <a:ea typeface="Lexend"/>
                <a:cs typeface="Lexend"/>
                <a:sym typeface="Lexend"/>
              </a:rPr>
              <a:t>6 cups of water</a:t>
            </a:r>
            <a:endParaRPr sz="1200">
              <a:solidFill>
                <a:srgbClr val="000000"/>
              </a:solidFill>
              <a:latin typeface="Lexend"/>
              <a:ea typeface="Lexend"/>
              <a:cs typeface="Lexend"/>
              <a:sym typeface="Lexend"/>
            </a:endParaRPr>
          </a:p>
        </p:txBody>
      </p:sp>
      <p:pic>
        <p:nvPicPr>
          <p:cNvPr id="192" name="Google Shape;192;p20"/>
          <p:cNvPicPr preferRelativeResize="0"/>
          <p:nvPr/>
        </p:nvPicPr>
        <p:blipFill>
          <a:blip r:embed="rId3">
            <a:alphaModFix/>
          </a:blip>
          <a:stretch>
            <a:fillRect/>
          </a:stretch>
        </p:blipFill>
        <p:spPr>
          <a:xfrm>
            <a:off x="706525" y="9250495"/>
            <a:ext cx="483300" cy="295105"/>
          </a:xfrm>
          <a:prstGeom prst="rect">
            <a:avLst/>
          </a:prstGeom>
          <a:noFill/>
          <a:ln>
            <a:noFill/>
          </a:ln>
        </p:spPr>
      </p:pic>
      <p:sp>
        <p:nvSpPr>
          <p:cNvPr id="193" name="Google Shape;193;p20"/>
          <p:cNvSpPr txBox="1"/>
          <p:nvPr/>
        </p:nvSpPr>
        <p:spPr>
          <a:xfrm>
            <a:off x="1346400" y="9279825"/>
            <a:ext cx="1461900" cy="622500"/>
          </a:xfrm>
          <a:prstGeom prst="rect">
            <a:avLst/>
          </a:prstGeom>
          <a:solidFill>
            <a:srgbClr val="FFFFFF">
              <a:alpha val="62030"/>
            </a:srgbClr>
          </a:solidFill>
          <a:ln>
            <a:noFill/>
          </a:ln>
        </p:spPr>
        <p:txBody>
          <a:bodyPr spcFirstLastPara="1" wrap="square" lIns="0" tIns="0" rIns="0" bIns="0"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18 cups of flour</a:t>
            </a:r>
            <a:endParaRPr sz="1200">
              <a:solidFill>
                <a:srgbClr val="000000"/>
              </a:solidFill>
              <a:latin typeface="Lexend"/>
              <a:ea typeface="Lexend"/>
              <a:cs typeface="Lexend"/>
              <a:sym typeface="Lexend"/>
            </a:endParaRPr>
          </a:p>
          <a:p>
            <a:pPr marL="0" lvl="0" indent="0" algn="l" rtl="0">
              <a:spcBef>
                <a:spcPct val="0"/>
              </a:spcBef>
              <a:spcAft>
                <a:spcPct val="0"/>
              </a:spcAft>
              <a:buNone/>
            </a:pPr>
            <a:r>
              <a:rPr lang="en-GB" sz="1200">
                <a:solidFill>
                  <a:srgbClr val="000000"/>
                </a:solidFill>
                <a:latin typeface="Lexend"/>
                <a:ea typeface="Lexend"/>
                <a:cs typeface="Lexend"/>
                <a:sym typeface="Lexend"/>
              </a:rPr>
              <a:t>12 cups of water</a:t>
            </a:r>
            <a:endParaRPr sz="1200">
              <a:solidFill>
                <a:srgbClr val="000000"/>
              </a:solidFill>
              <a:latin typeface="Lexend"/>
              <a:ea typeface="Lexend"/>
              <a:cs typeface="Lexend"/>
              <a:sym typeface="Lexend"/>
            </a:endParaRPr>
          </a:p>
        </p:txBody>
      </p:sp>
      <p:sp>
        <p:nvSpPr>
          <p:cNvPr id="194" name="Google Shape;194;p20"/>
          <p:cNvSpPr txBox="1"/>
          <p:nvPr/>
        </p:nvSpPr>
        <p:spPr>
          <a:xfrm>
            <a:off x="3708697" y="8624850"/>
            <a:ext cx="1461900" cy="622500"/>
          </a:xfrm>
          <a:prstGeom prst="rect">
            <a:avLst/>
          </a:prstGeom>
          <a:solidFill>
            <a:srgbClr val="FFFFFF">
              <a:alpha val="62030"/>
            </a:srgbClr>
          </a:solidFill>
          <a:ln>
            <a:noFill/>
          </a:ln>
        </p:spPr>
        <p:txBody>
          <a:bodyPr spcFirstLastPara="1" wrap="square" lIns="0" tIns="0" rIns="0" bIns="0"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12 cups of flour</a:t>
            </a:r>
            <a:endParaRPr sz="1200">
              <a:solidFill>
                <a:srgbClr val="000000"/>
              </a:solidFill>
              <a:latin typeface="Lexend"/>
              <a:ea typeface="Lexend"/>
              <a:cs typeface="Lexend"/>
              <a:sym typeface="Lexend"/>
            </a:endParaRPr>
          </a:p>
          <a:p>
            <a:pPr marL="0" lvl="0" indent="0" algn="l" rtl="0">
              <a:spcBef>
                <a:spcPct val="0"/>
              </a:spcBef>
              <a:spcAft>
                <a:spcPct val="0"/>
              </a:spcAft>
              <a:buNone/>
            </a:pPr>
            <a:r>
              <a:rPr lang="en-GB" sz="1200">
                <a:solidFill>
                  <a:srgbClr val="000000"/>
                </a:solidFill>
                <a:latin typeface="Lexend"/>
                <a:ea typeface="Lexend"/>
                <a:cs typeface="Lexend"/>
                <a:sym typeface="Lexend"/>
              </a:rPr>
              <a:t>8 cups of water</a:t>
            </a:r>
            <a:endParaRPr sz="1200">
              <a:solidFill>
                <a:srgbClr val="000000"/>
              </a:solidFill>
              <a:latin typeface="Lexend"/>
              <a:ea typeface="Lexend"/>
              <a:cs typeface="Lexend"/>
              <a:sym typeface="Lexend"/>
            </a:endParaRPr>
          </a:p>
        </p:txBody>
      </p:sp>
      <p:sp>
        <p:nvSpPr>
          <p:cNvPr id="195" name="Google Shape;195;p20"/>
          <p:cNvSpPr txBox="1"/>
          <p:nvPr/>
        </p:nvSpPr>
        <p:spPr>
          <a:xfrm>
            <a:off x="3628897" y="9322875"/>
            <a:ext cx="1363200" cy="622500"/>
          </a:xfrm>
          <a:prstGeom prst="rect">
            <a:avLst/>
          </a:prstGeom>
          <a:solidFill>
            <a:srgbClr val="FFFFFF">
              <a:alpha val="62030"/>
            </a:srgbClr>
          </a:solidFill>
          <a:ln>
            <a:noFill/>
          </a:ln>
        </p:spPr>
        <p:txBody>
          <a:bodyPr spcFirstLastPara="1" wrap="square" lIns="0" tIns="0" rIns="0" bIns="0" anchor="t" anchorCtr="0">
            <a:noAutofit/>
          </a:bodyPr>
          <a:lstStyle/>
          <a:p>
            <a:pPr marL="0" lvl="0" indent="0" algn="l" rtl="0">
              <a:spcBef>
                <a:spcPct val="0"/>
              </a:spcBef>
              <a:spcAft>
                <a:spcPct val="0"/>
              </a:spcAft>
              <a:buNone/>
            </a:pPr>
            <a:r>
              <a:rPr lang="en-GB" sz="1200">
                <a:solidFill>
                  <a:schemeClr val="dk1"/>
                </a:solidFill>
                <a:latin typeface="Lexend"/>
                <a:ea typeface="Lexend"/>
                <a:cs typeface="Lexend"/>
                <a:sym typeface="Lexend"/>
              </a:rPr>
              <a:t>24 cups of flour</a:t>
            </a:r>
            <a:endParaRPr sz="1200">
              <a:solidFill>
                <a:schemeClr val="dk1"/>
              </a:solidFill>
              <a:latin typeface="Lexend"/>
              <a:ea typeface="Lexend"/>
              <a:cs typeface="Lexend"/>
              <a:sym typeface="Lexend"/>
            </a:endParaRPr>
          </a:p>
          <a:p>
            <a:pPr marL="0" lvl="0" indent="0" algn="l" rtl="0">
              <a:spcBef>
                <a:spcPct val="0"/>
              </a:spcBef>
              <a:spcAft>
                <a:spcPct val="0"/>
              </a:spcAft>
              <a:buNone/>
            </a:pPr>
            <a:r>
              <a:rPr lang="en-GB" sz="1200">
                <a:solidFill>
                  <a:schemeClr val="dk1"/>
                </a:solidFill>
                <a:latin typeface="Lexend"/>
                <a:ea typeface="Lexend"/>
                <a:cs typeface="Lexend"/>
                <a:sym typeface="Lexend"/>
              </a:rPr>
              <a:t>12 cups of water</a:t>
            </a:r>
            <a:endParaRPr sz="1200">
              <a:solidFill>
                <a:schemeClr val="dk1"/>
              </a:solidFill>
              <a:latin typeface="Lexend"/>
              <a:ea typeface="Lexend"/>
              <a:cs typeface="Lexend"/>
              <a:sym typeface="Lexend"/>
            </a:endParaRPr>
          </a:p>
        </p:txBody>
      </p:sp>
      <p:sp>
        <p:nvSpPr>
          <p:cNvPr id="196" name="Google Shape;196;p20"/>
          <p:cNvSpPr txBox="1"/>
          <p:nvPr/>
        </p:nvSpPr>
        <p:spPr>
          <a:xfrm>
            <a:off x="5666608" y="8624858"/>
            <a:ext cx="2131200" cy="622500"/>
          </a:xfrm>
          <a:prstGeom prst="rect">
            <a:avLst/>
          </a:prstGeom>
          <a:solidFill>
            <a:srgbClr val="FFFFFF">
              <a:alpha val="62030"/>
            </a:srgbClr>
          </a:solidFill>
          <a:ln>
            <a:noFill/>
          </a:ln>
        </p:spPr>
        <p:txBody>
          <a:bodyPr spcFirstLastPara="1" wrap="square" lIns="0" tIns="0" rIns="0" bIns="0"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12 cups of flour</a:t>
            </a:r>
            <a:endParaRPr sz="1200">
              <a:solidFill>
                <a:srgbClr val="000000"/>
              </a:solidFill>
              <a:latin typeface="Lexend"/>
              <a:ea typeface="Lexend"/>
              <a:cs typeface="Lexend"/>
              <a:sym typeface="Lexend"/>
            </a:endParaRPr>
          </a:p>
          <a:p>
            <a:pPr marL="0" lvl="0" indent="0" algn="l" rtl="0">
              <a:spcBef>
                <a:spcPct val="0"/>
              </a:spcBef>
              <a:spcAft>
                <a:spcPct val="0"/>
              </a:spcAft>
              <a:buNone/>
            </a:pPr>
            <a:r>
              <a:rPr lang="en-GB" sz="1200">
                <a:solidFill>
                  <a:srgbClr val="000000"/>
                </a:solidFill>
                <a:latin typeface="Lexend"/>
                <a:ea typeface="Lexend"/>
                <a:cs typeface="Lexend"/>
                <a:sym typeface="Lexend"/>
              </a:rPr>
              <a:t>6 cups of water</a:t>
            </a:r>
            <a:endParaRPr sz="1200">
              <a:solidFill>
                <a:srgbClr val="000000"/>
              </a:solidFill>
              <a:latin typeface="Lexend"/>
              <a:ea typeface="Lexend"/>
              <a:cs typeface="Lexend"/>
              <a:sym typeface="Lexend"/>
            </a:endParaRPr>
          </a:p>
        </p:txBody>
      </p:sp>
      <p:sp>
        <p:nvSpPr>
          <p:cNvPr id="197" name="Google Shape;197;p20"/>
          <p:cNvSpPr txBox="1"/>
          <p:nvPr/>
        </p:nvSpPr>
        <p:spPr>
          <a:xfrm>
            <a:off x="5666608" y="9331333"/>
            <a:ext cx="2131200" cy="622500"/>
          </a:xfrm>
          <a:prstGeom prst="rect">
            <a:avLst/>
          </a:prstGeom>
          <a:solidFill>
            <a:srgbClr val="FFFFFF">
              <a:alpha val="62030"/>
            </a:srgbClr>
          </a:solidFill>
          <a:ln>
            <a:noFill/>
          </a:ln>
        </p:spPr>
        <p:txBody>
          <a:bodyPr spcFirstLastPara="1" wrap="square" lIns="0" tIns="0" rIns="0" bIns="0"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24 cups of flour</a:t>
            </a:r>
            <a:endParaRPr sz="1200">
              <a:solidFill>
                <a:srgbClr val="000000"/>
              </a:solidFill>
              <a:latin typeface="Lexend"/>
              <a:ea typeface="Lexend"/>
              <a:cs typeface="Lexend"/>
              <a:sym typeface="Lexend"/>
            </a:endParaRPr>
          </a:p>
          <a:p>
            <a:pPr marL="0" lvl="0" indent="0" algn="l" rtl="0">
              <a:spcBef>
                <a:spcPct val="0"/>
              </a:spcBef>
              <a:spcAft>
                <a:spcPct val="0"/>
              </a:spcAft>
              <a:buNone/>
            </a:pPr>
            <a:r>
              <a:rPr lang="en-GB" sz="1200">
                <a:solidFill>
                  <a:srgbClr val="000000"/>
                </a:solidFill>
                <a:latin typeface="Lexend"/>
                <a:ea typeface="Lexend"/>
                <a:cs typeface="Lexend"/>
                <a:sym typeface="Lexend"/>
              </a:rPr>
              <a:t>18 cups of water</a:t>
            </a:r>
            <a:endParaRPr sz="1200">
              <a:solidFill>
                <a:srgbClr val="000000"/>
              </a:solidFill>
              <a:latin typeface="Lexend"/>
              <a:ea typeface="Lexend"/>
              <a:cs typeface="Lexend"/>
              <a:sym typeface="Lexend"/>
            </a:endParaRPr>
          </a:p>
        </p:txBody>
      </p:sp>
      <p:pic>
        <p:nvPicPr>
          <p:cNvPr id="198" name="Google Shape;198;p20"/>
          <p:cNvPicPr preferRelativeResize="0"/>
          <p:nvPr/>
        </p:nvPicPr>
        <p:blipFill>
          <a:blip r:embed="rId3">
            <a:alphaModFix/>
          </a:blip>
          <a:stretch>
            <a:fillRect/>
          </a:stretch>
        </p:blipFill>
        <p:spPr>
          <a:xfrm>
            <a:off x="2919333" y="8624850"/>
            <a:ext cx="483300" cy="295105"/>
          </a:xfrm>
          <a:prstGeom prst="rect">
            <a:avLst/>
          </a:prstGeom>
          <a:noFill/>
          <a:ln>
            <a:noFill/>
          </a:ln>
        </p:spPr>
      </p:pic>
      <p:pic>
        <p:nvPicPr>
          <p:cNvPr id="199" name="Google Shape;199;p20"/>
          <p:cNvPicPr preferRelativeResize="0"/>
          <p:nvPr/>
        </p:nvPicPr>
        <p:blipFill>
          <a:blip r:embed="rId3">
            <a:alphaModFix/>
          </a:blip>
          <a:stretch>
            <a:fillRect/>
          </a:stretch>
        </p:blipFill>
        <p:spPr>
          <a:xfrm>
            <a:off x="2919333" y="9250670"/>
            <a:ext cx="483300" cy="295105"/>
          </a:xfrm>
          <a:prstGeom prst="rect">
            <a:avLst/>
          </a:prstGeom>
          <a:noFill/>
          <a:ln>
            <a:noFill/>
          </a:ln>
        </p:spPr>
      </p:pic>
      <p:pic>
        <p:nvPicPr>
          <p:cNvPr id="200" name="Google Shape;200;p20"/>
          <p:cNvPicPr preferRelativeResize="0"/>
          <p:nvPr/>
        </p:nvPicPr>
        <p:blipFill>
          <a:blip r:embed="rId3">
            <a:alphaModFix/>
          </a:blip>
          <a:stretch>
            <a:fillRect/>
          </a:stretch>
        </p:blipFill>
        <p:spPr>
          <a:xfrm>
            <a:off x="4974275" y="8624675"/>
            <a:ext cx="483300" cy="295105"/>
          </a:xfrm>
          <a:prstGeom prst="rect">
            <a:avLst/>
          </a:prstGeom>
          <a:noFill/>
          <a:ln>
            <a:noFill/>
          </a:ln>
        </p:spPr>
      </p:pic>
      <p:pic>
        <p:nvPicPr>
          <p:cNvPr id="201" name="Google Shape;201;p20"/>
          <p:cNvPicPr preferRelativeResize="0"/>
          <p:nvPr/>
        </p:nvPicPr>
        <p:blipFill>
          <a:blip r:embed="rId3">
            <a:alphaModFix/>
          </a:blip>
          <a:stretch>
            <a:fillRect/>
          </a:stretch>
        </p:blipFill>
        <p:spPr>
          <a:xfrm>
            <a:off x="4974275" y="9250495"/>
            <a:ext cx="483300" cy="295105"/>
          </a:xfrm>
          <a:prstGeom prst="rect">
            <a:avLst/>
          </a:prstGeom>
          <a:noFill/>
          <a:ln>
            <a:noFill/>
          </a:ln>
        </p:spPr>
      </p:pic>
      <p:sp>
        <p:nvSpPr>
          <p:cNvPr id="202" name="Google Shape;202;p20"/>
          <p:cNvSpPr txBox="1"/>
          <p:nvPr/>
        </p:nvSpPr>
        <p:spPr>
          <a:xfrm>
            <a:off x="1386900" y="8823888"/>
            <a:ext cx="939900" cy="3372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Pizza</a:t>
            </a:r>
            <a:endParaRPr sz="1200">
              <a:solidFill>
                <a:srgbClr val="000000"/>
              </a:solidFill>
              <a:latin typeface="Kalam"/>
              <a:ea typeface="Kalam"/>
              <a:cs typeface="Kalam"/>
              <a:sym typeface="Kalam"/>
            </a:endParaRPr>
          </a:p>
        </p:txBody>
      </p:sp>
      <p:sp>
        <p:nvSpPr>
          <p:cNvPr id="203" name="Google Shape;203;p20"/>
          <p:cNvSpPr txBox="1"/>
          <p:nvPr/>
        </p:nvSpPr>
        <p:spPr>
          <a:xfrm>
            <a:off x="3982688" y="8873129"/>
            <a:ext cx="939900" cy="3372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Pizza</a:t>
            </a:r>
            <a:endParaRPr sz="1200">
              <a:solidFill>
                <a:srgbClr val="000000"/>
              </a:solidFill>
              <a:latin typeface="Kalam"/>
              <a:ea typeface="Kalam"/>
              <a:cs typeface="Kalam"/>
              <a:sym typeface="Kalam"/>
            </a:endParaRPr>
          </a:p>
        </p:txBody>
      </p:sp>
      <p:sp>
        <p:nvSpPr>
          <p:cNvPr id="204" name="Google Shape;204;p20"/>
          <p:cNvSpPr txBox="1"/>
          <p:nvPr/>
        </p:nvSpPr>
        <p:spPr>
          <a:xfrm>
            <a:off x="3779500" y="9554425"/>
            <a:ext cx="1130400" cy="3372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Chapati</a:t>
            </a:r>
            <a:endParaRPr sz="1200">
              <a:solidFill>
                <a:srgbClr val="000000"/>
              </a:solidFill>
              <a:latin typeface="Kalam"/>
              <a:ea typeface="Kalam"/>
              <a:cs typeface="Kalam"/>
              <a:sym typeface="Kalam"/>
            </a:endParaRPr>
          </a:p>
        </p:txBody>
      </p:sp>
      <p:sp>
        <p:nvSpPr>
          <p:cNvPr id="205" name="Google Shape;205;p20"/>
          <p:cNvSpPr txBox="1"/>
          <p:nvPr/>
        </p:nvSpPr>
        <p:spPr>
          <a:xfrm>
            <a:off x="1463100" y="9508413"/>
            <a:ext cx="939900" cy="3372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Pizza</a:t>
            </a:r>
            <a:endParaRPr sz="1200">
              <a:solidFill>
                <a:srgbClr val="000000"/>
              </a:solidFill>
              <a:latin typeface="Kalam"/>
              <a:ea typeface="Kalam"/>
              <a:cs typeface="Kalam"/>
              <a:sym typeface="Kalam"/>
            </a:endParaRPr>
          </a:p>
        </p:txBody>
      </p:sp>
      <p:sp>
        <p:nvSpPr>
          <p:cNvPr id="206" name="Google Shape;206;p20"/>
          <p:cNvSpPr txBox="1"/>
          <p:nvPr/>
        </p:nvSpPr>
        <p:spPr>
          <a:xfrm>
            <a:off x="5954467" y="8865883"/>
            <a:ext cx="1130400" cy="3372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Chapati</a:t>
            </a:r>
            <a:endParaRPr sz="1200">
              <a:solidFill>
                <a:srgbClr val="000000"/>
              </a:solidFill>
              <a:latin typeface="Kalam"/>
              <a:ea typeface="Kalam"/>
              <a:cs typeface="Kalam"/>
              <a:sym typeface="Kalam"/>
            </a:endParaRPr>
          </a:p>
        </p:txBody>
      </p:sp>
      <p:sp>
        <p:nvSpPr>
          <p:cNvPr id="207" name="Google Shape;207;p20"/>
          <p:cNvSpPr txBox="1"/>
          <p:nvPr/>
        </p:nvSpPr>
        <p:spPr>
          <a:xfrm>
            <a:off x="5939650" y="9581883"/>
            <a:ext cx="1511400" cy="3372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Neither</a:t>
            </a:r>
            <a:endParaRPr sz="1200">
              <a:solidFill>
                <a:srgbClr val="000000"/>
              </a:solidFill>
              <a:latin typeface="Kalam"/>
              <a:ea typeface="Kalam"/>
              <a:cs typeface="Kalam"/>
              <a:sym typeface="Kalam"/>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11" name="Shape 211"/>
        <p:cNvGrpSpPr/>
        <p:nvPr/>
      </p:nvGrpSpPr>
      <p:grpSpPr>
        <a:xfrm>
          <a:off x="0" y="0"/>
          <a:ext cx="0" cy="0"/>
        </a:xfrm>
      </p:grpSpPr>
      <p:sp>
        <p:nvSpPr>
          <p:cNvPr id="212" name="Google Shape;212;p21"/>
          <p:cNvSpPr txBox="1"/>
          <p:nvPr>
            <p:ph type="subTitle" idx="1"/>
          </p:nvPr>
        </p:nvSpPr>
        <p:spPr>
          <a:xfrm>
            <a:off x="1463400" y="360000"/>
            <a:ext cx="4782600" cy="297900"/>
          </a:xfrm>
          <a:prstGeom prst="rect">
            <a:avLst/>
          </a:prstGeom>
        </p:spPr>
        <p:txBody>
          <a:bodyPr spcFirstLastPara="1" wrap="square" lIns="0" tIns="0" rIns="0" bIns="0" anchor="t" anchorCtr="0">
            <a:spAutoFit/>
          </a:bodyPr>
          <a:lstStyle/>
          <a:p>
            <a:pPr marL="0" lvl="0" indent="0" algn="l" rtl="0">
              <a:spcBef>
                <a:spcPct val="0"/>
              </a:spcBef>
              <a:spcAft>
                <a:spcPct val="0"/>
              </a:spcAft>
              <a:buNone/>
            </a:pPr>
            <a:r>
              <a:rPr lang="en-GB"/>
              <a:t>Multiplicative relationships in context</a:t>
            </a:r>
            <a:endParaRPr/>
          </a:p>
          <a:p>
            <a:pPr marL="0" lvl="0" indent="0" algn="l" rtl="0">
              <a:spcBef>
                <a:spcPct val="0"/>
              </a:spcBef>
              <a:spcAft>
                <a:spcPct val="0"/>
              </a:spcAft>
              <a:buNone/>
            </a:pPr>
            <a:endParaRPr/>
          </a:p>
        </p:txBody>
      </p:sp>
      <p:sp>
        <p:nvSpPr>
          <p:cNvPr id="213" name="Google Shape;213;p21"/>
          <p:cNvSpPr txBox="1"/>
          <p:nvPr/>
        </p:nvSpPr>
        <p:spPr>
          <a:xfrm>
            <a:off x="468000" y="1187925"/>
            <a:ext cx="6624000" cy="622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3) To make the perfect meringue, for every three eggs you add 150 g sugar. What is the minimum needed to add to each mixture below to make the meringue perfect? </a:t>
            </a:r>
            <a:endParaRPr sz="1200">
              <a:solidFill>
                <a:srgbClr val="000000"/>
              </a:solidFill>
              <a:latin typeface="Lexend"/>
              <a:ea typeface="Lexend"/>
              <a:cs typeface="Lexend"/>
              <a:sym typeface="Lexend"/>
            </a:endParaRPr>
          </a:p>
        </p:txBody>
      </p:sp>
      <p:sp>
        <p:nvSpPr>
          <p:cNvPr id="214" name="Google Shape;214;p21"/>
          <p:cNvSpPr txBox="1"/>
          <p:nvPr/>
        </p:nvSpPr>
        <p:spPr>
          <a:xfrm>
            <a:off x="501867" y="688250"/>
            <a:ext cx="5300700" cy="4311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b="1">
                <a:latin typeface="Lexend"/>
                <a:ea typeface="Lexend"/>
                <a:cs typeface="Lexend"/>
                <a:sym typeface="Lexend"/>
              </a:rPr>
              <a:t>Task A: Multiplicative relationships in context </a:t>
            </a:r>
            <a:endParaRPr b="1">
              <a:latin typeface="Lexend"/>
              <a:ea typeface="Lexend"/>
              <a:cs typeface="Lexend"/>
              <a:sym typeface="Lexend"/>
            </a:endParaRPr>
          </a:p>
          <a:p>
            <a:pPr marL="0" lvl="0" indent="0" algn="l" rtl="0">
              <a:spcBef>
                <a:spcPct val="0"/>
              </a:spcBef>
              <a:spcAft>
                <a:spcPct val="0"/>
              </a:spcAft>
              <a:buNone/>
            </a:pPr>
            <a:endParaRPr b="1">
              <a:latin typeface="Lexend"/>
              <a:ea typeface="Lexend"/>
              <a:cs typeface="Lexend"/>
              <a:sym typeface="Lexend"/>
            </a:endParaRPr>
          </a:p>
        </p:txBody>
      </p:sp>
      <p:pic>
        <p:nvPicPr>
          <p:cNvPr id="215" name="Google Shape;215;p21"/>
          <p:cNvPicPr preferRelativeResize="0"/>
          <p:nvPr/>
        </p:nvPicPr>
        <p:blipFill>
          <a:blip r:embed="rId3">
            <a:alphaModFix/>
          </a:blip>
          <a:stretch>
            <a:fillRect/>
          </a:stretch>
        </p:blipFill>
        <p:spPr>
          <a:xfrm>
            <a:off x="1053475" y="2375375"/>
            <a:ext cx="877156" cy="622500"/>
          </a:xfrm>
          <a:prstGeom prst="rect">
            <a:avLst/>
          </a:prstGeom>
          <a:noFill/>
          <a:ln>
            <a:noFill/>
          </a:ln>
        </p:spPr>
      </p:pic>
      <p:sp>
        <p:nvSpPr>
          <p:cNvPr id="216" name="Google Shape;216;p21"/>
          <p:cNvSpPr txBox="1"/>
          <p:nvPr/>
        </p:nvSpPr>
        <p:spPr>
          <a:xfrm>
            <a:off x="469575" y="2545850"/>
            <a:ext cx="517800" cy="4185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a:solidFill>
                  <a:srgbClr val="000000"/>
                </a:solidFill>
                <a:latin typeface="Lexend"/>
                <a:ea typeface="Lexend"/>
                <a:cs typeface="Lexend"/>
                <a:sym typeface="Lexend"/>
              </a:rPr>
              <a:t>a)</a:t>
            </a: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p:txBody>
      </p:sp>
      <p:sp>
        <p:nvSpPr>
          <p:cNvPr id="217" name="Google Shape;217;p21"/>
          <p:cNvSpPr txBox="1"/>
          <p:nvPr/>
        </p:nvSpPr>
        <p:spPr>
          <a:xfrm>
            <a:off x="2709168" y="2545850"/>
            <a:ext cx="517800" cy="4185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a:solidFill>
                  <a:srgbClr val="000000"/>
                </a:solidFill>
                <a:latin typeface="Lexend"/>
                <a:ea typeface="Lexend"/>
                <a:cs typeface="Lexend"/>
                <a:sym typeface="Lexend"/>
              </a:rPr>
              <a:t>b)</a:t>
            </a: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p:txBody>
      </p:sp>
      <p:sp>
        <p:nvSpPr>
          <p:cNvPr id="218" name="Google Shape;218;p21"/>
          <p:cNvSpPr txBox="1"/>
          <p:nvPr/>
        </p:nvSpPr>
        <p:spPr>
          <a:xfrm>
            <a:off x="5066634" y="2545850"/>
            <a:ext cx="517800" cy="4185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a:solidFill>
                  <a:srgbClr val="000000"/>
                </a:solidFill>
                <a:latin typeface="Lexend"/>
                <a:ea typeface="Lexend"/>
                <a:cs typeface="Lexend"/>
                <a:sym typeface="Lexend"/>
              </a:rPr>
              <a:t>c)</a:t>
            </a: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p:txBody>
      </p:sp>
      <p:sp>
        <p:nvSpPr>
          <p:cNvPr id="219" name="Google Shape;219;p21"/>
          <p:cNvSpPr txBox="1"/>
          <p:nvPr/>
        </p:nvSpPr>
        <p:spPr>
          <a:xfrm>
            <a:off x="667812" y="3044302"/>
            <a:ext cx="1648500" cy="481200"/>
          </a:xfrm>
          <a:prstGeom prst="rect">
            <a:avLst/>
          </a:prstGeom>
          <a:solidFill>
            <a:srgbClr val="FFFFFF">
              <a:alpha val="62030"/>
            </a:srgbClr>
          </a:solidFill>
          <a:ln>
            <a:noFill/>
          </a:ln>
        </p:spPr>
        <p:txBody>
          <a:bodyPr spcFirstLastPara="1" wrap="square" lIns="0" tIns="0" rIns="0" bIns="0" anchor="t"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200 g sugar</a:t>
            </a:r>
            <a:endParaRPr sz="1200">
              <a:solidFill>
                <a:srgbClr val="000000"/>
              </a:solidFill>
              <a:latin typeface="Lexend"/>
              <a:ea typeface="Lexend"/>
              <a:cs typeface="Lexend"/>
              <a:sym typeface="Lexend"/>
            </a:endParaRPr>
          </a:p>
          <a:p>
            <a:pPr marL="0" lvl="0" indent="0" algn="ctr" rtl="0">
              <a:spcBef>
                <a:spcPct val="0"/>
              </a:spcBef>
              <a:spcAft>
                <a:spcPct val="0"/>
              </a:spcAft>
              <a:buNone/>
            </a:pPr>
            <a:r>
              <a:rPr lang="en-GB" sz="1200">
                <a:solidFill>
                  <a:srgbClr val="000000"/>
                </a:solidFill>
                <a:latin typeface="Lexend"/>
                <a:ea typeface="Lexend"/>
                <a:cs typeface="Lexend"/>
                <a:sym typeface="Lexend"/>
              </a:rPr>
              <a:t>6 eggs</a:t>
            </a:r>
            <a:endParaRPr sz="1200">
              <a:solidFill>
                <a:srgbClr val="000000"/>
              </a:solidFill>
              <a:latin typeface="Lexend"/>
              <a:ea typeface="Lexend"/>
              <a:cs typeface="Lexend"/>
              <a:sym typeface="Lexend"/>
            </a:endParaRPr>
          </a:p>
        </p:txBody>
      </p:sp>
      <p:sp>
        <p:nvSpPr>
          <p:cNvPr id="220" name="Google Shape;220;p21"/>
          <p:cNvSpPr txBox="1"/>
          <p:nvPr/>
        </p:nvSpPr>
        <p:spPr>
          <a:xfrm>
            <a:off x="2841295" y="3044314"/>
            <a:ext cx="1648500" cy="481200"/>
          </a:xfrm>
          <a:prstGeom prst="rect">
            <a:avLst/>
          </a:prstGeom>
          <a:solidFill>
            <a:srgbClr val="FFFFFF">
              <a:alpha val="62030"/>
            </a:srgbClr>
          </a:solidFill>
          <a:ln>
            <a:noFill/>
          </a:ln>
        </p:spPr>
        <p:txBody>
          <a:bodyPr spcFirstLastPara="1" wrap="square" lIns="0" tIns="0" rIns="0" bIns="0" anchor="t"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450 g sugar</a:t>
            </a:r>
            <a:endParaRPr sz="1200">
              <a:solidFill>
                <a:srgbClr val="000000"/>
              </a:solidFill>
              <a:latin typeface="Lexend"/>
              <a:ea typeface="Lexend"/>
              <a:cs typeface="Lexend"/>
              <a:sym typeface="Lexend"/>
            </a:endParaRPr>
          </a:p>
          <a:p>
            <a:pPr marL="0" lvl="0" indent="0" algn="ctr" rtl="0">
              <a:spcBef>
                <a:spcPct val="0"/>
              </a:spcBef>
              <a:spcAft>
                <a:spcPct val="0"/>
              </a:spcAft>
              <a:buNone/>
            </a:pPr>
            <a:r>
              <a:rPr lang="en-GB" sz="1200">
                <a:solidFill>
                  <a:srgbClr val="000000"/>
                </a:solidFill>
                <a:latin typeface="Lexend"/>
                <a:ea typeface="Lexend"/>
                <a:cs typeface="Lexend"/>
                <a:sym typeface="Lexend"/>
              </a:rPr>
              <a:t>7 eggs</a:t>
            </a:r>
            <a:endParaRPr sz="1200">
              <a:solidFill>
                <a:srgbClr val="000000"/>
              </a:solidFill>
              <a:latin typeface="Lexend"/>
              <a:ea typeface="Lexend"/>
              <a:cs typeface="Lexend"/>
              <a:sym typeface="Lexend"/>
            </a:endParaRPr>
          </a:p>
        </p:txBody>
      </p:sp>
      <p:sp>
        <p:nvSpPr>
          <p:cNvPr id="221" name="Google Shape;221;p21"/>
          <p:cNvSpPr txBox="1"/>
          <p:nvPr/>
        </p:nvSpPr>
        <p:spPr>
          <a:xfrm>
            <a:off x="5258237" y="3052502"/>
            <a:ext cx="1648500" cy="481200"/>
          </a:xfrm>
          <a:prstGeom prst="rect">
            <a:avLst/>
          </a:prstGeom>
          <a:solidFill>
            <a:srgbClr val="FFFFFF">
              <a:alpha val="62030"/>
            </a:srgbClr>
          </a:solidFill>
          <a:ln>
            <a:noFill/>
          </a:ln>
        </p:spPr>
        <p:txBody>
          <a:bodyPr spcFirstLastPara="1" wrap="square" lIns="0" tIns="0" rIns="0" bIns="0" anchor="t"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400 g sugar</a:t>
            </a:r>
            <a:endParaRPr sz="1200">
              <a:solidFill>
                <a:srgbClr val="000000"/>
              </a:solidFill>
              <a:latin typeface="Lexend"/>
              <a:ea typeface="Lexend"/>
              <a:cs typeface="Lexend"/>
              <a:sym typeface="Lexend"/>
            </a:endParaRPr>
          </a:p>
          <a:p>
            <a:pPr marL="0" lvl="0" indent="0" algn="ctr" rtl="0">
              <a:spcBef>
                <a:spcPct val="0"/>
              </a:spcBef>
              <a:spcAft>
                <a:spcPct val="0"/>
              </a:spcAft>
              <a:buNone/>
            </a:pPr>
            <a:r>
              <a:rPr lang="en-GB" sz="1200">
                <a:solidFill>
                  <a:srgbClr val="000000"/>
                </a:solidFill>
                <a:latin typeface="Lexend"/>
                <a:ea typeface="Lexend"/>
                <a:cs typeface="Lexend"/>
                <a:sym typeface="Lexend"/>
              </a:rPr>
              <a:t>9 eggs</a:t>
            </a:r>
            <a:endParaRPr sz="1200">
              <a:solidFill>
                <a:srgbClr val="000000"/>
              </a:solidFill>
              <a:latin typeface="Lexend"/>
              <a:ea typeface="Lexend"/>
              <a:cs typeface="Lexend"/>
              <a:sym typeface="Lexend"/>
            </a:endParaRPr>
          </a:p>
        </p:txBody>
      </p:sp>
      <p:pic>
        <p:nvPicPr>
          <p:cNvPr id="222" name="Google Shape;222;p21"/>
          <p:cNvPicPr preferRelativeResize="0"/>
          <p:nvPr/>
        </p:nvPicPr>
        <p:blipFill>
          <a:blip r:embed="rId3">
            <a:alphaModFix/>
          </a:blip>
          <a:stretch>
            <a:fillRect/>
          </a:stretch>
        </p:blipFill>
        <p:spPr>
          <a:xfrm>
            <a:off x="3226975" y="2375375"/>
            <a:ext cx="877156" cy="622500"/>
          </a:xfrm>
          <a:prstGeom prst="rect">
            <a:avLst/>
          </a:prstGeom>
          <a:noFill/>
          <a:ln>
            <a:noFill/>
          </a:ln>
        </p:spPr>
      </p:pic>
      <p:pic>
        <p:nvPicPr>
          <p:cNvPr id="223" name="Google Shape;223;p21"/>
          <p:cNvPicPr preferRelativeResize="0"/>
          <p:nvPr/>
        </p:nvPicPr>
        <p:blipFill>
          <a:blip r:embed="rId3">
            <a:alphaModFix/>
          </a:blip>
          <a:stretch>
            <a:fillRect/>
          </a:stretch>
        </p:blipFill>
        <p:spPr>
          <a:xfrm>
            <a:off x="5635500" y="2375375"/>
            <a:ext cx="877156" cy="622500"/>
          </a:xfrm>
          <a:prstGeom prst="rect">
            <a:avLst/>
          </a:prstGeom>
          <a:noFill/>
          <a:ln>
            <a:noFill/>
          </a:ln>
        </p:spPr>
      </p:pic>
      <p:sp>
        <p:nvSpPr>
          <p:cNvPr id="224" name="Google Shape;224;p21"/>
          <p:cNvSpPr txBox="1"/>
          <p:nvPr/>
        </p:nvSpPr>
        <p:spPr>
          <a:xfrm>
            <a:off x="913498" y="4318675"/>
            <a:ext cx="1157100" cy="2061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Add 100g sugar</a:t>
            </a:r>
            <a:endParaRPr sz="1200">
              <a:solidFill>
                <a:srgbClr val="000000"/>
              </a:solidFill>
              <a:latin typeface="Kalam"/>
              <a:ea typeface="Kalam"/>
              <a:cs typeface="Kalam"/>
              <a:sym typeface="Kalam"/>
            </a:endParaRPr>
          </a:p>
        </p:txBody>
      </p:sp>
      <p:sp>
        <p:nvSpPr>
          <p:cNvPr id="225" name="Google Shape;225;p21"/>
          <p:cNvSpPr txBox="1"/>
          <p:nvPr/>
        </p:nvSpPr>
        <p:spPr>
          <a:xfrm>
            <a:off x="645462" y="3571922"/>
            <a:ext cx="1693200" cy="206100"/>
          </a:xfrm>
          <a:prstGeom prst="rect">
            <a:avLst/>
          </a:prstGeom>
          <a:noFill/>
          <a:ln>
            <a:noFill/>
          </a:ln>
        </p:spPr>
        <p:txBody>
          <a:bodyPr spcFirstLastPara="1" wrap="square" lIns="91425" tIns="91425" rIns="91425" bIns="91425" anchor="t" anchorCtr="0">
            <a:noAutofit/>
          </a:bodyPr>
          <a:lstStyle/>
          <a:p>
            <a:pPr marL="0" lvl="0" indent="0" algn="ctr" rtl="0">
              <a:spcBef>
                <a:spcPct val="0"/>
              </a:spcBef>
              <a:spcAft>
                <a:spcPct val="0"/>
              </a:spcAft>
              <a:buNone/>
            </a:pPr>
            <a:r>
              <a:rPr lang="en-GB" sz="1200">
                <a:solidFill>
                  <a:srgbClr val="000000"/>
                </a:solidFill>
                <a:latin typeface="Kalam"/>
                <a:ea typeface="Kalam"/>
                <a:cs typeface="Kalam"/>
                <a:sym typeface="Kalam"/>
              </a:rPr>
              <a:t>Recipe ×2: </a:t>
            </a:r>
            <a:endParaRPr sz="1200">
              <a:solidFill>
                <a:srgbClr val="000000"/>
              </a:solidFill>
              <a:latin typeface="Kalam"/>
              <a:ea typeface="Kalam"/>
              <a:cs typeface="Kalam"/>
              <a:sym typeface="Kalam"/>
            </a:endParaRPr>
          </a:p>
          <a:p>
            <a:pPr marL="0" lvl="0" indent="0" algn="ctr" rtl="0">
              <a:spcBef>
                <a:spcPct val="0"/>
              </a:spcBef>
              <a:spcAft>
                <a:spcPct val="0"/>
              </a:spcAft>
              <a:buNone/>
            </a:pPr>
            <a:r>
              <a:rPr lang="en-GB" sz="1200">
                <a:solidFill>
                  <a:srgbClr val="000000"/>
                </a:solidFill>
                <a:latin typeface="Kalam"/>
                <a:ea typeface="Kalam"/>
                <a:cs typeface="Kalam"/>
                <a:sym typeface="Kalam"/>
              </a:rPr>
              <a:t>300 g sugar</a:t>
            </a:r>
            <a:endParaRPr sz="1200">
              <a:solidFill>
                <a:srgbClr val="000000"/>
              </a:solidFill>
              <a:latin typeface="Kalam"/>
              <a:ea typeface="Kalam"/>
              <a:cs typeface="Kalam"/>
              <a:sym typeface="Kalam"/>
            </a:endParaRPr>
          </a:p>
          <a:p>
            <a:pPr marL="0" lvl="0" indent="0" algn="ctr" rtl="0">
              <a:spcBef>
                <a:spcPct val="0"/>
              </a:spcBef>
              <a:spcAft>
                <a:spcPct val="0"/>
              </a:spcAft>
              <a:buNone/>
            </a:pPr>
            <a:r>
              <a:rPr lang="en-GB" sz="1200">
                <a:solidFill>
                  <a:srgbClr val="000000"/>
                </a:solidFill>
                <a:latin typeface="Kalam"/>
                <a:ea typeface="Kalam"/>
                <a:cs typeface="Kalam"/>
                <a:sym typeface="Kalam"/>
              </a:rPr>
              <a:t>6 eggs</a:t>
            </a:r>
            <a:endParaRPr sz="1200">
              <a:solidFill>
                <a:srgbClr val="000000"/>
              </a:solidFill>
              <a:latin typeface="Kalam"/>
              <a:ea typeface="Kalam"/>
              <a:cs typeface="Kalam"/>
              <a:sym typeface="Kalam"/>
            </a:endParaRPr>
          </a:p>
        </p:txBody>
      </p:sp>
      <p:sp>
        <p:nvSpPr>
          <p:cNvPr id="226" name="Google Shape;226;p21"/>
          <p:cNvSpPr txBox="1"/>
          <p:nvPr/>
        </p:nvSpPr>
        <p:spPr>
          <a:xfrm>
            <a:off x="3144750" y="4253875"/>
            <a:ext cx="1041600" cy="2061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Add 2 eggs</a:t>
            </a:r>
            <a:endParaRPr sz="1200">
              <a:solidFill>
                <a:srgbClr val="000000"/>
              </a:solidFill>
              <a:latin typeface="Kalam"/>
              <a:ea typeface="Kalam"/>
              <a:cs typeface="Kalam"/>
              <a:sym typeface="Kalam"/>
            </a:endParaRPr>
          </a:p>
        </p:txBody>
      </p:sp>
      <p:sp>
        <p:nvSpPr>
          <p:cNvPr id="227" name="Google Shape;227;p21"/>
          <p:cNvSpPr txBox="1"/>
          <p:nvPr/>
        </p:nvSpPr>
        <p:spPr>
          <a:xfrm>
            <a:off x="2818956" y="3522835"/>
            <a:ext cx="1693200" cy="206100"/>
          </a:xfrm>
          <a:prstGeom prst="rect">
            <a:avLst/>
          </a:prstGeom>
          <a:noFill/>
          <a:ln>
            <a:noFill/>
          </a:ln>
        </p:spPr>
        <p:txBody>
          <a:bodyPr spcFirstLastPara="1" wrap="square" lIns="91425" tIns="91425" rIns="91425" bIns="91425" anchor="t" anchorCtr="0">
            <a:noAutofit/>
          </a:bodyPr>
          <a:lstStyle/>
          <a:p>
            <a:pPr marL="0" lvl="0" indent="0" algn="ctr" rtl="0">
              <a:spcBef>
                <a:spcPct val="0"/>
              </a:spcBef>
              <a:spcAft>
                <a:spcPct val="0"/>
              </a:spcAft>
              <a:buNone/>
            </a:pPr>
            <a:r>
              <a:rPr lang="en-GB" sz="1200">
                <a:solidFill>
                  <a:srgbClr val="000000"/>
                </a:solidFill>
                <a:latin typeface="Kalam"/>
                <a:ea typeface="Kalam"/>
                <a:cs typeface="Kalam"/>
                <a:sym typeface="Kalam"/>
              </a:rPr>
              <a:t>Recipe ×3: </a:t>
            </a:r>
            <a:endParaRPr sz="1200">
              <a:solidFill>
                <a:srgbClr val="000000"/>
              </a:solidFill>
              <a:latin typeface="Kalam"/>
              <a:ea typeface="Kalam"/>
              <a:cs typeface="Kalam"/>
              <a:sym typeface="Kalam"/>
            </a:endParaRPr>
          </a:p>
          <a:p>
            <a:pPr marL="0" lvl="0" indent="0" algn="ctr" rtl="0">
              <a:spcBef>
                <a:spcPct val="0"/>
              </a:spcBef>
              <a:spcAft>
                <a:spcPct val="0"/>
              </a:spcAft>
              <a:buNone/>
            </a:pPr>
            <a:r>
              <a:rPr lang="en-GB" sz="1200">
                <a:solidFill>
                  <a:srgbClr val="000000"/>
                </a:solidFill>
                <a:latin typeface="Kalam"/>
                <a:ea typeface="Kalam"/>
                <a:cs typeface="Kalam"/>
                <a:sym typeface="Kalam"/>
              </a:rPr>
              <a:t>450 g sugar</a:t>
            </a:r>
            <a:endParaRPr sz="1200">
              <a:solidFill>
                <a:srgbClr val="000000"/>
              </a:solidFill>
              <a:latin typeface="Kalam"/>
              <a:ea typeface="Kalam"/>
              <a:cs typeface="Kalam"/>
              <a:sym typeface="Kalam"/>
            </a:endParaRPr>
          </a:p>
          <a:p>
            <a:pPr marL="0" lvl="0" indent="0" algn="ctr" rtl="0">
              <a:spcBef>
                <a:spcPct val="0"/>
              </a:spcBef>
              <a:spcAft>
                <a:spcPct val="0"/>
              </a:spcAft>
              <a:buNone/>
            </a:pPr>
            <a:r>
              <a:rPr lang="en-GB" sz="1200">
                <a:solidFill>
                  <a:srgbClr val="000000"/>
                </a:solidFill>
                <a:latin typeface="Kalam"/>
                <a:ea typeface="Kalam"/>
                <a:cs typeface="Kalam"/>
                <a:sym typeface="Kalam"/>
              </a:rPr>
              <a:t>9 eggs</a:t>
            </a:r>
            <a:endParaRPr sz="1200">
              <a:solidFill>
                <a:srgbClr val="000000"/>
              </a:solidFill>
              <a:latin typeface="Kalam"/>
              <a:ea typeface="Kalam"/>
              <a:cs typeface="Kalam"/>
              <a:sym typeface="Kalam"/>
            </a:endParaRPr>
          </a:p>
        </p:txBody>
      </p:sp>
      <p:sp>
        <p:nvSpPr>
          <p:cNvPr id="228" name="Google Shape;228;p21"/>
          <p:cNvSpPr txBox="1"/>
          <p:nvPr/>
        </p:nvSpPr>
        <p:spPr>
          <a:xfrm>
            <a:off x="5474977" y="4274188"/>
            <a:ext cx="1215000" cy="2061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Add 50 g sugar</a:t>
            </a:r>
            <a:endParaRPr sz="1200">
              <a:solidFill>
                <a:srgbClr val="000000"/>
              </a:solidFill>
              <a:latin typeface="Kalam"/>
              <a:ea typeface="Kalam"/>
              <a:cs typeface="Kalam"/>
              <a:sym typeface="Kalam"/>
            </a:endParaRPr>
          </a:p>
        </p:txBody>
      </p:sp>
      <p:sp>
        <p:nvSpPr>
          <p:cNvPr id="229" name="Google Shape;229;p21"/>
          <p:cNvSpPr txBox="1"/>
          <p:nvPr/>
        </p:nvSpPr>
        <p:spPr>
          <a:xfrm>
            <a:off x="5227473" y="3516222"/>
            <a:ext cx="1693200" cy="206100"/>
          </a:xfrm>
          <a:prstGeom prst="rect">
            <a:avLst/>
          </a:prstGeom>
          <a:noFill/>
          <a:ln>
            <a:noFill/>
          </a:ln>
        </p:spPr>
        <p:txBody>
          <a:bodyPr spcFirstLastPara="1" wrap="square" lIns="91425" tIns="91425" rIns="91425" bIns="91425" anchor="t" anchorCtr="0">
            <a:noAutofit/>
          </a:bodyPr>
          <a:lstStyle/>
          <a:p>
            <a:pPr marL="0" lvl="0" indent="0" algn="ctr" rtl="0">
              <a:spcBef>
                <a:spcPct val="0"/>
              </a:spcBef>
              <a:spcAft>
                <a:spcPct val="0"/>
              </a:spcAft>
              <a:buNone/>
            </a:pPr>
            <a:r>
              <a:rPr lang="en-GB" sz="1200">
                <a:solidFill>
                  <a:srgbClr val="000000"/>
                </a:solidFill>
                <a:latin typeface="Kalam"/>
                <a:ea typeface="Kalam"/>
                <a:cs typeface="Kalam"/>
                <a:sym typeface="Kalam"/>
              </a:rPr>
              <a:t>Recipe ×3: </a:t>
            </a:r>
            <a:endParaRPr sz="1200">
              <a:solidFill>
                <a:srgbClr val="000000"/>
              </a:solidFill>
              <a:latin typeface="Kalam"/>
              <a:ea typeface="Kalam"/>
              <a:cs typeface="Kalam"/>
              <a:sym typeface="Kalam"/>
            </a:endParaRPr>
          </a:p>
          <a:p>
            <a:pPr marL="0" lvl="0" indent="0" algn="ctr" rtl="0">
              <a:spcBef>
                <a:spcPct val="0"/>
              </a:spcBef>
              <a:spcAft>
                <a:spcPct val="0"/>
              </a:spcAft>
              <a:buNone/>
            </a:pPr>
            <a:r>
              <a:rPr lang="en-GB" sz="1200">
                <a:solidFill>
                  <a:srgbClr val="000000"/>
                </a:solidFill>
                <a:latin typeface="Kalam"/>
                <a:ea typeface="Kalam"/>
                <a:cs typeface="Kalam"/>
                <a:sym typeface="Kalam"/>
              </a:rPr>
              <a:t>450 g sugar</a:t>
            </a:r>
            <a:endParaRPr sz="1200">
              <a:solidFill>
                <a:srgbClr val="000000"/>
              </a:solidFill>
              <a:latin typeface="Kalam"/>
              <a:ea typeface="Kalam"/>
              <a:cs typeface="Kalam"/>
              <a:sym typeface="Kalam"/>
            </a:endParaRPr>
          </a:p>
          <a:p>
            <a:pPr marL="0" lvl="0" indent="0" algn="ctr" rtl="0">
              <a:spcBef>
                <a:spcPct val="0"/>
              </a:spcBef>
              <a:spcAft>
                <a:spcPct val="0"/>
              </a:spcAft>
              <a:buNone/>
            </a:pPr>
            <a:r>
              <a:rPr lang="en-GB" sz="1200">
                <a:solidFill>
                  <a:srgbClr val="000000"/>
                </a:solidFill>
                <a:latin typeface="Kalam"/>
                <a:ea typeface="Kalam"/>
                <a:cs typeface="Kalam"/>
                <a:sym typeface="Kalam"/>
              </a:rPr>
              <a:t>9 eggs</a:t>
            </a:r>
            <a:endParaRPr sz="1200">
              <a:solidFill>
                <a:srgbClr val="000000"/>
              </a:solidFill>
              <a:latin typeface="Kalam"/>
              <a:ea typeface="Kalam"/>
              <a:cs typeface="Kalam"/>
              <a:sym typeface="Kalam"/>
            </a:endParaRPr>
          </a:p>
        </p:txBody>
      </p:sp>
      <p:sp>
        <p:nvSpPr>
          <p:cNvPr id="230" name="Google Shape;230;p21"/>
          <p:cNvSpPr txBox="1"/>
          <p:nvPr/>
        </p:nvSpPr>
        <p:spPr>
          <a:xfrm>
            <a:off x="834299" y="7227850"/>
            <a:ext cx="1315500" cy="2667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Add 200 g sugar</a:t>
            </a:r>
            <a:endParaRPr sz="1200">
              <a:solidFill>
                <a:srgbClr val="000000"/>
              </a:solidFill>
              <a:latin typeface="Kalam"/>
              <a:ea typeface="Kalam"/>
              <a:cs typeface="Kalam"/>
              <a:sym typeface="Kalam"/>
            </a:endParaRPr>
          </a:p>
          <a:p>
            <a:pPr marL="0" lvl="0" indent="0" algn="l" rtl="0">
              <a:spcBef>
                <a:spcPct val="0"/>
              </a:spcBef>
              <a:spcAft>
                <a:spcPct val="0"/>
              </a:spcAft>
              <a:buNone/>
            </a:pPr>
            <a:r>
              <a:rPr lang="en-GB" sz="1200">
                <a:solidFill>
                  <a:srgbClr val="000000"/>
                </a:solidFill>
                <a:latin typeface="Kalam"/>
                <a:ea typeface="Kalam"/>
                <a:cs typeface="Kalam"/>
                <a:sym typeface="Kalam"/>
              </a:rPr>
              <a:t>Add 3 eggs</a:t>
            </a:r>
            <a:endParaRPr sz="1200">
              <a:solidFill>
                <a:srgbClr val="000000"/>
              </a:solidFill>
              <a:latin typeface="Kalam"/>
              <a:ea typeface="Kalam"/>
              <a:cs typeface="Kalam"/>
              <a:sym typeface="Kalam"/>
            </a:endParaRPr>
          </a:p>
        </p:txBody>
      </p:sp>
      <p:sp>
        <p:nvSpPr>
          <p:cNvPr id="231" name="Google Shape;231;p21"/>
          <p:cNvSpPr txBox="1"/>
          <p:nvPr/>
        </p:nvSpPr>
        <p:spPr>
          <a:xfrm>
            <a:off x="692000" y="6306271"/>
            <a:ext cx="1716300" cy="266700"/>
          </a:xfrm>
          <a:prstGeom prst="rect">
            <a:avLst/>
          </a:prstGeom>
          <a:noFill/>
          <a:ln>
            <a:noFill/>
          </a:ln>
        </p:spPr>
        <p:txBody>
          <a:bodyPr spcFirstLastPara="1" wrap="square" lIns="91425" tIns="91425" rIns="91425" bIns="91425" anchor="t" anchorCtr="0">
            <a:noAutofit/>
          </a:bodyPr>
          <a:lstStyle/>
          <a:p>
            <a:pPr marL="0" lvl="0" indent="0" algn="ctr" rtl="0">
              <a:spcBef>
                <a:spcPct val="0"/>
              </a:spcBef>
              <a:spcAft>
                <a:spcPct val="0"/>
              </a:spcAft>
              <a:buNone/>
            </a:pPr>
            <a:r>
              <a:rPr lang="en-GB" sz="1200">
                <a:solidFill>
                  <a:srgbClr val="000000"/>
                </a:solidFill>
                <a:latin typeface="Kalam"/>
                <a:ea typeface="Kalam"/>
                <a:cs typeface="Kalam"/>
                <a:sym typeface="Kalam"/>
              </a:rPr>
              <a:t>Recipe ×4: </a:t>
            </a:r>
            <a:endParaRPr sz="1200">
              <a:solidFill>
                <a:srgbClr val="000000"/>
              </a:solidFill>
              <a:latin typeface="Kalam"/>
              <a:ea typeface="Kalam"/>
              <a:cs typeface="Kalam"/>
              <a:sym typeface="Kalam"/>
            </a:endParaRPr>
          </a:p>
          <a:p>
            <a:pPr marL="0" lvl="0" indent="0" algn="ctr" rtl="0">
              <a:spcBef>
                <a:spcPct val="0"/>
              </a:spcBef>
              <a:spcAft>
                <a:spcPct val="0"/>
              </a:spcAft>
              <a:buNone/>
            </a:pPr>
            <a:r>
              <a:rPr lang="en-GB" sz="1200">
                <a:solidFill>
                  <a:srgbClr val="000000"/>
                </a:solidFill>
                <a:latin typeface="Kalam"/>
                <a:ea typeface="Kalam"/>
                <a:cs typeface="Kalam"/>
                <a:sym typeface="Kalam"/>
              </a:rPr>
              <a:t>600 g sugar</a:t>
            </a:r>
            <a:endParaRPr sz="1200">
              <a:solidFill>
                <a:srgbClr val="000000"/>
              </a:solidFill>
              <a:latin typeface="Kalam"/>
              <a:ea typeface="Kalam"/>
              <a:cs typeface="Kalam"/>
              <a:sym typeface="Kalam"/>
            </a:endParaRPr>
          </a:p>
          <a:p>
            <a:pPr marL="0" lvl="0" indent="0" algn="ctr" rtl="0">
              <a:spcBef>
                <a:spcPct val="0"/>
              </a:spcBef>
              <a:spcAft>
                <a:spcPct val="0"/>
              </a:spcAft>
              <a:buNone/>
            </a:pPr>
            <a:r>
              <a:rPr lang="en-GB" sz="1200">
                <a:solidFill>
                  <a:srgbClr val="000000"/>
                </a:solidFill>
                <a:latin typeface="Kalam"/>
                <a:ea typeface="Kalam"/>
                <a:cs typeface="Kalam"/>
                <a:sym typeface="Kalam"/>
              </a:rPr>
              <a:t>12 eggs</a:t>
            </a:r>
            <a:endParaRPr sz="1200">
              <a:solidFill>
                <a:srgbClr val="000000"/>
              </a:solidFill>
              <a:latin typeface="Kalam"/>
              <a:ea typeface="Kalam"/>
              <a:cs typeface="Kalam"/>
              <a:sym typeface="Kalam"/>
            </a:endParaRPr>
          </a:p>
        </p:txBody>
      </p:sp>
      <p:sp>
        <p:nvSpPr>
          <p:cNvPr id="232" name="Google Shape;232;p21"/>
          <p:cNvSpPr txBox="1"/>
          <p:nvPr/>
        </p:nvSpPr>
        <p:spPr>
          <a:xfrm>
            <a:off x="5460775" y="6237275"/>
            <a:ext cx="1315500" cy="5817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No change. It is perfect!</a:t>
            </a:r>
            <a:endParaRPr sz="1200">
              <a:solidFill>
                <a:srgbClr val="000000"/>
              </a:solidFill>
              <a:latin typeface="Kalam"/>
              <a:ea typeface="Kalam"/>
              <a:cs typeface="Kalam"/>
              <a:sym typeface="Kalam"/>
            </a:endParaRPr>
          </a:p>
        </p:txBody>
      </p:sp>
      <p:sp>
        <p:nvSpPr>
          <p:cNvPr id="233" name="Google Shape;233;p21"/>
          <p:cNvSpPr txBox="1"/>
          <p:nvPr/>
        </p:nvSpPr>
        <p:spPr>
          <a:xfrm>
            <a:off x="714794" y="5804133"/>
            <a:ext cx="1670700" cy="622500"/>
          </a:xfrm>
          <a:prstGeom prst="rect">
            <a:avLst/>
          </a:prstGeom>
          <a:solidFill>
            <a:srgbClr val="FFFFFF">
              <a:alpha val="62030"/>
            </a:srgbClr>
          </a:solidFill>
          <a:ln>
            <a:noFill/>
          </a:ln>
        </p:spPr>
        <p:txBody>
          <a:bodyPr spcFirstLastPara="1" wrap="square" lIns="0" tIns="0" rIns="0" bIns="0" anchor="t"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500 g sugar</a:t>
            </a:r>
            <a:endParaRPr sz="1200">
              <a:solidFill>
                <a:srgbClr val="000000"/>
              </a:solidFill>
              <a:latin typeface="Lexend"/>
              <a:ea typeface="Lexend"/>
              <a:cs typeface="Lexend"/>
              <a:sym typeface="Lexend"/>
            </a:endParaRPr>
          </a:p>
          <a:p>
            <a:pPr marL="0" lvl="0" indent="0" algn="ctr" rtl="0">
              <a:spcBef>
                <a:spcPct val="0"/>
              </a:spcBef>
              <a:spcAft>
                <a:spcPct val="0"/>
              </a:spcAft>
              <a:buNone/>
            </a:pPr>
            <a:r>
              <a:rPr lang="en-GB" sz="1200">
                <a:solidFill>
                  <a:srgbClr val="000000"/>
                </a:solidFill>
                <a:latin typeface="Lexend"/>
                <a:ea typeface="Lexend"/>
                <a:cs typeface="Lexend"/>
                <a:sym typeface="Lexend"/>
              </a:rPr>
              <a:t>9 eggs</a:t>
            </a:r>
            <a:endParaRPr sz="1200">
              <a:solidFill>
                <a:srgbClr val="000000"/>
              </a:solidFill>
              <a:latin typeface="Lexend"/>
              <a:ea typeface="Lexend"/>
              <a:cs typeface="Lexend"/>
              <a:sym typeface="Lexend"/>
            </a:endParaRPr>
          </a:p>
        </p:txBody>
      </p:sp>
      <p:sp>
        <p:nvSpPr>
          <p:cNvPr id="234" name="Google Shape;234;p21"/>
          <p:cNvSpPr txBox="1"/>
          <p:nvPr/>
        </p:nvSpPr>
        <p:spPr>
          <a:xfrm>
            <a:off x="5283175" y="5756633"/>
            <a:ext cx="1670700" cy="622500"/>
          </a:xfrm>
          <a:prstGeom prst="rect">
            <a:avLst/>
          </a:prstGeom>
          <a:solidFill>
            <a:srgbClr val="FFFFFF">
              <a:alpha val="62030"/>
            </a:srgbClr>
          </a:solidFill>
          <a:ln>
            <a:noFill/>
          </a:ln>
        </p:spPr>
        <p:txBody>
          <a:bodyPr spcFirstLastPara="1" wrap="square" lIns="0" tIns="0" rIns="0" bIns="0" anchor="t"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500 g sugar</a:t>
            </a:r>
            <a:endParaRPr sz="1200">
              <a:solidFill>
                <a:srgbClr val="000000"/>
              </a:solidFill>
              <a:latin typeface="Lexend"/>
              <a:ea typeface="Lexend"/>
              <a:cs typeface="Lexend"/>
              <a:sym typeface="Lexend"/>
            </a:endParaRPr>
          </a:p>
          <a:p>
            <a:pPr marL="0" lvl="0" indent="0" algn="ctr" rtl="0">
              <a:spcBef>
                <a:spcPct val="0"/>
              </a:spcBef>
              <a:spcAft>
                <a:spcPct val="0"/>
              </a:spcAft>
              <a:buNone/>
            </a:pPr>
            <a:r>
              <a:rPr lang="en-GB" sz="1200">
                <a:solidFill>
                  <a:srgbClr val="000000"/>
                </a:solidFill>
                <a:latin typeface="Lexend"/>
                <a:ea typeface="Lexend"/>
                <a:cs typeface="Lexend"/>
                <a:sym typeface="Lexend"/>
              </a:rPr>
              <a:t>10 eggs</a:t>
            </a:r>
            <a:endParaRPr sz="1200">
              <a:solidFill>
                <a:srgbClr val="000000"/>
              </a:solidFill>
              <a:latin typeface="Lexend"/>
              <a:ea typeface="Lexend"/>
              <a:cs typeface="Lexend"/>
              <a:sym typeface="Lexend"/>
            </a:endParaRPr>
          </a:p>
        </p:txBody>
      </p:sp>
      <p:pic>
        <p:nvPicPr>
          <p:cNvPr id="235" name="Google Shape;235;p21"/>
          <p:cNvPicPr preferRelativeResize="0"/>
          <p:nvPr/>
        </p:nvPicPr>
        <p:blipFill>
          <a:blip r:embed="rId3">
            <a:alphaModFix/>
          </a:blip>
          <a:stretch>
            <a:fillRect/>
          </a:stretch>
        </p:blipFill>
        <p:spPr>
          <a:xfrm>
            <a:off x="1097925" y="5065421"/>
            <a:ext cx="877156" cy="622500"/>
          </a:xfrm>
          <a:prstGeom prst="rect">
            <a:avLst/>
          </a:prstGeom>
          <a:noFill/>
          <a:ln>
            <a:noFill/>
          </a:ln>
        </p:spPr>
      </p:pic>
      <p:pic>
        <p:nvPicPr>
          <p:cNvPr id="236" name="Google Shape;236;p21"/>
          <p:cNvPicPr preferRelativeResize="0"/>
          <p:nvPr/>
        </p:nvPicPr>
        <p:blipFill>
          <a:blip r:embed="rId3">
            <a:alphaModFix/>
          </a:blip>
          <a:stretch>
            <a:fillRect/>
          </a:stretch>
        </p:blipFill>
        <p:spPr>
          <a:xfrm>
            <a:off x="5679950" y="5118783"/>
            <a:ext cx="877156" cy="622500"/>
          </a:xfrm>
          <a:prstGeom prst="rect">
            <a:avLst/>
          </a:prstGeom>
          <a:noFill/>
          <a:ln>
            <a:noFill/>
          </a:ln>
        </p:spPr>
      </p:pic>
      <p:sp>
        <p:nvSpPr>
          <p:cNvPr id="237" name="Google Shape;237;p21"/>
          <p:cNvSpPr txBox="1"/>
          <p:nvPr/>
        </p:nvSpPr>
        <p:spPr>
          <a:xfrm>
            <a:off x="2535472" y="6552283"/>
            <a:ext cx="2214000" cy="266700"/>
          </a:xfrm>
          <a:prstGeom prst="rect">
            <a:avLst/>
          </a:prstGeom>
          <a:noFill/>
          <a:ln>
            <a:noFill/>
          </a:ln>
        </p:spPr>
        <p:txBody>
          <a:bodyPr spcFirstLastPara="1" wrap="square" lIns="91425" tIns="91425" rIns="91425" bIns="91425" anchor="t" anchorCtr="0">
            <a:noAutofit/>
          </a:bodyPr>
          <a:lstStyle/>
          <a:p>
            <a:pPr marL="0" lvl="0" indent="0" algn="ctr" rtl="0">
              <a:spcBef>
                <a:spcPct val="0"/>
              </a:spcBef>
              <a:spcAft>
                <a:spcPct val="0"/>
              </a:spcAft>
              <a:buClr>
                <a:srgbClr val="000000"/>
              </a:buClr>
              <a:buSzPts val="1100"/>
              <a:buFont typeface="Arial"/>
              <a:buNone/>
            </a:pPr>
            <a:r>
              <a:rPr lang="en-GB" sz="1200">
                <a:solidFill>
                  <a:srgbClr val="000000"/>
                </a:solidFill>
                <a:latin typeface="Kalam"/>
                <a:ea typeface="Kalam"/>
                <a:cs typeface="Kalam"/>
                <a:sym typeface="Kalam"/>
              </a:rPr>
              <a:t>Sugar ÷ 50 = eggs </a:t>
            </a:r>
            <a:endParaRPr sz="1200">
              <a:solidFill>
                <a:srgbClr val="000000"/>
              </a:solidFill>
              <a:latin typeface="Kalam"/>
              <a:ea typeface="Kalam"/>
              <a:cs typeface="Kalam"/>
              <a:sym typeface="Kalam"/>
            </a:endParaRPr>
          </a:p>
          <a:p>
            <a:pPr marL="0" lvl="0" indent="0" algn="ctr" rtl="0">
              <a:spcBef>
                <a:spcPct val="0"/>
              </a:spcBef>
              <a:spcAft>
                <a:spcPct val="0"/>
              </a:spcAft>
              <a:buNone/>
            </a:pPr>
            <a:r>
              <a:rPr lang="en-GB" sz="1200">
                <a:solidFill>
                  <a:srgbClr val="000000"/>
                </a:solidFill>
                <a:latin typeface="Kalam"/>
                <a:ea typeface="Kalam"/>
                <a:cs typeface="Kalam"/>
                <a:sym typeface="Kalam"/>
              </a:rPr>
              <a:t> 500 g sugar</a:t>
            </a:r>
            <a:endParaRPr sz="1200">
              <a:solidFill>
                <a:srgbClr val="000000"/>
              </a:solidFill>
              <a:latin typeface="Kalam"/>
              <a:ea typeface="Kalam"/>
              <a:cs typeface="Kalam"/>
              <a:sym typeface="Kalam"/>
            </a:endParaRPr>
          </a:p>
          <a:p>
            <a:pPr marL="0" lvl="0" indent="0" algn="ctr" rtl="0">
              <a:spcBef>
                <a:spcPct val="0"/>
              </a:spcBef>
              <a:spcAft>
                <a:spcPct val="0"/>
              </a:spcAft>
              <a:buNone/>
            </a:pPr>
            <a:r>
              <a:rPr lang="en-GB" sz="1200">
                <a:solidFill>
                  <a:srgbClr val="000000"/>
                </a:solidFill>
                <a:latin typeface="Kalam"/>
                <a:ea typeface="Kalam"/>
                <a:cs typeface="Kalam"/>
                <a:sym typeface="Kalam"/>
              </a:rPr>
              <a:t>10 eggs</a:t>
            </a:r>
            <a:endParaRPr sz="1200">
              <a:solidFill>
                <a:srgbClr val="000000"/>
              </a:solidFill>
              <a:latin typeface="Kalam"/>
              <a:ea typeface="Kalam"/>
              <a:cs typeface="Kalam"/>
              <a:sym typeface="Kalam"/>
            </a:endParaRPr>
          </a:p>
        </p:txBody>
      </p:sp>
      <p:sp>
        <p:nvSpPr>
          <p:cNvPr id="238" name="Google Shape;238;p21"/>
          <p:cNvSpPr txBox="1"/>
          <p:nvPr/>
        </p:nvSpPr>
        <p:spPr>
          <a:xfrm>
            <a:off x="3233706" y="7426658"/>
            <a:ext cx="1812600" cy="2667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Add 1 egg</a:t>
            </a:r>
            <a:endParaRPr sz="1200">
              <a:solidFill>
                <a:srgbClr val="000000"/>
              </a:solidFill>
              <a:latin typeface="Kalam"/>
              <a:ea typeface="Kalam"/>
              <a:cs typeface="Kalam"/>
              <a:sym typeface="Kalam"/>
            </a:endParaRPr>
          </a:p>
        </p:txBody>
      </p:sp>
      <p:sp>
        <p:nvSpPr>
          <p:cNvPr id="239" name="Google Shape;239;p21"/>
          <p:cNvSpPr txBox="1"/>
          <p:nvPr/>
        </p:nvSpPr>
        <p:spPr>
          <a:xfrm>
            <a:off x="549800" y="5167425"/>
            <a:ext cx="517800" cy="4185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a:latin typeface="Lexend"/>
                <a:ea typeface="Lexend"/>
                <a:cs typeface="Lexend"/>
                <a:sym typeface="Lexend"/>
              </a:rPr>
              <a:t>d</a:t>
            </a:r>
            <a:r>
              <a:rPr lang="en-GB">
                <a:solidFill>
                  <a:srgbClr val="000000"/>
                </a:solidFill>
                <a:latin typeface="Lexend"/>
                <a:ea typeface="Lexend"/>
                <a:cs typeface="Lexend"/>
                <a:sym typeface="Lexend"/>
              </a:rPr>
              <a:t>)</a:t>
            </a: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p:txBody>
      </p:sp>
      <p:sp>
        <p:nvSpPr>
          <p:cNvPr id="240" name="Google Shape;240;p21"/>
          <p:cNvSpPr txBox="1"/>
          <p:nvPr/>
        </p:nvSpPr>
        <p:spPr>
          <a:xfrm>
            <a:off x="5147993" y="5220775"/>
            <a:ext cx="517800" cy="4185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a:latin typeface="Lexend"/>
                <a:ea typeface="Lexend"/>
                <a:cs typeface="Lexend"/>
                <a:sym typeface="Lexend"/>
              </a:rPr>
              <a:t>e</a:t>
            </a:r>
            <a:r>
              <a:rPr lang="en-GB">
                <a:solidFill>
                  <a:srgbClr val="000000"/>
                </a:solidFill>
                <a:latin typeface="Lexend"/>
                <a:ea typeface="Lexend"/>
                <a:cs typeface="Lexend"/>
                <a:sym typeface="Lexend"/>
              </a:rPr>
              <a:t>)</a:t>
            </a: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a:p>
            <a:pPr marL="0" lvl="0" indent="0" algn="l" rtl="0">
              <a:spcBef>
                <a:spcPct val="0"/>
              </a:spcBef>
              <a:spcAft>
                <a:spcPct val="0"/>
              </a:spcAft>
              <a:buNone/>
            </a:pPr>
            <a:endParaRPr>
              <a:solidFill>
                <a:srgbClr val="000000"/>
              </a:solidFill>
              <a:latin typeface="Lexend"/>
              <a:ea typeface="Lexend"/>
              <a:cs typeface="Lexend"/>
              <a:sym typeface="Lexend"/>
            </a:endParaRPr>
          </a:p>
        </p:txBody>
      </p:sp>
      <p:sp>
        <p:nvSpPr>
          <p:cNvPr id="241" name="Google Shape;241;p21"/>
          <p:cNvSpPr txBox="1"/>
          <p:nvPr/>
        </p:nvSpPr>
        <p:spPr>
          <a:xfrm>
            <a:off x="2800800" y="6078250"/>
            <a:ext cx="1978500" cy="4185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latin typeface="Kalam"/>
                <a:ea typeface="Kalam"/>
                <a:cs typeface="Kalam"/>
                <a:sym typeface="Kalam"/>
              </a:rPr>
              <a:t>Another solution for d)</a:t>
            </a:r>
            <a:endParaRPr sz="1200">
              <a:solidFill>
                <a:srgbClr val="000000"/>
              </a:solidFill>
              <a:latin typeface="Kalam"/>
              <a:ea typeface="Kalam"/>
              <a:cs typeface="Kalam"/>
              <a:sym typeface="Kalam"/>
            </a:endParaRPr>
          </a:p>
          <a:p>
            <a:pPr marL="0" lvl="0" indent="0" algn="l" rtl="0">
              <a:spcBef>
                <a:spcPct val="0"/>
              </a:spcBef>
              <a:spcAft>
                <a:spcPct val="0"/>
              </a:spcAft>
              <a:buNone/>
            </a:pPr>
            <a:endParaRPr sz="1200">
              <a:solidFill>
                <a:srgbClr val="000000"/>
              </a:solidFill>
              <a:latin typeface="Kalam"/>
              <a:ea typeface="Kalam"/>
              <a:cs typeface="Kalam"/>
              <a:sym typeface="Kalam"/>
            </a:endParaRPr>
          </a:p>
          <a:p>
            <a:pPr marL="0" lvl="0" indent="0" algn="l" rtl="0">
              <a:spcBef>
                <a:spcPct val="0"/>
              </a:spcBef>
              <a:spcAft>
                <a:spcPct val="0"/>
              </a:spcAft>
              <a:buNone/>
            </a:pPr>
            <a:endParaRPr sz="1200">
              <a:solidFill>
                <a:srgbClr val="000000"/>
              </a:solidFill>
              <a:latin typeface="Kalam"/>
              <a:ea typeface="Kalam"/>
              <a:cs typeface="Kalam"/>
              <a:sym typeface="Kalam"/>
            </a:endParaRPr>
          </a:p>
          <a:p>
            <a:pPr marL="0" lvl="0" indent="0" algn="l" rtl="0">
              <a:spcBef>
                <a:spcPct val="0"/>
              </a:spcBef>
              <a:spcAft>
                <a:spcPct val="0"/>
              </a:spcAft>
              <a:buNone/>
            </a:pPr>
            <a:endParaRPr sz="1200">
              <a:solidFill>
                <a:srgbClr val="000000"/>
              </a:solidFill>
              <a:latin typeface="Kalam"/>
              <a:ea typeface="Kalam"/>
              <a:cs typeface="Kalam"/>
              <a:sym typeface="Kalam"/>
            </a:endParaRPr>
          </a:p>
          <a:p>
            <a:pPr marL="0" lvl="0" indent="0" algn="l" rtl="0">
              <a:spcBef>
                <a:spcPct val="0"/>
              </a:spcBef>
              <a:spcAft>
                <a:spcPct val="0"/>
              </a:spcAft>
              <a:buNone/>
            </a:pPr>
            <a:endParaRPr sz="1200">
              <a:solidFill>
                <a:srgbClr val="000000"/>
              </a:solidFill>
              <a:latin typeface="Kalam"/>
              <a:ea typeface="Kalam"/>
              <a:cs typeface="Kalam"/>
              <a:sym typeface="Kalam"/>
            </a:endParaRPr>
          </a:p>
          <a:p>
            <a:pPr marL="0" lvl="0" indent="0" algn="l" rtl="0">
              <a:spcBef>
                <a:spcPct val="0"/>
              </a:spcBef>
              <a:spcAft>
                <a:spcPct val="0"/>
              </a:spcAft>
              <a:buNone/>
            </a:pPr>
            <a:endParaRPr sz="1200">
              <a:solidFill>
                <a:srgbClr val="000000"/>
              </a:solidFill>
              <a:latin typeface="Kalam"/>
              <a:ea typeface="Kalam"/>
              <a:cs typeface="Kalam"/>
              <a:sym typeface="Kalam"/>
            </a:endParaRPr>
          </a:p>
          <a:p>
            <a:pPr marL="0" lvl="0" indent="0" algn="l" rtl="0">
              <a:spcBef>
                <a:spcPct val="0"/>
              </a:spcBef>
              <a:spcAft>
                <a:spcPct val="0"/>
              </a:spcAft>
              <a:buNone/>
            </a:pPr>
            <a:endParaRPr sz="1200">
              <a:solidFill>
                <a:srgbClr val="000000"/>
              </a:solidFill>
              <a:latin typeface="Kalam"/>
              <a:ea typeface="Kalam"/>
              <a:cs typeface="Kalam"/>
              <a:sym typeface="Kalam"/>
            </a:endParaRPr>
          </a:p>
        </p:txBody>
      </p:sp>
      <p:cxnSp>
        <p:nvCxnSpPr>
          <p:cNvPr id="242" name="Google Shape;242;p21"/>
          <p:cNvCxnSpPr/>
          <p:nvPr/>
        </p:nvCxnSpPr>
        <p:spPr>
          <a:xfrm>
            <a:off x="474757" y="9942508"/>
            <a:ext cx="6610500" cy="0"/>
          </a:xfrm>
          <a:prstGeom prst="straightConnector1">
            <a:avLst/>
          </a:prstGeom>
          <a:noFill/>
          <a:ln w="38100" cap="flat" cmpd="sng">
            <a:solidFill>
              <a:srgbClr val="000000"/>
            </a:solidFill>
            <a:prstDash val="solid"/>
            <a:round/>
            <a:headEnd type="none" w="med" len="med"/>
            <a:tailEnd type="none" w="med" len="med"/>
          </a:ln>
        </p:spPr>
      </p:cxn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46" name="Shape 246"/>
        <p:cNvGrpSpPr/>
        <p:nvPr/>
      </p:nvGrpSpPr>
      <p:grpSpPr>
        <a:xfrm>
          <a:off x="0" y="0"/>
          <a:ext cx="0" cy="0"/>
        </a:xfrm>
      </p:grpSpPr>
      <p:sp>
        <p:nvSpPr>
          <p:cNvPr id="247" name="Google Shape;247;p22"/>
          <p:cNvSpPr txBox="1"/>
          <p:nvPr>
            <p:ph type="sldNum" idx="12"/>
          </p:nvPr>
        </p:nvSpPr>
        <p:spPr>
          <a:xfrm>
            <a:off x="6352325" y="100482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3</a:t>
            </a:fld>
            <a:endParaRPr/>
          </a:p>
        </p:txBody>
      </p:sp>
      <p:sp>
        <p:nvSpPr>
          <p:cNvPr id="248" name="Google Shape;248;p22"/>
          <p:cNvSpPr txBox="1"/>
          <p:nvPr>
            <p:ph type="subTitle" idx="1"/>
          </p:nvPr>
        </p:nvSpPr>
        <p:spPr>
          <a:xfrm>
            <a:off x="1463400" y="360000"/>
            <a:ext cx="4782600" cy="138600"/>
          </a:xfrm>
          <a:prstGeom prst="rect">
            <a:avLst/>
          </a:prstGeom>
        </p:spPr>
        <p:txBody>
          <a:bodyPr spcFirstLastPara="1" wrap="square" lIns="0" tIns="0" rIns="0" bIns="0" anchor="t" anchorCtr="0">
            <a:spAutoFit/>
          </a:bodyPr>
          <a:lstStyle/>
          <a:p>
            <a:pPr marL="0" lvl="0" indent="0" algn="l" rtl="0">
              <a:spcBef>
                <a:spcPct val="0"/>
              </a:spcBef>
              <a:spcAft>
                <a:spcPct val="0"/>
              </a:spcAft>
              <a:buNone/>
            </a:pPr>
            <a:r>
              <a:rPr lang="en-GB"/>
              <a:t>Multiplicative relationships in context</a:t>
            </a:r>
            <a:endParaRPr/>
          </a:p>
        </p:txBody>
      </p:sp>
      <p:sp>
        <p:nvSpPr>
          <p:cNvPr id="249" name="Google Shape;249;p22"/>
          <p:cNvSpPr txBox="1"/>
          <p:nvPr/>
        </p:nvSpPr>
        <p:spPr>
          <a:xfrm>
            <a:off x="6744600" y="10447800"/>
            <a:ext cx="815400" cy="244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r>
              <a:rPr lang="en-GB" sz="1000">
                <a:solidFill>
                  <a:schemeClr val="lt1"/>
                </a:solidFill>
                <a:latin typeface="Lexend"/>
                <a:ea typeface="Lexend"/>
                <a:cs typeface="Lexend"/>
                <a:sym typeface="Lexend"/>
              </a:rPr>
              <a:t>v2.3</a:t>
            </a:r>
            <a:endParaRPr sz="1000">
              <a:solidFill>
                <a:schemeClr val="lt1"/>
              </a:solidFill>
              <a:latin typeface="Lexend"/>
              <a:ea typeface="Lexend"/>
              <a:cs typeface="Lexend"/>
              <a:sym typeface="Lexend"/>
            </a:endParaRPr>
          </a:p>
        </p:txBody>
      </p:sp>
      <p:sp>
        <p:nvSpPr>
          <p:cNvPr id="250" name="Google Shape;250;p22"/>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r>
              <a:rPr lang="en-GB" sz="900">
                <a:solidFill>
                  <a:srgbClr val="575756"/>
                </a:solidFill>
                <a:latin typeface="Lexend Light"/>
                <a:ea typeface="Lexend Light"/>
                <a:cs typeface="Lexend Light"/>
                <a:sym typeface="Lexend Light"/>
              </a:rPr>
              <a:t>Mathematics in Education and Industry</a:t>
            </a:r>
            <a:endParaRPr sz="900">
              <a:solidFill>
                <a:srgbClr val="575756"/>
              </a:solidFill>
              <a:latin typeface="Lexend Light"/>
              <a:ea typeface="Lexend Light"/>
              <a:cs typeface="Lexend Light"/>
              <a:sym typeface="Lexend Light"/>
            </a:endParaRPr>
          </a:p>
        </p:txBody>
      </p:sp>
      <p:sp>
        <p:nvSpPr>
          <p:cNvPr id="251" name="Google Shape;251;p22"/>
          <p:cNvSpPr txBox="1"/>
          <p:nvPr/>
        </p:nvSpPr>
        <p:spPr>
          <a:xfrm>
            <a:off x="512450" y="688250"/>
            <a:ext cx="5300700" cy="4311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b="1">
                <a:latin typeface="Lexend"/>
                <a:ea typeface="Lexend"/>
                <a:cs typeface="Lexend"/>
                <a:sym typeface="Lexend"/>
              </a:rPr>
              <a:t>Task B: Converting money</a:t>
            </a:r>
            <a:endParaRPr b="1">
              <a:latin typeface="Lexend"/>
              <a:ea typeface="Lexend"/>
              <a:cs typeface="Lexend"/>
              <a:sym typeface="Lexend"/>
            </a:endParaRPr>
          </a:p>
          <a:p>
            <a:pPr marL="0" lvl="0" indent="0" algn="l" rtl="0">
              <a:spcBef>
                <a:spcPct val="0"/>
              </a:spcBef>
              <a:spcAft>
                <a:spcPct val="0"/>
              </a:spcAft>
              <a:buNone/>
            </a:pPr>
            <a:endParaRPr b="1">
              <a:latin typeface="Lexend"/>
              <a:ea typeface="Lexend"/>
              <a:cs typeface="Lexend"/>
              <a:sym typeface="Lexend"/>
            </a:endParaRPr>
          </a:p>
        </p:txBody>
      </p:sp>
      <p:sp>
        <p:nvSpPr>
          <p:cNvPr id="252" name="Google Shape;252;p22"/>
          <p:cNvSpPr txBox="1"/>
          <p:nvPr/>
        </p:nvSpPr>
        <p:spPr>
          <a:xfrm>
            <a:off x="468000" y="4715525"/>
            <a:ext cx="6367500" cy="860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2) A group of three friends are going on holiday. They all exchange some pounds for euros.</a:t>
            </a: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endParaRPr>
              <a:solidFill>
                <a:srgbClr val="000000"/>
              </a:solidFill>
              <a:latin typeface="Lexend"/>
              <a:ea typeface="Lexend"/>
              <a:cs typeface="Lexend"/>
              <a:sym typeface="Lexend"/>
            </a:endParaRPr>
          </a:p>
        </p:txBody>
      </p:sp>
      <p:sp>
        <p:nvSpPr>
          <p:cNvPr id="253" name="Google Shape;253;p22"/>
          <p:cNvSpPr txBox="1"/>
          <p:nvPr/>
        </p:nvSpPr>
        <p:spPr>
          <a:xfrm>
            <a:off x="468000" y="6762925"/>
            <a:ext cx="6450300" cy="2426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a) Who got the best deal?</a:t>
            </a: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endParaRPr>
              <a:latin typeface="Lexend"/>
              <a:ea typeface="Lexend"/>
              <a:cs typeface="Lexend"/>
              <a:sym typeface="Lexend"/>
            </a:endParaRPr>
          </a:p>
          <a:p>
            <a:pPr marL="0" lvl="0" indent="0" algn="l" rtl="0">
              <a:lnSpc>
                <a:spcPct val="115000"/>
              </a:lnSpc>
              <a:spcBef>
                <a:spcPts val="1000"/>
              </a:spcBef>
              <a:spcAft>
                <a:spcPct val="0"/>
              </a:spcAft>
              <a:buNone/>
            </a:pPr>
            <a:endParaRPr>
              <a:latin typeface="Lexend"/>
              <a:ea typeface="Lexend"/>
              <a:cs typeface="Lexend"/>
              <a:sym typeface="Lexend"/>
            </a:endParaRPr>
          </a:p>
          <a:p>
            <a:pPr marL="0" lvl="0" indent="0" algn="l" rtl="0">
              <a:lnSpc>
                <a:spcPct val="115000"/>
              </a:lnSpc>
              <a:spcBef>
                <a:spcPts val="1000"/>
              </a:spcBef>
              <a:spcAft>
                <a:spcPct val="0"/>
              </a:spcAft>
              <a:buNone/>
            </a:pPr>
            <a:endParaRPr>
              <a:latin typeface="Lexend"/>
              <a:ea typeface="Lexend"/>
              <a:cs typeface="Lexend"/>
              <a:sym typeface="Lexend"/>
            </a:endParaRPr>
          </a:p>
          <a:p>
            <a:pPr marL="0" lvl="0" indent="0" algn="l" rtl="0">
              <a:lnSpc>
                <a:spcPct val="115000"/>
              </a:lnSpc>
              <a:spcBef>
                <a:spcPts val="1000"/>
              </a:spcBef>
              <a:spcAft>
                <a:spcPct val="0"/>
              </a:spcAft>
              <a:buNone/>
            </a:pPr>
            <a:endParaRPr>
              <a:latin typeface="Lexend"/>
              <a:ea typeface="Lexend"/>
              <a:cs typeface="Lexend"/>
              <a:sym typeface="Lexend"/>
            </a:endParaRPr>
          </a:p>
          <a:p>
            <a:pPr marL="0" lvl="0" indent="0" algn="l" rtl="0">
              <a:lnSpc>
                <a:spcPct val="115000"/>
              </a:lnSpc>
              <a:spcBef>
                <a:spcPts val="1000"/>
              </a:spcBef>
              <a:spcAft>
                <a:spcPts val="1000"/>
              </a:spcAft>
              <a:buNone/>
            </a:pPr>
            <a:r>
              <a:rPr lang="en-GB" sz="1200">
                <a:solidFill>
                  <a:srgbClr val="000000"/>
                </a:solidFill>
                <a:latin typeface="Lexend"/>
                <a:ea typeface="Lexend"/>
                <a:cs typeface="Lexend"/>
                <a:sym typeface="Lexend"/>
              </a:rPr>
              <a:t>b) Andeep decided to come along too and exchanged </a:t>
            </a:r>
            <a:r>
              <a:rPr lang="en-GB" sz="1200">
                <a:solidFill>
                  <a:schemeClr val="dk1"/>
                </a:solidFill>
                <a:latin typeface="Lexend"/>
                <a:ea typeface="Lexend"/>
                <a:cs typeface="Lexend"/>
                <a:sym typeface="Lexend"/>
              </a:rPr>
              <a:t>€</a:t>
            </a:r>
            <a:r>
              <a:rPr lang="en-GB" sz="1200">
                <a:solidFill>
                  <a:srgbClr val="000000"/>
                </a:solidFill>
                <a:latin typeface="Lexend"/>
                <a:ea typeface="Lexend"/>
                <a:cs typeface="Lexend"/>
                <a:sym typeface="Lexend"/>
              </a:rPr>
              <a:t>110 for £100. Whose deal was it most similar to?</a:t>
            </a:r>
            <a:endParaRPr sz="1200">
              <a:solidFill>
                <a:srgbClr val="000000"/>
              </a:solidFill>
              <a:latin typeface="Lexend"/>
              <a:ea typeface="Lexend"/>
              <a:cs typeface="Lexend"/>
              <a:sym typeface="Lexend"/>
            </a:endParaRPr>
          </a:p>
        </p:txBody>
      </p:sp>
      <p:graphicFrame>
        <p:nvGraphicFramePr>
          <p:cNvPr id="254" name="Google Shape;254;p22"/>
          <p:cNvGraphicFramePr>
            <a:graphicFrameLocks noGrp="1"/>
          </p:cNvGraphicFramePr>
          <p:nvPr/>
        </p:nvGraphicFramePr>
        <p:xfrm>
          <a:off x="612525" y="7352025"/>
          <a:ext cx="3000000" cy="3000000"/>
        </p:xfrm>
        <a:graphic>
          <a:graphicData uri="http://schemas.openxmlformats.org/drawingml/2006/table">
            <a:tbl>
              <a:tblPr>
                <a:noFill/>
                <a:tableStyleId>{25929BD5-C2D0-49E1-B840-C3EF0E30EAC6}</a:tableStyleId>
              </a:tblPr>
              <a:tblGrid>
                <a:gridCol w="1017225"/>
                <a:gridCol w="1017225"/>
              </a:tblGrid>
              <a:tr h="0">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Pounds (£)</a:t>
                      </a:r>
                      <a:endParaRPr sz="1200">
                        <a:solidFill>
                          <a:srgbClr val="FFFFFF"/>
                        </a:solidFill>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E9E9E"/>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Euros (€)</a:t>
                      </a:r>
                      <a:endParaRPr sz="1200">
                        <a:solidFill>
                          <a:srgbClr val="FFFFFF"/>
                        </a:solidFill>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E9E9E"/>
                    </a:solidFill>
                  </a:tcPr>
                </a:tc>
              </a:tr>
              <a:tr h="0">
                <a:tc>
                  <a:txBody>
                    <a:bodyPr vert="horz" wrap="square"/>
                    <a:lstStyle/>
                    <a:p>
                      <a:pPr marL="0" lvl="0" indent="0" algn="ctr" rtl="0">
                        <a:spcBef>
                          <a:spcPct val="0"/>
                        </a:spcBef>
                        <a:spcAft>
                          <a:spcPct val="0"/>
                        </a:spcAft>
                        <a:buNone/>
                      </a:pPr>
                      <a:r>
                        <a:rPr lang="en-GB" sz="1200">
                          <a:latin typeface="Lexend"/>
                          <a:ea typeface="Lexend"/>
                          <a:cs typeface="Lexend"/>
                          <a:sym typeface="Lexend"/>
                        </a:rPr>
                        <a:t>100</a:t>
                      </a:r>
                      <a:endParaRPr sz="1200">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120</a:t>
                      </a:r>
                      <a:endParaRPr sz="1200">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grpSp>
        <p:nvGrpSpPr>
          <p:cNvPr id="255" name="Google Shape;255;p22"/>
          <p:cNvGrpSpPr/>
          <p:nvPr/>
        </p:nvGrpSpPr>
        <p:grpSpPr>
          <a:xfrm>
            <a:off x="1328700" y="7723350"/>
            <a:ext cx="658332" cy="266572"/>
            <a:chOff x="1328700" y="7723350"/>
            <a:chExt cx="658332" cy="266572"/>
          </a:xfrm>
        </p:grpSpPr>
        <p:cxnSp>
          <p:nvCxnSpPr>
            <p:cNvPr id="256" name="Google Shape;256;p22"/>
            <p:cNvCxnSpPr/>
            <p:nvPr/>
          </p:nvCxnSpPr>
          <p:spPr>
            <a:xfrm>
              <a:off x="1368603" y="7989922"/>
              <a:ext cx="618429" cy="0"/>
            </a:xfrm>
            <a:prstGeom prst="straightConnector1">
              <a:avLst/>
            </a:prstGeom>
            <a:noFill/>
            <a:ln w="28575" cap="flat" cmpd="sng">
              <a:solidFill>
                <a:srgbClr val="808080"/>
              </a:solidFill>
              <a:prstDash val="solid"/>
              <a:round/>
              <a:headEnd type="none" w="med" len="med"/>
              <a:tailEnd type="triangle" w="med" len="med"/>
            </a:ln>
          </p:spPr>
        </p:cxnSp>
        <p:sp>
          <p:nvSpPr>
            <p:cNvPr id="257" name="Google Shape;257;p22"/>
            <p:cNvSpPr txBox="1"/>
            <p:nvPr/>
          </p:nvSpPr>
          <p:spPr>
            <a:xfrm>
              <a:off x="1328700" y="7723350"/>
              <a:ext cx="483300" cy="2442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100">
                  <a:solidFill>
                    <a:srgbClr val="000000"/>
                  </a:solidFill>
                  <a:latin typeface="Kalam"/>
                  <a:ea typeface="Kalam"/>
                  <a:cs typeface="Kalam"/>
                  <a:sym typeface="Kalam"/>
                </a:rPr>
                <a:t>×1.2</a:t>
              </a:r>
              <a:endParaRPr sz="1100">
                <a:solidFill>
                  <a:srgbClr val="000000"/>
                </a:solidFill>
                <a:latin typeface="Kalam"/>
                <a:ea typeface="Kalam"/>
                <a:cs typeface="Kalam"/>
                <a:sym typeface="Kalam"/>
              </a:endParaRPr>
            </a:p>
          </p:txBody>
        </p:sp>
      </p:grpSp>
      <p:sp>
        <p:nvSpPr>
          <p:cNvPr id="258" name="Google Shape;258;p22"/>
          <p:cNvSpPr txBox="1"/>
          <p:nvPr/>
        </p:nvSpPr>
        <p:spPr>
          <a:xfrm>
            <a:off x="672450" y="8304377"/>
            <a:ext cx="1881000" cy="3693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Pounds × 1.2 = Euros</a:t>
            </a:r>
            <a:endParaRPr sz="1200">
              <a:latin typeface="Kalam"/>
              <a:ea typeface="Kalam"/>
              <a:cs typeface="Kalam"/>
              <a:sym typeface="Kalam"/>
            </a:endParaRPr>
          </a:p>
        </p:txBody>
      </p:sp>
      <p:sp>
        <p:nvSpPr>
          <p:cNvPr id="259" name="Google Shape;259;p22"/>
          <p:cNvSpPr txBox="1"/>
          <p:nvPr/>
        </p:nvSpPr>
        <p:spPr>
          <a:xfrm>
            <a:off x="924600" y="8082877"/>
            <a:ext cx="2670000" cy="3693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120 ÷ 100  = 1.2</a:t>
            </a:r>
            <a:endParaRPr sz="1200">
              <a:latin typeface="Kalam"/>
              <a:ea typeface="Kalam"/>
              <a:cs typeface="Kalam"/>
              <a:sym typeface="Kalam"/>
            </a:endParaRPr>
          </a:p>
        </p:txBody>
      </p:sp>
      <p:sp>
        <p:nvSpPr>
          <p:cNvPr id="260" name="Google Shape;260;p22"/>
          <p:cNvSpPr txBox="1"/>
          <p:nvPr/>
        </p:nvSpPr>
        <p:spPr>
          <a:xfrm>
            <a:off x="1247443" y="7049357"/>
            <a:ext cx="1642500" cy="3372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Sofia</a:t>
            </a:r>
            <a:endParaRPr sz="1200">
              <a:solidFill>
                <a:srgbClr val="000000"/>
              </a:solidFill>
              <a:latin typeface="Lexend"/>
              <a:ea typeface="Lexend"/>
              <a:cs typeface="Lexend"/>
              <a:sym typeface="Lexend"/>
            </a:endParaRPr>
          </a:p>
        </p:txBody>
      </p:sp>
      <p:graphicFrame>
        <p:nvGraphicFramePr>
          <p:cNvPr id="261" name="Google Shape;261;p22"/>
          <p:cNvGraphicFramePr>
            <a:graphicFrameLocks noGrp="1"/>
          </p:cNvGraphicFramePr>
          <p:nvPr/>
        </p:nvGraphicFramePr>
        <p:xfrm>
          <a:off x="2758838" y="7352025"/>
          <a:ext cx="3000000" cy="3000000"/>
        </p:xfrm>
        <a:graphic>
          <a:graphicData uri="http://schemas.openxmlformats.org/drawingml/2006/table">
            <a:tbl>
              <a:tblPr>
                <a:noFill/>
                <a:tableStyleId>{25929BD5-C2D0-49E1-B840-C3EF0E30EAC6}</a:tableStyleId>
              </a:tblPr>
              <a:tblGrid>
                <a:gridCol w="1017225"/>
                <a:gridCol w="1017225"/>
              </a:tblGrid>
              <a:tr h="0">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Pounds (£)</a:t>
                      </a:r>
                      <a:endParaRPr sz="1200">
                        <a:solidFill>
                          <a:srgbClr val="FFFFFF"/>
                        </a:solidFill>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E9E9E"/>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Euros (€)</a:t>
                      </a:r>
                      <a:endParaRPr sz="1200">
                        <a:solidFill>
                          <a:srgbClr val="FFFFFF"/>
                        </a:solidFill>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E9E9E"/>
                    </a:solidFill>
                  </a:tcPr>
                </a:tc>
              </a:tr>
              <a:tr h="0">
                <a:tc>
                  <a:txBody>
                    <a:bodyPr vert="horz" wrap="square"/>
                    <a:lstStyle/>
                    <a:p>
                      <a:pPr marL="0" lvl="0" indent="0" algn="ctr" rtl="0">
                        <a:spcBef>
                          <a:spcPct val="0"/>
                        </a:spcBef>
                        <a:spcAft>
                          <a:spcPct val="0"/>
                        </a:spcAft>
                        <a:buNone/>
                      </a:pPr>
                      <a:r>
                        <a:rPr lang="en-GB" sz="1200">
                          <a:latin typeface="Lexend"/>
                          <a:ea typeface="Lexend"/>
                          <a:cs typeface="Lexend"/>
                          <a:sym typeface="Lexend"/>
                        </a:rPr>
                        <a:t>20</a:t>
                      </a:r>
                      <a:endParaRPr sz="1200">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30</a:t>
                      </a:r>
                      <a:endParaRPr sz="1200">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graphicFrame>
        <p:nvGraphicFramePr>
          <p:cNvPr id="262" name="Google Shape;262;p22"/>
          <p:cNvGraphicFramePr>
            <a:graphicFrameLocks noGrp="1"/>
          </p:cNvGraphicFramePr>
          <p:nvPr/>
        </p:nvGraphicFramePr>
        <p:xfrm>
          <a:off x="4905150" y="7352025"/>
          <a:ext cx="3000000" cy="3000000"/>
        </p:xfrm>
        <a:graphic>
          <a:graphicData uri="http://schemas.openxmlformats.org/drawingml/2006/table">
            <a:tbl>
              <a:tblPr>
                <a:noFill/>
                <a:tableStyleId>{25929BD5-C2D0-49E1-B840-C3EF0E30EAC6}</a:tableStyleId>
              </a:tblPr>
              <a:tblGrid>
                <a:gridCol w="1017225"/>
                <a:gridCol w="1017225"/>
              </a:tblGrid>
              <a:tr h="316075">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Pounds (£)</a:t>
                      </a:r>
                      <a:endParaRPr sz="1200">
                        <a:solidFill>
                          <a:srgbClr val="FFFFFF"/>
                        </a:solidFill>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E9E9E"/>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Euros (€)</a:t>
                      </a:r>
                      <a:endParaRPr sz="1200">
                        <a:solidFill>
                          <a:srgbClr val="FFFFFF"/>
                        </a:solidFill>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E9E9E"/>
                    </a:solidFill>
                  </a:tcPr>
                </a:tc>
              </a:tr>
              <a:tr h="0">
                <a:tc>
                  <a:txBody>
                    <a:bodyPr vert="horz" wrap="square"/>
                    <a:lstStyle/>
                    <a:p>
                      <a:pPr marL="0" lvl="0" indent="0" algn="ctr" rtl="0">
                        <a:spcBef>
                          <a:spcPct val="0"/>
                        </a:spcBef>
                        <a:spcAft>
                          <a:spcPct val="0"/>
                        </a:spcAft>
                        <a:buNone/>
                      </a:pPr>
                      <a:r>
                        <a:rPr lang="en-GB" sz="1200">
                          <a:latin typeface="Lexend"/>
                          <a:ea typeface="Lexend"/>
                          <a:cs typeface="Lexend"/>
                          <a:sym typeface="Lexend"/>
                        </a:rPr>
                        <a:t>60</a:t>
                      </a:r>
                      <a:endParaRPr sz="1200">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90</a:t>
                      </a:r>
                      <a:endParaRPr sz="1200">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grpSp>
        <p:nvGrpSpPr>
          <p:cNvPr id="263" name="Google Shape;263;p22"/>
          <p:cNvGrpSpPr/>
          <p:nvPr/>
        </p:nvGrpSpPr>
        <p:grpSpPr>
          <a:xfrm>
            <a:off x="3516266" y="7726275"/>
            <a:ext cx="618429" cy="263654"/>
            <a:chOff x="3516266" y="7726275"/>
            <a:chExt cx="618429" cy="263654"/>
          </a:xfrm>
        </p:grpSpPr>
        <p:cxnSp>
          <p:nvCxnSpPr>
            <p:cNvPr id="264" name="Google Shape;264;p22"/>
            <p:cNvCxnSpPr/>
            <p:nvPr/>
          </p:nvCxnSpPr>
          <p:spPr>
            <a:xfrm>
              <a:off x="3516266" y="7989929"/>
              <a:ext cx="618429" cy="0"/>
            </a:xfrm>
            <a:prstGeom prst="straightConnector1">
              <a:avLst/>
            </a:prstGeom>
            <a:noFill/>
            <a:ln w="28575" cap="flat" cmpd="sng">
              <a:solidFill>
                <a:srgbClr val="808080"/>
              </a:solidFill>
              <a:prstDash val="solid"/>
              <a:round/>
              <a:headEnd type="none" w="med" len="med"/>
              <a:tailEnd type="triangle" w="med" len="med"/>
            </a:ln>
          </p:spPr>
        </p:cxnSp>
        <p:sp>
          <p:nvSpPr>
            <p:cNvPr id="265" name="Google Shape;265;p22"/>
            <p:cNvSpPr txBox="1"/>
            <p:nvPr/>
          </p:nvSpPr>
          <p:spPr>
            <a:xfrm>
              <a:off x="3519800" y="7726275"/>
              <a:ext cx="409800" cy="2268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100">
                  <a:solidFill>
                    <a:srgbClr val="000000"/>
                  </a:solidFill>
                  <a:latin typeface="Kalam"/>
                  <a:ea typeface="Kalam"/>
                  <a:cs typeface="Kalam"/>
                  <a:sym typeface="Kalam"/>
                </a:rPr>
                <a:t>×1.</a:t>
              </a:r>
              <a:r>
                <a:rPr lang="en-GB" sz="1100">
                  <a:latin typeface="Kalam"/>
                  <a:ea typeface="Kalam"/>
                  <a:cs typeface="Kalam"/>
                  <a:sym typeface="Kalam"/>
                </a:rPr>
                <a:t>5</a:t>
              </a:r>
              <a:endParaRPr sz="1100">
                <a:solidFill>
                  <a:srgbClr val="000000"/>
                </a:solidFill>
                <a:latin typeface="Kalam"/>
                <a:ea typeface="Kalam"/>
                <a:cs typeface="Kalam"/>
                <a:sym typeface="Kalam"/>
              </a:endParaRPr>
            </a:p>
          </p:txBody>
        </p:sp>
      </p:grpSp>
      <p:grpSp>
        <p:nvGrpSpPr>
          <p:cNvPr id="266" name="Google Shape;266;p22"/>
          <p:cNvGrpSpPr/>
          <p:nvPr/>
        </p:nvGrpSpPr>
        <p:grpSpPr>
          <a:xfrm>
            <a:off x="5663950" y="7729575"/>
            <a:ext cx="618432" cy="260347"/>
            <a:chOff x="5663950" y="7729575"/>
            <a:chExt cx="618432" cy="260347"/>
          </a:xfrm>
        </p:grpSpPr>
        <p:cxnSp>
          <p:nvCxnSpPr>
            <p:cNvPr id="267" name="Google Shape;267;p22"/>
            <p:cNvCxnSpPr/>
            <p:nvPr/>
          </p:nvCxnSpPr>
          <p:spPr>
            <a:xfrm>
              <a:off x="5663953" y="7989922"/>
              <a:ext cx="618429" cy="0"/>
            </a:xfrm>
            <a:prstGeom prst="straightConnector1">
              <a:avLst/>
            </a:prstGeom>
            <a:noFill/>
            <a:ln w="28575" cap="flat" cmpd="sng">
              <a:solidFill>
                <a:srgbClr val="808080"/>
              </a:solidFill>
              <a:prstDash val="solid"/>
              <a:round/>
              <a:headEnd type="none" w="med" len="med"/>
              <a:tailEnd type="triangle" w="med" len="med"/>
            </a:ln>
          </p:spPr>
        </p:cxnSp>
        <p:sp>
          <p:nvSpPr>
            <p:cNvPr id="268" name="Google Shape;268;p22"/>
            <p:cNvSpPr txBox="1"/>
            <p:nvPr/>
          </p:nvSpPr>
          <p:spPr>
            <a:xfrm>
              <a:off x="5663950" y="7729575"/>
              <a:ext cx="408300" cy="2202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100">
                  <a:solidFill>
                    <a:srgbClr val="000000"/>
                  </a:solidFill>
                  <a:latin typeface="Kalam"/>
                  <a:ea typeface="Kalam"/>
                  <a:cs typeface="Kalam"/>
                  <a:sym typeface="Kalam"/>
                </a:rPr>
                <a:t>×1.</a:t>
              </a:r>
              <a:r>
                <a:rPr lang="en-GB" sz="1100">
                  <a:latin typeface="Kalam"/>
                  <a:ea typeface="Kalam"/>
                  <a:cs typeface="Kalam"/>
                  <a:sym typeface="Kalam"/>
                </a:rPr>
                <a:t>5</a:t>
              </a:r>
              <a:endParaRPr sz="1100">
                <a:solidFill>
                  <a:srgbClr val="000000"/>
                </a:solidFill>
                <a:latin typeface="Kalam"/>
                <a:ea typeface="Kalam"/>
                <a:cs typeface="Kalam"/>
                <a:sym typeface="Kalam"/>
              </a:endParaRPr>
            </a:p>
          </p:txBody>
        </p:sp>
      </p:grpSp>
      <p:sp>
        <p:nvSpPr>
          <p:cNvPr id="269" name="Google Shape;269;p22"/>
          <p:cNvSpPr txBox="1"/>
          <p:nvPr/>
        </p:nvSpPr>
        <p:spPr>
          <a:xfrm>
            <a:off x="2949595" y="8277600"/>
            <a:ext cx="1881000" cy="3693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Pounds × 1.5 = Euros</a:t>
            </a:r>
            <a:endParaRPr sz="1200">
              <a:latin typeface="Kalam"/>
              <a:ea typeface="Kalam"/>
              <a:cs typeface="Kalam"/>
              <a:sym typeface="Kalam"/>
            </a:endParaRPr>
          </a:p>
        </p:txBody>
      </p:sp>
      <p:sp>
        <p:nvSpPr>
          <p:cNvPr id="270" name="Google Shape;270;p22"/>
          <p:cNvSpPr txBox="1"/>
          <p:nvPr/>
        </p:nvSpPr>
        <p:spPr>
          <a:xfrm>
            <a:off x="5150545" y="8277600"/>
            <a:ext cx="1840800" cy="3693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Pounds × 1.5 = Euros</a:t>
            </a:r>
            <a:endParaRPr sz="1200">
              <a:latin typeface="Kalam"/>
              <a:ea typeface="Kalam"/>
              <a:cs typeface="Kalam"/>
              <a:sym typeface="Kalam"/>
            </a:endParaRPr>
          </a:p>
        </p:txBody>
      </p:sp>
      <p:sp>
        <p:nvSpPr>
          <p:cNvPr id="271" name="Google Shape;271;p22"/>
          <p:cNvSpPr txBox="1"/>
          <p:nvPr/>
        </p:nvSpPr>
        <p:spPr>
          <a:xfrm>
            <a:off x="3201738" y="8082875"/>
            <a:ext cx="2670000" cy="3693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30 ÷ 20  = 1.5</a:t>
            </a:r>
            <a:endParaRPr sz="1200">
              <a:latin typeface="Kalam"/>
              <a:ea typeface="Kalam"/>
              <a:cs typeface="Kalam"/>
              <a:sym typeface="Kalam"/>
            </a:endParaRPr>
          </a:p>
        </p:txBody>
      </p:sp>
      <p:sp>
        <p:nvSpPr>
          <p:cNvPr id="272" name="Google Shape;272;p22"/>
          <p:cNvSpPr txBox="1"/>
          <p:nvPr/>
        </p:nvSpPr>
        <p:spPr>
          <a:xfrm>
            <a:off x="5381163" y="8068900"/>
            <a:ext cx="2670000" cy="3693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90 ÷ 60  = 1.5</a:t>
            </a:r>
            <a:endParaRPr sz="1200">
              <a:latin typeface="Kalam"/>
              <a:ea typeface="Kalam"/>
              <a:cs typeface="Kalam"/>
              <a:sym typeface="Kalam"/>
            </a:endParaRPr>
          </a:p>
        </p:txBody>
      </p:sp>
      <p:sp>
        <p:nvSpPr>
          <p:cNvPr id="273" name="Google Shape;273;p22"/>
          <p:cNvSpPr txBox="1"/>
          <p:nvPr/>
        </p:nvSpPr>
        <p:spPr>
          <a:xfrm>
            <a:off x="3501050" y="7064538"/>
            <a:ext cx="1642500" cy="3372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Laura</a:t>
            </a:r>
            <a:endParaRPr sz="1200">
              <a:solidFill>
                <a:srgbClr val="000000"/>
              </a:solidFill>
              <a:latin typeface="Lexend"/>
              <a:ea typeface="Lexend"/>
              <a:cs typeface="Lexend"/>
              <a:sym typeface="Lexend"/>
            </a:endParaRPr>
          </a:p>
        </p:txBody>
      </p:sp>
      <p:sp>
        <p:nvSpPr>
          <p:cNvPr id="274" name="Google Shape;274;p22"/>
          <p:cNvSpPr txBox="1"/>
          <p:nvPr/>
        </p:nvSpPr>
        <p:spPr>
          <a:xfrm>
            <a:off x="5620325" y="7064550"/>
            <a:ext cx="886200" cy="3372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Sam</a:t>
            </a:r>
            <a:endParaRPr sz="1200">
              <a:solidFill>
                <a:srgbClr val="000000"/>
              </a:solidFill>
              <a:latin typeface="Lexend"/>
              <a:ea typeface="Lexend"/>
              <a:cs typeface="Lexend"/>
              <a:sym typeface="Lexend"/>
            </a:endParaRPr>
          </a:p>
        </p:txBody>
      </p:sp>
      <p:sp>
        <p:nvSpPr>
          <p:cNvPr id="275" name="Google Shape;275;p22"/>
          <p:cNvSpPr txBox="1"/>
          <p:nvPr/>
        </p:nvSpPr>
        <p:spPr>
          <a:xfrm>
            <a:off x="2800800" y="6758913"/>
            <a:ext cx="45966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ct val="0"/>
              </a:spcBef>
              <a:spcAft>
                <a:spcPts val="1000"/>
              </a:spcAft>
              <a:buNone/>
            </a:pPr>
            <a:r>
              <a:rPr lang="en-GB" sz="1200">
                <a:solidFill>
                  <a:schemeClr val="dk1"/>
                </a:solidFill>
                <a:latin typeface="Kalam"/>
                <a:ea typeface="Kalam"/>
                <a:cs typeface="Kalam"/>
                <a:sym typeface="Kalam"/>
              </a:rPr>
              <a:t>Laura and Sam got the best deal</a:t>
            </a:r>
            <a:endParaRPr sz="1200"/>
          </a:p>
        </p:txBody>
      </p:sp>
      <p:sp>
        <p:nvSpPr>
          <p:cNvPr id="276" name="Google Shape;276;p22"/>
          <p:cNvSpPr txBox="1"/>
          <p:nvPr/>
        </p:nvSpPr>
        <p:spPr>
          <a:xfrm>
            <a:off x="1706100" y="9330625"/>
            <a:ext cx="4147800" cy="3693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110 ÷ 100  = 1.1 this is most similar to Sofia</a:t>
            </a:r>
            <a:endParaRPr sz="1200">
              <a:latin typeface="Kalam"/>
              <a:ea typeface="Kalam"/>
              <a:cs typeface="Kalam"/>
              <a:sym typeface="Kalam"/>
            </a:endParaRPr>
          </a:p>
        </p:txBody>
      </p:sp>
      <p:sp>
        <p:nvSpPr>
          <p:cNvPr id="277" name="Google Shape;277;p22"/>
          <p:cNvSpPr txBox="1"/>
          <p:nvPr/>
        </p:nvSpPr>
        <p:spPr>
          <a:xfrm>
            <a:off x="468000" y="1011725"/>
            <a:ext cx="6624000" cy="27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1) </a:t>
            </a:r>
            <a:r>
              <a:rPr lang="en-GB" sz="1200">
                <a:solidFill>
                  <a:srgbClr val="000000"/>
                </a:solidFill>
                <a:latin typeface="Lexend"/>
                <a:ea typeface="Lexend"/>
                <a:cs typeface="Lexend"/>
                <a:sym typeface="Lexend"/>
              </a:rPr>
              <a:t>Fill in the currency conversion table using the following ratio:</a:t>
            </a: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endParaRPr>
              <a:solidFill>
                <a:srgbClr val="000000"/>
              </a:solidFill>
              <a:latin typeface="Lexend"/>
              <a:ea typeface="Lexend"/>
              <a:cs typeface="Lexend"/>
              <a:sym typeface="Lexend"/>
            </a:endParaRPr>
          </a:p>
        </p:txBody>
      </p:sp>
      <p:graphicFrame>
        <p:nvGraphicFramePr>
          <p:cNvPr id="278" name="Google Shape;278;p22"/>
          <p:cNvGraphicFramePr>
            <a:graphicFrameLocks noGrp="1"/>
          </p:cNvGraphicFramePr>
          <p:nvPr/>
        </p:nvGraphicFramePr>
        <p:xfrm>
          <a:off x="1555125" y="1364513"/>
          <a:ext cx="3000000" cy="3000000"/>
        </p:xfrm>
        <a:graphic>
          <a:graphicData uri="http://schemas.openxmlformats.org/drawingml/2006/table">
            <a:tbl>
              <a:tblPr>
                <a:noFill/>
                <a:tableStyleId>{25929BD5-C2D0-49E1-B840-C3EF0E30EAC6}</a:tableStyleId>
              </a:tblPr>
              <a:tblGrid>
                <a:gridCol w="2224875"/>
                <a:gridCol w="2224875"/>
              </a:tblGrid>
              <a:tr h="455825">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Euros (€)</a:t>
                      </a:r>
                      <a:endParaRPr sz="1200">
                        <a:solidFill>
                          <a:srgbClr val="FFFFFF"/>
                        </a:solidFill>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E9E9E"/>
                    </a:solidFill>
                  </a:tcPr>
                </a:tc>
                <a:tc>
                  <a:txBody>
                    <a:bodyPr vert="horz" wrap="square"/>
                    <a:lstStyle/>
                    <a:p>
                      <a:pPr marL="0" lvl="0" indent="0" algn="ctr" rtl="0">
                        <a:spcBef>
                          <a:spcPct val="0"/>
                        </a:spcBef>
                        <a:spcAft>
                          <a:spcPct val="0"/>
                        </a:spcAft>
                        <a:buNone/>
                      </a:pPr>
                      <a:r>
                        <a:rPr lang="en-GB" sz="1200">
                          <a:solidFill>
                            <a:srgbClr val="FFFFFF"/>
                          </a:solidFill>
                          <a:latin typeface="Lexend"/>
                          <a:ea typeface="Lexend"/>
                          <a:cs typeface="Lexend"/>
                          <a:sym typeface="Lexend"/>
                        </a:rPr>
                        <a:t>USA dollars ($)</a:t>
                      </a:r>
                      <a:endParaRPr sz="1200">
                        <a:solidFill>
                          <a:srgbClr val="FFFFFF"/>
                        </a:solidFill>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E9E9E"/>
                    </a:solidFill>
                  </a:tcPr>
                </a:tc>
              </a:tr>
              <a:tr h="455825">
                <a:tc>
                  <a:txBody>
                    <a:bodyPr vert="horz" wrap="square"/>
                    <a:lstStyle/>
                    <a:p>
                      <a:pPr marL="0" lvl="0" indent="0" algn="ctr" rtl="0">
                        <a:spcBef>
                          <a:spcPct val="0"/>
                        </a:spcBef>
                        <a:spcAft>
                          <a:spcPct val="0"/>
                        </a:spcAft>
                        <a:buNone/>
                      </a:pPr>
                      <a:r>
                        <a:rPr lang="en-GB" sz="1200">
                          <a:latin typeface="Lexend"/>
                          <a:ea typeface="Lexend"/>
                          <a:cs typeface="Lexend"/>
                          <a:sym typeface="Lexend"/>
                        </a:rPr>
                        <a:t>1</a:t>
                      </a:r>
                      <a:endParaRPr sz="1200">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1.08</a:t>
                      </a:r>
                      <a:endParaRPr sz="1200">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455825">
                <a:tc>
                  <a:txBody>
                    <a:bodyPr vert="horz" wrap="square"/>
                    <a:lstStyle/>
                    <a:p>
                      <a:pPr marL="0" lvl="0" indent="0" algn="ctr" rtl="0">
                        <a:spcBef>
                          <a:spcPct val="0"/>
                        </a:spcBef>
                        <a:spcAft>
                          <a:spcPct val="0"/>
                        </a:spcAft>
                        <a:buNone/>
                      </a:pPr>
                      <a:r>
                        <a:rPr lang="en-GB" sz="1200">
                          <a:latin typeface="Lexend"/>
                          <a:ea typeface="Lexend"/>
                          <a:cs typeface="Lexend"/>
                          <a:sym typeface="Lexend"/>
                        </a:rPr>
                        <a:t>11</a:t>
                      </a:r>
                      <a:endParaRPr sz="1200">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Kalam"/>
                          <a:ea typeface="Kalam"/>
                          <a:cs typeface="Kalam"/>
                          <a:sym typeface="Kalam"/>
                        </a:rPr>
                        <a:t>11.88</a:t>
                      </a:r>
                      <a:endParaRPr sz="1200">
                        <a:latin typeface="Kalam"/>
                        <a:ea typeface="Kalam"/>
                        <a:cs typeface="Kalam"/>
                        <a:sym typeface="Kala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455825">
                <a:tc>
                  <a:txBody>
                    <a:bodyPr vert="horz" wrap="square"/>
                    <a:lstStyle/>
                    <a:p>
                      <a:pPr marL="0" lvl="0" indent="0" algn="ctr" rtl="0">
                        <a:spcBef>
                          <a:spcPct val="0"/>
                        </a:spcBef>
                        <a:spcAft>
                          <a:spcPct val="0"/>
                        </a:spcAft>
                        <a:buNone/>
                      </a:pPr>
                      <a:r>
                        <a:rPr lang="en-GB" sz="1200">
                          <a:latin typeface="Lexend"/>
                          <a:ea typeface="Lexend"/>
                          <a:cs typeface="Lexend"/>
                          <a:sym typeface="Lexend"/>
                        </a:rPr>
                        <a:t>20</a:t>
                      </a:r>
                      <a:endParaRPr sz="1200">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Kalam"/>
                          <a:ea typeface="Kalam"/>
                          <a:cs typeface="Kalam"/>
                          <a:sym typeface="Kalam"/>
                        </a:rPr>
                        <a:t>21.60</a:t>
                      </a:r>
                      <a:endParaRPr sz="1200">
                        <a:latin typeface="Kalam"/>
                        <a:ea typeface="Kalam"/>
                        <a:cs typeface="Kalam"/>
                        <a:sym typeface="Kala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455825">
                <a:tc>
                  <a:txBody>
                    <a:bodyPr vert="horz" wrap="square"/>
                    <a:lstStyle/>
                    <a:p>
                      <a:pPr marL="0" lvl="0" indent="0" algn="ctr" rtl="0">
                        <a:spcBef>
                          <a:spcPct val="0"/>
                        </a:spcBef>
                        <a:spcAft>
                          <a:spcPct val="0"/>
                        </a:spcAft>
                        <a:buNone/>
                      </a:pPr>
                      <a:r>
                        <a:rPr lang="en-GB" sz="1200">
                          <a:latin typeface="Kalam"/>
                          <a:ea typeface="Kalam"/>
                          <a:cs typeface="Kalam"/>
                          <a:sym typeface="Kalam"/>
                        </a:rPr>
                        <a:t>0.5</a:t>
                      </a:r>
                      <a:endParaRPr sz="1200">
                        <a:latin typeface="Kalam"/>
                        <a:ea typeface="Kalam"/>
                        <a:cs typeface="Kalam"/>
                        <a:sym typeface="Kala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0.54</a:t>
                      </a:r>
                      <a:endParaRPr sz="1200">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455825">
                <a:tc>
                  <a:txBody>
                    <a:bodyPr vert="horz" wrap="square"/>
                    <a:lstStyle/>
                    <a:p>
                      <a:pPr marL="0" lvl="0" indent="0" algn="ctr" rtl="0">
                        <a:spcBef>
                          <a:spcPct val="0"/>
                        </a:spcBef>
                        <a:spcAft>
                          <a:spcPct val="0"/>
                        </a:spcAft>
                        <a:buNone/>
                      </a:pPr>
                      <a:r>
                        <a:rPr lang="en-GB" sz="1200">
                          <a:latin typeface="Kalam"/>
                          <a:ea typeface="Kalam"/>
                          <a:cs typeface="Kalam"/>
                          <a:sym typeface="Kalam"/>
                        </a:rPr>
                        <a:t>50</a:t>
                      </a:r>
                      <a:endParaRPr sz="1200">
                        <a:latin typeface="Kalam"/>
                        <a:ea typeface="Kalam"/>
                        <a:cs typeface="Kalam"/>
                        <a:sym typeface="Kala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54</a:t>
                      </a:r>
                      <a:endParaRPr sz="1200">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455825">
                <a:tc>
                  <a:txBody>
                    <a:bodyPr vert="horz" wrap="square"/>
                    <a:lstStyle/>
                    <a:p>
                      <a:pPr marL="0" lvl="0" indent="0" algn="ctr" rtl="0">
                        <a:spcBef>
                          <a:spcPct val="0"/>
                        </a:spcBef>
                        <a:spcAft>
                          <a:spcPct val="0"/>
                        </a:spcAft>
                        <a:buNone/>
                      </a:pPr>
                      <a:r>
                        <a:rPr lang="en-GB" sz="1200">
                          <a:latin typeface="Kalam"/>
                          <a:ea typeface="Kalam"/>
                          <a:cs typeface="Kalam"/>
                          <a:sym typeface="Kalam"/>
                        </a:rPr>
                        <a:t>150</a:t>
                      </a:r>
                      <a:endParaRPr sz="1200">
                        <a:latin typeface="Kalam"/>
                        <a:ea typeface="Kalam"/>
                        <a:cs typeface="Kalam"/>
                        <a:sym typeface="Kala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Lexend"/>
                          <a:ea typeface="Lexend"/>
                          <a:cs typeface="Lexend"/>
                          <a:sym typeface="Lexend"/>
                        </a:rPr>
                        <a:t>162</a:t>
                      </a:r>
                      <a:endParaRPr sz="1200">
                        <a:latin typeface="Lexend"/>
                        <a:ea typeface="Lexend"/>
                        <a:cs typeface="Lexend"/>
                        <a:sym typeface="Lexen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pic>
        <p:nvPicPr>
          <p:cNvPr id="279" name="Google Shape;279;p22"/>
          <p:cNvPicPr preferRelativeResize="0"/>
          <p:nvPr/>
        </p:nvPicPr>
        <p:blipFill>
          <a:blip r:embed="rId3">
            <a:alphaModFix/>
          </a:blip>
          <a:srcRect t="56280" r="69082"/>
          <a:stretch>
            <a:fillRect/>
          </a:stretch>
        </p:blipFill>
        <p:spPr>
          <a:xfrm flipH="1">
            <a:off x="1004200" y="5281575"/>
            <a:ext cx="1701775" cy="1316250"/>
          </a:xfrm>
          <a:prstGeom prst="rect">
            <a:avLst/>
          </a:prstGeom>
          <a:noFill/>
          <a:ln>
            <a:noFill/>
          </a:ln>
        </p:spPr>
      </p:pic>
      <p:pic>
        <p:nvPicPr>
          <p:cNvPr id="280" name="Google Shape;280;p22"/>
          <p:cNvPicPr preferRelativeResize="0"/>
          <p:nvPr/>
        </p:nvPicPr>
        <p:blipFill>
          <a:blip r:embed="rId3">
            <a:alphaModFix/>
          </a:blip>
          <a:srcRect t="56280" r="69082"/>
          <a:stretch>
            <a:fillRect/>
          </a:stretch>
        </p:blipFill>
        <p:spPr>
          <a:xfrm flipH="1">
            <a:off x="3419997" y="5525425"/>
            <a:ext cx="1339203" cy="1120799"/>
          </a:xfrm>
          <a:prstGeom prst="rect">
            <a:avLst/>
          </a:prstGeom>
          <a:noFill/>
          <a:ln>
            <a:noFill/>
          </a:ln>
        </p:spPr>
      </p:pic>
      <p:pic>
        <p:nvPicPr>
          <p:cNvPr id="281" name="Google Shape;281;p22"/>
          <p:cNvPicPr preferRelativeResize="0"/>
          <p:nvPr/>
        </p:nvPicPr>
        <p:blipFill>
          <a:blip r:embed="rId3">
            <a:alphaModFix/>
          </a:blip>
          <a:srcRect t="56280" r="69082"/>
          <a:stretch>
            <a:fillRect/>
          </a:stretch>
        </p:blipFill>
        <p:spPr>
          <a:xfrm flipH="1">
            <a:off x="5442002" y="5313400"/>
            <a:ext cx="1459948" cy="1120799"/>
          </a:xfrm>
          <a:prstGeom prst="rect">
            <a:avLst/>
          </a:prstGeom>
          <a:noFill/>
          <a:ln>
            <a:noFill/>
          </a:ln>
        </p:spPr>
      </p:pic>
      <p:sp>
        <p:nvSpPr>
          <p:cNvPr id="282" name="Google Shape;282;p22"/>
          <p:cNvSpPr txBox="1"/>
          <p:nvPr/>
        </p:nvSpPr>
        <p:spPr>
          <a:xfrm>
            <a:off x="1239650" y="5443450"/>
            <a:ext cx="1123200" cy="8607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I got €120 for £100</a:t>
            </a:r>
            <a:endParaRPr sz="1200">
              <a:solidFill>
                <a:srgbClr val="000000"/>
              </a:solidFill>
              <a:latin typeface="Lexend"/>
              <a:ea typeface="Lexend"/>
              <a:cs typeface="Lexend"/>
              <a:sym typeface="Lexend"/>
            </a:endParaRPr>
          </a:p>
        </p:txBody>
      </p:sp>
      <p:sp>
        <p:nvSpPr>
          <p:cNvPr id="283" name="Google Shape;283;p22"/>
          <p:cNvSpPr txBox="1"/>
          <p:nvPr/>
        </p:nvSpPr>
        <p:spPr>
          <a:xfrm>
            <a:off x="3519788" y="5655475"/>
            <a:ext cx="1245900" cy="8607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I got €30 for £20</a:t>
            </a:r>
            <a:endParaRPr sz="1200">
              <a:solidFill>
                <a:srgbClr val="000000"/>
              </a:solidFill>
              <a:latin typeface="Lexend"/>
              <a:ea typeface="Lexend"/>
              <a:cs typeface="Lexend"/>
              <a:sym typeface="Lexend"/>
            </a:endParaRPr>
          </a:p>
        </p:txBody>
      </p:sp>
      <p:sp>
        <p:nvSpPr>
          <p:cNvPr id="284" name="Google Shape;284;p22"/>
          <p:cNvSpPr txBox="1"/>
          <p:nvPr/>
        </p:nvSpPr>
        <p:spPr>
          <a:xfrm>
            <a:off x="5572900" y="5443450"/>
            <a:ext cx="1123200" cy="5895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I got €90 for £60</a:t>
            </a:r>
            <a:endParaRPr sz="1200">
              <a:solidFill>
                <a:srgbClr val="000000"/>
              </a:solidFill>
              <a:latin typeface="Lexend"/>
              <a:ea typeface="Lexend"/>
              <a:cs typeface="Lexend"/>
              <a:sym typeface="Lexend"/>
            </a:endParaRPr>
          </a:p>
        </p:txBody>
      </p:sp>
      <p:sp>
        <p:nvSpPr>
          <p:cNvPr id="285" name="Google Shape;285;p22"/>
          <p:cNvSpPr txBox="1"/>
          <p:nvPr/>
        </p:nvSpPr>
        <p:spPr>
          <a:xfrm>
            <a:off x="1493175" y="6402375"/>
            <a:ext cx="1642500" cy="3372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Sofia</a:t>
            </a:r>
            <a:endParaRPr sz="1200">
              <a:solidFill>
                <a:srgbClr val="000000"/>
              </a:solidFill>
              <a:latin typeface="Lexend"/>
              <a:ea typeface="Lexend"/>
              <a:cs typeface="Lexend"/>
              <a:sym typeface="Lexend"/>
            </a:endParaRPr>
          </a:p>
        </p:txBody>
      </p:sp>
      <p:sp>
        <p:nvSpPr>
          <p:cNvPr id="286" name="Google Shape;286;p22"/>
          <p:cNvSpPr txBox="1"/>
          <p:nvPr/>
        </p:nvSpPr>
        <p:spPr>
          <a:xfrm>
            <a:off x="4020300" y="6402375"/>
            <a:ext cx="1642500" cy="3372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Laura</a:t>
            </a:r>
            <a:endParaRPr sz="1200">
              <a:solidFill>
                <a:srgbClr val="000000"/>
              </a:solidFill>
              <a:latin typeface="Lexend"/>
              <a:ea typeface="Lexend"/>
              <a:cs typeface="Lexend"/>
              <a:sym typeface="Lexend"/>
            </a:endParaRPr>
          </a:p>
        </p:txBody>
      </p:sp>
      <p:sp>
        <p:nvSpPr>
          <p:cNvPr id="287" name="Google Shape;287;p22"/>
          <p:cNvSpPr txBox="1"/>
          <p:nvPr/>
        </p:nvSpPr>
        <p:spPr>
          <a:xfrm>
            <a:off x="5816350" y="6228800"/>
            <a:ext cx="1642500" cy="3372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Sam</a:t>
            </a:r>
            <a:endParaRPr sz="1200">
              <a:solidFill>
                <a:srgbClr val="000000"/>
              </a:solidFill>
              <a:latin typeface="Lexend"/>
              <a:ea typeface="Lexend"/>
              <a:cs typeface="Lexend"/>
              <a:sym typeface="Lexend"/>
            </a:endParaRPr>
          </a:p>
        </p:txBody>
      </p:sp>
      <p:pic>
        <p:nvPicPr>
          <p:cNvPr id="288" name="Google Shape;288;p22"/>
          <p:cNvPicPr preferRelativeResize="0"/>
          <p:nvPr/>
        </p:nvPicPr>
        <p:blipFill>
          <a:blip r:embed="rId4">
            <a:alphaModFix/>
          </a:blip>
          <a:stretch>
            <a:fillRect/>
          </a:stretch>
        </p:blipFill>
        <p:spPr>
          <a:xfrm flipH="1">
            <a:off x="512447" y="5998020"/>
            <a:ext cx="483299" cy="536148"/>
          </a:xfrm>
          <a:prstGeom prst="rect">
            <a:avLst/>
          </a:prstGeom>
          <a:noFill/>
          <a:ln>
            <a:noFill/>
          </a:ln>
        </p:spPr>
      </p:pic>
      <p:pic>
        <p:nvPicPr>
          <p:cNvPr id="289" name="Google Shape;289;p22"/>
          <p:cNvPicPr preferRelativeResize="0"/>
          <p:nvPr/>
        </p:nvPicPr>
        <p:blipFill>
          <a:blip r:embed="rId5">
            <a:alphaModFix/>
          </a:blip>
          <a:stretch>
            <a:fillRect/>
          </a:stretch>
        </p:blipFill>
        <p:spPr>
          <a:xfrm>
            <a:off x="2799366" y="5890500"/>
            <a:ext cx="558461" cy="731450"/>
          </a:xfrm>
          <a:prstGeom prst="rect">
            <a:avLst/>
          </a:prstGeom>
          <a:noFill/>
          <a:ln>
            <a:noFill/>
          </a:ln>
        </p:spPr>
      </p:pic>
      <p:pic>
        <p:nvPicPr>
          <p:cNvPr id="290" name="Google Shape;290;p22"/>
          <p:cNvPicPr preferRelativeResize="0"/>
          <p:nvPr/>
        </p:nvPicPr>
        <p:blipFill>
          <a:blip r:embed="rId6">
            <a:alphaModFix/>
          </a:blip>
          <a:stretch>
            <a:fillRect/>
          </a:stretch>
        </p:blipFill>
        <p:spPr>
          <a:xfrm>
            <a:off x="4927650" y="5961475"/>
            <a:ext cx="483300" cy="589501"/>
          </a:xfrm>
          <a:prstGeom prst="rect">
            <a:avLst/>
          </a:prstGeom>
          <a:noFill/>
          <a:ln>
            <a:noFill/>
          </a:ln>
        </p:spPr>
      </p:pic>
    </p:spTree>
  </p:cSld>
  <p:clrMapOvr>
    <a:masterClrMapping/>
  </p:clrMapOvr>
  <p:transition/>
  <p:timing/>
</p:sld>
</file>

<file path=ppt/tags/tag1.xml><?xml version="1.0" encoding="utf-8"?>
<p:tagLst xmlns:p="http://schemas.openxmlformats.org/presentationml/2006/main">
  <p:tag name="AS_NET" val="3.1.32"/>
  <p:tag name="AS_OS" val="Microsoft Windows NT 6.2.9200.0"/>
  <p:tag name="AS_RELEASE_DATE" val="2024.01.14"/>
  <p:tag name="AS_TITLE" val="Aspose.Slides for .NET Standard 2.0"/>
  <p:tag name="AS_VERSION" val="24.1"/>
</p:tagLst>
</file>

<file path=ppt/theme/theme1.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a="http://schemas.openxmlformats.org/drawingml/2006/main" name="simple-light-2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aragraphs>103</Paragraphs>
  <Slides>3</Slides>
  <Notes>3</Notes>
  <TotalTime>0</TotalTime>
  <HiddenSlides>0</HiddenSlides>
  <MMClips>0</MMClips>
  <ScaleCrop>0</ScaleCrop>
  <HeadingPairs>
    <vt:vector baseType="variant" size="6">
      <vt:variant>
        <vt:lpstr>Fonts used</vt:lpstr>
      </vt:variant>
      <vt:variant>
        <vt:i4>6</vt:i4>
      </vt:variant>
      <vt:variant>
        <vt:lpstr>Theme</vt:lpstr>
      </vt:variant>
      <vt:variant>
        <vt:i4>1</vt:i4>
      </vt:variant>
      <vt:variant>
        <vt:lpstr>Slide Titles</vt:lpstr>
      </vt:variant>
      <vt:variant>
        <vt:i4>3</vt:i4>
      </vt:variant>
    </vt:vector>
  </HeadingPairs>
  <TitlesOfParts>
    <vt:vector baseType="lpstr" size="10">
      <vt:lpstr>Arial</vt:lpstr>
      <vt:lpstr>Lexend</vt:lpstr>
      <vt:lpstr>Kalam</vt:lpstr>
      <vt:lpstr>Lexend Medium</vt:lpstr>
      <vt:lpstr>Lexend Light</vt:lpstr>
      <vt:lpstr>Calibri</vt:lpstr>
      <vt:lpstr>simple-light-2</vt:lpstr>
      <vt:lpstr>Multiplicative relationships in context</vt:lpstr>
      <vt:lpstr>PowerPoint Presentation</vt:lpstr>
      <vt:lpstr>PowerPoint Presentation</vt:lpstr>
    </vt:vector>
  </TitlesOfParts>
  <LinksUpToDate>0</LinksUpToDate>
  <SharedDoc>0</SharedDoc>
  <HyperlinksChanged>0</HyperlinksChanged>
  <Application>Aspose.Slides for .NET</Application>
  <AppVersion>24.0100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2024-02-05T13:27:00.640</cp:lastPrinted>
  <dcterms:created xsi:type="dcterms:W3CDTF">2024-02-05T13:27:00Z</dcterms:created>
  <dcterms:modified xsi:type="dcterms:W3CDTF">2024-02-05T13:30:24Z</dcterms:modified>
</cp:coreProperties>
</file>