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0C9E3B4-41EF-46CF-9AE9-89A6BDB028C5}">
  <a:tblStyle styleId="{40C9E3B4-41EF-46CF-9AE9-89A6BDB028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a9123584f1_0_3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a9123584f1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in context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733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452675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Multiplicative relationships in context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83775"/>
            <a:ext cx="6624000" cy="1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table knowing the following multiplicative relationships: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Number of eggs × 75 =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Flour is twice as many grams as butter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Butter × 1.5 =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1187138" y="3116775"/>
          <a:ext cx="5185700" cy="1640655"/>
        </p:xfrm>
        <a:graphic>
          <a:graphicData uri="http://schemas.openxmlformats.org/drawingml/2006/table">
            <a:tbl>
              <a:tblPr>
                <a:noFill/>
                <a:tableStyleId>{40C9E3B4-41EF-46CF-9AE9-89A6BDB028C5}</a:tableStyleId>
              </a:tblPr>
              <a:tblGrid>
                <a:gridCol w="1296425"/>
                <a:gridCol w="1296425"/>
                <a:gridCol w="1296425"/>
                <a:gridCol w="1296425"/>
              </a:tblGrid>
              <a:tr h="424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</a:tr>
              <a:tr h="424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4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468000" y="4860750"/>
            <a:ext cx="66240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Most bread doughs start with flour and water.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make chapati, for every two cups of flour, you add one cup of water.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make pizza base, for every three cups of flour, you add two cups of water.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bowl, is it chapati dough, pizza base dough, or neither?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475100" y="5831250"/>
            <a:ext cx="7329808" cy="1979083"/>
            <a:chOff x="475100" y="7070825"/>
            <a:chExt cx="7329808" cy="1979083"/>
          </a:xfrm>
        </p:grpSpPr>
        <p:pic>
          <p:nvPicPr>
            <p:cNvPr id="167" name="Google Shape;16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3625" y="7111150"/>
              <a:ext cx="483300" cy="295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0"/>
            <p:cNvSpPr txBox="1"/>
            <p:nvPr/>
          </p:nvSpPr>
          <p:spPr>
            <a:xfrm>
              <a:off x="475100" y="7151825"/>
              <a:ext cx="483300" cy="5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a)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d)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446900" y="7151825"/>
              <a:ext cx="669300" cy="5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b)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9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9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9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e)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1353500" y="7070825"/>
              <a:ext cx="1363200" cy="622500"/>
            </a:xfrm>
            <a:prstGeom prst="rect">
              <a:avLst/>
            </a:prstGeom>
            <a:solidFill>
              <a:srgbClr val="FFFFFF">
                <a:alpha val="6203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cups of flour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 cups of water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1" name="Google Shape;17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3625" y="8346570"/>
              <a:ext cx="483300" cy="295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0"/>
            <p:cNvSpPr txBox="1"/>
            <p:nvPr/>
          </p:nvSpPr>
          <p:spPr>
            <a:xfrm>
              <a:off x="1353500" y="8375900"/>
              <a:ext cx="2131200" cy="622500"/>
            </a:xfrm>
            <a:prstGeom prst="rect">
              <a:avLst/>
            </a:prstGeom>
            <a:solidFill>
              <a:srgbClr val="FFFFFF">
                <a:alpha val="6203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 cups of flour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cups of water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3715797" y="7111325"/>
              <a:ext cx="1461900" cy="622500"/>
            </a:xfrm>
            <a:prstGeom prst="rect">
              <a:avLst/>
            </a:prstGeom>
            <a:solidFill>
              <a:srgbClr val="FFFFFF">
                <a:alpha val="6203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cups of flour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 cups of water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3635992" y="8418950"/>
              <a:ext cx="2131200" cy="622500"/>
            </a:xfrm>
            <a:prstGeom prst="rect">
              <a:avLst/>
            </a:prstGeom>
            <a:solidFill>
              <a:srgbClr val="FFFFFF">
                <a:alpha val="6203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24 cups of flour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cups of water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5673708" y="7132008"/>
              <a:ext cx="2131200" cy="622500"/>
            </a:xfrm>
            <a:prstGeom prst="rect">
              <a:avLst/>
            </a:prstGeom>
            <a:solidFill>
              <a:srgbClr val="FFFFFF">
                <a:alpha val="6203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cups of flour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 cups of water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5673708" y="8427408"/>
              <a:ext cx="2131200" cy="622500"/>
            </a:xfrm>
            <a:prstGeom prst="rect">
              <a:avLst/>
            </a:prstGeom>
            <a:solidFill>
              <a:srgbClr val="FFFFFF">
                <a:alpha val="6203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24 cups of flour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 cups of water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7" name="Google Shape;17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26433" y="7111325"/>
              <a:ext cx="483300" cy="295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26433" y="8346745"/>
              <a:ext cx="483300" cy="295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81375" y="7111150"/>
              <a:ext cx="483300" cy="295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81375" y="8346570"/>
              <a:ext cx="483300" cy="295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1394000" y="7310363"/>
              <a:ext cx="9399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3989788" y="7359604"/>
              <a:ext cx="9399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3786600" y="8650500"/>
              <a:ext cx="11304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5961567" y="7352358"/>
              <a:ext cx="11304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5946750" y="8677958"/>
              <a:ext cx="15114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5504300" y="7151825"/>
              <a:ext cx="669300" cy="5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c)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f)</a:t>
              </a:r>
              <a:endPara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in context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1187925"/>
            <a:ext cx="6624000" cy="15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To make the perfect meringue, for every three eggs you add 150 g sugar. What is the minimum needed to add to each mixture below to make the meringue perfect?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01867" y="688250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Multiplicative relationships in context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475" y="2603975"/>
            <a:ext cx="877156" cy="6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69575" y="2774450"/>
            <a:ext cx="5178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709168" y="2774450"/>
            <a:ext cx="5178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066634" y="2774450"/>
            <a:ext cx="5178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837987" y="3281102"/>
            <a:ext cx="1648500" cy="481200"/>
          </a:xfrm>
          <a:prstGeom prst="rect">
            <a:avLst/>
          </a:prstGeom>
          <a:solidFill>
            <a:srgbClr val="FFFFFF">
              <a:alpha val="6203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g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2900770" y="3281102"/>
            <a:ext cx="1648500" cy="481200"/>
          </a:xfrm>
          <a:prstGeom prst="rect">
            <a:avLst/>
          </a:prstGeom>
          <a:solidFill>
            <a:srgbClr val="FFFFFF">
              <a:alpha val="6203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450 g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258237" y="3281102"/>
            <a:ext cx="1648500" cy="481200"/>
          </a:xfrm>
          <a:prstGeom prst="rect">
            <a:avLst/>
          </a:prstGeom>
          <a:solidFill>
            <a:srgbClr val="FFFFFF">
              <a:alpha val="6203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400 g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975" y="2603975"/>
            <a:ext cx="877156" cy="6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500" y="2603975"/>
            <a:ext cx="877156" cy="6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714794" y="6032733"/>
            <a:ext cx="1670700" cy="622500"/>
          </a:xfrm>
          <a:prstGeom prst="rect">
            <a:avLst/>
          </a:prstGeom>
          <a:solidFill>
            <a:srgbClr val="FFFFFF">
              <a:alpha val="6203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500 g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729700" y="5973433"/>
            <a:ext cx="1670700" cy="622500"/>
          </a:xfrm>
          <a:prstGeom prst="rect">
            <a:avLst/>
          </a:prstGeom>
          <a:solidFill>
            <a:srgbClr val="FFFFFF">
              <a:alpha val="6203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500 g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925" y="5294021"/>
            <a:ext cx="877156" cy="6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550" y="5288083"/>
            <a:ext cx="877156" cy="6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49800" y="5396025"/>
            <a:ext cx="5178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682593" y="5390075"/>
            <a:ext cx="5178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5" name="Google Shape;215;p22"/>
          <p:cNvSpPr txBox="1"/>
          <p:nvPr>
            <p:ph type="subTitle" idx="1"/>
          </p:nvPr>
        </p:nvSpPr>
        <p:spPr>
          <a:xfrm>
            <a:off x="466825" y="360000"/>
            <a:ext cx="5779200" cy="61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in context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12450" y="688250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Converting money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1004200" y="5281575"/>
            <a:ext cx="1701775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3419997" y="5525425"/>
            <a:ext cx="1339203" cy="112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5442002" y="5313400"/>
            <a:ext cx="1459948" cy="11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468000" y="4715525"/>
            <a:ext cx="63675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group of three friends are going on holiday. They all exchange some pounds for euros.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1239650" y="5443450"/>
            <a:ext cx="11232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got €120 for £100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3519788" y="5655475"/>
            <a:ext cx="12459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got €30 for £20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572900" y="5443450"/>
            <a:ext cx="11232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got €90 for £60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68000" y="6762925"/>
            <a:ext cx="6450300" cy="24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Who got the best deal?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Andeep decided to come along too and exchanged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110 for £100. Whose deal was it most similar to?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1493175" y="6402375"/>
            <a:ext cx="164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4020300" y="6402375"/>
            <a:ext cx="164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816350" y="6228800"/>
            <a:ext cx="164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2447" y="5998020"/>
            <a:ext cx="483299" cy="536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9366" y="5890500"/>
            <a:ext cx="558461" cy="73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7650" y="5961475"/>
            <a:ext cx="483300" cy="58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00700" y="1011725"/>
            <a:ext cx="63675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currency conversion table using the following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3" name="Google Shape;233;p22"/>
          <p:cNvGraphicFramePr>
            <a:graphicFrameLocks noGrp="1"/>
          </p:cNvGraphicFramePr>
          <p:nvPr/>
        </p:nvGraphicFramePr>
        <p:xfrm>
          <a:off x="1555125" y="136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{40C9E3B4-41EF-46CF-9AE9-89A6BDB028C5}</a:tableStyleId>
              </a:tblPr>
              <a:tblGrid>
                <a:gridCol w="2224875"/>
                <a:gridCol w="2224875"/>
              </a:tblGrid>
              <a:tr h="4558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Euros (€)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USA dollars ($)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</a:tr>
              <a:tr h="4558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8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8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8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8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8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Multiplicative relationships in context
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2024-02-05T13:30:14.626</cp:lastPrinted>
  <dcterms:created xsi:type="dcterms:W3CDTF">2024-02-05T13:30:14Z</dcterms:created>
  <dcterms:modified xsi:type="dcterms:W3CDTF">2024-02-05T13:27:11Z</dcterms:modified>
</cp:coreProperties>
</file>