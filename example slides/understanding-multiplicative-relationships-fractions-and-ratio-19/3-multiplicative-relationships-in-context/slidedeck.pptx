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71" r:id="rId4"/>
    <p:sldMasterId id="21474837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50576A-BDC1-41C4-958D-C12858BDD4FE}">
  <a:tblStyle styleId="{A150576A-BDC1-41C4-958D-C12858BDD4F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29fe63ea08c_1_1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29fe63ea08c_1_1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29fe63ea08c_1_1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29fe63ea08c_1_1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29fe63ea08c_1_1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29fe63ea08c_1_1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2a2ea7f8a2f_0_2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2a2ea7f8a2f_0_2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2a2ea7f8a2f_0_2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g2a2ea7f8a2f_0_2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2a2ea7f8a2f_0_2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2" name="Google Shape;1522;g2a2ea7f8a2f_0_20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2a2ea7f8a2f_0_2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2a2ea7f8a2f_0_2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g2a2ea7f8a2f_0_3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2" name="Google Shape;1542;g2a2ea7f8a2f_0_3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g2a2ea7f8a2f_0_3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6" name="Google Shape;1556;g2a2ea7f8a2f_0_3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2a2ea7f8a2f_0_3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0" name="Google Shape;1580;g2a2ea7f8a2f_0_3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2a2ea7f8a2f_0_3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3" name="Google Shape;1603;g2a2ea7f8a2f_0_3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g2a3627d333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8" name="Google Shape;1618;g2a3627d333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1" name="Shape 1631"/>
        <p:cNvGrpSpPr/>
        <p:nvPr/>
      </p:nvGrpSpPr>
      <p:grpSpPr>
        <a:xfrm>
          <a:off x="0" y="0"/>
          <a:ext cx="0" cy="0"/>
          <a:chOff x="0" y="0"/>
          <a:chExt cx="0" cy="0"/>
        </a:xfrm>
      </p:grpSpPr>
      <p:sp>
        <p:nvSpPr>
          <p:cNvPr id="1632" name="Google Shape;1632;g2a2ea7f8a2f_0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3" name="Google Shape;1633;g2a2ea7f8a2f_0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2a2ea7f8a2f_0_3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g2a2ea7f8a2f_0_3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g2a2ea7f8a2f_0_3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0" name="Google Shape;1670;g2a2ea7f8a2f_0_3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g2a2ea7f8a2f_0_3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9" name="Google Shape;1689;g2a2ea7f8a2f_0_3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g2a2ea7f8a2f_0_3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7" name="Google Shape;1707;g2a2ea7f8a2f_0_3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2a3681ad9e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2" name="Google Shape;1732;g2a3681ad9e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9" name="Shape 1759"/>
        <p:cNvGrpSpPr/>
        <p:nvPr/>
      </p:nvGrpSpPr>
      <p:grpSpPr>
        <a:xfrm>
          <a:off x="0" y="0"/>
          <a:ext cx="0" cy="0"/>
          <a:chOff x="0" y="0"/>
          <a:chExt cx="0" cy="0"/>
        </a:xfrm>
      </p:grpSpPr>
      <p:sp>
        <p:nvSpPr>
          <p:cNvPr id="1760" name="Google Shape;1760;g2a3681ad9e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1" name="Google Shape;1761;g2a3681ad9e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4" name="Shape 1784"/>
        <p:cNvGrpSpPr/>
        <p:nvPr/>
      </p:nvGrpSpPr>
      <p:grpSpPr>
        <a:xfrm>
          <a:off x="0" y="0"/>
          <a:ext cx="0" cy="0"/>
          <a:chOff x="0" y="0"/>
          <a:chExt cx="0" cy="0"/>
        </a:xfrm>
      </p:grpSpPr>
      <p:sp>
        <p:nvSpPr>
          <p:cNvPr id="1785" name="Google Shape;1785;g2a3681ad9ee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6" name="Google Shape;1786;g2a3681ad9ee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3" name="Shape 1813"/>
        <p:cNvGrpSpPr/>
        <p:nvPr/>
      </p:nvGrpSpPr>
      <p:grpSpPr>
        <a:xfrm>
          <a:off x="0" y="0"/>
          <a:ext cx="0" cy="0"/>
          <a:chOff x="0" y="0"/>
          <a:chExt cx="0" cy="0"/>
        </a:xfrm>
      </p:grpSpPr>
      <p:sp>
        <p:nvSpPr>
          <p:cNvPr id="1814" name="Google Shape;1814;g2a2ea7f8a2f_0_40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5" name="Google Shape;1815;g2a2ea7f8a2f_0_4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4" name="Shape 1834"/>
        <p:cNvGrpSpPr/>
        <p:nvPr/>
      </p:nvGrpSpPr>
      <p:grpSpPr>
        <a:xfrm>
          <a:off x="0" y="0"/>
          <a:ext cx="0" cy="0"/>
          <a:chOff x="0" y="0"/>
          <a:chExt cx="0" cy="0"/>
        </a:xfrm>
      </p:grpSpPr>
      <p:sp>
        <p:nvSpPr>
          <p:cNvPr id="1835" name="Google Shape;1835;g2a2ea7f8a2f_0_4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6" name="Google Shape;1836;g2a2ea7f8a2f_0_4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g2a2ea7f8a2f_0_4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1" name="Google Shape;1851;g2a2ea7f8a2f_0_4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g2a2ea7f8a2f_0_4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9" name="Google Shape;1859;g2a2ea7f8a2f_0_4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g2a6673013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7" name="Google Shape;1887;g2a6673013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2" name="Shape 1892"/>
        <p:cNvGrpSpPr/>
        <p:nvPr/>
      </p:nvGrpSpPr>
      <p:grpSpPr>
        <a:xfrm>
          <a:off x="0" y="0"/>
          <a:ext cx="0" cy="0"/>
          <a:chOff x="0" y="0"/>
          <a:chExt cx="0" cy="0"/>
        </a:xfrm>
      </p:grpSpPr>
      <p:sp>
        <p:nvSpPr>
          <p:cNvPr id="1893" name="Google Shape;1893;g2a2ea7f8a2f_0_4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4" name="Google Shape;1894;g2a2ea7f8a2f_0_4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g2a2ea7f8a2f_0_4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3" name="Google Shape;1913;g2a2ea7f8a2f_0_4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g2a2ea7f8a2f_0_4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2" name="Google Shape;1932;g2a2ea7f8a2f_0_4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8" name="Shape 1968"/>
        <p:cNvGrpSpPr/>
        <p:nvPr/>
      </p:nvGrpSpPr>
      <p:grpSpPr>
        <a:xfrm>
          <a:off x="0" y="0"/>
          <a:ext cx="0" cy="0"/>
          <a:chOff x="0" y="0"/>
          <a:chExt cx="0" cy="0"/>
        </a:xfrm>
      </p:grpSpPr>
      <p:sp>
        <p:nvSpPr>
          <p:cNvPr id="1969" name="Google Shape;1969;g2a577cb3d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0" name="Google Shape;1970;g2a577cb3d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6" name="Shape 1996"/>
        <p:cNvGrpSpPr/>
        <p:nvPr/>
      </p:nvGrpSpPr>
      <p:grpSpPr>
        <a:xfrm>
          <a:off x="0" y="0"/>
          <a:ext cx="0" cy="0"/>
          <a:chOff x="0" y="0"/>
          <a:chExt cx="0" cy="0"/>
        </a:xfrm>
      </p:grpSpPr>
      <p:sp>
        <p:nvSpPr>
          <p:cNvPr id="1997" name="Google Shape;1997;g2a2ea7f8a2f_0_4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8" name="Google Shape;1998;g2a2ea7f8a2f_0_4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6" name="Shape 2026"/>
        <p:cNvGrpSpPr/>
        <p:nvPr/>
      </p:nvGrpSpPr>
      <p:grpSpPr>
        <a:xfrm>
          <a:off x="0" y="0"/>
          <a:ext cx="0" cy="0"/>
          <a:chOff x="0" y="0"/>
          <a:chExt cx="0" cy="0"/>
        </a:xfrm>
      </p:grpSpPr>
      <p:sp>
        <p:nvSpPr>
          <p:cNvPr id="2027" name="Google Shape;2027;g2a2ea7f8a2f_0_4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8" name="Google Shape;2028;g2a2ea7f8a2f_0_4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g2a2ea7f8a2f_0_4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9" name="Google Shape;2059;g2a2ea7f8a2f_0_4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g2a2ea7f8a2f_0_4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1" name="Google Shape;2071;g2a2ea7f8a2f_0_4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5" name="Shape 2085"/>
        <p:cNvGrpSpPr/>
        <p:nvPr/>
      </p:nvGrpSpPr>
      <p:grpSpPr>
        <a:xfrm>
          <a:off x="0" y="0"/>
          <a:ext cx="0" cy="0"/>
          <a:chOff x="0" y="0"/>
          <a:chExt cx="0" cy="0"/>
        </a:xfrm>
      </p:grpSpPr>
      <p:sp>
        <p:nvSpPr>
          <p:cNvPr id="2086" name="Google Shape;2086;g2a2ea7f8a2f_0_4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7" name="Google Shape;2087;g2a2ea7f8a2f_0_4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7" name="Shape 2097"/>
        <p:cNvGrpSpPr/>
        <p:nvPr/>
      </p:nvGrpSpPr>
      <p:grpSpPr>
        <a:xfrm>
          <a:off x="0" y="0"/>
          <a:ext cx="0" cy="0"/>
          <a:chOff x="0" y="0"/>
          <a:chExt cx="0" cy="0"/>
        </a:xfrm>
      </p:grpSpPr>
      <p:sp>
        <p:nvSpPr>
          <p:cNvPr id="2098" name="Google Shape;2098;g2a2ea7f8a2f_0_4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9" name="Google Shape;2099;g2a2ea7f8a2f_0_4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1" name="Shape 2131"/>
        <p:cNvGrpSpPr/>
        <p:nvPr/>
      </p:nvGrpSpPr>
      <p:grpSpPr>
        <a:xfrm>
          <a:off x="0" y="0"/>
          <a:ext cx="0" cy="0"/>
          <a:chOff x="0" y="0"/>
          <a:chExt cx="0" cy="0"/>
        </a:xfrm>
      </p:grpSpPr>
      <p:sp>
        <p:nvSpPr>
          <p:cNvPr id="2132" name="Google Shape;2132;g2a2ea7f8a2f_0_4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3" name="Google Shape;2133;g2a2ea7f8a2f_0_4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1" name="Shape 2151"/>
        <p:cNvGrpSpPr/>
        <p:nvPr/>
      </p:nvGrpSpPr>
      <p:grpSpPr>
        <a:xfrm>
          <a:off x="0" y="0"/>
          <a:ext cx="0" cy="0"/>
          <a:chOff x="0" y="0"/>
          <a:chExt cx="0" cy="0"/>
        </a:xfrm>
      </p:grpSpPr>
      <p:sp>
        <p:nvSpPr>
          <p:cNvPr id="2152" name="Google Shape;2152;g29fe63ea08c_1_1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3" name="Google Shape;2153;g29fe63ea08c_1_1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9" name="Shape 2159"/>
        <p:cNvGrpSpPr/>
        <p:nvPr/>
      </p:nvGrpSpPr>
      <p:grpSpPr>
        <a:xfrm>
          <a:off x="0" y="0"/>
          <a:ext cx="0" cy="0"/>
          <a:chOff x="0" y="0"/>
          <a:chExt cx="0" cy="0"/>
        </a:xfrm>
      </p:grpSpPr>
      <p:sp>
        <p:nvSpPr>
          <p:cNvPr id="2160" name="Google Shape;2160;g29fe63ea08c_1_1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1" name="Google Shape;2161;g29fe63ea08c_1_1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3.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1.png"/><Relationship Id="rId7" Type="http://schemas.openxmlformats.org/officeDocument/2006/relationships/image" Target="../media/image1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5.png"/><Relationship Id="rId4" Type="http://schemas.openxmlformats.org/officeDocument/2006/relationships/image" Target="../media/image90.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90.png"/><Relationship Id="rId4" Type="http://schemas.openxmlformats.org/officeDocument/2006/relationships/image" Target="../media/image22.png"/><Relationship Id="rId9"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29.png"/><Relationship Id="rId7" Type="http://schemas.openxmlformats.org/officeDocument/2006/relationships/image" Target="../media/image28.png"/><Relationship Id="rId8" Type="http://schemas.openxmlformats.org/officeDocument/2006/relationships/image" Target="../media/image2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90.png"/><Relationship Id="rId4" Type="http://schemas.openxmlformats.org/officeDocument/2006/relationships/image" Target="../media/image30.png"/><Relationship Id="rId11" Type="http://schemas.openxmlformats.org/officeDocument/2006/relationships/image" Target="../media/image18.png"/><Relationship Id="rId10" Type="http://schemas.openxmlformats.org/officeDocument/2006/relationships/image" Target="../media/image38.png"/><Relationship Id="rId9" Type="http://schemas.openxmlformats.org/officeDocument/2006/relationships/image" Target="../media/image27.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9.png"/><Relationship Id="rId8" Type="http://schemas.openxmlformats.org/officeDocument/2006/relationships/image" Target="../media/image2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20.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5.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3.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1.png"/><Relationship Id="rId7" Type="http://schemas.openxmlformats.org/officeDocument/2006/relationships/image" Target="../media/image17.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5.png"/><Relationship Id="rId4" Type="http://schemas.openxmlformats.org/officeDocument/2006/relationships/image" Target="../media/image90.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18.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90.png"/><Relationship Id="rId4" Type="http://schemas.openxmlformats.org/officeDocument/2006/relationships/image" Target="../media/image22.png"/><Relationship Id="rId9"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29.png"/><Relationship Id="rId7" Type="http://schemas.openxmlformats.org/officeDocument/2006/relationships/image" Target="../media/image28.png"/><Relationship Id="rId8" Type="http://schemas.openxmlformats.org/officeDocument/2006/relationships/image" Target="../media/image27.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90.png"/><Relationship Id="rId4" Type="http://schemas.openxmlformats.org/officeDocument/2006/relationships/image" Target="../media/image30.png"/><Relationship Id="rId11" Type="http://schemas.openxmlformats.org/officeDocument/2006/relationships/image" Target="../media/image18.png"/><Relationship Id="rId10" Type="http://schemas.openxmlformats.org/officeDocument/2006/relationships/image" Target="../media/image38.png"/><Relationship Id="rId9" Type="http://schemas.openxmlformats.org/officeDocument/2006/relationships/image" Target="../media/image27.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9.png"/><Relationship Id="rId8" Type="http://schemas.openxmlformats.org/officeDocument/2006/relationships/image" Target="../media/image28.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37.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37.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37.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37.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7.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7.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7.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3" name="Google Shape;653;p48"/>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4" name="Google Shape;654;p4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5" name="Google Shape;655;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6" name="Google Shape;656;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2" name="Google Shape;662;p49"/>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3" name="Google Shape;663;p4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4" name="Google Shape;664;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0" name="Google Shape;670;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1" name="Google Shape;671;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2" name="Google Shape;672;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78" name="Google Shape;678;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79" name="Google Shape;679;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0" name="Google Shape;680;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5" name="Google Shape;685;p52"/>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6" name="Google Shape;686;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7" name="Google Shape;687;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8" name="Google Shape;688;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4" name="Google Shape;694;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5" name="Google Shape;695;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6" name="Google Shape;696;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2" name="Google Shape;702;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3" name="Google Shape;703;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4" name="Google Shape;70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0" name="Google Shape;710;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1" name="Google Shape;711;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2" name="Google Shape;712;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754" name="Shape 754"/>
        <p:cNvGrpSpPr/>
        <p:nvPr/>
      </p:nvGrpSpPr>
      <p:grpSpPr>
        <a:xfrm>
          <a:off x="0" y="0"/>
          <a:ext cx="0" cy="0"/>
          <a:chOff x="0" y="0"/>
          <a:chExt cx="0" cy="0"/>
        </a:xfrm>
      </p:grpSpPr>
      <p:pic>
        <p:nvPicPr>
          <p:cNvPr id="755" name="Google Shape;755;p64"/>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56" name="Google Shape;756;p6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57" name="Google Shape;757;p64"/>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8" name="Google Shape;758;p64"/>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59" name="Google Shape;759;p6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60" name="Google Shape;760;p64"/>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61" name="Google Shape;761;p6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762" name="Shape 762"/>
        <p:cNvGrpSpPr/>
        <p:nvPr/>
      </p:nvGrpSpPr>
      <p:grpSpPr>
        <a:xfrm>
          <a:off x="0" y="0"/>
          <a:ext cx="0" cy="0"/>
          <a:chOff x="0" y="0"/>
          <a:chExt cx="0" cy="0"/>
        </a:xfrm>
      </p:grpSpPr>
      <p:pic>
        <p:nvPicPr>
          <p:cNvPr id="763" name="Google Shape;763;p65"/>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764" name="Google Shape;764;p6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5" name="Google Shape;765;p6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766" name="Google Shape;766;p65"/>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7" name="Google Shape;767;p6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68" name="Google Shape;768;p6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769" name="Google Shape;769;p65"/>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770" name="Shape 770"/>
        <p:cNvGrpSpPr/>
        <p:nvPr/>
      </p:nvGrpSpPr>
      <p:grpSpPr>
        <a:xfrm>
          <a:off x="0" y="0"/>
          <a:ext cx="0" cy="0"/>
          <a:chOff x="0" y="0"/>
          <a:chExt cx="0" cy="0"/>
        </a:xfrm>
      </p:grpSpPr>
      <p:pic>
        <p:nvPicPr>
          <p:cNvPr id="771" name="Google Shape;771;p66"/>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772" name="Google Shape;772;p66"/>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773" name="Google Shape;773;p6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4" name="Google Shape;774;p6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775" name="Google Shape;775;p66"/>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76" name="Google Shape;776;p66"/>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77" name="Google Shape;777;p6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778" name="Shape 778"/>
        <p:cNvGrpSpPr/>
        <p:nvPr/>
      </p:nvGrpSpPr>
      <p:grpSpPr>
        <a:xfrm>
          <a:off x="0" y="0"/>
          <a:ext cx="0" cy="0"/>
          <a:chOff x="0" y="0"/>
          <a:chExt cx="0" cy="0"/>
        </a:xfrm>
      </p:grpSpPr>
      <p:pic>
        <p:nvPicPr>
          <p:cNvPr id="779" name="Google Shape;779;p67"/>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80" name="Google Shape;780;p6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1" name="Google Shape;781;p6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782" name="Google Shape;782;p67"/>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83" name="Google Shape;783;p6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84" name="Google Shape;784;p6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5" name="Google Shape;785;p67"/>
          <p:cNvGrpSpPr/>
          <p:nvPr/>
        </p:nvGrpSpPr>
        <p:grpSpPr>
          <a:xfrm>
            <a:off x="6156975" y="0"/>
            <a:ext cx="2987025" cy="3854074"/>
            <a:chOff x="6156975" y="0"/>
            <a:chExt cx="2987025" cy="3854074"/>
          </a:xfrm>
        </p:grpSpPr>
        <p:pic>
          <p:nvPicPr>
            <p:cNvPr id="786" name="Google Shape;786;p6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787" name="Google Shape;787;p67"/>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8" name="Google Shape;788;p67"/>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789" name="Shape 789"/>
        <p:cNvGrpSpPr/>
        <p:nvPr/>
      </p:nvGrpSpPr>
      <p:grpSpPr>
        <a:xfrm>
          <a:off x="0" y="0"/>
          <a:ext cx="0" cy="0"/>
          <a:chOff x="0" y="0"/>
          <a:chExt cx="0" cy="0"/>
        </a:xfrm>
      </p:grpSpPr>
      <p:pic>
        <p:nvPicPr>
          <p:cNvPr id="790" name="Google Shape;790;p68"/>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791" name="Google Shape;791;p6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2" name="Google Shape;792;p6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793" name="Google Shape;793;p68"/>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94" name="Google Shape;794;p6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95" name="Google Shape;795;p6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796" name="Google Shape;796;p68"/>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797" name="Shape 797"/>
        <p:cNvGrpSpPr/>
        <p:nvPr/>
      </p:nvGrpSpPr>
      <p:grpSpPr>
        <a:xfrm>
          <a:off x="0" y="0"/>
          <a:ext cx="0" cy="0"/>
          <a:chOff x="0" y="0"/>
          <a:chExt cx="0" cy="0"/>
        </a:xfrm>
      </p:grpSpPr>
      <p:sp>
        <p:nvSpPr>
          <p:cNvPr id="798" name="Google Shape;798;p6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9" name="Google Shape;799;p6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800" name="Google Shape;800;p69"/>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01" name="Google Shape;801;p69"/>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802" name="Google Shape;802;p6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803" name="Google Shape;803;p69"/>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804" name="Google Shape;804;p69"/>
          <p:cNvGrpSpPr/>
          <p:nvPr/>
        </p:nvGrpSpPr>
        <p:grpSpPr>
          <a:xfrm>
            <a:off x="6156975" y="0"/>
            <a:ext cx="2987025" cy="3854074"/>
            <a:chOff x="6156975" y="0"/>
            <a:chExt cx="2987025" cy="3854074"/>
          </a:xfrm>
        </p:grpSpPr>
        <p:pic>
          <p:nvPicPr>
            <p:cNvPr id="805" name="Google Shape;805;p6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6" name="Google Shape;806;p69"/>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7" name="Google Shape;807;p69"/>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808" name="Shape 808"/>
        <p:cNvGrpSpPr/>
        <p:nvPr/>
      </p:nvGrpSpPr>
      <p:grpSpPr>
        <a:xfrm>
          <a:off x="0" y="0"/>
          <a:ext cx="0" cy="0"/>
          <a:chOff x="0" y="0"/>
          <a:chExt cx="0" cy="0"/>
        </a:xfrm>
      </p:grpSpPr>
      <p:pic>
        <p:nvPicPr>
          <p:cNvPr id="809" name="Google Shape;809;p70"/>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810" name="Google Shape;810;p7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11" name="Google Shape;811;p7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2" name="Google Shape;812;p7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813" name="Google Shape;813;p70"/>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14" name="Google Shape;814;p7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15" name="Google Shape;815;p7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816" name="Shape 816"/>
        <p:cNvGrpSpPr/>
        <p:nvPr/>
      </p:nvGrpSpPr>
      <p:grpSpPr>
        <a:xfrm>
          <a:off x="0" y="0"/>
          <a:ext cx="0" cy="0"/>
          <a:chOff x="0" y="0"/>
          <a:chExt cx="0" cy="0"/>
        </a:xfrm>
      </p:grpSpPr>
      <p:pic>
        <p:nvPicPr>
          <p:cNvPr id="817" name="Google Shape;817;p71"/>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818" name="Google Shape;818;p7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9" name="Google Shape;819;p7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820" name="Google Shape;820;p71"/>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21" name="Google Shape;821;p7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822" name="Google Shape;822;p7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823" name="Google Shape;823;p71"/>
          <p:cNvGrpSpPr/>
          <p:nvPr/>
        </p:nvGrpSpPr>
        <p:grpSpPr>
          <a:xfrm>
            <a:off x="6156975" y="0"/>
            <a:ext cx="2987025" cy="3854074"/>
            <a:chOff x="6156975" y="0"/>
            <a:chExt cx="2987025" cy="3854074"/>
          </a:xfrm>
        </p:grpSpPr>
        <p:pic>
          <p:nvPicPr>
            <p:cNvPr id="824" name="Google Shape;824;p7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25" name="Google Shape;825;p71"/>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6" name="Google Shape;826;p71"/>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7" name="Shape 827"/>
        <p:cNvGrpSpPr/>
        <p:nvPr/>
      </p:nvGrpSpPr>
      <p:grpSpPr>
        <a:xfrm>
          <a:off x="0" y="0"/>
          <a:ext cx="0" cy="0"/>
          <a:chOff x="0" y="0"/>
          <a:chExt cx="0" cy="0"/>
        </a:xfrm>
      </p:grpSpPr>
      <p:pic>
        <p:nvPicPr>
          <p:cNvPr id="828" name="Google Shape;828;p72"/>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29" name="Google Shape;829;p7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30" name="Google Shape;830;p7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1" name="Google Shape;831;p7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32" name="Google Shape;832;p72"/>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33" name="Google Shape;833;p72"/>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34" name="Google Shape;834;p7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835" name="Shape 835"/>
        <p:cNvGrpSpPr/>
        <p:nvPr/>
      </p:nvGrpSpPr>
      <p:grpSpPr>
        <a:xfrm>
          <a:off x="0" y="0"/>
          <a:ext cx="0" cy="0"/>
          <a:chOff x="0" y="0"/>
          <a:chExt cx="0" cy="0"/>
        </a:xfrm>
      </p:grpSpPr>
      <p:pic>
        <p:nvPicPr>
          <p:cNvPr id="836" name="Google Shape;836;p73"/>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837" name="Google Shape;837;p73"/>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838" name="Google Shape;838;p73"/>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2000"/>
              <a:buNone/>
              <a:defRPr sz="20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839" name="Shape 839"/>
        <p:cNvGrpSpPr/>
        <p:nvPr/>
      </p:nvGrpSpPr>
      <p:grpSpPr>
        <a:xfrm>
          <a:off x="0" y="0"/>
          <a:ext cx="0" cy="0"/>
          <a:chOff x="0" y="0"/>
          <a:chExt cx="0" cy="0"/>
        </a:xfrm>
      </p:grpSpPr>
      <p:sp>
        <p:nvSpPr>
          <p:cNvPr id="840" name="Google Shape;840;p74"/>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841" name="Google Shape;841;p74"/>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842" name="Google Shape;842;p74"/>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843" name="Google Shape;843;p74"/>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844" name="Google Shape;844;p74"/>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845" name="Google Shape;845;p74"/>
          <p:cNvGrpSpPr/>
          <p:nvPr/>
        </p:nvGrpSpPr>
        <p:grpSpPr>
          <a:xfrm>
            <a:off x="2498516" y="1415817"/>
            <a:ext cx="1745270" cy="1430724"/>
            <a:chOff x="2642961" y="1644312"/>
            <a:chExt cx="1454634" cy="1195657"/>
          </a:xfrm>
        </p:grpSpPr>
        <p:pic>
          <p:nvPicPr>
            <p:cNvPr id="846" name="Google Shape;846;p74"/>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847" name="Google Shape;847;p74"/>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848" name="Google Shape;848;p74"/>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849" name="Google Shape;849;p74"/>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850" name="Google Shape;850;p74"/>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851" name="Google Shape;851;p74"/>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852" name="Shape 852"/>
        <p:cNvGrpSpPr/>
        <p:nvPr/>
      </p:nvGrpSpPr>
      <p:grpSpPr>
        <a:xfrm>
          <a:off x="0" y="0"/>
          <a:ext cx="0" cy="0"/>
          <a:chOff x="0" y="0"/>
          <a:chExt cx="0" cy="0"/>
        </a:xfrm>
      </p:grpSpPr>
      <p:sp>
        <p:nvSpPr>
          <p:cNvPr id="853" name="Google Shape;853;p7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4" name="Google Shape;854;p7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55" name="Google Shape;855;p7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56" name="Google Shape;856;p75"/>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7" name="Google Shape;857;p75"/>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8" name="Google Shape;858;p75"/>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859" name="Shape 859"/>
        <p:cNvGrpSpPr/>
        <p:nvPr/>
      </p:nvGrpSpPr>
      <p:grpSpPr>
        <a:xfrm>
          <a:off x="0" y="0"/>
          <a:ext cx="0" cy="0"/>
          <a:chOff x="0" y="0"/>
          <a:chExt cx="0" cy="0"/>
        </a:xfrm>
      </p:grpSpPr>
      <p:sp>
        <p:nvSpPr>
          <p:cNvPr id="860" name="Google Shape;860;p7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1" name="Google Shape;861;p7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62" name="Google Shape;862;p7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63" name="Google Shape;863;p76"/>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64" name="Google Shape;864;p76"/>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65" name="Google Shape;865;p76"/>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866" name="Shape 866"/>
        <p:cNvGrpSpPr/>
        <p:nvPr/>
      </p:nvGrpSpPr>
      <p:grpSpPr>
        <a:xfrm>
          <a:off x="0" y="0"/>
          <a:ext cx="0" cy="0"/>
          <a:chOff x="0" y="0"/>
          <a:chExt cx="0" cy="0"/>
        </a:xfrm>
      </p:grpSpPr>
      <p:sp>
        <p:nvSpPr>
          <p:cNvPr id="867" name="Google Shape;867;p7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8" name="Google Shape;868;p7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69" name="Google Shape;869;p77"/>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70" name="Google Shape;870;p77"/>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71" name="Google Shape;871;p77"/>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72" name="Google Shape;872;p77"/>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73" name="Google Shape;873;p7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874" name="Shape 874"/>
        <p:cNvGrpSpPr/>
        <p:nvPr/>
      </p:nvGrpSpPr>
      <p:grpSpPr>
        <a:xfrm>
          <a:off x="0" y="0"/>
          <a:ext cx="0" cy="0"/>
          <a:chOff x="0" y="0"/>
          <a:chExt cx="0" cy="0"/>
        </a:xfrm>
      </p:grpSpPr>
      <p:sp>
        <p:nvSpPr>
          <p:cNvPr id="875" name="Google Shape;875;p7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6" name="Google Shape;876;p7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77" name="Google Shape;877;p78"/>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8" name="Google Shape;878;p78"/>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9" name="Google Shape;879;p78"/>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0" name="Google Shape;880;p78"/>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1" name="Google Shape;881;p7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882" name="Shape 882"/>
        <p:cNvGrpSpPr/>
        <p:nvPr/>
      </p:nvGrpSpPr>
      <p:grpSpPr>
        <a:xfrm>
          <a:off x="0" y="0"/>
          <a:ext cx="0" cy="0"/>
          <a:chOff x="0" y="0"/>
          <a:chExt cx="0" cy="0"/>
        </a:xfrm>
      </p:grpSpPr>
      <p:sp>
        <p:nvSpPr>
          <p:cNvPr id="883" name="Google Shape;883;p79"/>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4" name="Google Shape;884;p79"/>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85" name="Google Shape;885;p79"/>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6" name="Google Shape;886;p79"/>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7" name="Google Shape;887;p79"/>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8" name="Google Shape;888;p79"/>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9" name="Google Shape;889;p79"/>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90" name="Google Shape;890;p79"/>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891" name="Shape 891"/>
        <p:cNvGrpSpPr/>
        <p:nvPr/>
      </p:nvGrpSpPr>
      <p:grpSpPr>
        <a:xfrm>
          <a:off x="0" y="0"/>
          <a:ext cx="0" cy="0"/>
          <a:chOff x="0" y="0"/>
          <a:chExt cx="0" cy="0"/>
        </a:xfrm>
      </p:grpSpPr>
      <p:sp>
        <p:nvSpPr>
          <p:cNvPr id="892" name="Google Shape;892;p80"/>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3" name="Google Shape;893;p80"/>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94" name="Google Shape;894;p80"/>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95" name="Google Shape;895;p80"/>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96" name="Google Shape;896;p80"/>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897" name="Google Shape;897;p80"/>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898" name="Google Shape;898;p80"/>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99" name="Google Shape;899;p80"/>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900" name="Shape 900"/>
        <p:cNvGrpSpPr/>
        <p:nvPr/>
      </p:nvGrpSpPr>
      <p:grpSpPr>
        <a:xfrm>
          <a:off x="0" y="0"/>
          <a:ext cx="0" cy="0"/>
          <a:chOff x="0" y="0"/>
          <a:chExt cx="0" cy="0"/>
        </a:xfrm>
      </p:grpSpPr>
      <p:sp>
        <p:nvSpPr>
          <p:cNvPr id="901" name="Google Shape;901;p8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2" name="Google Shape;902;p81"/>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903" name="Google Shape;903;p81"/>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904" name="Google Shape;904;p81"/>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905" name="Google Shape;905;p81"/>
          <p:cNvCxnSpPr>
            <a:endCxn id="906"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907" name="Google Shape;907;p81"/>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908" name="Google Shape;908;p81"/>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09" name="Google Shape;909;p81"/>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906" name="Google Shape;906;p81"/>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910" name="Google Shape;910;p81"/>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911" name="Google Shape;911;p8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12" name="Google Shape;912;p81"/>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913" name="Shape 913"/>
        <p:cNvGrpSpPr/>
        <p:nvPr/>
      </p:nvGrpSpPr>
      <p:grpSpPr>
        <a:xfrm>
          <a:off x="0" y="0"/>
          <a:ext cx="0" cy="0"/>
          <a:chOff x="0" y="0"/>
          <a:chExt cx="0" cy="0"/>
        </a:xfrm>
      </p:grpSpPr>
      <p:pic>
        <p:nvPicPr>
          <p:cNvPr id="914" name="Google Shape;914;p82"/>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915" name="Google Shape;915;p82"/>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916" name="Google Shape;916;p82"/>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917" name="Google Shape;917;p82"/>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918" name="Google Shape;918;p82"/>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919" name="Google Shape;919;p82"/>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920" name="Google Shape;920;p82"/>
          <p:cNvCxnSpPr>
            <a:endCxn id="921"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921" name="Google Shape;921;p82"/>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922" name="Google Shape;922;p82"/>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923" name="Google Shape;923;p82"/>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24" name="Google Shape;924;p82"/>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25" name="Google Shape;925;p82"/>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926" name="Google Shape;926;p82"/>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927" name="Google Shape;927;p82"/>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8" name="Google Shape;928;p82"/>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929" name="Google Shape;929;p82"/>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30" name="Google Shape;930;p82"/>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931" name="Shape 931"/>
        <p:cNvGrpSpPr/>
        <p:nvPr/>
      </p:nvGrpSpPr>
      <p:grpSpPr>
        <a:xfrm>
          <a:off x="0" y="0"/>
          <a:ext cx="0" cy="0"/>
          <a:chOff x="0" y="0"/>
          <a:chExt cx="0" cy="0"/>
        </a:xfrm>
      </p:grpSpPr>
      <p:pic>
        <p:nvPicPr>
          <p:cNvPr id="932" name="Google Shape;932;p83"/>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933" name="Google Shape;933;p83"/>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934" name="Google Shape;934;p83"/>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935" name="Google Shape;935;p83"/>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936" name="Google Shape;936;p83"/>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937" name="Google Shape;937;p83"/>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938" name="Google Shape;938;p83"/>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939" name="Google Shape;939;p83"/>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940" name="Google Shape;940;p83"/>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941" name="Google Shape;941;p83"/>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942" name="Google Shape;942;p83"/>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943" name="Google Shape;943;p83"/>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944" name="Google Shape;944;p83"/>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45" name="Google Shape;945;p83"/>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46" name="Google Shape;946;p83"/>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47" name="Google Shape;947;p83"/>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948" name="Google Shape;948;p83"/>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949" name="Google Shape;949;p83"/>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0" name="Google Shape;950;p83"/>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951" name="Google Shape;951;p83"/>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52" name="Google Shape;952;p83"/>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953" name="Shape 953"/>
        <p:cNvGrpSpPr/>
        <p:nvPr/>
      </p:nvGrpSpPr>
      <p:grpSpPr>
        <a:xfrm>
          <a:off x="0" y="0"/>
          <a:ext cx="0" cy="0"/>
          <a:chOff x="0" y="0"/>
          <a:chExt cx="0" cy="0"/>
        </a:xfrm>
      </p:grpSpPr>
      <p:pic>
        <p:nvPicPr>
          <p:cNvPr id="954" name="Google Shape;954;p8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955" name="Google Shape;955;p84"/>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8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57" name="Google Shape;957;p8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58" name="Google Shape;958;p8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959" name="Google Shape;959;p8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960" name="Shape 960"/>
        <p:cNvGrpSpPr/>
        <p:nvPr/>
      </p:nvGrpSpPr>
      <p:grpSpPr>
        <a:xfrm>
          <a:off x="0" y="0"/>
          <a:ext cx="0" cy="0"/>
          <a:chOff x="0" y="0"/>
          <a:chExt cx="0" cy="0"/>
        </a:xfrm>
      </p:grpSpPr>
      <p:pic>
        <p:nvPicPr>
          <p:cNvPr id="961" name="Google Shape;961;p8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62" name="Google Shape;962;p8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8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64" name="Google Shape;964;p8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965" name="Google Shape;965;p8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66" name="Google Shape;966;p8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967" name="Shape 967"/>
        <p:cNvGrpSpPr/>
        <p:nvPr/>
      </p:nvGrpSpPr>
      <p:grpSpPr>
        <a:xfrm>
          <a:off x="0" y="0"/>
          <a:ext cx="0" cy="0"/>
          <a:chOff x="0" y="0"/>
          <a:chExt cx="0" cy="0"/>
        </a:xfrm>
      </p:grpSpPr>
      <p:pic>
        <p:nvPicPr>
          <p:cNvPr id="968" name="Google Shape;968;p8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69" name="Google Shape;969;p8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8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71" name="Google Shape;971;p86"/>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972" name="Google Shape;972;p8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73" name="Google Shape;973;p86"/>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974" name="Shape 974"/>
        <p:cNvGrpSpPr/>
        <p:nvPr/>
      </p:nvGrpSpPr>
      <p:grpSpPr>
        <a:xfrm>
          <a:off x="0" y="0"/>
          <a:ext cx="0" cy="0"/>
          <a:chOff x="0" y="0"/>
          <a:chExt cx="0" cy="0"/>
        </a:xfrm>
      </p:grpSpPr>
      <p:pic>
        <p:nvPicPr>
          <p:cNvPr id="975" name="Google Shape;975;p8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76" name="Google Shape;976;p8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8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78" name="Google Shape;978;p87"/>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979" name="Google Shape;979;p8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80" name="Google Shape;980;p87"/>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981" name="Shape 981"/>
        <p:cNvGrpSpPr/>
        <p:nvPr/>
      </p:nvGrpSpPr>
      <p:grpSpPr>
        <a:xfrm>
          <a:off x="0" y="0"/>
          <a:ext cx="0" cy="0"/>
          <a:chOff x="0" y="0"/>
          <a:chExt cx="0" cy="0"/>
        </a:xfrm>
      </p:grpSpPr>
      <p:sp>
        <p:nvSpPr>
          <p:cNvPr id="982" name="Google Shape;982;p8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3" name="Google Shape;983;p88"/>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984" name="Google Shape;984;p8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8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86" name="Google Shape;986;p8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87" name="Google Shape;987;p88"/>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88" name="Google Shape;988;p88"/>
          <p:cNvGrpSpPr/>
          <p:nvPr/>
        </p:nvGrpSpPr>
        <p:grpSpPr>
          <a:xfrm>
            <a:off x="7834231" y="1285"/>
            <a:ext cx="828900" cy="576065"/>
            <a:chOff x="7801496" y="1285"/>
            <a:chExt cx="828900" cy="576065"/>
          </a:xfrm>
        </p:grpSpPr>
        <p:pic>
          <p:nvPicPr>
            <p:cNvPr id="989" name="Google Shape;989;p8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990" name="Google Shape;990;p8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991" name="Google Shape;991;p88"/>
          <p:cNvGrpSpPr/>
          <p:nvPr/>
        </p:nvGrpSpPr>
        <p:grpSpPr>
          <a:xfrm>
            <a:off x="8635663" y="1285"/>
            <a:ext cx="499700" cy="576065"/>
            <a:chOff x="8635663" y="1285"/>
            <a:chExt cx="499700" cy="576065"/>
          </a:xfrm>
        </p:grpSpPr>
        <p:pic>
          <p:nvPicPr>
            <p:cNvPr id="992" name="Google Shape;992;p8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993" name="Google Shape;993;p8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994" name="Shape 994"/>
        <p:cNvGrpSpPr/>
        <p:nvPr/>
      </p:nvGrpSpPr>
      <p:grpSpPr>
        <a:xfrm>
          <a:off x="0" y="0"/>
          <a:ext cx="0" cy="0"/>
          <a:chOff x="0" y="0"/>
          <a:chExt cx="0" cy="0"/>
        </a:xfrm>
      </p:grpSpPr>
      <p:sp>
        <p:nvSpPr>
          <p:cNvPr id="995" name="Google Shape;995;p8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96" name="Google Shape;996;p8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97" name="Google Shape;997;p8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8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99" name="Google Shape;999;p8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00" name="Google Shape;1000;p8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01" name="Google Shape;1001;p89"/>
          <p:cNvGrpSpPr/>
          <p:nvPr/>
        </p:nvGrpSpPr>
        <p:grpSpPr>
          <a:xfrm>
            <a:off x="7834231" y="1285"/>
            <a:ext cx="828900" cy="576065"/>
            <a:chOff x="7801496" y="1285"/>
            <a:chExt cx="828900" cy="576065"/>
          </a:xfrm>
        </p:grpSpPr>
        <p:pic>
          <p:nvPicPr>
            <p:cNvPr id="1002" name="Google Shape;1002;p8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003" name="Google Shape;1003;p8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1004" name="Google Shape;1004;p89"/>
          <p:cNvGrpSpPr/>
          <p:nvPr/>
        </p:nvGrpSpPr>
        <p:grpSpPr>
          <a:xfrm>
            <a:off x="8635663" y="1285"/>
            <a:ext cx="499700" cy="576065"/>
            <a:chOff x="8635663" y="1285"/>
            <a:chExt cx="499700" cy="576065"/>
          </a:xfrm>
        </p:grpSpPr>
        <p:pic>
          <p:nvPicPr>
            <p:cNvPr id="1005" name="Google Shape;1005;p8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006" name="Google Shape;1006;p8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1007" name="Shape 1007"/>
        <p:cNvGrpSpPr/>
        <p:nvPr/>
      </p:nvGrpSpPr>
      <p:grpSpPr>
        <a:xfrm>
          <a:off x="0" y="0"/>
          <a:ext cx="0" cy="0"/>
          <a:chOff x="0" y="0"/>
          <a:chExt cx="0" cy="0"/>
        </a:xfrm>
      </p:grpSpPr>
      <p:sp>
        <p:nvSpPr>
          <p:cNvPr id="1008" name="Google Shape;1008;p90"/>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09" name="Google Shape;1009;p9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10" name="Google Shape;1010;p9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90"/>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12" name="Google Shape;1012;p90"/>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13" name="Google Shape;1013;p9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14" name="Google Shape;1014;p90"/>
          <p:cNvGrpSpPr/>
          <p:nvPr/>
        </p:nvGrpSpPr>
        <p:grpSpPr>
          <a:xfrm>
            <a:off x="7834231" y="1285"/>
            <a:ext cx="828900" cy="576065"/>
            <a:chOff x="7801496" y="1285"/>
            <a:chExt cx="828900" cy="576065"/>
          </a:xfrm>
        </p:grpSpPr>
        <p:pic>
          <p:nvPicPr>
            <p:cNvPr id="1015" name="Google Shape;1015;p90"/>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016" name="Google Shape;1016;p90"/>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1017" name="Google Shape;1017;p90"/>
          <p:cNvGrpSpPr/>
          <p:nvPr/>
        </p:nvGrpSpPr>
        <p:grpSpPr>
          <a:xfrm>
            <a:off x="8635663" y="1285"/>
            <a:ext cx="499700" cy="576065"/>
            <a:chOff x="8635663" y="1285"/>
            <a:chExt cx="499700" cy="576065"/>
          </a:xfrm>
        </p:grpSpPr>
        <p:pic>
          <p:nvPicPr>
            <p:cNvPr id="1018" name="Google Shape;1018;p90"/>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019" name="Google Shape;1019;p90"/>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1020" name="Shape 1020"/>
        <p:cNvGrpSpPr/>
        <p:nvPr/>
      </p:nvGrpSpPr>
      <p:grpSpPr>
        <a:xfrm>
          <a:off x="0" y="0"/>
          <a:ext cx="0" cy="0"/>
          <a:chOff x="0" y="0"/>
          <a:chExt cx="0" cy="0"/>
        </a:xfrm>
      </p:grpSpPr>
      <p:sp>
        <p:nvSpPr>
          <p:cNvPr id="1021" name="Google Shape;1021;p91"/>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22" name="Google Shape;1022;p9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23" name="Google Shape;1023;p9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91"/>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25" name="Google Shape;1025;p91"/>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26" name="Google Shape;1026;p9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27" name="Google Shape;1027;p91"/>
          <p:cNvGrpSpPr/>
          <p:nvPr/>
        </p:nvGrpSpPr>
        <p:grpSpPr>
          <a:xfrm>
            <a:off x="7834231" y="1285"/>
            <a:ext cx="828900" cy="576065"/>
            <a:chOff x="7801496" y="1285"/>
            <a:chExt cx="828900" cy="576065"/>
          </a:xfrm>
        </p:grpSpPr>
        <p:pic>
          <p:nvPicPr>
            <p:cNvPr id="1028" name="Google Shape;1028;p91"/>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029" name="Google Shape;1029;p91"/>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1030" name="Google Shape;1030;p91"/>
          <p:cNvGrpSpPr/>
          <p:nvPr/>
        </p:nvGrpSpPr>
        <p:grpSpPr>
          <a:xfrm>
            <a:off x="8635663" y="1285"/>
            <a:ext cx="499700" cy="576065"/>
            <a:chOff x="8635663" y="1285"/>
            <a:chExt cx="499700" cy="576065"/>
          </a:xfrm>
        </p:grpSpPr>
        <p:pic>
          <p:nvPicPr>
            <p:cNvPr id="1031" name="Google Shape;1031;p91"/>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032" name="Google Shape;1032;p91"/>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1033" name="Shape 1033"/>
        <p:cNvGrpSpPr/>
        <p:nvPr/>
      </p:nvGrpSpPr>
      <p:grpSpPr>
        <a:xfrm>
          <a:off x="0" y="0"/>
          <a:ext cx="0" cy="0"/>
          <a:chOff x="0" y="0"/>
          <a:chExt cx="0" cy="0"/>
        </a:xfrm>
      </p:grpSpPr>
      <p:pic>
        <p:nvPicPr>
          <p:cNvPr id="1034" name="Google Shape;1034;p92"/>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1035" name="Google Shape;1035;p92"/>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1036" name="Google Shape;1036;p92"/>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1037" name="Google Shape;1037;p9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9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39" name="Google Shape;1039;p9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40" name="Google Shape;1040;p9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41" name="Google Shape;1041;p92"/>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42" name="Google Shape;1042;p9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43" name="Google Shape;1043;p9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1044" name="Google Shape;1044;p9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45" name="Google Shape;1045;p9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046" name="Google Shape;1046;p9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1047" name="Google Shape;1047;p92"/>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1048" name="Google Shape;1048;p9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1049" name="Google Shape;1049;p9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50" name="Google Shape;1050;p92"/>
          <p:cNvGrpSpPr/>
          <p:nvPr/>
        </p:nvGrpSpPr>
        <p:grpSpPr>
          <a:xfrm>
            <a:off x="324128" y="3139463"/>
            <a:ext cx="457200" cy="457200"/>
            <a:chOff x="1020916" y="1442088"/>
            <a:chExt cx="457200" cy="457200"/>
          </a:xfrm>
        </p:grpSpPr>
        <p:pic>
          <p:nvPicPr>
            <p:cNvPr id="1051" name="Google Shape;1051;p92"/>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52" name="Google Shape;1052;p9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53" name="Google Shape;1053;p92"/>
          <p:cNvGrpSpPr/>
          <p:nvPr/>
        </p:nvGrpSpPr>
        <p:grpSpPr>
          <a:xfrm>
            <a:off x="324128" y="3987825"/>
            <a:ext cx="457200" cy="457200"/>
            <a:chOff x="1020916" y="1442088"/>
            <a:chExt cx="457200" cy="457200"/>
          </a:xfrm>
        </p:grpSpPr>
        <p:pic>
          <p:nvPicPr>
            <p:cNvPr id="1054" name="Google Shape;1054;p92"/>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55" name="Google Shape;1055;p9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1056" name="Shape 1056"/>
        <p:cNvGrpSpPr/>
        <p:nvPr/>
      </p:nvGrpSpPr>
      <p:grpSpPr>
        <a:xfrm>
          <a:off x="0" y="0"/>
          <a:ext cx="0" cy="0"/>
          <a:chOff x="0" y="0"/>
          <a:chExt cx="0" cy="0"/>
        </a:xfrm>
      </p:grpSpPr>
      <p:pic>
        <p:nvPicPr>
          <p:cNvPr id="1057" name="Google Shape;1057;p9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58" name="Google Shape;1058;p9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9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60" name="Google Shape;1060;p9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61" name="Google Shape;1061;p9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62" name="Google Shape;1062;p9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63" name="Google Shape;1063;p9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064" name="Google Shape;1064;p9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065" name="Google Shape;1065;p9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066" name="Google Shape;1066;p9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7" name="Google Shape;1067;p9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68" name="Google Shape;1068;p9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069" name="Google Shape;1069;p93"/>
          <p:cNvGrpSpPr/>
          <p:nvPr/>
        </p:nvGrpSpPr>
        <p:grpSpPr>
          <a:xfrm>
            <a:off x="324128" y="3139463"/>
            <a:ext cx="457200" cy="457200"/>
            <a:chOff x="1020916" y="1442088"/>
            <a:chExt cx="457200" cy="457200"/>
          </a:xfrm>
        </p:grpSpPr>
        <p:pic>
          <p:nvPicPr>
            <p:cNvPr id="1070" name="Google Shape;1070;p9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71" name="Google Shape;1071;p9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72" name="Google Shape;1072;p93"/>
          <p:cNvGrpSpPr/>
          <p:nvPr/>
        </p:nvGrpSpPr>
        <p:grpSpPr>
          <a:xfrm>
            <a:off x="324128" y="3987825"/>
            <a:ext cx="457200" cy="457200"/>
            <a:chOff x="1020916" y="1442088"/>
            <a:chExt cx="457200" cy="457200"/>
          </a:xfrm>
        </p:grpSpPr>
        <p:pic>
          <p:nvPicPr>
            <p:cNvPr id="1073" name="Google Shape;1073;p9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74" name="Google Shape;1074;p9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75" name="Google Shape;1075;p9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076" name="Google Shape;1076;p9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077" name="Google Shape;1077;p9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078" name="Google Shape;1078;p9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1079" name="Shape 1079"/>
        <p:cNvGrpSpPr/>
        <p:nvPr/>
      </p:nvGrpSpPr>
      <p:grpSpPr>
        <a:xfrm>
          <a:off x="0" y="0"/>
          <a:ext cx="0" cy="0"/>
          <a:chOff x="0" y="0"/>
          <a:chExt cx="0" cy="0"/>
        </a:xfrm>
      </p:grpSpPr>
      <p:pic>
        <p:nvPicPr>
          <p:cNvPr id="1080" name="Google Shape;1080;p9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81" name="Google Shape;1081;p9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94"/>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83" name="Google Shape;1083;p94"/>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84" name="Google Shape;1084;p94"/>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85" name="Google Shape;1085;p94"/>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86" name="Google Shape;1086;p94"/>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087" name="Google Shape;1087;p9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088" name="Google Shape;1088;p9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089" name="Google Shape;1089;p9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90" name="Google Shape;1090;p94"/>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91" name="Google Shape;1091;p94"/>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092" name="Google Shape;1092;p94"/>
          <p:cNvGrpSpPr/>
          <p:nvPr/>
        </p:nvGrpSpPr>
        <p:grpSpPr>
          <a:xfrm>
            <a:off x="324128" y="3139463"/>
            <a:ext cx="457200" cy="457200"/>
            <a:chOff x="1020916" y="1442088"/>
            <a:chExt cx="457200" cy="457200"/>
          </a:xfrm>
        </p:grpSpPr>
        <p:pic>
          <p:nvPicPr>
            <p:cNvPr id="1093" name="Google Shape;1093;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94" name="Google Shape;1094;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95" name="Google Shape;1095;p94"/>
          <p:cNvGrpSpPr/>
          <p:nvPr/>
        </p:nvGrpSpPr>
        <p:grpSpPr>
          <a:xfrm>
            <a:off x="324128" y="3987825"/>
            <a:ext cx="457200" cy="457200"/>
            <a:chOff x="1020916" y="1442088"/>
            <a:chExt cx="457200" cy="457200"/>
          </a:xfrm>
        </p:grpSpPr>
        <p:pic>
          <p:nvPicPr>
            <p:cNvPr id="1096" name="Google Shape;1096;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97" name="Google Shape;1097;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98" name="Google Shape;1098;p94"/>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099" name="Google Shape;1099;p94"/>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100" name="Google Shape;1100;p94"/>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101" name="Google Shape;1101;p94"/>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1102" name="Shape 1102"/>
        <p:cNvGrpSpPr/>
        <p:nvPr/>
      </p:nvGrpSpPr>
      <p:grpSpPr>
        <a:xfrm>
          <a:off x="0" y="0"/>
          <a:ext cx="0" cy="0"/>
          <a:chOff x="0" y="0"/>
          <a:chExt cx="0" cy="0"/>
        </a:xfrm>
      </p:grpSpPr>
      <p:pic>
        <p:nvPicPr>
          <p:cNvPr id="1103" name="Google Shape;1103;p9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04" name="Google Shape;1104;p9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95"/>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106" name="Google Shape;1106;p95"/>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107" name="Google Shape;1107;p95"/>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108" name="Google Shape;1108;p95"/>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09" name="Google Shape;1109;p95"/>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110" name="Google Shape;1110;p9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11" name="Google Shape;1111;p9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112" name="Google Shape;1112;p9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13" name="Google Shape;1113;p95"/>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14" name="Google Shape;1114;p95"/>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15" name="Google Shape;1115;p95"/>
          <p:cNvGrpSpPr/>
          <p:nvPr/>
        </p:nvGrpSpPr>
        <p:grpSpPr>
          <a:xfrm>
            <a:off x="324128" y="3139463"/>
            <a:ext cx="457200" cy="457200"/>
            <a:chOff x="1020916" y="1442088"/>
            <a:chExt cx="457200" cy="457200"/>
          </a:xfrm>
        </p:grpSpPr>
        <p:pic>
          <p:nvPicPr>
            <p:cNvPr id="1116" name="Google Shape;1116;p9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17" name="Google Shape;1117;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18" name="Google Shape;1118;p95"/>
          <p:cNvGrpSpPr/>
          <p:nvPr/>
        </p:nvGrpSpPr>
        <p:grpSpPr>
          <a:xfrm>
            <a:off x="324128" y="3987825"/>
            <a:ext cx="457200" cy="457200"/>
            <a:chOff x="1020916" y="1442088"/>
            <a:chExt cx="457200" cy="457200"/>
          </a:xfrm>
        </p:grpSpPr>
        <p:pic>
          <p:nvPicPr>
            <p:cNvPr id="1119" name="Google Shape;1119;p9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20" name="Google Shape;1120;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121" name="Google Shape;1121;p95"/>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122" name="Google Shape;1122;p95"/>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123" name="Google Shape;1123;p95"/>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124" name="Google Shape;1124;p95"/>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1125" name="Shape 1125"/>
        <p:cNvGrpSpPr/>
        <p:nvPr/>
      </p:nvGrpSpPr>
      <p:grpSpPr>
        <a:xfrm>
          <a:off x="0" y="0"/>
          <a:ext cx="0" cy="0"/>
          <a:chOff x="0" y="0"/>
          <a:chExt cx="0" cy="0"/>
        </a:xfrm>
      </p:grpSpPr>
      <p:pic>
        <p:nvPicPr>
          <p:cNvPr id="1126" name="Google Shape;1126;p9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127" name="Google Shape;1127;p9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9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29" name="Google Shape;1129;p9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30" name="Google Shape;1130;p9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131" name="Google Shape;1131;p9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2" name="Google Shape;1132;p9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33" name="Google Shape;1133;p9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34" name="Google Shape;1134;p9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35" name="Google Shape;1135;p96"/>
          <p:cNvGrpSpPr/>
          <p:nvPr/>
        </p:nvGrpSpPr>
        <p:grpSpPr>
          <a:xfrm>
            <a:off x="323653" y="1804438"/>
            <a:ext cx="457200" cy="457200"/>
            <a:chOff x="1020916" y="1442088"/>
            <a:chExt cx="457200" cy="457200"/>
          </a:xfrm>
        </p:grpSpPr>
        <p:pic>
          <p:nvPicPr>
            <p:cNvPr id="1136" name="Google Shape;1136;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37" name="Google Shape;1137;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38" name="Google Shape;1138;p96"/>
          <p:cNvGrpSpPr/>
          <p:nvPr/>
        </p:nvGrpSpPr>
        <p:grpSpPr>
          <a:xfrm>
            <a:off x="323653" y="2766575"/>
            <a:ext cx="457200" cy="457200"/>
            <a:chOff x="1020916" y="1442088"/>
            <a:chExt cx="457200" cy="457200"/>
          </a:xfrm>
        </p:grpSpPr>
        <p:pic>
          <p:nvPicPr>
            <p:cNvPr id="1139" name="Google Shape;1139;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40" name="Google Shape;1140;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41" name="Google Shape;1141;p96"/>
          <p:cNvGrpSpPr/>
          <p:nvPr/>
        </p:nvGrpSpPr>
        <p:grpSpPr>
          <a:xfrm>
            <a:off x="323641" y="3729038"/>
            <a:ext cx="457200" cy="457200"/>
            <a:chOff x="1020916" y="1442088"/>
            <a:chExt cx="457200" cy="457200"/>
          </a:xfrm>
        </p:grpSpPr>
        <p:pic>
          <p:nvPicPr>
            <p:cNvPr id="1142" name="Google Shape;1142;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43" name="Google Shape;1143;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1144" name="Shape 1144"/>
        <p:cNvGrpSpPr/>
        <p:nvPr/>
      </p:nvGrpSpPr>
      <p:grpSpPr>
        <a:xfrm>
          <a:off x="0" y="0"/>
          <a:ext cx="0" cy="0"/>
          <a:chOff x="0" y="0"/>
          <a:chExt cx="0" cy="0"/>
        </a:xfrm>
      </p:grpSpPr>
      <p:pic>
        <p:nvPicPr>
          <p:cNvPr id="1145" name="Google Shape;1145;p9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46" name="Google Shape;1146;p9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9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48" name="Google Shape;1148;p9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49" name="Google Shape;1149;p9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150" name="Google Shape;1150;p9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51" name="Google Shape;1151;p9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52" name="Google Shape;1152;p9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53" name="Google Shape;1153;p9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54" name="Google Shape;1154;p97"/>
          <p:cNvGrpSpPr/>
          <p:nvPr/>
        </p:nvGrpSpPr>
        <p:grpSpPr>
          <a:xfrm>
            <a:off x="323653" y="1804438"/>
            <a:ext cx="457200" cy="457200"/>
            <a:chOff x="1020916" y="1442088"/>
            <a:chExt cx="457200" cy="457200"/>
          </a:xfrm>
        </p:grpSpPr>
        <p:pic>
          <p:nvPicPr>
            <p:cNvPr id="1155" name="Google Shape;1155;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56" name="Google Shape;1156;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57" name="Google Shape;1157;p97"/>
          <p:cNvGrpSpPr/>
          <p:nvPr/>
        </p:nvGrpSpPr>
        <p:grpSpPr>
          <a:xfrm>
            <a:off x="323653" y="2766575"/>
            <a:ext cx="457200" cy="457200"/>
            <a:chOff x="1020916" y="1442088"/>
            <a:chExt cx="457200" cy="457200"/>
          </a:xfrm>
        </p:grpSpPr>
        <p:pic>
          <p:nvPicPr>
            <p:cNvPr id="1158" name="Google Shape;1158;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59" name="Google Shape;1159;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60" name="Google Shape;1160;p97"/>
          <p:cNvGrpSpPr/>
          <p:nvPr/>
        </p:nvGrpSpPr>
        <p:grpSpPr>
          <a:xfrm>
            <a:off x="323641" y="3729038"/>
            <a:ext cx="457200" cy="457200"/>
            <a:chOff x="1020916" y="1442088"/>
            <a:chExt cx="457200" cy="457200"/>
          </a:xfrm>
        </p:grpSpPr>
        <p:pic>
          <p:nvPicPr>
            <p:cNvPr id="1161" name="Google Shape;1161;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62" name="Google Shape;1162;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1163" name="Shape 1163"/>
        <p:cNvGrpSpPr/>
        <p:nvPr/>
      </p:nvGrpSpPr>
      <p:grpSpPr>
        <a:xfrm>
          <a:off x="0" y="0"/>
          <a:ext cx="0" cy="0"/>
          <a:chOff x="0" y="0"/>
          <a:chExt cx="0" cy="0"/>
        </a:xfrm>
      </p:grpSpPr>
      <p:pic>
        <p:nvPicPr>
          <p:cNvPr id="1164" name="Google Shape;1164;p9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65" name="Google Shape;1165;p9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98"/>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67" name="Google Shape;1167;p9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68" name="Google Shape;1168;p9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169" name="Google Shape;1169;p9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70" name="Google Shape;1170;p98"/>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71" name="Google Shape;1171;p98"/>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72" name="Google Shape;1172;p98"/>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73" name="Google Shape;1173;p98"/>
          <p:cNvGrpSpPr/>
          <p:nvPr/>
        </p:nvGrpSpPr>
        <p:grpSpPr>
          <a:xfrm>
            <a:off x="323653" y="1804438"/>
            <a:ext cx="457200" cy="457200"/>
            <a:chOff x="1020916" y="1442088"/>
            <a:chExt cx="457200" cy="457200"/>
          </a:xfrm>
        </p:grpSpPr>
        <p:pic>
          <p:nvPicPr>
            <p:cNvPr id="1174" name="Google Shape;1174;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75" name="Google Shape;1175;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76" name="Google Shape;1176;p98"/>
          <p:cNvGrpSpPr/>
          <p:nvPr/>
        </p:nvGrpSpPr>
        <p:grpSpPr>
          <a:xfrm>
            <a:off x="323653" y="2766575"/>
            <a:ext cx="457200" cy="457200"/>
            <a:chOff x="1020916" y="1442088"/>
            <a:chExt cx="457200" cy="457200"/>
          </a:xfrm>
        </p:grpSpPr>
        <p:pic>
          <p:nvPicPr>
            <p:cNvPr id="1177" name="Google Shape;1177;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78" name="Google Shape;1178;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79" name="Google Shape;1179;p98"/>
          <p:cNvGrpSpPr/>
          <p:nvPr/>
        </p:nvGrpSpPr>
        <p:grpSpPr>
          <a:xfrm>
            <a:off x="323641" y="3729038"/>
            <a:ext cx="457200" cy="457200"/>
            <a:chOff x="1020916" y="1442088"/>
            <a:chExt cx="457200" cy="457200"/>
          </a:xfrm>
        </p:grpSpPr>
        <p:pic>
          <p:nvPicPr>
            <p:cNvPr id="1180" name="Google Shape;1180;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81" name="Google Shape;1181;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1182" name="Shape 1182"/>
        <p:cNvGrpSpPr/>
        <p:nvPr/>
      </p:nvGrpSpPr>
      <p:grpSpPr>
        <a:xfrm>
          <a:off x="0" y="0"/>
          <a:ext cx="0" cy="0"/>
          <a:chOff x="0" y="0"/>
          <a:chExt cx="0" cy="0"/>
        </a:xfrm>
      </p:grpSpPr>
      <p:pic>
        <p:nvPicPr>
          <p:cNvPr id="1183" name="Google Shape;1183;p9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84" name="Google Shape;1184;p9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99"/>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86" name="Google Shape;1186;p9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87" name="Google Shape;1187;p9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188" name="Google Shape;1188;p9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9" name="Google Shape;1189;p99"/>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90" name="Google Shape;1190;p99"/>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91" name="Google Shape;1191;p99"/>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92" name="Google Shape;1192;p99"/>
          <p:cNvGrpSpPr/>
          <p:nvPr/>
        </p:nvGrpSpPr>
        <p:grpSpPr>
          <a:xfrm>
            <a:off x="323653" y="1804438"/>
            <a:ext cx="457200" cy="457200"/>
            <a:chOff x="1020916" y="1442088"/>
            <a:chExt cx="457200" cy="457200"/>
          </a:xfrm>
        </p:grpSpPr>
        <p:pic>
          <p:nvPicPr>
            <p:cNvPr id="1193" name="Google Shape;1193;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4" name="Google Shape;1194;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95" name="Google Shape;1195;p99"/>
          <p:cNvGrpSpPr/>
          <p:nvPr/>
        </p:nvGrpSpPr>
        <p:grpSpPr>
          <a:xfrm>
            <a:off x="323653" y="2766575"/>
            <a:ext cx="457200" cy="457200"/>
            <a:chOff x="1020916" y="1442088"/>
            <a:chExt cx="457200" cy="457200"/>
          </a:xfrm>
        </p:grpSpPr>
        <p:pic>
          <p:nvPicPr>
            <p:cNvPr id="1196" name="Google Shape;1196;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7" name="Google Shape;1197;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98" name="Google Shape;1198;p99"/>
          <p:cNvGrpSpPr/>
          <p:nvPr/>
        </p:nvGrpSpPr>
        <p:grpSpPr>
          <a:xfrm>
            <a:off x="323641" y="3729038"/>
            <a:ext cx="457200" cy="457200"/>
            <a:chOff x="1020916" y="1442088"/>
            <a:chExt cx="457200" cy="457200"/>
          </a:xfrm>
        </p:grpSpPr>
        <p:pic>
          <p:nvPicPr>
            <p:cNvPr id="1199" name="Google Shape;1199;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00" name="Google Shape;1200;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1201" name="Shape 1201"/>
        <p:cNvGrpSpPr/>
        <p:nvPr/>
      </p:nvGrpSpPr>
      <p:grpSpPr>
        <a:xfrm>
          <a:off x="0" y="0"/>
          <a:ext cx="0" cy="0"/>
          <a:chOff x="0" y="0"/>
          <a:chExt cx="0" cy="0"/>
        </a:xfrm>
      </p:grpSpPr>
      <p:pic>
        <p:nvPicPr>
          <p:cNvPr id="1202" name="Google Shape;1202;p10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203" name="Google Shape;1203;p10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0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05" name="Google Shape;1205;p10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06" name="Google Shape;1206;p10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207" name="Google Shape;1207;p10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08" name="Google Shape;1208;p10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09" name="Google Shape;1209;p10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10" name="Google Shape;1210;p10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11" name="Google Shape;1211;p10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12" name="Google Shape;1212;p100"/>
          <p:cNvGrpSpPr/>
          <p:nvPr/>
        </p:nvGrpSpPr>
        <p:grpSpPr>
          <a:xfrm>
            <a:off x="323653" y="1652038"/>
            <a:ext cx="457200" cy="457200"/>
            <a:chOff x="1020916" y="1442088"/>
            <a:chExt cx="457200" cy="457200"/>
          </a:xfrm>
        </p:grpSpPr>
        <p:pic>
          <p:nvPicPr>
            <p:cNvPr id="1213" name="Google Shape;1213;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14" name="Google Shape;1214;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15" name="Google Shape;1215;p100"/>
          <p:cNvGrpSpPr/>
          <p:nvPr/>
        </p:nvGrpSpPr>
        <p:grpSpPr>
          <a:xfrm>
            <a:off x="323653" y="2461775"/>
            <a:ext cx="457200" cy="457200"/>
            <a:chOff x="1020916" y="1442088"/>
            <a:chExt cx="457200" cy="457200"/>
          </a:xfrm>
        </p:grpSpPr>
        <p:pic>
          <p:nvPicPr>
            <p:cNvPr id="1216" name="Google Shape;1216;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17" name="Google Shape;1217;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18" name="Google Shape;1218;p100"/>
          <p:cNvGrpSpPr/>
          <p:nvPr/>
        </p:nvGrpSpPr>
        <p:grpSpPr>
          <a:xfrm>
            <a:off x="323641" y="3271838"/>
            <a:ext cx="457200" cy="457200"/>
            <a:chOff x="1020916" y="1442088"/>
            <a:chExt cx="457200" cy="457200"/>
          </a:xfrm>
        </p:grpSpPr>
        <p:pic>
          <p:nvPicPr>
            <p:cNvPr id="1219" name="Google Shape;1219;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0" name="Google Shape;1220;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21" name="Google Shape;1221;p100"/>
          <p:cNvGrpSpPr/>
          <p:nvPr/>
        </p:nvGrpSpPr>
        <p:grpSpPr>
          <a:xfrm>
            <a:off x="323641" y="4081763"/>
            <a:ext cx="457200" cy="457200"/>
            <a:chOff x="1020916" y="1442088"/>
            <a:chExt cx="457200" cy="457200"/>
          </a:xfrm>
        </p:grpSpPr>
        <p:pic>
          <p:nvPicPr>
            <p:cNvPr id="1222" name="Google Shape;1222;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3" name="Google Shape;1223;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1224" name="Shape 1224"/>
        <p:cNvGrpSpPr/>
        <p:nvPr/>
      </p:nvGrpSpPr>
      <p:grpSpPr>
        <a:xfrm>
          <a:off x="0" y="0"/>
          <a:ext cx="0" cy="0"/>
          <a:chOff x="0" y="0"/>
          <a:chExt cx="0" cy="0"/>
        </a:xfrm>
      </p:grpSpPr>
      <p:pic>
        <p:nvPicPr>
          <p:cNvPr id="1225" name="Google Shape;1225;p10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26" name="Google Shape;1226;p10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0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8" name="Google Shape;1228;p10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29" name="Google Shape;1229;p10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230" name="Google Shape;1230;p10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31" name="Google Shape;1231;p10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32" name="Google Shape;1232;p10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33" name="Google Shape;1233;p10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34" name="Google Shape;1234;p10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35" name="Google Shape;1235;p101"/>
          <p:cNvGrpSpPr/>
          <p:nvPr/>
        </p:nvGrpSpPr>
        <p:grpSpPr>
          <a:xfrm>
            <a:off x="323653" y="1652038"/>
            <a:ext cx="457200" cy="457200"/>
            <a:chOff x="1020916" y="1442088"/>
            <a:chExt cx="457200" cy="457200"/>
          </a:xfrm>
        </p:grpSpPr>
        <p:pic>
          <p:nvPicPr>
            <p:cNvPr id="1236" name="Google Shape;1236;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7" name="Google Shape;1237;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38" name="Google Shape;1238;p101"/>
          <p:cNvGrpSpPr/>
          <p:nvPr/>
        </p:nvGrpSpPr>
        <p:grpSpPr>
          <a:xfrm>
            <a:off x="323653" y="2461775"/>
            <a:ext cx="457200" cy="457200"/>
            <a:chOff x="1020916" y="1442088"/>
            <a:chExt cx="457200" cy="457200"/>
          </a:xfrm>
        </p:grpSpPr>
        <p:pic>
          <p:nvPicPr>
            <p:cNvPr id="1239" name="Google Shape;1239;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0" name="Google Shape;1240;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41" name="Google Shape;1241;p101"/>
          <p:cNvGrpSpPr/>
          <p:nvPr/>
        </p:nvGrpSpPr>
        <p:grpSpPr>
          <a:xfrm>
            <a:off x="323641" y="3271838"/>
            <a:ext cx="457200" cy="457200"/>
            <a:chOff x="1020916" y="1442088"/>
            <a:chExt cx="457200" cy="457200"/>
          </a:xfrm>
        </p:grpSpPr>
        <p:pic>
          <p:nvPicPr>
            <p:cNvPr id="1242" name="Google Shape;1242;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3" name="Google Shape;1243;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44" name="Google Shape;1244;p101"/>
          <p:cNvGrpSpPr/>
          <p:nvPr/>
        </p:nvGrpSpPr>
        <p:grpSpPr>
          <a:xfrm>
            <a:off x="323641" y="4081763"/>
            <a:ext cx="457200" cy="457200"/>
            <a:chOff x="1020916" y="1442088"/>
            <a:chExt cx="457200" cy="457200"/>
          </a:xfrm>
        </p:grpSpPr>
        <p:pic>
          <p:nvPicPr>
            <p:cNvPr id="1245" name="Google Shape;1245;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6" name="Google Shape;1246;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1247" name="Shape 1247"/>
        <p:cNvGrpSpPr/>
        <p:nvPr/>
      </p:nvGrpSpPr>
      <p:grpSpPr>
        <a:xfrm>
          <a:off x="0" y="0"/>
          <a:ext cx="0" cy="0"/>
          <a:chOff x="0" y="0"/>
          <a:chExt cx="0" cy="0"/>
        </a:xfrm>
      </p:grpSpPr>
      <p:pic>
        <p:nvPicPr>
          <p:cNvPr id="1248" name="Google Shape;1248;p10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49" name="Google Shape;1249;p10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02"/>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51" name="Google Shape;1251;p10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52" name="Google Shape;1252;p10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253" name="Google Shape;1253;p10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54" name="Google Shape;1254;p102"/>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55" name="Google Shape;1255;p102"/>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56" name="Google Shape;1256;p102"/>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57" name="Google Shape;1257;p102"/>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58" name="Google Shape;1258;p102"/>
          <p:cNvGrpSpPr/>
          <p:nvPr/>
        </p:nvGrpSpPr>
        <p:grpSpPr>
          <a:xfrm>
            <a:off x="323653" y="1652038"/>
            <a:ext cx="457200" cy="457200"/>
            <a:chOff x="1020916" y="1442088"/>
            <a:chExt cx="457200" cy="457200"/>
          </a:xfrm>
        </p:grpSpPr>
        <p:pic>
          <p:nvPicPr>
            <p:cNvPr id="1259" name="Google Shape;1259;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0" name="Google Shape;1260;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61" name="Google Shape;1261;p102"/>
          <p:cNvGrpSpPr/>
          <p:nvPr/>
        </p:nvGrpSpPr>
        <p:grpSpPr>
          <a:xfrm>
            <a:off x="323653" y="2461775"/>
            <a:ext cx="457200" cy="457200"/>
            <a:chOff x="1020916" y="1442088"/>
            <a:chExt cx="457200" cy="457200"/>
          </a:xfrm>
        </p:grpSpPr>
        <p:pic>
          <p:nvPicPr>
            <p:cNvPr id="1262" name="Google Shape;1262;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3" name="Google Shape;1263;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64" name="Google Shape;1264;p102"/>
          <p:cNvGrpSpPr/>
          <p:nvPr/>
        </p:nvGrpSpPr>
        <p:grpSpPr>
          <a:xfrm>
            <a:off x="323641" y="3271838"/>
            <a:ext cx="457200" cy="457200"/>
            <a:chOff x="1020916" y="1442088"/>
            <a:chExt cx="457200" cy="457200"/>
          </a:xfrm>
        </p:grpSpPr>
        <p:pic>
          <p:nvPicPr>
            <p:cNvPr id="1265" name="Google Shape;1265;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6" name="Google Shape;1266;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67" name="Google Shape;1267;p102"/>
          <p:cNvGrpSpPr/>
          <p:nvPr/>
        </p:nvGrpSpPr>
        <p:grpSpPr>
          <a:xfrm>
            <a:off x="323641" y="4081763"/>
            <a:ext cx="457200" cy="457200"/>
            <a:chOff x="1020916" y="1442088"/>
            <a:chExt cx="457200" cy="457200"/>
          </a:xfrm>
        </p:grpSpPr>
        <p:pic>
          <p:nvPicPr>
            <p:cNvPr id="1268" name="Google Shape;1268;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9" name="Google Shape;1269;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1270" name="Shape 1270"/>
        <p:cNvGrpSpPr/>
        <p:nvPr/>
      </p:nvGrpSpPr>
      <p:grpSpPr>
        <a:xfrm>
          <a:off x="0" y="0"/>
          <a:ext cx="0" cy="0"/>
          <a:chOff x="0" y="0"/>
          <a:chExt cx="0" cy="0"/>
        </a:xfrm>
      </p:grpSpPr>
      <p:pic>
        <p:nvPicPr>
          <p:cNvPr id="1271" name="Google Shape;1271;p10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72" name="Google Shape;1272;p10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03"/>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4" name="Google Shape;1274;p10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75" name="Google Shape;1275;p10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276" name="Google Shape;1276;p10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77" name="Google Shape;1277;p103"/>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78" name="Google Shape;1278;p103"/>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79" name="Google Shape;1279;p103"/>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80" name="Google Shape;1280;p103"/>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81" name="Google Shape;1281;p103"/>
          <p:cNvGrpSpPr/>
          <p:nvPr/>
        </p:nvGrpSpPr>
        <p:grpSpPr>
          <a:xfrm>
            <a:off x="323653" y="1652038"/>
            <a:ext cx="457200" cy="457200"/>
            <a:chOff x="1020916" y="1442088"/>
            <a:chExt cx="457200" cy="457200"/>
          </a:xfrm>
        </p:grpSpPr>
        <p:pic>
          <p:nvPicPr>
            <p:cNvPr id="1282" name="Google Shape;1282;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83" name="Google Shape;1283;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84" name="Google Shape;1284;p103"/>
          <p:cNvGrpSpPr/>
          <p:nvPr/>
        </p:nvGrpSpPr>
        <p:grpSpPr>
          <a:xfrm>
            <a:off x="323653" y="2461775"/>
            <a:ext cx="457200" cy="457200"/>
            <a:chOff x="1020916" y="1442088"/>
            <a:chExt cx="457200" cy="457200"/>
          </a:xfrm>
        </p:grpSpPr>
        <p:pic>
          <p:nvPicPr>
            <p:cNvPr id="1285" name="Google Shape;1285;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86" name="Google Shape;1286;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87" name="Google Shape;1287;p103"/>
          <p:cNvGrpSpPr/>
          <p:nvPr/>
        </p:nvGrpSpPr>
        <p:grpSpPr>
          <a:xfrm>
            <a:off x="323641" y="3271838"/>
            <a:ext cx="457200" cy="457200"/>
            <a:chOff x="1020916" y="1442088"/>
            <a:chExt cx="457200" cy="457200"/>
          </a:xfrm>
        </p:grpSpPr>
        <p:pic>
          <p:nvPicPr>
            <p:cNvPr id="1288" name="Google Shape;1288;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89" name="Google Shape;1289;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90" name="Google Shape;1290;p103"/>
          <p:cNvGrpSpPr/>
          <p:nvPr/>
        </p:nvGrpSpPr>
        <p:grpSpPr>
          <a:xfrm>
            <a:off x="323641" y="4081763"/>
            <a:ext cx="457200" cy="457200"/>
            <a:chOff x="1020916" y="1442088"/>
            <a:chExt cx="457200" cy="457200"/>
          </a:xfrm>
        </p:grpSpPr>
        <p:pic>
          <p:nvPicPr>
            <p:cNvPr id="1291" name="Google Shape;1291;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92" name="Google Shape;1292;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1293" name="Shape 1293"/>
        <p:cNvGrpSpPr/>
        <p:nvPr/>
      </p:nvGrpSpPr>
      <p:grpSpPr>
        <a:xfrm>
          <a:off x="0" y="0"/>
          <a:ext cx="0" cy="0"/>
          <a:chOff x="0" y="0"/>
          <a:chExt cx="0" cy="0"/>
        </a:xfrm>
      </p:grpSpPr>
      <p:pic>
        <p:nvPicPr>
          <p:cNvPr id="1294" name="Google Shape;1294;p10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295" name="Google Shape;1295;p10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0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97" name="Google Shape;1297;p10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98" name="Google Shape;1298;p10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299" name="Google Shape;1299;p10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00" name="Google Shape;1300;p104"/>
          <p:cNvSpPr/>
          <p:nvPr>
            <p:ph idx="3" type="pic"/>
          </p:nvPr>
        </p:nvSpPr>
        <p:spPr>
          <a:xfrm>
            <a:off x="324000" y="1893950"/>
            <a:ext cx="2555400" cy="1939500"/>
          </a:xfrm>
          <a:prstGeom prst="rect">
            <a:avLst/>
          </a:prstGeom>
          <a:noFill/>
          <a:ln>
            <a:noFill/>
          </a:ln>
        </p:spPr>
      </p:sp>
      <p:sp>
        <p:nvSpPr>
          <p:cNvPr id="1301" name="Google Shape;1301;p104"/>
          <p:cNvSpPr/>
          <p:nvPr>
            <p:ph idx="4" type="pic"/>
          </p:nvPr>
        </p:nvSpPr>
        <p:spPr>
          <a:xfrm>
            <a:off x="6256800" y="1893950"/>
            <a:ext cx="2555400" cy="1939500"/>
          </a:xfrm>
          <a:prstGeom prst="rect">
            <a:avLst/>
          </a:prstGeom>
          <a:noFill/>
          <a:ln>
            <a:noFill/>
          </a:ln>
        </p:spPr>
      </p:sp>
      <p:sp>
        <p:nvSpPr>
          <p:cNvPr id="1302" name="Google Shape;1302;p104"/>
          <p:cNvSpPr/>
          <p:nvPr>
            <p:ph idx="5" type="pic"/>
          </p:nvPr>
        </p:nvSpPr>
        <p:spPr>
          <a:xfrm>
            <a:off x="3294300" y="1893950"/>
            <a:ext cx="2555400" cy="1939500"/>
          </a:xfrm>
          <a:prstGeom prst="rect">
            <a:avLst/>
          </a:prstGeom>
          <a:noFill/>
          <a:ln>
            <a:noFill/>
          </a:ln>
        </p:spPr>
      </p:sp>
      <p:grpSp>
        <p:nvGrpSpPr>
          <p:cNvPr id="1303" name="Google Shape;1303;p104"/>
          <p:cNvGrpSpPr/>
          <p:nvPr/>
        </p:nvGrpSpPr>
        <p:grpSpPr>
          <a:xfrm>
            <a:off x="1381028" y="4148538"/>
            <a:ext cx="457200" cy="457200"/>
            <a:chOff x="1020916" y="1442088"/>
            <a:chExt cx="457200" cy="457200"/>
          </a:xfrm>
        </p:grpSpPr>
        <p:pic>
          <p:nvPicPr>
            <p:cNvPr id="1304" name="Google Shape;1304;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05" name="Google Shape;1305;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06" name="Google Shape;1306;p104"/>
          <p:cNvGrpSpPr/>
          <p:nvPr/>
        </p:nvGrpSpPr>
        <p:grpSpPr>
          <a:xfrm>
            <a:off x="4331066" y="4148550"/>
            <a:ext cx="457200" cy="457200"/>
            <a:chOff x="1020916" y="1442088"/>
            <a:chExt cx="457200" cy="457200"/>
          </a:xfrm>
        </p:grpSpPr>
        <p:pic>
          <p:nvPicPr>
            <p:cNvPr id="1307" name="Google Shape;1307;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08" name="Google Shape;1308;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09" name="Google Shape;1309;p104"/>
          <p:cNvGrpSpPr/>
          <p:nvPr/>
        </p:nvGrpSpPr>
        <p:grpSpPr>
          <a:xfrm>
            <a:off x="7305791" y="4148538"/>
            <a:ext cx="457200" cy="457200"/>
            <a:chOff x="1020916" y="1442088"/>
            <a:chExt cx="457200" cy="457200"/>
          </a:xfrm>
        </p:grpSpPr>
        <p:pic>
          <p:nvPicPr>
            <p:cNvPr id="1310" name="Google Shape;1310;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11" name="Google Shape;1311;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1312" name="Shape 1312"/>
        <p:cNvGrpSpPr/>
        <p:nvPr/>
      </p:nvGrpSpPr>
      <p:grpSpPr>
        <a:xfrm>
          <a:off x="0" y="0"/>
          <a:ext cx="0" cy="0"/>
          <a:chOff x="0" y="0"/>
          <a:chExt cx="0" cy="0"/>
        </a:xfrm>
      </p:grpSpPr>
      <p:pic>
        <p:nvPicPr>
          <p:cNvPr id="1313" name="Google Shape;1313;p10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14" name="Google Shape;1314;p10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0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16" name="Google Shape;1316;p10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17" name="Google Shape;1317;p10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318" name="Google Shape;1318;p10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19" name="Google Shape;1319;p105"/>
          <p:cNvSpPr/>
          <p:nvPr>
            <p:ph idx="3" type="pic"/>
          </p:nvPr>
        </p:nvSpPr>
        <p:spPr>
          <a:xfrm>
            <a:off x="324000" y="1893950"/>
            <a:ext cx="2555400" cy="1939500"/>
          </a:xfrm>
          <a:prstGeom prst="rect">
            <a:avLst/>
          </a:prstGeom>
          <a:noFill/>
          <a:ln>
            <a:noFill/>
          </a:ln>
        </p:spPr>
      </p:sp>
      <p:sp>
        <p:nvSpPr>
          <p:cNvPr id="1320" name="Google Shape;1320;p105"/>
          <p:cNvSpPr/>
          <p:nvPr>
            <p:ph idx="4" type="pic"/>
          </p:nvPr>
        </p:nvSpPr>
        <p:spPr>
          <a:xfrm>
            <a:off x="6256800" y="1893950"/>
            <a:ext cx="2555400" cy="1939500"/>
          </a:xfrm>
          <a:prstGeom prst="rect">
            <a:avLst/>
          </a:prstGeom>
          <a:noFill/>
          <a:ln>
            <a:noFill/>
          </a:ln>
        </p:spPr>
      </p:sp>
      <p:sp>
        <p:nvSpPr>
          <p:cNvPr id="1321" name="Google Shape;1321;p105"/>
          <p:cNvSpPr/>
          <p:nvPr>
            <p:ph idx="5" type="pic"/>
          </p:nvPr>
        </p:nvSpPr>
        <p:spPr>
          <a:xfrm>
            <a:off x="3294300" y="1893950"/>
            <a:ext cx="2555400" cy="1939500"/>
          </a:xfrm>
          <a:prstGeom prst="rect">
            <a:avLst/>
          </a:prstGeom>
          <a:noFill/>
          <a:ln>
            <a:noFill/>
          </a:ln>
        </p:spPr>
      </p:sp>
      <p:grpSp>
        <p:nvGrpSpPr>
          <p:cNvPr id="1322" name="Google Shape;1322;p105"/>
          <p:cNvGrpSpPr/>
          <p:nvPr/>
        </p:nvGrpSpPr>
        <p:grpSpPr>
          <a:xfrm>
            <a:off x="1381028" y="4148538"/>
            <a:ext cx="457200" cy="457200"/>
            <a:chOff x="1020916" y="1442088"/>
            <a:chExt cx="457200" cy="457200"/>
          </a:xfrm>
        </p:grpSpPr>
        <p:pic>
          <p:nvPicPr>
            <p:cNvPr id="1323" name="Google Shape;1323;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24" name="Google Shape;1324;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25" name="Google Shape;1325;p105"/>
          <p:cNvGrpSpPr/>
          <p:nvPr/>
        </p:nvGrpSpPr>
        <p:grpSpPr>
          <a:xfrm>
            <a:off x="4331066" y="4148550"/>
            <a:ext cx="457200" cy="457200"/>
            <a:chOff x="1020916" y="1442088"/>
            <a:chExt cx="457200" cy="457200"/>
          </a:xfrm>
        </p:grpSpPr>
        <p:pic>
          <p:nvPicPr>
            <p:cNvPr id="1326" name="Google Shape;1326;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27" name="Google Shape;1327;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28" name="Google Shape;1328;p105"/>
          <p:cNvGrpSpPr/>
          <p:nvPr/>
        </p:nvGrpSpPr>
        <p:grpSpPr>
          <a:xfrm>
            <a:off x="7305791" y="4148538"/>
            <a:ext cx="457200" cy="457200"/>
            <a:chOff x="1020916" y="1442088"/>
            <a:chExt cx="457200" cy="457200"/>
          </a:xfrm>
        </p:grpSpPr>
        <p:pic>
          <p:nvPicPr>
            <p:cNvPr id="1329" name="Google Shape;1329;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30" name="Google Shape;1330;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1331" name="Shape 1331"/>
        <p:cNvGrpSpPr/>
        <p:nvPr/>
      </p:nvGrpSpPr>
      <p:grpSpPr>
        <a:xfrm>
          <a:off x="0" y="0"/>
          <a:ext cx="0" cy="0"/>
          <a:chOff x="0" y="0"/>
          <a:chExt cx="0" cy="0"/>
        </a:xfrm>
      </p:grpSpPr>
      <p:pic>
        <p:nvPicPr>
          <p:cNvPr id="1332" name="Google Shape;1332;p10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33" name="Google Shape;1333;p10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0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35" name="Google Shape;1335;p10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36" name="Google Shape;1336;p10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37" name="Google Shape;1337;p10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8" name="Google Shape;1338;p106"/>
          <p:cNvSpPr/>
          <p:nvPr>
            <p:ph idx="3" type="pic"/>
          </p:nvPr>
        </p:nvSpPr>
        <p:spPr>
          <a:xfrm>
            <a:off x="324000" y="1893950"/>
            <a:ext cx="2555400" cy="1939500"/>
          </a:xfrm>
          <a:prstGeom prst="rect">
            <a:avLst/>
          </a:prstGeom>
          <a:noFill/>
          <a:ln>
            <a:noFill/>
          </a:ln>
        </p:spPr>
      </p:sp>
      <p:sp>
        <p:nvSpPr>
          <p:cNvPr id="1339" name="Google Shape;1339;p106"/>
          <p:cNvSpPr/>
          <p:nvPr>
            <p:ph idx="4" type="pic"/>
          </p:nvPr>
        </p:nvSpPr>
        <p:spPr>
          <a:xfrm>
            <a:off x="6256800" y="1893950"/>
            <a:ext cx="2555400" cy="1939500"/>
          </a:xfrm>
          <a:prstGeom prst="rect">
            <a:avLst/>
          </a:prstGeom>
          <a:noFill/>
          <a:ln>
            <a:noFill/>
          </a:ln>
        </p:spPr>
      </p:sp>
      <p:sp>
        <p:nvSpPr>
          <p:cNvPr id="1340" name="Google Shape;1340;p106"/>
          <p:cNvSpPr/>
          <p:nvPr>
            <p:ph idx="5" type="pic"/>
          </p:nvPr>
        </p:nvSpPr>
        <p:spPr>
          <a:xfrm>
            <a:off x="3294300" y="1893950"/>
            <a:ext cx="2555400" cy="1939500"/>
          </a:xfrm>
          <a:prstGeom prst="rect">
            <a:avLst/>
          </a:prstGeom>
          <a:noFill/>
          <a:ln>
            <a:noFill/>
          </a:ln>
        </p:spPr>
      </p:sp>
      <p:grpSp>
        <p:nvGrpSpPr>
          <p:cNvPr id="1341" name="Google Shape;1341;p106"/>
          <p:cNvGrpSpPr/>
          <p:nvPr/>
        </p:nvGrpSpPr>
        <p:grpSpPr>
          <a:xfrm>
            <a:off x="1381028" y="4148538"/>
            <a:ext cx="457200" cy="457200"/>
            <a:chOff x="1020916" y="1442088"/>
            <a:chExt cx="457200" cy="457200"/>
          </a:xfrm>
        </p:grpSpPr>
        <p:pic>
          <p:nvPicPr>
            <p:cNvPr id="1342" name="Google Shape;1342;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3" name="Google Shape;1343;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44" name="Google Shape;1344;p106"/>
          <p:cNvGrpSpPr/>
          <p:nvPr/>
        </p:nvGrpSpPr>
        <p:grpSpPr>
          <a:xfrm>
            <a:off x="4331066" y="4148550"/>
            <a:ext cx="457200" cy="457200"/>
            <a:chOff x="1020916" y="1442088"/>
            <a:chExt cx="457200" cy="457200"/>
          </a:xfrm>
        </p:grpSpPr>
        <p:pic>
          <p:nvPicPr>
            <p:cNvPr id="1345" name="Google Shape;1345;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6" name="Google Shape;1346;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47" name="Google Shape;1347;p106"/>
          <p:cNvGrpSpPr/>
          <p:nvPr/>
        </p:nvGrpSpPr>
        <p:grpSpPr>
          <a:xfrm>
            <a:off x="7305791" y="4148538"/>
            <a:ext cx="457200" cy="457200"/>
            <a:chOff x="1020916" y="1442088"/>
            <a:chExt cx="457200" cy="457200"/>
          </a:xfrm>
        </p:grpSpPr>
        <p:pic>
          <p:nvPicPr>
            <p:cNvPr id="1348" name="Google Shape;1348;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9" name="Google Shape;1349;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1350" name="Shape 1350"/>
        <p:cNvGrpSpPr/>
        <p:nvPr/>
      </p:nvGrpSpPr>
      <p:grpSpPr>
        <a:xfrm>
          <a:off x="0" y="0"/>
          <a:ext cx="0" cy="0"/>
          <a:chOff x="0" y="0"/>
          <a:chExt cx="0" cy="0"/>
        </a:xfrm>
      </p:grpSpPr>
      <p:pic>
        <p:nvPicPr>
          <p:cNvPr id="1351" name="Google Shape;1351;p10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52" name="Google Shape;1352;p10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0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54" name="Google Shape;1354;p10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55" name="Google Shape;1355;p10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356" name="Google Shape;1356;p10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57" name="Google Shape;1357;p107"/>
          <p:cNvSpPr/>
          <p:nvPr>
            <p:ph idx="3" type="pic"/>
          </p:nvPr>
        </p:nvSpPr>
        <p:spPr>
          <a:xfrm>
            <a:off x="324000" y="1893950"/>
            <a:ext cx="2555400" cy="1939500"/>
          </a:xfrm>
          <a:prstGeom prst="rect">
            <a:avLst/>
          </a:prstGeom>
          <a:noFill/>
          <a:ln>
            <a:noFill/>
          </a:ln>
        </p:spPr>
      </p:sp>
      <p:sp>
        <p:nvSpPr>
          <p:cNvPr id="1358" name="Google Shape;1358;p107"/>
          <p:cNvSpPr/>
          <p:nvPr>
            <p:ph idx="4" type="pic"/>
          </p:nvPr>
        </p:nvSpPr>
        <p:spPr>
          <a:xfrm>
            <a:off x="6256800" y="1893950"/>
            <a:ext cx="2555400" cy="1939500"/>
          </a:xfrm>
          <a:prstGeom prst="rect">
            <a:avLst/>
          </a:prstGeom>
          <a:noFill/>
          <a:ln>
            <a:noFill/>
          </a:ln>
        </p:spPr>
      </p:sp>
      <p:sp>
        <p:nvSpPr>
          <p:cNvPr id="1359" name="Google Shape;1359;p107"/>
          <p:cNvSpPr/>
          <p:nvPr>
            <p:ph idx="5" type="pic"/>
          </p:nvPr>
        </p:nvSpPr>
        <p:spPr>
          <a:xfrm>
            <a:off x="3294300" y="1893950"/>
            <a:ext cx="2555400" cy="1939500"/>
          </a:xfrm>
          <a:prstGeom prst="rect">
            <a:avLst/>
          </a:prstGeom>
          <a:noFill/>
          <a:ln>
            <a:noFill/>
          </a:ln>
        </p:spPr>
      </p:sp>
      <p:grpSp>
        <p:nvGrpSpPr>
          <p:cNvPr id="1360" name="Google Shape;1360;p107"/>
          <p:cNvGrpSpPr/>
          <p:nvPr/>
        </p:nvGrpSpPr>
        <p:grpSpPr>
          <a:xfrm>
            <a:off x="1381028" y="4148538"/>
            <a:ext cx="457200" cy="457200"/>
            <a:chOff x="1020916" y="1442088"/>
            <a:chExt cx="457200" cy="457200"/>
          </a:xfrm>
        </p:grpSpPr>
        <p:pic>
          <p:nvPicPr>
            <p:cNvPr id="1361" name="Google Shape;1361;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62" name="Google Shape;1362;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63" name="Google Shape;1363;p107"/>
          <p:cNvGrpSpPr/>
          <p:nvPr/>
        </p:nvGrpSpPr>
        <p:grpSpPr>
          <a:xfrm>
            <a:off x="4331066" y="4148550"/>
            <a:ext cx="457200" cy="457200"/>
            <a:chOff x="1020916" y="1442088"/>
            <a:chExt cx="457200" cy="457200"/>
          </a:xfrm>
        </p:grpSpPr>
        <p:pic>
          <p:nvPicPr>
            <p:cNvPr id="1364" name="Google Shape;1364;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65" name="Google Shape;1365;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66" name="Google Shape;1366;p107"/>
          <p:cNvGrpSpPr/>
          <p:nvPr/>
        </p:nvGrpSpPr>
        <p:grpSpPr>
          <a:xfrm>
            <a:off x="7305791" y="4148538"/>
            <a:ext cx="457200" cy="457200"/>
            <a:chOff x="1020916" y="1442088"/>
            <a:chExt cx="457200" cy="457200"/>
          </a:xfrm>
        </p:grpSpPr>
        <p:pic>
          <p:nvPicPr>
            <p:cNvPr id="1367" name="Google Shape;1367;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68" name="Google Shape;1368;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1369" name="Shape 1369"/>
        <p:cNvGrpSpPr/>
        <p:nvPr/>
      </p:nvGrpSpPr>
      <p:grpSpPr>
        <a:xfrm>
          <a:off x="0" y="0"/>
          <a:ext cx="0" cy="0"/>
          <a:chOff x="0" y="0"/>
          <a:chExt cx="0" cy="0"/>
        </a:xfrm>
      </p:grpSpPr>
      <p:pic>
        <p:nvPicPr>
          <p:cNvPr id="1370" name="Google Shape;1370;p10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371" name="Google Shape;1371;p10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0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73" name="Google Shape;1373;p10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74" name="Google Shape;1374;p10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75" name="Google Shape;1375;p10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1376" name="Shape 1376"/>
        <p:cNvGrpSpPr/>
        <p:nvPr/>
      </p:nvGrpSpPr>
      <p:grpSpPr>
        <a:xfrm>
          <a:off x="0" y="0"/>
          <a:ext cx="0" cy="0"/>
          <a:chOff x="0" y="0"/>
          <a:chExt cx="0" cy="0"/>
        </a:xfrm>
      </p:grpSpPr>
      <p:pic>
        <p:nvPicPr>
          <p:cNvPr id="1377" name="Google Shape;1377;p10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78" name="Google Shape;1378;p10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0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80" name="Google Shape;1380;p10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81" name="Google Shape;1381;p10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382" name="Google Shape;1382;p10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1383" name="Shape 1383"/>
        <p:cNvGrpSpPr/>
        <p:nvPr/>
      </p:nvGrpSpPr>
      <p:grpSpPr>
        <a:xfrm>
          <a:off x="0" y="0"/>
          <a:ext cx="0" cy="0"/>
          <a:chOff x="0" y="0"/>
          <a:chExt cx="0" cy="0"/>
        </a:xfrm>
      </p:grpSpPr>
      <p:pic>
        <p:nvPicPr>
          <p:cNvPr id="1384" name="Google Shape;1384;p11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85" name="Google Shape;1385;p11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1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87" name="Google Shape;1387;p11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88" name="Google Shape;1388;p11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89" name="Google Shape;1389;p11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1390" name="Shape 1390"/>
        <p:cNvGrpSpPr/>
        <p:nvPr/>
      </p:nvGrpSpPr>
      <p:grpSpPr>
        <a:xfrm>
          <a:off x="0" y="0"/>
          <a:ext cx="0" cy="0"/>
          <a:chOff x="0" y="0"/>
          <a:chExt cx="0" cy="0"/>
        </a:xfrm>
      </p:grpSpPr>
      <p:pic>
        <p:nvPicPr>
          <p:cNvPr id="1391" name="Google Shape;1391;p11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92" name="Google Shape;1392;p11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1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94" name="Google Shape;1394;p11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95" name="Google Shape;1395;p11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396" name="Google Shape;1396;p11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1397" name="Shape 1397"/>
        <p:cNvGrpSpPr/>
        <p:nvPr/>
      </p:nvGrpSpPr>
      <p:grpSpPr>
        <a:xfrm>
          <a:off x="0" y="0"/>
          <a:ext cx="0" cy="0"/>
          <a:chOff x="0" y="0"/>
          <a:chExt cx="0" cy="0"/>
        </a:xfrm>
      </p:grpSpPr>
      <p:pic>
        <p:nvPicPr>
          <p:cNvPr id="1398" name="Google Shape;1398;p11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399" name="Google Shape;1399;p11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1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01" name="Google Shape;1401;p11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1402" name="Google Shape;1402;p11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03" name="Google Shape;1403;p11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404" name="Google Shape;1404;p11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1405" name="Shape 1405"/>
        <p:cNvGrpSpPr/>
        <p:nvPr/>
      </p:nvGrpSpPr>
      <p:grpSpPr>
        <a:xfrm>
          <a:off x="0" y="0"/>
          <a:ext cx="0" cy="0"/>
          <a:chOff x="0" y="0"/>
          <a:chExt cx="0" cy="0"/>
        </a:xfrm>
      </p:grpSpPr>
      <p:pic>
        <p:nvPicPr>
          <p:cNvPr id="1406" name="Google Shape;1406;p11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07" name="Google Shape;1407;p11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1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09" name="Google Shape;1409;p11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1410" name="Google Shape;1410;p11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1411" name="Google Shape;1411;p11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12" name="Google Shape;1412;p11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1413" name="Shape 1413"/>
        <p:cNvGrpSpPr/>
        <p:nvPr/>
      </p:nvGrpSpPr>
      <p:grpSpPr>
        <a:xfrm>
          <a:off x="0" y="0"/>
          <a:ext cx="0" cy="0"/>
          <a:chOff x="0" y="0"/>
          <a:chExt cx="0" cy="0"/>
        </a:xfrm>
      </p:grpSpPr>
      <p:pic>
        <p:nvPicPr>
          <p:cNvPr id="1414" name="Google Shape;1414;p11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15" name="Google Shape;1415;p11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1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17" name="Google Shape;1417;p11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1418" name="Google Shape;1418;p114"/>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1419" name="Google Shape;1419;p11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20" name="Google Shape;1420;p114"/>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1421" name="Shape 1421"/>
        <p:cNvGrpSpPr/>
        <p:nvPr/>
      </p:nvGrpSpPr>
      <p:grpSpPr>
        <a:xfrm>
          <a:off x="0" y="0"/>
          <a:ext cx="0" cy="0"/>
          <a:chOff x="0" y="0"/>
          <a:chExt cx="0" cy="0"/>
        </a:xfrm>
      </p:grpSpPr>
      <p:pic>
        <p:nvPicPr>
          <p:cNvPr id="1422" name="Google Shape;1422;p11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23" name="Google Shape;1423;p11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1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25" name="Google Shape;1425;p11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1426" name="Google Shape;1426;p115"/>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1427" name="Google Shape;1427;p11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28" name="Google Shape;1428;p115"/>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1429" name="Shape 1429"/>
        <p:cNvGrpSpPr/>
        <p:nvPr/>
      </p:nvGrpSpPr>
      <p:grpSpPr>
        <a:xfrm>
          <a:off x="0" y="0"/>
          <a:ext cx="0" cy="0"/>
          <a:chOff x="0" y="0"/>
          <a:chExt cx="0" cy="0"/>
        </a:xfrm>
      </p:grpSpPr>
      <p:pic>
        <p:nvPicPr>
          <p:cNvPr id="1430" name="Google Shape;1430;p11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431" name="Google Shape;1431;p11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1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33" name="Google Shape;1433;p116"/>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1434" name="Google Shape;1434;p11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35" name="Google Shape;1435;p11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436" name="Google Shape;1436;p11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1437" name="Shape 1437"/>
        <p:cNvGrpSpPr/>
        <p:nvPr/>
      </p:nvGrpSpPr>
      <p:grpSpPr>
        <a:xfrm>
          <a:off x="0" y="0"/>
          <a:ext cx="0" cy="0"/>
          <a:chOff x="0" y="0"/>
          <a:chExt cx="0" cy="0"/>
        </a:xfrm>
      </p:grpSpPr>
      <p:pic>
        <p:nvPicPr>
          <p:cNvPr id="1438" name="Google Shape;1438;p11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39" name="Google Shape;1439;p11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1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41" name="Google Shape;1441;p11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1442" name="Google Shape;1442;p11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43" name="Google Shape;1443;p11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1444" name="Google Shape;1444;p11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1445" name="Shape 1445"/>
        <p:cNvGrpSpPr/>
        <p:nvPr/>
      </p:nvGrpSpPr>
      <p:grpSpPr>
        <a:xfrm>
          <a:off x="0" y="0"/>
          <a:ext cx="0" cy="0"/>
          <a:chOff x="0" y="0"/>
          <a:chExt cx="0" cy="0"/>
        </a:xfrm>
      </p:grpSpPr>
      <p:pic>
        <p:nvPicPr>
          <p:cNvPr id="1446" name="Google Shape;1446;p11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47" name="Google Shape;1447;p11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1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49" name="Google Shape;1449;p118"/>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1450" name="Google Shape;1450;p11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51" name="Google Shape;1451;p11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1452" name="Google Shape;1452;p11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1453" name="Shape 1453"/>
        <p:cNvGrpSpPr/>
        <p:nvPr/>
      </p:nvGrpSpPr>
      <p:grpSpPr>
        <a:xfrm>
          <a:off x="0" y="0"/>
          <a:ext cx="0" cy="0"/>
          <a:chOff x="0" y="0"/>
          <a:chExt cx="0" cy="0"/>
        </a:xfrm>
      </p:grpSpPr>
      <p:pic>
        <p:nvPicPr>
          <p:cNvPr id="1454" name="Google Shape;1454;p11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55" name="Google Shape;1455;p11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1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57" name="Google Shape;1457;p119"/>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1458" name="Google Shape;1458;p11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59" name="Google Shape;1459;p11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1460" name="Google Shape;1460;p11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1461" name="Shape 1461"/>
        <p:cNvGrpSpPr/>
        <p:nvPr/>
      </p:nvGrpSpPr>
      <p:grpSpPr>
        <a:xfrm>
          <a:off x="0" y="0"/>
          <a:ext cx="0" cy="0"/>
          <a:chOff x="0" y="0"/>
          <a:chExt cx="0" cy="0"/>
        </a:xfrm>
      </p:grpSpPr>
      <p:sp>
        <p:nvSpPr>
          <p:cNvPr id="1462" name="Google Shape;1462;p120"/>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3" name="Google Shape;1463;p120"/>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1464" name="Google Shape;1464;p120"/>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65" name="Google Shape;1465;p120"/>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1466" name="Google Shape;1466;p120"/>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1467" name="Shape 1467"/>
        <p:cNvGrpSpPr/>
        <p:nvPr/>
      </p:nvGrpSpPr>
      <p:grpSpPr>
        <a:xfrm>
          <a:off x="0" y="0"/>
          <a:ext cx="0" cy="0"/>
          <a:chOff x="0" y="0"/>
          <a:chExt cx="0" cy="0"/>
        </a:xfrm>
      </p:grpSpPr>
      <p:sp>
        <p:nvSpPr>
          <p:cNvPr id="1468" name="Google Shape;1468;p121"/>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9" name="Google Shape;1469;p121"/>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1470" name="Google Shape;1470;p121"/>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71" name="Google Shape;1471;p121"/>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1472" name="Google Shape;1472;p121"/>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1473" name="Shape 1473"/>
        <p:cNvGrpSpPr/>
        <p:nvPr/>
      </p:nvGrpSpPr>
      <p:grpSpPr>
        <a:xfrm>
          <a:off x="0" y="0"/>
          <a:ext cx="0" cy="0"/>
          <a:chOff x="0" y="0"/>
          <a:chExt cx="0" cy="0"/>
        </a:xfrm>
      </p:grpSpPr>
      <p:pic>
        <p:nvPicPr>
          <p:cNvPr id="1474" name="Google Shape;1474;p122"/>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1475" name="Google Shape;1475;p122"/>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1476" name="Shape 1476"/>
        <p:cNvGrpSpPr/>
        <p:nvPr/>
      </p:nvGrpSpPr>
      <p:grpSpPr>
        <a:xfrm>
          <a:off x="0" y="0"/>
          <a:ext cx="0" cy="0"/>
          <a:chOff x="0" y="0"/>
          <a:chExt cx="0" cy="0"/>
        </a:xfrm>
      </p:grpSpPr>
      <p:sp>
        <p:nvSpPr>
          <p:cNvPr id="1477" name="Google Shape;1477;p123"/>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1478" name="Google Shape;1478;p123"/>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1479" name="Google Shape;1479;p123"/>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1480" name="Google Shape;1480;p123"/>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1481" name="Google Shape;1481;p123"/>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1482" name="Google Shape;1482;p123"/>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1483" name="Google Shape;1483;p123"/>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1484" name="Google Shape;1484;p123"/>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1485" name="Google Shape;1485;p123"/>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1486" name="Shape 1486"/>
        <p:cNvGrpSpPr/>
        <p:nvPr/>
      </p:nvGrpSpPr>
      <p:grpSpPr>
        <a:xfrm>
          <a:off x="0" y="0"/>
          <a:ext cx="0" cy="0"/>
          <a:chOff x="0" y="0"/>
          <a:chExt cx="0" cy="0"/>
        </a:xfrm>
      </p:grpSpPr>
      <p:pic>
        <p:nvPicPr>
          <p:cNvPr id="1487" name="Google Shape;1487;p124"/>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1488" name="Google Shape;1488;p124"/>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1489" name="Shape 1489"/>
        <p:cNvGrpSpPr/>
        <p:nvPr/>
      </p:nvGrpSpPr>
      <p:grpSpPr>
        <a:xfrm>
          <a:off x="0" y="0"/>
          <a:ext cx="0" cy="0"/>
          <a:chOff x="0" y="0"/>
          <a:chExt cx="0" cy="0"/>
        </a:xfrm>
      </p:grpSpPr>
      <p:sp>
        <p:nvSpPr>
          <p:cNvPr id="1490" name="Google Shape;1490;p125"/>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3.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00.xml"/><Relationship Id="rId42" Type="http://schemas.openxmlformats.org/officeDocument/2006/relationships/slideLayout" Target="../slideLayouts/slideLayout102.xml"/><Relationship Id="rId41" Type="http://schemas.openxmlformats.org/officeDocument/2006/relationships/slideLayout" Target="../slideLayouts/slideLayout101.xml"/><Relationship Id="rId44" Type="http://schemas.openxmlformats.org/officeDocument/2006/relationships/slideLayout" Target="../slideLayouts/slideLayout104.xml"/><Relationship Id="rId43" Type="http://schemas.openxmlformats.org/officeDocument/2006/relationships/slideLayout" Target="../slideLayouts/slideLayout103.xml"/><Relationship Id="rId46" Type="http://schemas.openxmlformats.org/officeDocument/2006/relationships/slideLayout" Target="../slideLayouts/slideLayout106.xml"/><Relationship Id="rId45" Type="http://schemas.openxmlformats.org/officeDocument/2006/relationships/slideLayout" Target="../slideLayouts/slideLayout105.xml"/><Relationship Id="rId1" Type="http://schemas.openxmlformats.org/officeDocument/2006/relationships/image" Target="../media/image9.png"/><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48" Type="http://schemas.openxmlformats.org/officeDocument/2006/relationships/slideLayout" Target="../slideLayouts/slideLayout108.xml"/><Relationship Id="rId47" Type="http://schemas.openxmlformats.org/officeDocument/2006/relationships/slideLayout" Target="../slideLayouts/slideLayout107.xml"/><Relationship Id="rId49" Type="http://schemas.openxmlformats.org/officeDocument/2006/relationships/slideLayout" Target="../slideLayouts/slideLayout109.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31" Type="http://schemas.openxmlformats.org/officeDocument/2006/relationships/slideLayout" Target="../slideLayouts/slideLayout91.xml"/><Relationship Id="rId30" Type="http://schemas.openxmlformats.org/officeDocument/2006/relationships/slideLayout" Target="../slideLayouts/slideLayout90.xml"/><Relationship Id="rId33" Type="http://schemas.openxmlformats.org/officeDocument/2006/relationships/slideLayout" Target="../slideLayouts/slideLayout93.xml"/><Relationship Id="rId32" Type="http://schemas.openxmlformats.org/officeDocument/2006/relationships/slideLayout" Target="../slideLayouts/slideLayout92.xml"/><Relationship Id="rId35" Type="http://schemas.openxmlformats.org/officeDocument/2006/relationships/slideLayout" Target="../slideLayouts/slideLayout95.xml"/><Relationship Id="rId34" Type="http://schemas.openxmlformats.org/officeDocument/2006/relationships/slideLayout" Target="../slideLayouts/slideLayout94.xml"/><Relationship Id="rId37" Type="http://schemas.openxmlformats.org/officeDocument/2006/relationships/slideLayout" Target="../slideLayouts/slideLayout97.xml"/><Relationship Id="rId36" Type="http://schemas.openxmlformats.org/officeDocument/2006/relationships/slideLayout" Target="../slideLayouts/slideLayout96.xml"/><Relationship Id="rId39" Type="http://schemas.openxmlformats.org/officeDocument/2006/relationships/slideLayout" Target="../slideLayouts/slideLayout99.xml"/><Relationship Id="rId38" Type="http://schemas.openxmlformats.org/officeDocument/2006/relationships/slideLayout" Target="../slideLayouts/slideLayout98.xml"/><Relationship Id="rId62" Type="http://schemas.openxmlformats.org/officeDocument/2006/relationships/slideLayout" Target="../slideLayouts/slideLayout122.xml"/><Relationship Id="rId61" Type="http://schemas.openxmlformats.org/officeDocument/2006/relationships/slideLayout" Target="../slideLayouts/slideLayout121.xml"/><Relationship Id="rId20" Type="http://schemas.openxmlformats.org/officeDocument/2006/relationships/slideLayout" Target="../slideLayouts/slideLayout80.xml"/><Relationship Id="rId64" Type="http://schemas.openxmlformats.org/officeDocument/2006/relationships/theme" Target="../theme/theme2.xml"/><Relationship Id="rId63" Type="http://schemas.openxmlformats.org/officeDocument/2006/relationships/slideLayout" Target="../slideLayouts/slideLayout123.xml"/><Relationship Id="rId22" Type="http://schemas.openxmlformats.org/officeDocument/2006/relationships/slideLayout" Target="../slideLayouts/slideLayout82.xml"/><Relationship Id="rId21" Type="http://schemas.openxmlformats.org/officeDocument/2006/relationships/slideLayout" Target="../slideLayouts/slideLayout81.xml"/><Relationship Id="rId24" Type="http://schemas.openxmlformats.org/officeDocument/2006/relationships/slideLayout" Target="../slideLayouts/slideLayout84.xml"/><Relationship Id="rId23" Type="http://schemas.openxmlformats.org/officeDocument/2006/relationships/slideLayout" Target="../slideLayouts/slideLayout83.xml"/><Relationship Id="rId60" Type="http://schemas.openxmlformats.org/officeDocument/2006/relationships/slideLayout" Target="../slideLayouts/slideLayout120.xml"/><Relationship Id="rId26" Type="http://schemas.openxmlformats.org/officeDocument/2006/relationships/slideLayout" Target="../slideLayouts/slideLayout86.xml"/><Relationship Id="rId25" Type="http://schemas.openxmlformats.org/officeDocument/2006/relationships/slideLayout" Target="../slideLayouts/slideLayout85.xml"/><Relationship Id="rId28" Type="http://schemas.openxmlformats.org/officeDocument/2006/relationships/slideLayout" Target="../slideLayouts/slideLayout88.xml"/><Relationship Id="rId27" Type="http://schemas.openxmlformats.org/officeDocument/2006/relationships/slideLayout" Target="../slideLayouts/slideLayout87.xml"/><Relationship Id="rId29" Type="http://schemas.openxmlformats.org/officeDocument/2006/relationships/slideLayout" Target="../slideLayouts/slideLayout89.xml"/><Relationship Id="rId51" Type="http://schemas.openxmlformats.org/officeDocument/2006/relationships/slideLayout" Target="../slideLayouts/slideLayout111.xml"/><Relationship Id="rId50" Type="http://schemas.openxmlformats.org/officeDocument/2006/relationships/slideLayout" Target="../slideLayouts/slideLayout110.xml"/><Relationship Id="rId53" Type="http://schemas.openxmlformats.org/officeDocument/2006/relationships/slideLayout" Target="../slideLayouts/slideLayout113.xml"/><Relationship Id="rId52" Type="http://schemas.openxmlformats.org/officeDocument/2006/relationships/slideLayout" Target="../slideLayouts/slideLayout112.xml"/><Relationship Id="rId11" Type="http://schemas.openxmlformats.org/officeDocument/2006/relationships/slideLayout" Target="../slideLayouts/slideLayout71.xml"/><Relationship Id="rId55" Type="http://schemas.openxmlformats.org/officeDocument/2006/relationships/slideLayout" Target="../slideLayouts/slideLayout115.xml"/><Relationship Id="rId10" Type="http://schemas.openxmlformats.org/officeDocument/2006/relationships/slideLayout" Target="../slideLayouts/slideLayout70.xml"/><Relationship Id="rId54" Type="http://schemas.openxmlformats.org/officeDocument/2006/relationships/slideLayout" Target="../slideLayouts/slideLayout114.xml"/><Relationship Id="rId13" Type="http://schemas.openxmlformats.org/officeDocument/2006/relationships/slideLayout" Target="../slideLayouts/slideLayout73.xml"/><Relationship Id="rId57" Type="http://schemas.openxmlformats.org/officeDocument/2006/relationships/slideLayout" Target="../slideLayouts/slideLayout117.xml"/><Relationship Id="rId12" Type="http://schemas.openxmlformats.org/officeDocument/2006/relationships/slideLayout" Target="../slideLayouts/slideLayout72.xml"/><Relationship Id="rId56" Type="http://schemas.openxmlformats.org/officeDocument/2006/relationships/slideLayout" Target="../slideLayouts/slideLayout116.xml"/><Relationship Id="rId15" Type="http://schemas.openxmlformats.org/officeDocument/2006/relationships/slideLayout" Target="../slideLayouts/slideLayout75.xml"/><Relationship Id="rId59" Type="http://schemas.openxmlformats.org/officeDocument/2006/relationships/slideLayout" Target="../slideLayouts/slideLayout119.xml"/><Relationship Id="rId14" Type="http://schemas.openxmlformats.org/officeDocument/2006/relationships/slideLayout" Target="../slideLayouts/slideLayout74.xml"/><Relationship Id="rId58" Type="http://schemas.openxmlformats.org/officeDocument/2006/relationships/slideLayout" Target="../slideLayouts/slideLayout118.xml"/><Relationship Id="rId17" Type="http://schemas.openxmlformats.org/officeDocument/2006/relationships/slideLayout" Target="../slideLayouts/slideLayout77.xml"/><Relationship Id="rId16" Type="http://schemas.openxmlformats.org/officeDocument/2006/relationships/slideLayout" Target="../slideLayouts/slideLayout76.xml"/><Relationship Id="rId19" Type="http://schemas.openxmlformats.org/officeDocument/2006/relationships/slideLayout" Target="../slideLayouts/slideLayout79.xml"/><Relationship Id="rId18"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50" name="Shape 750"/>
        <p:cNvGrpSpPr/>
        <p:nvPr/>
      </p:nvGrpSpPr>
      <p:grpSpPr>
        <a:xfrm>
          <a:off x="0" y="0"/>
          <a:ext cx="0" cy="0"/>
          <a:chOff x="0" y="0"/>
          <a:chExt cx="0" cy="0"/>
        </a:xfrm>
      </p:grpSpPr>
      <p:sp>
        <p:nvSpPr>
          <p:cNvPr id="751" name="Google Shape;751;p63"/>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52" name="Google Shape;752;p63"/>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753" name="Google Shape;753;p63"/>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 id="2147483743" r:id="rId36"/>
    <p:sldLayoutId id="2147483744" r:id="rId37"/>
    <p:sldLayoutId id="2147483745" r:id="rId38"/>
    <p:sldLayoutId id="2147483746" r:id="rId39"/>
    <p:sldLayoutId id="2147483747" r:id="rId40"/>
    <p:sldLayoutId id="2147483748" r:id="rId41"/>
    <p:sldLayoutId id="2147483749" r:id="rId42"/>
    <p:sldLayoutId id="2147483750" r:id="rId43"/>
    <p:sldLayoutId id="2147483751" r:id="rId44"/>
    <p:sldLayoutId id="2147483752" r:id="rId45"/>
    <p:sldLayoutId id="2147483753" r:id="rId46"/>
    <p:sldLayoutId id="2147483754" r:id="rId47"/>
    <p:sldLayoutId id="2147483755" r:id="rId48"/>
    <p:sldLayoutId id="2147483756" r:id="rId49"/>
    <p:sldLayoutId id="2147483757" r:id="rId50"/>
    <p:sldLayoutId id="2147483758" r:id="rId51"/>
    <p:sldLayoutId id="2147483759" r:id="rId52"/>
    <p:sldLayoutId id="2147483760" r:id="rId53"/>
    <p:sldLayoutId id="2147483761" r:id="rId54"/>
    <p:sldLayoutId id="2147483762" r:id="rId55"/>
    <p:sldLayoutId id="2147483763" r:id="rId56"/>
    <p:sldLayoutId id="2147483764" r:id="rId57"/>
    <p:sldLayoutId id="2147483765" r:id="rId58"/>
    <p:sldLayoutId id="2147483766" r:id="rId59"/>
    <p:sldLayoutId id="2147483767" r:id="rId60"/>
    <p:sldLayoutId id="2147483768" r:id="rId61"/>
    <p:sldLayoutId id="2147483769" r:id="rId62"/>
    <p:sldLayoutId id="2147483770"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9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9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9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9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9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14.xml"/><Relationship Id="rId3" Type="http://schemas.openxmlformats.org/officeDocument/2006/relationships/image" Target="../media/image9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15.xml"/><Relationship Id="rId3" Type="http://schemas.openxmlformats.org/officeDocument/2006/relationships/image" Target="../media/image9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17.xml"/><Relationship Id="rId3" Type="http://schemas.openxmlformats.org/officeDocument/2006/relationships/image" Target="../media/image9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18.xml"/><Relationship Id="rId3" Type="http://schemas.openxmlformats.org/officeDocument/2006/relationships/image" Target="../media/image9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19.xml"/><Relationship Id="rId3" Type="http://schemas.openxmlformats.org/officeDocument/2006/relationships/image" Target="../media/image9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20.xml"/><Relationship Id="rId3" Type="http://schemas.openxmlformats.org/officeDocument/2006/relationships/image" Target="../media/image9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21.xml"/><Relationship Id="rId3" Type="http://schemas.openxmlformats.org/officeDocument/2006/relationships/image" Target="../media/image9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22.xml"/><Relationship Id="rId3" Type="http://schemas.openxmlformats.org/officeDocument/2006/relationships/image" Target="../media/image9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9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9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8.xml"/><Relationship Id="rId3" Type="http://schemas.openxmlformats.org/officeDocument/2006/relationships/image" Target="../media/image9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9.xml"/><Relationship Id="rId3" Type="http://schemas.openxmlformats.org/officeDocument/2006/relationships/image" Target="../media/image9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0.xml"/><Relationship Id="rId3" Type="http://schemas.openxmlformats.org/officeDocument/2006/relationships/image" Target="../media/image100.png"/><Relationship Id="rId4" Type="http://schemas.openxmlformats.org/officeDocument/2006/relationships/image" Target="../media/image102.png"/><Relationship Id="rId5" Type="http://schemas.openxmlformats.org/officeDocument/2006/relationships/image" Target="../media/image10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1.xml"/><Relationship Id="rId3" Type="http://schemas.openxmlformats.org/officeDocument/2006/relationships/image" Target="../media/image100.png"/><Relationship Id="rId4" Type="http://schemas.openxmlformats.org/officeDocument/2006/relationships/image" Target="../media/image102.png"/><Relationship Id="rId5" Type="http://schemas.openxmlformats.org/officeDocument/2006/relationships/image" Target="../media/image10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 Id="rId3" Type="http://schemas.openxmlformats.org/officeDocument/2006/relationships/image" Target="../media/image10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5.xml"/><Relationship Id="rId3" Type="http://schemas.openxmlformats.org/officeDocument/2006/relationships/image" Target="../media/image10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6.xml"/><Relationship Id="rId3" Type="http://schemas.openxmlformats.org/officeDocument/2006/relationships/image" Target="../media/image10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8.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0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126"/>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a:t>
            </a:r>
            <a:endParaRPr/>
          </a:p>
        </p:txBody>
      </p:sp>
      <p:sp>
        <p:nvSpPr>
          <p:cNvPr id="1496" name="Google Shape;1496;p126"/>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multiplicative relationships: fractions and ratio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0" name="Shape 1500"/>
        <p:cNvGrpSpPr/>
        <p:nvPr/>
      </p:nvGrpSpPr>
      <p:grpSpPr>
        <a:xfrm>
          <a:off x="0" y="0"/>
          <a:ext cx="0" cy="0"/>
          <a:chOff x="0" y="0"/>
          <a:chExt cx="0" cy="0"/>
        </a:xfrm>
      </p:grpSpPr>
      <p:sp>
        <p:nvSpPr>
          <p:cNvPr id="1501" name="Google Shape;1501;p127"/>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128"/>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appreciate that any two numbers can be connected via a multiplicative relationship.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129"/>
          <p:cNvSpPr txBox="1"/>
          <p:nvPr>
            <p:ph idx="1" type="subTitle"/>
          </p:nvPr>
        </p:nvSpPr>
        <p:spPr>
          <a:xfrm>
            <a:off x="324000" y="993650"/>
            <a:ext cx="71352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a:t>A ratio shows the relative sizes of 2 or more values and allows you to compare a part with another part in a whole.</a:t>
            </a:r>
            <a:endParaRPr b="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130"/>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in context </a:t>
            </a:r>
            <a:endParaRPr/>
          </a:p>
        </p:txBody>
      </p:sp>
      <p:sp>
        <p:nvSpPr>
          <p:cNvPr id="1517" name="Google Shape;1517;p13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Converting money</a:t>
            </a:r>
            <a:endParaRPr/>
          </a:p>
        </p:txBody>
      </p:sp>
      <p:sp>
        <p:nvSpPr>
          <p:cNvPr id="1518" name="Google Shape;1518;p130"/>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a:t>
            </a:r>
            <a:endParaRPr/>
          </a:p>
        </p:txBody>
      </p:sp>
      <p:pic>
        <p:nvPicPr>
          <p:cNvPr id="1519" name="Google Shape;1519;p130"/>
          <p:cNvPicPr preferRelativeResize="0"/>
          <p:nvPr/>
        </p:nvPicPr>
        <p:blipFill>
          <a:blip r:embed="rId3">
            <a:alphaModFix/>
          </a:blip>
          <a:stretch>
            <a:fillRect/>
          </a:stretch>
        </p:blipFill>
        <p:spPr>
          <a:xfrm>
            <a:off x="412295"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13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in context </a:t>
            </a:r>
            <a:endParaRPr/>
          </a:p>
        </p:txBody>
      </p:sp>
      <p:graphicFrame>
        <p:nvGraphicFramePr>
          <p:cNvPr id="1525" name="Google Shape;1525;p131"/>
          <p:cNvGraphicFramePr/>
          <p:nvPr/>
        </p:nvGraphicFramePr>
        <p:xfrm>
          <a:off x="2144558" y="3087425"/>
          <a:ext cx="3000000" cy="3000000"/>
        </p:xfrm>
        <a:graphic>
          <a:graphicData uri="http://schemas.openxmlformats.org/drawingml/2006/table">
            <a:tbl>
              <a:tblPr>
                <a:noFill/>
                <a:tableStyleId>{A150576A-BDC1-41C4-958D-C12858BDD4FE}</a:tableStyleId>
              </a:tblPr>
              <a:tblGrid>
                <a:gridCol w="1434850"/>
                <a:gridCol w="999950"/>
                <a:gridCol w="1191450"/>
                <a:gridCol w="1238750"/>
                <a:gridCol w="1238750"/>
              </a:tblGrid>
              <a:tr h="609325">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Number of smoothies</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Slices of apple</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Slices of banana</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Milk</a:t>
                      </a:r>
                      <a:endParaRPr sz="1600">
                        <a:solidFill>
                          <a:schemeClr val="lt1"/>
                        </a:solidFill>
                        <a:latin typeface="Lexend"/>
                        <a:ea typeface="Lexend"/>
                        <a:cs typeface="Lexend"/>
                        <a:sym typeface="Lexend"/>
                      </a:endParaRPr>
                    </a:p>
                    <a:p>
                      <a:pPr indent="0" lvl="0" marL="0" rtl="0" algn="ctr">
                        <a:spcBef>
                          <a:spcPts val="0"/>
                        </a:spcBef>
                        <a:spcAft>
                          <a:spcPts val="0"/>
                        </a:spcAft>
                        <a:buNone/>
                      </a:pPr>
                      <a:r>
                        <a:rPr lang="en-GB" sz="1600">
                          <a:solidFill>
                            <a:schemeClr val="lt1"/>
                          </a:solidFill>
                          <a:latin typeface="Lexend"/>
                          <a:ea typeface="Lexend"/>
                          <a:cs typeface="Lexend"/>
                          <a:sym typeface="Lexend"/>
                        </a:rPr>
                        <a:t>(ml)</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Yoghurt (ml)</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0992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526" name="Google Shape;1526;p131"/>
          <p:cNvSpPr txBox="1"/>
          <p:nvPr/>
        </p:nvSpPr>
        <p:spPr>
          <a:xfrm>
            <a:off x="311307" y="929700"/>
            <a:ext cx="8142000" cy="846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H</a:t>
            </a:r>
            <a:r>
              <a:rPr lang="en-GB" sz="2000">
                <a:solidFill>
                  <a:schemeClr val="dk1"/>
                </a:solidFill>
                <a:latin typeface="Lexend"/>
                <a:ea typeface="Lexend"/>
                <a:cs typeface="Lexend"/>
                <a:sym typeface="Lexend"/>
              </a:rPr>
              <a:t>ow many multiplicative relationships can you see between these ingredients?</a:t>
            </a:r>
            <a:endParaRPr sz="2000">
              <a:solidFill>
                <a:schemeClr val="dk1"/>
              </a:solidFill>
              <a:latin typeface="Lexend"/>
              <a:ea typeface="Lexend"/>
              <a:cs typeface="Lexend"/>
              <a:sym typeface="Lexend"/>
            </a:endParaRPr>
          </a:p>
        </p:txBody>
      </p:sp>
      <p:pic>
        <p:nvPicPr>
          <p:cNvPr id="1527" name="Google Shape;1527;p131"/>
          <p:cNvPicPr preferRelativeResize="0"/>
          <p:nvPr/>
        </p:nvPicPr>
        <p:blipFill>
          <a:blip r:embed="rId3">
            <a:alphaModFix/>
          </a:blip>
          <a:stretch>
            <a:fillRect/>
          </a:stretch>
        </p:blipFill>
        <p:spPr>
          <a:xfrm>
            <a:off x="863775" y="3041600"/>
            <a:ext cx="762667" cy="174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sp>
        <p:nvSpPr>
          <p:cNvPr id="1532" name="Google Shape;1532;p132"/>
          <p:cNvSpPr txBox="1"/>
          <p:nvPr>
            <p:ph idx="1" type="body"/>
          </p:nvPr>
        </p:nvSpPr>
        <p:spPr>
          <a:xfrm>
            <a:off x="324000" y="1140300"/>
            <a:ext cx="82377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latin typeface="Kalam"/>
                <a:ea typeface="Kalam"/>
                <a:cs typeface="Kalam"/>
                <a:sym typeface="Kalam"/>
              </a:rPr>
              <a:t>Number of smoothies × 8 = Slices of apple</a:t>
            </a:r>
            <a:endParaRPr sz="2000">
              <a:latin typeface="Kalam"/>
              <a:ea typeface="Kalam"/>
              <a:cs typeface="Kalam"/>
              <a:sym typeface="Kalam"/>
            </a:endParaRPr>
          </a:p>
        </p:txBody>
      </p:sp>
      <p:sp>
        <p:nvSpPr>
          <p:cNvPr id="1533" name="Google Shape;1533;p132"/>
          <p:cNvSpPr txBox="1"/>
          <p:nvPr>
            <p:ph idx="1" type="body"/>
          </p:nvPr>
        </p:nvSpPr>
        <p:spPr>
          <a:xfrm>
            <a:off x="324000" y="1597500"/>
            <a:ext cx="516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latin typeface="Kalam"/>
                <a:ea typeface="Kalam"/>
                <a:cs typeface="Kalam"/>
                <a:sym typeface="Kalam"/>
              </a:rPr>
              <a:t>Slices</a:t>
            </a:r>
            <a:r>
              <a:rPr lang="en-GB" sz="2000">
                <a:solidFill>
                  <a:srgbClr val="282828"/>
                </a:solidFill>
                <a:latin typeface="Kalam"/>
                <a:ea typeface="Kalam"/>
                <a:cs typeface="Kalam"/>
                <a:sym typeface="Kalam"/>
              </a:rPr>
              <a:t> of apples </a:t>
            </a:r>
            <a:r>
              <a:rPr lang="en-GB" sz="2000">
                <a:solidFill>
                  <a:srgbClr val="282828"/>
                </a:solidFill>
                <a:latin typeface="Kalam"/>
                <a:ea typeface="Kalam"/>
                <a:cs typeface="Kalam"/>
                <a:sym typeface="Kalam"/>
              </a:rPr>
              <a:t>×  0.5</a:t>
            </a:r>
            <a:r>
              <a:rPr lang="en-GB" sz="2000">
                <a:solidFill>
                  <a:srgbClr val="282828"/>
                </a:solidFill>
                <a:latin typeface="Kalam"/>
                <a:ea typeface="Kalam"/>
                <a:cs typeface="Kalam"/>
                <a:sym typeface="Kalam"/>
              </a:rPr>
              <a:t>    = Slices of banana</a:t>
            </a:r>
            <a:endParaRPr sz="2000">
              <a:latin typeface="Kalam"/>
              <a:ea typeface="Kalam"/>
              <a:cs typeface="Kalam"/>
              <a:sym typeface="Kalam"/>
            </a:endParaRPr>
          </a:p>
        </p:txBody>
      </p:sp>
      <p:sp>
        <p:nvSpPr>
          <p:cNvPr id="1534" name="Google Shape;1534;p132"/>
          <p:cNvSpPr txBox="1"/>
          <p:nvPr>
            <p:ph idx="1" type="body"/>
          </p:nvPr>
        </p:nvSpPr>
        <p:spPr>
          <a:xfrm>
            <a:off x="324000" y="2054700"/>
            <a:ext cx="5932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latin typeface="Kalam"/>
                <a:ea typeface="Kalam"/>
                <a:cs typeface="Kalam"/>
                <a:sym typeface="Kalam"/>
              </a:rPr>
              <a:t>Slices</a:t>
            </a:r>
            <a:r>
              <a:rPr lang="en-GB" sz="2000">
                <a:solidFill>
                  <a:srgbClr val="282828"/>
                </a:solidFill>
                <a:latin typeface="Kalam"/>
                <a:ea typeface="Kalam"/>
                <a:cs typeface="Kalam"/>
                <a:sym typeface="Kalam"/>
              </a:rPr>
              <a:t> of banana × 25  = Amount of milk</a:t>
            </a:r>
            <a:endParaRPr sz="2000">
              <a:latin typeface="Kalam"/>
              <a:ea typeface="Kalam"/>
              <a:cs typeface="Kalam"/>
              <a:sym typeface="Kalam"/>
            </a:endParaRPr>
          </a:p>
        </p:txBody>
      </p:sp>
      <p:sp>
        <p:nvSpPr>
          <p:cNvPr id="1535" name="Google Shape;1535;p13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in context </a:t>
            </a:r>
            <a:endParaRPr/>
          </a:p>
        </p:txBody>
      </p:sp>
      <p:graphicFrame>
        <p:nvGraphicFramePr>
          <p:cNvPr id="1536" name="Google Shape;1536;p132"/>
          <p:cNvGraphicFramePr/>
          <p:nvPr/>
        </p:nvGraphicFramePr>
        <p:xfrm>
          <a:off x="2144558" y="3087425"/>
          <a:ext cx="3000000" cy="3000000"/>
        </p:xfrm>
        <a:graphic>
          <a:graphicData uri="http://schemas.openxmlformats.org/drawingml/2006/table">
            <a:tbl>
              <a:tblPr>
                <a:noFill/>
                <a:tableStyleId>{A150576A-BDC1-41C4-958D-C12858BDD4FE}</a:tableStyleId>
              </a:tblPr>
              <a:tblGrid>
                <a:gridCol w="1434850"/>
                <a:gridCol w="999950"/>
                <a:gridCol w="1191450"/>
                <a:gridCol w="1238750"/>
                <a:gridCol w="1238750"/>
              </a:tblGrid>
              <a:tr h="609325">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Number of smoothies</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Slices of apple</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Slices of banana</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Milk</a:t>
                      </a:r>
                      <a:endParaRPr sz="1600">
                        <a:solidFill>
                          <a:schemeClr val="lt1"/>
                        </a:solidFill>
                        <a:latin typeface="Lexend"/>
                        <a:ea typeface="Lexend"/>
                        <a:cs typeface="Lexend"/>
                        <a:sym typeface="Lexend"/>
                      </a:endParaRPr>
                    </a:p>
                    <a:p>
                      <a:pPr indent="0" lvl="0" marL="0" rtl="0" algn="ctr">
                        <a:spcBef>
                          <a:spcPts val="0"/>
                        </a:spcBef>
                        <a:spcAft>
                          <a:spcPts val="0"/>
                        </a:spcAft>
                        <a:buNone/>
                      </a:pPr>
                      <a:r>
                        <a:rPr lang="en-GB" sz="1600">
                          <a:solidFill>
                            <a:schemeClr val="lt1"/>
                          </a:solidFill>
                          <a:latin typeface="Lexend"/>
                          <a:ea typeface="Lexend"/>
                          <a:cs typeface="Lexend"/>
                          <a:sym typeface="Lexend"/>
                        </a:rPr>
                        <a:t>(ml)</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Yoghurt (ml)</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0992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537" name="Google Shape;1537;p132"/>
          <p:cNvSpPr txBox="1"/>
          <p:nvPr>
            <p:ph idx="1" type="body"/>
          </p:nvPr>
        </p:nvSpPr>
        <p:spPr>
          <a:xfrm>
            <a:off x="324000" y="683100"/>
            <a:ext cx="82377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latin typeface="Kalam"/>
                <a:ea typeface="Kalam"/>
                <a:cs typeface="Kalam"/>
                <a:sym typeface="Kalam"/>
              </a:rPr>
              <a:t>Here are some examples, </a:t>
            </a:r>
            <a:endParaRPr sz="2000">
              <a:latin typeface="Kalam"/>
              <a:ea typeface="Kalam"/>
              <a:cs typeface="Kalam"/>
              <a:sym typeface="Kalam"/>
            </a:endParaRPr>
          </a:p>
        </p:txBody>
      </p:sp>
      <p:sp>
        <p:nvSpPr>
          <p:cNvPr id="1538" name="Google Shape;1538;p132"/>
          <p:cNvSpPr txBox="1"/>
          <p:nvPr>
            <p:ph idx="1" type="body"/>
          </p:nvPr>
        </p:nvSpPr>
        <p:spPr>
          <a:xfrm>
            <a:off x="324000" y="2511900"/>
            <a:ext cx="5932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latin typeface="Kalam"/>
                <a:ea typeface="Kalam"/>
                <a:cs typeface="Kalam"/>
                <a:sym typeface="Kalam"/>
              </a:rPr>
              <a:t>Slices of banana × 50  = Amount of yoghurt</a:t>
            </a:r>
            <a:endParaRPr sz="2000">
              <a:latin typeface="Kalam"/>
              <a:ea typeface="Kalam"/>
              <a:cs typeface="Kalam"/>
              <a:sym typeface="Kalam"/>
            </a:endParaRPr>
          </a:p>
        </p:txBody>
      </p:sp>
      <p:pic>
        <p:nvPicPr>
          <p:cNvPr id="1539" name="Google Shape;1539;p132"/>
          <p:cNvPicPr preferRelativeResize="0"/>
          <p:nvPr/>
        </p:nvPicPr>
        <p:blipFill>
          <a:blip r:embed="rId3">
            <a:alphaModFix/>
          </a:blip>
          <a:stretch>
            <a:fillRect/>
          </a:stretch>
        </p:blipFill>
        <p:spPr>
          <a:xfrm>
            <a:off x="863775" y="3041600"/>
            <a:ext cx="762667" cy="174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3" name="Shape 1543"/>
        <p:cNvGrpSpPr/>
        <p:nvPr/>
      </p:nvGrpSpPr>
      <p:grpSpPr>
        <a:xfrm>
          <a:off x="0" y="0"/>
          <a:ext cx="0" cy="0"/>
          <a:chOff x="0" y="0"/>
          <a:chExt cx="0" cy="0"/>
        </a:xfrm>
      </p:grpSpPr>
      <p:sp>
        <p:nvSpPr>
          <p:cNvPr id="1544" name="Google Shape;1544;p133"/>
          <p:cNvSpPr txBox="1"/>
          <p:nvPr>
            <p:ph idx="1" type="body"/>
          </p:nvPr>
        </p:nvSpPr>
        <p:spPr>
          <a:xfrm>
            <a:off x="5369100" y="1673700"/>
            <a:ext cx="31926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latin typeface="Kalam"/>
                <a:ea typeface="Kalam"/>
                <a:cs typeface="Kalam"/>
                <a:sym typeface="Kalam"/>
              </a:rPr>
              <a:t>No, the multiplicative relationship remains the same or constant for the parts in the ratio. </a:t>
            </a:r>
            <a:endParaRPr sz="2000">
              <a:latin typeface="Kalam"/>
              <a:ea typeface="Kalam"/>
              <a:cs typeface="Kalam"/>
              <a:sym typeface="Kalam"/>
            </a:endParaRPr>
          </a:p>
        </p:txBody>
      </p:sp>
      <p:sp>
        <p:nvSpPr>
          <p:cNvPr id="1545" name="Google Shape;1545;p13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in context </a:t>
            </a:r>
            <a:endParaRPr/>
          </a:p>
        </p:txBody>
      </p:sp>
      <p:graphicFrame>
        <p:nvGraphicFramePr>
          <p:cNvPr id="1546" name="Google Shape;1546;p133"/>
          <p:cNvGraphicFramePr/>
          <p:nvPr/>
        </p:nvGraphicFramePr>
        <p:xfrm>
          <a:off x="2144558" y="3087425"/>
          <a:ext cx="3000000" cy="3000000"/>
        </p:xfrm>
        <a:graphic>
          <a:graphicData uri="http://schemas.openxmlformats.org/drawingml/2006/table">
            <a:tbl>
              <a:tblPr>
                <a:noFill/>
                <a:tableStyleId>{A150576A-BDC1-41C4-958D-C12858BDD4FE}</a:tableStyleId>
              </a:tblPr>
              <a:tblGrid>
                <a:gridCol w="1434850"/>
                <a:gridCol w="999950"/>
                <a:gridCol w="1191450"/>
                <a:gridCol w="1238750"/>
                <a:gridCol w="1238750"/>
              </a:tblGrid>
              <a:tr h="609325">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Number of smoothies</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Slices of apple</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Slices of banana</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Milk</a:t>
                      </a:r>
                      <a:endParaRPr sz="1600">
                        <a:solidFill>
                          <a:schemeClr val="lt1"/>
                        </a:solidFill>
                        <a:latin typeface="Lexend"/>
                        <a:ea typeface="Lexend"/>
                        <a:cs typeface="Lexend"/>
                        <a:sym typeface="Lexend"/>
                      </a:endParaRPr>
                    </a:p>
                    <a:p>
                      <a:pPr indent="0" lvl="0" marL="0" rtl="0" algn="ctr">
                        <a:spcBef>
                          <a:spcPts val="0"/>
                        </a:spcBef>
                        <a:spcAft>
                          <a:spcPts val="0"/>
                        </a:spcAft>
                        <a:buNone/>
                      </a:pPr>
                      <a:r>
                        <a:rPr lang="en-GB" sz="1600">
                          <a:solidFill>
                            <a:schemeClr val="lt1"/>
                          </a:solidFill>
                          <a:latin typeface="Lexend"/>
                          <a:ea typeface="Lexend"/>
                          <a:cs typeface="Lexend"/>
                          <a:sym typeface="Lexend"/>
                        </a:rPr>
                        <a:t>(ml)</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600">
                          <a:solidFill>
                            <a:schemeClr val="lt1"/>
                          </a:solidFill>
                          <a:latin typeface="Lexend"/>
                          <a:ea typeface="Lexend"/>
                          <a:cs typeface="Lexend"/>
                          <a:sym typeface="Lexend"/>
                        </a:rPr>
                        <a:t>Yoghurt (ml)</a:t>
                      </a:r>
                      <a:endParaRPr sz="1600">
                        <a:solidFill>
                          <a:schemeClr val="lt1"/>
                        </a:solidFill>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accent4"/>
                    </a:solidFill>
                  </a:tcPr>
                </a:tc>
              </a:tr>
              <a:tr h="40992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09925">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300</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600</a:t>
                      </a:r>
                      <a:endParaRPr sz="1800">
                        <a:latin typeface="Lexend"/>
                        <a:ea typeface="Lexend"/>
                        <a:cs typeface="Lexend"/>
                        <a:sym typeface="Lexend"/>
                      </a:endParaRPr>
                    </a:p>
                  </a:txBody>
                  <a:tcPr marT="91425" marB="91425" marR="91425" marL="914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547" name="Google Shape;1547;p133"/>
          <p:cNvSpPr txBox="1"/>
          <p:nvPr/>
        </p:nvSpPr>
        <p:spPr>
          <a:xfrm>
            <a:off x="5323975" y="692750"/>
            <a:ext cx="3429000" cy="965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900">
                <a:solidFill>
                  <a:srgbClr val="282828"/>
                </a:solidFill>
                <a:latin typeface="Lexend"/>
                <a:ea typeface="Lexend"/>
                <a:cs typeface="Lexend"/>
                <a:sym typeface="Lexend"/>
              </a:rPr>
              <a:t>Does this multiplicative relationship change if we look at 3 smoothies? </a:t>
            </a:r>
            <a:endParaRPr sz="1300"/>
          </a:p>
        </p:txBody>
      </p:sp>
      <p:sp>
        <p:nvSpPr>
          <p:cNvPr id="1548" name="Google Shape;1548;p133"/>
          <p:cNvSpPr txBox="1"/>
          <p:nvPr>
            <p:ph idx="1" type="body"/>
          </p:nvPr>
        </p:nvSpPr>
        <p:spPr>
          <a:xfrm>
            <a:off x="324000" y="1140300"/>
            <a:ext cx="82377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latin typeface="Kalam"/>
                <a:ea typeface="Kalam"/>
                <a:cs typeface="Kalam"/>
                <a:sym typeface="Kalam"/>
              </a:rPr>
              <a:t>Number of smoothies × 8 = Slices of apple</a:t>
            </a:r>
            <a:endParaRPr sz="2000">
              <a:latin typeface="Kalam"/>
              <a:ea typeface="Kalam"/>
              <a:cs typeface="Kalam"/>
              <a:sym typeface="Kalam"/>
            </a:endParaRPr>
          </a:p>
        </p:txBody>
      </p:sp>
      <p:sp>
        <p:nvSpPr>
          <p:cNvPr id="1549" name="Google Shape;1549;p133"/>
          <p:cNvSpPr txBox="1"/>
          <p:nvPr>
            <p:ph idx="1" type="body"/>
          </p:nvPr>
        </p:nvSpPr>
        <p:spPr>
          <a:xfrm>
            <a:off x="324000" y="1597500"/>
            <a:ext cx="5165400" cy="320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rgbClr val="282828"/>
                </a:solidFill>
                <a:latin typeface="Kalam"/>
                <a:ea typeface="Kalam"/>
                <a:cs typeface="Kalam"/>
                <a:sym typeface="Kalam"/>
              </a:rPr>
              <a:t>Slices of apples ×  0.5    = Slices of banana</a:t>
            </a:r>
            <a:endParaRPr sz="2000">
              <a:latin typeface="Kalam"/>
              <a:ea typeface="Kalam"/>
              <a:cs typeface="Kalam"/>
              <a:sym typeface="Kalam"/>
            </a:endParaRPr>
          </a:p>
          <a:p>
            <a:pPr indent="0" lvl="0" marL="0" rtl="0" algn="l">
              <a:spcBef>
                <a:spcPts val="1000"/>
              </a:spcBef>
              <a:spcAft>
                <a:spcPts val="1000"/>
              </a:spcAft>
              <a:buNone/>
            </a:pPr>
            <a:r>
              <a:t/>
            </a:r>
            <a:endParaRPr sz="2000">
              <a:solidFill>
                <a:srgbClr val="282828"/>
              </a:solidFill>
              <a:latin typeface="Kalam"/>
              <a:ea typeface="Kalam"/>
              <a:cs typeface="Kalam"/>
              <a:sym typeface="Kalam"/>
            </a:endParaRPr>
          </a:p>
        </p:txBody>
      </p:sp>
      <p:sp>
        <p:nvSpPr>
          <p:cNvPr id="1550" name="Google Shape;1550;p133"/>
          <p:cNvSpPr txBox="1"/>
          <p:nvPr>
            <p:ph idx="1" type="body"/>
          </p:nvPr>
        </p:nvSpPr>
        <p:spPr>
          <a:xfrm>
            <a:off x="324000" y="2054700"/>
            <a:ext cx="5932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latin typeface="Kalam"/>
                <a:ea typeface="Kalam"/>
                <a:cs typeface="Kalam"/>
                <a:sym typeface="Kalam"/>
              </a:rPr>
              <a:t>Slices of banana × 25  = Amount of milk</a:t>
            </a:r>
            <a:endParaRPr sz="2000">
              <a:latin typeface="Kalam"/>
              <a:ea typeface="Kalam"/>
              <a:cs typeface="Kalam"/>
              <a:sym typeface="Kalam"/>
            </a:endParaRPr>
          </a:p>
        </p:txBody>
      </p:sp>
      <p:sp>
        <p:nvSpPr>
          <p:cNvPr id="1551" name="Google Shape;1551;p133"/>
          <p:cNvSpPr txBox="1"/>
          <p:nvPr>
            <p:ph idx="1" type="body"/>
          </p:nvPr>
        </p:nvSpPr>
        <p:spPr>
          <a:xfrm>
            <a:off x="324000" y="683100"/>
            <a:ext cx="8237700" cy="38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latin typeface="Kalam"/>
                <a:ea typeface="Kalam"/>
                <a:cs typeface="Kalam"/>
                <a:sym typeface="Kalam"/>
              </a:rPr>
              <a:t>Here are some examples, </a:t>
            </a:r>
            <a:endParaRPr sz="2000">
              <a:latin typeface="Kalam"/>
              <a:ea typeface="Kalam"/>
              <a:cs typeface="Kalam"/>
              <a:sym typeface="Kalam"/>
            </a:endParaRPr>
          </a:p>
        </p:txBody>
      </p:sp>
      <p:sp>
        <p:nvSpPr>
          <p:cNvPr id="1552" name="Google Shape;1552;p133"/>
          <p:cNvSpPr txBox="1"/>
          <p:nvPr>
            <p:ph idx="1" type="body"/>
          </p:nvPr>
        </p:nvSpPr>
        <p:spPr>
          <a:xfrm>
            <a:off x="324000" y="2511900"/>
            <a:ext cx="5932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latin typeface="Kalam"/>
                <a:ea typeface="Kalam"/>
                <a:cs typeface="Kalam"/>
                <a:sym typeface="Kalam"/>
              </a:rPr>
              <a:t>Slices of banana × 50  = Amount of yoghurt</a:t>
            </a:r>
            <a:endParaRPr sz="2000">
              <a:latin typeface="Kalam"/>
              <a:ea typeface="Kalam"/>
              <a:cs typeface="Kalam"/>
              <a:sym typeface="Kalam"/>
            </a:endParaRPr>
          </a:p>
        </p:txBody>
      </p:sp>
      <p:pic>
        <p:nvPicPr>
          <p:cNvPr id="1553" name="Google Shape;1553;p133"/>
          <p:cNvPicPr preferRelativeResize="0"/>
          <p:nvPr/>
        </p:nvPicPr>
        <p:blipFill>
          <a:blip r:embed="rId3">
            <a:alphaModFix/>
          </a:blip>
          <a:stretch>
            <a:fillRect/>
          </a:stretch>
        </p:blipFill>
        <p:spPr>
          <a:xfrm>
            <a:off x="863775" y="3041600"/>
            <a:ext cx="762667" cy="174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7" name="Shape 1557"/>
        <p:cNvGrpSpPr/>
        <p:nvPr/>
      </p:nvGrpSpPr>
      <p:grpSpPr>
        <a:xfrm>
          <a:off x="0" y="0"/>
          <a:ext cx="0" cy="0"/>
          <a:chOff x="0" y="0"/>
          <a:chExt cx="0" cy="0"/>
        </a:xfrm>
      </p:grpSpPr>
      <p:sp>
        <p:nvSpPr>
          <p:cNvPr id="1558" name="Google Shape;1558;p134"/>
          <p:cNvSpPr txBox="1"/>
          <p:nvPr>
            <p:ph idx="1" type="body"/>
          </p:nvPr>
        </p:nvSpPr>
        <p:spPr>
          <a:xfrm>
            <a:off x="324000" y="683100"/>
            <a:ext cx="8237700" cy="68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rPr>
              <a:t>There are lots of ways to show multiplicative relationships when using ratio tables.</a:t>
            </a:r>
            <a:endParaRPr sz="2000"/>
          </a:p>
        </p:txBody>
      </p:sp>
      <p:sp>
        <p:nvSpPr>
          <p:cNvPr id="1559" name="Google Shape;1559;p13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in context </a:t>
            </a:r>
            <a:endParaRPr/>
          </a:p>
        </p:txBody>
      </p:sp>
      <p:graphicFrame>
        <p:nvGraphicFramePr>
          <p:cNvPr id="1560" name="Google Shape;1560;p134"/>
          <p:cNvGraphicFramePr/>
          <p:nvPr/>
        </p:nvGraphicFramePr>
        <p:xfrm>
          <a:off x="2356700" y="2080950"/>
          <a:ext cx="3000000" cy="3000000"/>
        </p:xfrm>
        <a:graphic>
          <a:graphicData uri="http://schemas.openxmlformats.org/drawingml/2006/table">
            <a:tbl>
              <a:tblPr>
                <a:noFill/>
                <a:tableStyleId>{A150576A-BDC1-41C4-958D-C12858BDD4FE}</a:tableStyleId>
              </a:tblPr>
              <a:tblGrid>
                <a:gridCol w="2098650"/>
                <a:gridCol w="2098650"/>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95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9575">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1561" name="Google Shape;1561;p134"/>
          <p:cNvSpPr txBox="1"/>
          <p:nvPr>
            <p:ph idx="1" type="body"/>
          </p:nvPr>
        </p:nvSpPr>
        <p:spPr>
          <a:xfrm>
            <a:off x="324000" y="1445100"/>
            <a:ext cx="8237700" cy="68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rPr>
              <a:t>What multiplicative relationships can you use to fill in this table?</a:t>
            </a:r>
            <a:endParaRPr sz="2000"/>
          </a:p>
        </p:txBody>
      </p:sp>
      <p:grpSp>
        <p:nvGrpSpPr>
          <p:cNvPr id="1562" name="Google Shape;1562;p134"/>
          <p:cNvGrpSpPr/>
          <p:nvPr/>
        </p:nvGrpSpPr>
        <p:grpSpPr>
          <a:xfrm>
            <a:off x="3963900" y="2514334"/>
            <a:ext cx="1030200" cy="460466"/>
            <a:chOff x="1917550" y="2129709"/>
            <a:chExt cx="1030200" cy="460466"/>
          </a:xfrm>
        </p:grpSpPr>
        <p:cxnSp>
          <p:nvCxnSpPr>
            <p:cNvPr id="1563" name="Google Shape;1563;p134"/>
            <p:cNvCxnSpPr/>
            <p:nvPr/>
          </p:nvCxnSpPr>
          <p:spPr>
            <a:xfrm>
              <a:off x="1917550" y="2590175"/>
              <a:ext cx="1030200" cy="0"/>
            </a:xfrm>
            <a:prstGeom prst="straightConnector1">
              <a:avLst/>
            </a:prstGeom>
            <a:noFill/>
            <a:ln cap="flat" cmpd="sng" w="28575">
              <a:solidFill>
                <a:schemeClr val="accent4"/>
              </a:solidFill>
              <a:prstDash val="solid"/>
              <a:round/>
              <a:headEnd len="med" w="med" type="none"/>
              <a:tailEnd len="med" w="med" type="triangle"/>
            </a:ln>
          </p:spPr>
        </p:cxnSp>
        <p:sp>
          <p:nvSpPr>
            <p:cNvPr id="1564" name="Google Shape;1564;p134"/>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highlight>
                    <a:schemeClr val="lt1"/>
                  </a:highlight>
                  <a:latin typeface="Lexend"/>
                  <a:ea typeface="Lexend"/>
                  <a:cs typeface="Lexend"/>
                  <a:sym typeface="Lexend"/>
                </a:rPr>
                <a:t>×1.5</a:t>
              </a:r>
              <a:endParaRPr sz="2200">
                <a:solidFill>
                  <a:schemeClr val="dk1"/>
                </a:solidFill>
                <a:highlight>
                  <a:schemeClr val="lt1"/>
                </a:highlight>
                <a:latin typeface="Lexend"/>
                <a:ea typeface="Lexend"/>
                <a:cs typeface="Lexend"/>
                <a:sym typeface="Lexend"/>
              </a:endParaRPr>
            </a:p>
          </p:txBody>
        </p:sp>
      </p:grpSp>
      <p:grpSp>
        <p:nvGrpSpPr>
          <p:cNvPr id="1565" name="Google Shape;1565;p134"/>
          <p:cNvGrpSpPr/>
          <p:nvPr/>
        </p:nvGrpSpPr>
        <p:grpSpPr>
          <a:xfrm>
            <a:off x="3963900" y="3504934"/>
            <a:ext cx="1030200" cy="460466"/>
            <a:chOff x="1917550" y="2129709"/>
            <a:chExt cx="1030200" cy="460466"/>
          </a:xfrm>
        </p:grpSpPr>
        <p:cxnSp>
          <p:nvCxnSpPr>
            <p:cNvPr id="1566" name="Google Shape;1566;p134"/>
            <p:cNvCxnSpPr/>
            <p:nvPr/>
          </p:nvCxnSpPr>
          <p:spPr>
            <a:xfrm>
              <a:off x="1917550" y="2590175"/>
              <a:ext cx="1030200" cy="0"/>
            </a:xfrm>
            <a:prstGeom prst="straightConnector1">
              <a:avLst/>
            </a:prstGeom>
            <a:noFill/>
            <a:ln cap="flat" cmpd="sng" w="28575">
              <a:solidFill>
                <a:schemeClr val="accent4"/>
              </a:solidFill>
              <a:prstDash val="solid"/>
              <a:round/>
              <a:headEnd len="med" w="med" type="none"/>
              <a:tailEnd len="med" w="med" type="triangle"/>
            </a:ln>
          </p:spPr>
        </p:cxnSp>
        <p:sp>
          <p:nvSpPr>
            <p:cNvPr id="1567" name="Google Shape;1567;p134"/>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highlight>
                    <a:schemeClr val="lt1"/>
                  </a:highlight>
                  <a:latin typeface="Lexend"/>
                  <a:ea typeface="Lexend"/>
                  <a:cs typeface="Lexend"/>
                  <a:sym typeface="Lexend"/>
                </a:rPr>
                <a:t>×1.5</a:t>
              </a:r>
              <a:endParaRPr sz="2200">
                <a:solidFill>
                  <a:schemeClr val="dk1"/>
                </a:solidFill>
                <a:highlight>
                  <a:schemeClr val="lt1"/>
                </a:highlight>
                <a:latin typeface="Lexend"/>
                <a:ea typeface="Lexend"/>
                <a:cs typeface="Lexend"/>
                <a:sym typeface="Lexend"/>
              </a:endParaRPr>
            </a:p>
          </p:txBody>
        </p:sp>
      </p:grpSp>
      <p:grpSp>
        <p:nvGrpSpPr>
          <p:cNvPr id="1568" name="Google Shape;1568;p134"/>
          <p:cNvGrpSpPr/>
          <p:nvPr/>
        </p:nvGrpSpPr>
        <p:grpSpPr>
          <a:xfrm>
            <a:off x="3963900" y="4038334"/>
            <a:ext cx="1030200" cy="460466"/>
            <a:chOff x="1917550" y="2129709"/>
            <a:chExt cx="1030200" cy="460466"/>
          </a:xfrm>
        </p:grpSpPr>
        <p:cxnSp>
          <p:nvCxnSpPr>
            <p:cNvPr id="1569" name="Google Shape;1569;p134"/>
            <p:cNvCxnSpPr/>
            <p:nvPr/>
          </p:nvCxnSpPr>
          <p:spPr>
            <a:xfrm>
              <a:off x="1917550" y="2590175"/>
              <a:ext cx="1030200" cy="0"/>
            </a:xfrm>
            <a:prstGeom prst="straightConnector1">
              <a:avLst/>
            </a:prstGeom>
            <a:noFill/>
            <a:ln cap="flat" cmpd="sng" w="28575">
              <a:solidFill>
                <a:schemeClr val="accent4"/>
              </a:solidFill>
              <a:prstDash val="solid"/>
              <a:round/>
              <a:headEnd len="med" w="med" type="none"/>
              <a:tailEnd len="med" w="med" type="triangle"/>
            </a:ln>
          </p:spPr>
        </p:cxnSp>
        <p:sp>
          <p:nvSpPr>
            <p:cNvPr id="1570" name="Google Shape;1570;p134"/>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highlight>
                    <a:schemeClr val="lt1"/>
                  </a:highlight>
                  <a:latin typeface="Lexend"/>
                  <a:ea typeface="Lexend"/>
                  <a:cs typeface="Lexend"/>
                  <a:sym typeface="Lexend"/>
                </a:rPr>
                <a:t>×1.5</a:t>
              </a:r>
              <a:endParaRPr sz="2200">
                <a:solidFill>
                  <a:schemeClr val="dk1"/>
                </a:solidFill>
                <a:highlight>
                  <a:schemeClr val="lt1"/>
                </a:highlight>
                <a:latin typeface="Lexend"/>
                <a:ea typeface="Lexend"/>
                <a:cs typeface="Lexend"/>
                <a:sym typeface="Lexend"/>
              </a:endParaRPr>
            </a:p>
          </p:txBody>
        </p:sp>
      </p:grpSp>
      <p:grpSp>
        <p:nvGrpSpPr>
          <p:cNvPr id="1571" name="Google Shape;1571;p134"/>
          <p:cNvGrpSpPr/>
          <p:nvPr/>
        </p:nvGrpSpPr>
        <p:grpSpPr>
          <a:xfrm>
            <a:off x="3963900" y="2971534"/>
            <a:ext cx="1030200" cy="460466"/>
            <a:chOff x="1917550" y="2129709"/>
            <a:chExt cx="1030200" cy="460466"/>
          </a:xfrm>
        </p:grpSpPr>
        <p:cxnSp>
          <p:nvCxnSpPr>
            <p:cNvPr id="1572" name="Google Shape;1572;p134"/>
            <p:cNvCxnSpPr/>
            <p:nvPr/>
          </p:nvCxnSpPr>
          <p:spPr>
            <a:xfrm>
              <a:off x="1917550" y="2590175"/>
              <a:ext cx="1030200" cy="0"/>
            </a:xfrm>
            <a:prstGeom prst="straightConnector1">
              <a:avLst/>
            </a:prstGeom>
            <a:noFill/>
            <a:ln cap="flat" cmpd="sng" w="28575">
              <a:solidFill>
                <a:schemeClr val="accent4"/>
              </a:solidFill>
              <a:prstDash val="solid"/>
              <a:round/>
              <a:headEnd len="med" w="med" type="none"/>
              <a:tailEnd len="med" w="med" type="triangle"/>
            </a:ln>
          </p:spPr>
        </p:cxnSp>
        <p:sp>
          <p:nvSpPr>
            <p:cNvPr id="1573" name="Google Shape;1573;p134"/>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highlight>
                    <a:schemeClr val="lt1"/>
                  </a:highlight>
                  <a:latin typeface="Lexend"/>
                  <a:ea typeface="Lexend"/>
                  <a:cs typeface="Lexend"/>
                  <a:sym typeface="Lexend"/>
                </a:rPr>
                <a:t>×1.5</a:t>
              </a:r>
              <a:endParaRPr sz="2200">
                <a:solidFill>
                  <a:schemeClr val="dk1"/>
                </a:solidFill>
                <a:highlight>
                  <a:schemeClr val="lt1"/>
                </a:highlight>
                <a:latin typeface="Lexend"/>
                <a:ea typeface="Lexend"/>
                <a:cs typeface="Lexend"/>
                <a:sym typeface="Lexend"/>
              </a:endParaRPr>
            </a:p>
          </p:txBody>
        </p:sp>
      </p:grpSp>
      <p:sp>
        <p:nvSpPr>
          <p:cNvPr id="1574" name="Google Shape;1574;p134"/>
          <p:cNvSpPr txBox="1"/>
          <p:nvPr/>
        </p:nvSpPr>
        <p:spPr>
          <a:xfrm>
            <a:off x="5086850" y="3657538"/>
            <a:ext cx="804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15</a:t>
            </a:r>
            <a:endParaRPr/>
          </a:p>
        </p:txBody>
      </p:sp>
      <p:sp>
        <p:nvSpPr>
          <p:cNvPr id="1575" name="Google Shape;1575;p134"/>
          <p:cNvSpPr txBox="1"/>
          <p:nvPr/>
        </p:nvSpPr>
        <p:spPr>
          <a:xfrm>
            <a:off x="5068300" y="4194500"/>
            <a:ext cx="84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10.5</a:t>
            </a:r>
            <a:endParaRPr/>
          </a:p>
        </p:txBody>
      </p:sp>
      <p:sp>
        <p:nvSpPr>
          <p:cNvPr id="1576" name="Google Shape;1576;p134"/>
          <p:cNvSpPr txBox="1"/>
          <p:nvPr/>
        </p:nvSpPr>
        <p:spPr>
          <a:xfrm>
            <a:off x="3009359" y="3100088"/>
            <a:ext cx="804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6</a:t>
            </a:r>
            <a:endParaRPr/>
          </a:p>
        </p:txBody>
      </p:sp>
      <p:pic>
        <p:nvPicPr>
          <p:cNvPr descr="&lt;math xmlns=&quot;http://www.w3.org/1998/Math/MathML&quot; display=&quot;block&quot; data-is-equatio=&quot;1&quot; data-latex=&quot;3\ \div2\ =\ 1.5&quot;&gt;&lt;mn&gt;3&lt;/mn&gt;&lt;mtext&gt;&lt;/mtext&gt;&lt;mo&gt;÷&lt;/mo&gt;&lt;mn&gt;2&lt;/mn&gt;&lt;mtext&gt;&lt;/mtext&gt;&lt;mo&gt;=&lt;/mo&gt;&lt;mtext&gt;&lt;/mtext&gt;&lt;mn&gt;1.5&lt;/mn&gt;&lt;/math&gt;" id="1577" name="Google Shape;1577;p134" title="3 division sign 2 equals 1.5"/>
          <p:cNvPicPr preferRelativeResize="0"/>
          <p:nvPr/>
        </p:nvPicPr>
        <p:blipFill>
          <a:blip r:embed="rId3">
            <a:alphaModFix/>
          </a:blip>
          <a:stretch>
            <a:fillRect/>
          </a:stretch>
        </p:blipFill>
        <p:spPr>
          <a:xfrm>
            <a:off x="390525" y="2729529"/>
            <a:ext cx="1719100" cy="242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1" name="Shape 1581"/>
        <p:cNvGrpSpPr/>
        <p:nvPr/>
      </p:nvGrpSpPr>
      <p:grpSpPr>
        <a:xfrm>
          <a:off x="0" y="0"/>
          <a:ext cx="0" cy="0"/>
          <a:chOff x="0" y="0"/>
          <a:chExt cx="0" cy="0"/>
        </a:xfrm>
      </p:grpSpPr>
      <p:sp>
        <p:nvSpPr>
          <p:cNvPr id="1582" name="Google Shape;1582;p135"/>
          <p:cNvSpPr txBox="1"/>
          <p:nvPr>
            <p:ph idx="1" type="body"/>
          </p:nvPr>
        </p:nvSpPr>
        <p:spPr>
          <a:xfrm>
            <a:off x="324000" y="683100"/>
            <a:ext cx="8237700" cy="68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rPr>
              <a:t>There are lots of ways to show multiplicative relationships when using ratio tables.</a:t>
            </a:r>
            <a:endParaRPr sz="2000"/>
          </a:p>
        </p:txBody>
      </p:sp>
      <p:sp>
        <p:nvSpPr>
          <p:cNvPr id="1583" name="Google Shape;1583;p13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in context </a:t>
            </a:r>
            <a:endParaRPr/>
          </a:p>
        </p:txBody>
      </p:sp>
      <p:graphicFrame>
        <p:nvGraphicFramePr>
          <p:cNvPr id="1584" name="Google Shape;1584;p135"/>
          <p:cNvGraphicFramePr/>
          <p:nvPr/>
        </p:nvGraphicFramePr>
        <p:xfrm>
          <a:off x="2356700" y="2080950"/>
          <a:ext cx="3000000" cy="3000000"/>
        </p:xfrm>
        <a:graphic>
          <a:graphicData uri="http://schemas.openxmlformats.org/drawingml/2006/table">
            <a:tbl>
              <a:tblPr>
                <a:noFill/>
                <a:tableStyleId>{A150576A-BDC1-41C4-958D-C12858BDD4FE}</a:tableStyleId>
              </a:tblPr>
              <a:tblGrid>
                <a:gridCol w="2098650"/>
                <a:gridCol w="2098650"/>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4"/>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95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9575">
                <a:tc>
                  <a:txBody>
                    <a:bodyPr/>
                    <a:lstStyle/>
                    <a:p>
                      <a:pPr indent="0" lvl="0" marL="0" rtl="0" algn="ctr">
                        <a:spcBef>
                          <a:spcPts val="0"/>
                        </a:spcBef>
                        <a:spcAft>
                          <a:spcPts val="0"/>
                        </a:spcAft>
                        <a:buNone/>
                      </a:pPr>
                      <a:r>
                        <a:rPr lang="en-GB" sz="1800">
                          <a:latin typeface="Lexend"/>
                          <a:ea typeface="Lexend"/>
                          <a:cs typeface="Lexend"/>
                          <a:sym typeface="Lexend"/>
                        </a:rPr>
                        <a:t>7</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1585" name="Google Shape;1585;p135"/>
          <p:cNvSpPr txBox="1"/>
          <p:nvPr>
            <p:ph idx="1" type="body"/>
          </p:nvPr>
        </p:nvSpPr>
        <p:spPr>
          <a:xfrm>
            <a:off x="324000" y="1445100"/>
            <a:ext cx="8237700" cy="68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rPr>
              <a:t>What multiplicative relationships can you use to fill in this table?</a:t>
            </a:r>
            <a:endParaRPr sz="2000"/>
          </a:p>
        </p:txBody>
      </p:sp>
      <p:sp>
        <p:nvSpPr>
          <p:cNvPr id="1586" name="Google Shape;1586;p135"/>
          <p:cNvSpPr/>
          <p:nvPr/>
        </p:nvSpPr>
        <p:spPr>
          <a:xfrm>
            <a:off x="2049776" y="2819900"/>
            <a:ext cx="236725" cy="586550"/>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587" name="Google Shape;1587;p135"/>
          <p:cNvSpPr/>
          <p:nvPr/>
        </p:nvSpPr>
        <p:spPr>
          <a:xfrm flipH="1">
            <a:off x="6622193" y="2797341"/>
            <a:ext cx="236725" cy="586550"/>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588" name="Google Shape;1588;p135"/>
          <p:cNvSpPr txBox="1"/>
          <p:nvPr/>
        </p:nvSpPr>
        <p:spPr>
          <a:xfrm>
            <a:off x="6858925" y="2829025"/>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a:t>
            </a:r>
            <a:endParaRPr/>
          </a:p>
        </p:txBody>
      </p:sp>
      <p:sp>
        <p:nvSpPr>
          <p:cNvPr id="1589" name="Google Shape;1589;p135"/>
          <p:cNvSpPr txBox="1"/>
          <p:nvPr/>
        </p:nvSpPr>
        <p:spPr>
          <a:xfrm>
            <a:off x="1601125" y="2829025"/>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a:t>
            </a:r>
            <a:endParaRPr/>
          </a:p>
        </p:txBody>
      </p:sp>
      <p:sp>
        <p:nvSpPr>
          <p:cNvPr id="1590" name="Google Shape;1590;p135"/>
          <p:cNvSpPr/>
          <p:nvPr/>
        </p:nvSpPr>
        <p:spPr>
          <a:xfrm>
            <a:off x="2009488" y="2807375"/>
            <a:ext cx="236725" cy="1060248"/>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591" name="Google Shape;1591;p135"/>
          <p:cNvSpPr txBox="1"/>
          <p:nvPr/>
        </p:nvSpPr>
        <p:spPr>
          <a:xfrm>
            <a:off x="1502100" y="3075900"/>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×5</a:t>
            </a:r>
            <a:endParaRPr/>
          </a:p>
        </p:txBody>
      </p:sp>
      <p:sp>
        <p:nvSpPr>
          <p:cNvPr id="1592" name="Google Shape;1592;p135"/>
          <p:cNvSpPr/>
          <p:nvPr/>
        </p:nvSpPr>
        <p:spPr>
          <a:xfrm flipH="1">
            <a:off x="6665796" y="2807375"/>
            <a:ext cx="296451" cy="1060248"/>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593" name="Google Shape;1593;p135"/>
          <p:cNvSpPr txBox="1"/>
          <p:nvPr/>
        </p:nvSpPr>
        <p:spPr>
          <a:xfrm>
            <a:off x="6912300" y="3075900"/>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×5</a:t>
            </a:r>
            <a:endParaRPr/>
          </a:p>
        </p:txBody>
      </p:sp>
      <p:sp>
        <p:nvSpPr>
          <p:cNvPr id="1594" name="Google Shape;1594;p135"/>
          <p:cNvSpPr txBox="1"/>
          <p:nvPr/>
        </p:nvSpPr>
        <p:spPr>
          <a:xfrm>
            <a:off x="5086850" y="3657538"/>
            <a:ext cx="804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15</a:t>
            </a:r>
            <a:endParaRPr/>
          </a:p>
        </p:txBody>
      </p:sp>
      <p:sp>
        <p:nvSpPr>
          <p:cNvPr id="1595" name="Google Shape;1595;p135"/>
          <p:cNvSpPr txBox="1"/>
          <p:nvPr/>
        </p:nvSpPr>
        <p:spPr>
          <a:xfrm>
            <a:off x="5068300" y="4194500"/>
            <a:ext cx="84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10.5</a:t>
            </a:r>
            <a:endParaRPr/>
          </a:p>
        </p:txBody>
      </p:sp>
      <p:sp>
        <p:nvSpPr>
          <p:cNvPr id="1596" name="Google Shape;1596;p135"/>
          <p:cNvSpPr txBox="1"/>
          <p:nvPr/>
        </p:nvSpPr>
        <p:spPr>
          <a:xfrm>
            <a:off x="2978804" y="3100088"/>
            <a:ext cx="804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6</a:t>
            </a:r>
            <a:endParaRPr/>
          </a:p>
        </p:txBody>
      </p:sp>
      <p:sp>
        <p:nvSpPr>
          <p:cNvPr id="1597" name="Google Shape;1597;p135"/>
          <p:cNvSpPr txBox="1"/>
          <p:nvPr/>
        </p:nvSpPr>
        <p:spPr>
          <a:xfrm>
            <a:off x="1308600" y="3561800"/>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×3.5</a:t>
            </a:r>
            <a:endParaRPr/>
          </a:p>
        </p:txBody>
      </p:sp>
      <p:sp>
        <p:nvSpPr>
          <p:cNvPr id="1598" name="Google Shape;1598;p135"/>
          <p:cNvSpPr/>
          <p:nvPr/>
        </p:nvSpPr>
        <p:spPr>
          <a:xfrm>
            <a:off x="2009500" y="2807375"/>
            <a:ext cx="236725" cy="1621752"/>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599" name="Google Shape;1599;p135"/>
          <p:cNvSpPr txBox="1"/>
          <p:nvPr/>
        </p:nvSpPr>
        <p:spPr>
          <a:xfrm>
            <a:off x="6871200" y="3561800"/>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×3.5</a:t>
            </a:r>
            <a:endParaRPr/>
          </a:p>
        </p:txBody>
      </p:sp>
      <p:sp>
        <p:nvSpPr>
          <p:cNvPr id="1600" name="Google Shape;1600;p135"/>
          <p:cNvSpPr/>
          <p:nvPr/>
        </p:nvSpPr>
        <p:spPr>
          <a:xfrm flipH="1">
            <a:off x="6665799" y="2807375"/>
            <a:ext cx="296451" cy="1621752"/>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sp>
        <p:nvSpPr>
          <p:cNvPr id="1605" name="Google Shape;1605;p136"/>
          <p:cNvSpPr txBox="1"/>
          <p:nvPr>
            <p:ph idx="1" type="body"/>
          </p:nvPr>
        </p:nvSpPr>
        <p:spPr>
          <a:xfrm>
            <a:off x="324000" y="759300"/>
            <a:ext cx="1905600" cy="41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Here is a recipe for vegetable soup.</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606" name="Google Shape;1606;p13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in context </a:t>
            </a:r>
            <a:endParaRPr/>
          </a:p>
        </p:txBody>
      </p:sp>
      <p:sp>
        <p:nvSpPr>
          <p:cNvPr id="1607" name="Google Shape;1607;p136"/>
          <p:cNvSpPr/>
          <p:nvPr/>
        </p:nvSpPr>
        <p:spPr>
          <a:xfrm>
            <a:off x="2235875" y="738450"/>
            <a:ext cx="2382300" cy="1774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8" name="Google Shape;1608;p136"/>
          <p:cNvSpPr txBox="1"/>
          <p:nvPr/>
        </p:nvSpPr>
        <p:spPr>
          <a:xfrm>
            <a:off x="2478500" y="867275"/>
            <a:ext cx="2215800" cy="16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8 carrots</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4 potatoes</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200 ml water</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2 stock cubes</a:t>
            </a:r>
            <a:endParaRPr sz="2200">
              <a:solidFill>
                <a:schemeClr val="dk1"/>
              </a:solidFill>
              <a:latin typeface="Lexend"/>
              <a:ea typeface="Lexend"/>
              <a:cs typeface="Lexend"/>
              <a:sym typeface="Lexend"/>
            </a:endParaRPr>
          </a:p>
        </p:txBody>
      </p:sp>
      <p:sp>
        <p:nvSpPr>
          <p:cNvPr id="1609" name="Google Shape;1609;p136"/>
          <p:cNvSpPr txBox="1"/>
          <p:nvPr>
            <p:ph idx="1" type="body"/>
          </p:nvPr>
        </p:nvSpPr>
        <p:spPr>
          <a:xfrm>
            <a:off x="324000" y="2664300"/>
            <a:ext cx="8624400" cy="412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t>Andeep used: 10 carrots, 5 potatoes, 400 ml water, 1 stock cube</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rPr lang="en-GB" sz="1800"/>
              <a:t>Andeep made mistakes when making the soup and is trying to fix it so the ratio is correct. What is the </a:t>
            </a:r>
            <a:r>
              <a:rPr lang="en-GB" sz="1800">
                <a:solidFill>
                  <a:schemeClr val="accent4"/>
                </a:solidFill>
              </a:rPr>
              <a:t>least</a:t>
            </a:r>
            <a:r>
              <a:rPr lang="en-GB" sz="1800"/>
              <a:t> amount of ingredients he could </a:t>
            </a:r>
            <a:r>
              <a:rPr lang="en-GB" sz="1800">
                <a:solidFill>
                  <a:schemeClr val="accent4"/>
                </a:solidFill>
              </a:rPr>
              <a:t>add</a:t>
            </a:r>
            <a:r>
              <a:rPr lang="en-GB" sz="1800"/>
              <a:t> to correct the ratio? (assuming you can only have integer amounts of each </a:t>
            </a:r>
            <a:r>
              <a:rPr lang="en-GB" sz="1800"/>
              <a:t>ingredient)</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610" name="Google Shape;1610;p136"/>
          <p:cNvSpPr txBox="1"/>
          <p:nvPr/>
        </p:nvSpPr>
        <p:spPr>
          <a:xfrm>
            <a:off x="1518500" y="2978400"/>
            <a:ext cx="1875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+ 6</a:t>
            </a:r>
            <a:r>
              <a:rPr lang="en-GB" sz="2000">
                <a:solidFill>
                  <a:schemeClr val="dk1"/>
                </a:solidFill>
                <a:latin typeface="Kalam"/>
                <a:ea typeface="Kalam"/>
                <a:cs typeface="Kalam"/>
                <a:sym typeface="Kalam"/>
              </a:rPr>
              <a:t> carrots</a:t>
            </a:r>
            <a:endParaRPr sz="2000"/>
          </a:p>
        </p:txBody>
      </p:sp>
      <p:sp>
        <p:nvSpPr>
          <p:cNvPr id="1611" name="Google Shape;1611;p136"/>
          <p:cNvSpPr txBox="1"/>
          <p:nvPr/>
        </p:nvSpPr>
        <p:spPr>
          <a:xfrm>
            <a:off x="3021125" y="2978400"/>
            <a:ext cx="1731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+ 3</a:t>
            </a:r>
            <a:r>
              <a:rPr lang="en-GB" sz="2000">
                <a:solidFill>
                  <a:schemeClr val="dk1"/>
                </a:solidFill>
                <a:latin typeface="Kalam"/>
                <a:ea typeface="Kalam"/>
                <a:cs typeface="Kalam"/>
                <a:sym typeface="Kalam"/>
              </a:rPr>
              <a:t> potatoes</a:t>
            </a:r>
            <a:endParaRPr sz="2000"/>
          </a:p>
        </p:txBody>
      </p:sp>
      <p:sp>
        <p:nvSpPr>
          <p:cNvPr id="1612" name="Google Shape;1612;p136"/>
          <p:cNvSpPr txBox="1"/>
          <p:nvPr/>
        </p:nvSpPr>
        <p:spPr>
          <a:xfrm>
            <a:off x="5838100" y="2978400"/>
            <a:ext cx="2413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+ 3</a:t>
            </a:r>
            <a:r>
              <a:rPr lang="en-GB" sz="2000">
                <a:solidFill>
                  <a:schemeClr val="dk1"/>
                </a:solidFill>
                <a:latin typeface="Kalam"/>
                <a:ea typeface="Kalam"/>
                <a:cs typeface="Kalam"/>
                <a:sym typeface="Kalam"/>
              </a:rPr>
              <a:t> stock cubes</a:t>
            </a:r>
            <a:endParaRPr sz="2000"/>
          </a:p>
        </p:txBody>
      </p:sp>
      <p:graphicFrame>
        <p:nvGraphicFramePr>
          <p:cNvPr id="1613" name="Google Shape;1613;p136"/>
          <p:cNvGraphicFramePr/>
          <p:nvPr/>
        </p:nvGraphicFramePr>
        <p:xfrm>
          <a:off x="4970600" y="775200"/>
          <a:ext cx="3000000" cy="3000000"/>
        </p:xfrm>
        <a:graphic>
          <a:graphicData uri="http://schemas.openxmlformats.org/drawingml/2006/table">
            <a:tbl>
              <a:tblPr>
                <a:noFill/>
                <a:tableStyleId>{A150576A-BDC1-41C4-958D-C12858BDD4FE}</a:tableStyleId>
              </a:tblPr>
              <a:tblGrid>
                <a:gridCol w="809650"/>
                <a:gridCol w="809650"/>
                <a:gridCol w="809650"/>
                <a:gridCol w="809650"/>
              </a:tblGrid>
              <a:tr h="381000">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C</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P</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W</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S</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381000">
                <a:tc>
                  <a:txBody>
                    <a:bodyPr/>
                    <a:lstStyle/>
                    <a:p>
                      <a:pPr indent="0" lvl="0" marL="0" rtl="0" algn="ctr">
                        <a:spcBef>
                          <a:spcPts val="0"/>
                        </a:spcBef>
                        <a:spcAft>
                          <a:spcPts val="0"/>
                        </a:spcAft>
                        <a:buNone/>
                      </a:pPr>
                      <a:r>
                        <a:rPr lang="en-GB" sz="1900">
                          <a:latin typeface="Lexend"/>
                          <a:ea typeface="Lexend"/>
                          <a:cs typeface="Lexend"/>
                          <a:sym typeface="Lexend"/>
                        </a:rPr>
                        <a:t>8</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200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614" name="Google Shape;1614;p136"/>
          <p:cNvGraphicFramePr/>
          <p:nvPr/>
        </p:nvGraphicFramePr>
        <p:xfrm>
          <a:off x="4970600" y="1709157"/>
          <a:ext cx="3000000" cy="3000000"/>
        </p:xfrm>
        <a:graphic>
          <a:graphicData uri="http://schemas.openxmlformats.org/drawingml/2006/table">
            <a:tbl>
              <a:tblPr>
                <a:noFill/>
                <a:tableStyleId>{A150576A-BDC1-41C4-958D-C12858BDD4FE}</a:tableStyleId>
              </a:tblPr>
              <a:tblGrid>
                <a:gridCol w="809650"/>
                <a:gridCol w="809650"/>
                <a:gridCol w="809650"/>
                <a:gridCol w="809650"/>
              </a:tblGrid>
              <a:tr h="381000">
                <a:tc>
                  <a:txBody>
                    <a:bodyPr/>
                    <a:lstStyle/>
                    <a:p>
                      <a:pPr indent="0" lvl="0" marL="0" rtl="0" algn="ctr">
                        <a:spcBef>
                          <a:spcPts val="0"/>
                        </a:spcBef>
                        <a:spcAft>
                          <a:spcPts val="0"/>
                        </a:spcAft>
                        <a:buNone/>
                      </a:pPr>
                      <a:r>
                        <a:rPr lang="en-GB" sz="1900">
                          <a:latin typeface="Lexend"/>
                          <a:ea typeface="Lexend"/>
                          <a:cs typeface="Lexend"/>
                          <a:sym typeface="Lexend"/>
                        </a:rPr>
                        <a:t>16</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8</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400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615" name="Google Shape;1615;p136"/>
          <p:cNvSpPr txBox="1"/>
          <p:nvPr/>
        </p:nvSpPr>
        <p:spPr>
          <a:xfrm>
            <a:off x="324000" y="2978400"/>
            <a:ext cx="1731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p137"/>
          <p:cNvSpPr txBox="1"/>
          <p:nvPr>
            <p:ph idx="1" type="body"/>
          </p:nvPr>
        </p:nvSpPr>
        <p:spPr>
          <a:xfrm>
            <a:off x="324000" y="759300"/>
            <a:ext cx="1905600" cy="41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Here is a recipe for vegetable soup.</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621" name="Google Shape;1621;p13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in context </a:t>
            </a:r>
            <a:endParaRPr/>
          </a:p>
        </p:txBody>
      </p:sp>
      <p:sp>
        <p:nvSpPr>
          <p:cNvPr id="1622" name="Google Shape;1622;p137"/>
          <p:cNvSpPr/>
          <p:nvPr/>
        </p:nvSpPr>
        <p:spPr>
          <a:xfrm>
            <a:off x="2235875" y="738450"/>
            <a:ext cx="2382300" cy="1774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3" name="Google Shape;1623;p137"/>
          <p:cNvSpPr txBox="1"/>
          <p:nvPr/>
        </p:nvSpPr>
        <p:spPr>
          <a:xfrm>
            <a:off x="2478500" y="867275"/>
            <a:ext cx="2215800" cy="16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8 carrots</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4 potatoes</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200 ml water</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2 stock cubes</a:t>
            </a:r>
            <a:endParaRPr sz="2200">
              <a:solidFill>
                <a:schemeClr val="dk1"/>
              </a:solidFill>
              <a:latin typeface="Lexend"/>
              <a:ea typeface="Lexend"/>
              <a:cs typeface="Lexend"/>
              <a:sym typeface="Lexend"/>
            </a:endParaRPr>
          </a:p>
        </p:txBody>
      </p:sp>
      <p:sp>
        <p:nvSpPr>
          <p:cNvPr id="1624" name="Google Shape;1624;p137"/>
          <p:cNvSpPr txBox="1"/>
          <p:nvPr>
            <p:ph idx="1" type="body"/>
          </p:nvPr>
        </p:nvSpPr>
        <p:spPr>
          <a:xfrm>
            <a:off x="324000" y="2664300"/>
            <a:ext cx="8496000" cy="412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t>Jun used: 39 carrots, 19 potatoes, 1000 ml water, 6 stock cube</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0"/>
              </a:spcBef>
              <a:spcAft>
                <a:spcPts val="0"/>
              </a:spcAft>
              <a:buClr>
                <a:schemeClr val="dk1"/>
              </a:buClr>
              <a:buSzPts val="1100"/>
              <a:buFont typeface="Arial"/>
              <a:buNone/>
            </a:pPr>
            <a:r>
              <a:rPr lang="en-GB" sz="1800"/>
              <a:t>Jun has also some made mistakes when making the soup and is trying to fix it so the ratio is correct. What is the least amount of ingredients he could </a:t>
            </a:r>
            <a:r>
              <a:rPr lang="en-GB" sz="1800">
                <a:solidFill>
                  <a:schemeClr val="accent4"/>
                </a:solidFill>
              </a:rPr>
              <a:t>add</a:t>
            </a:r>
            <a:r>
              <a:rPr lang="en-GB" sz="1800"/>
              <a:t> to correct the ratio? (assuming you can only have integer amounts of each ingredient)</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0"/>
              </a:spcAft>
              <a:buClr>
                <a:schemeClr val="dk1"/>
              </a:buClr>
              <a:buSzPts val="1100"/>
              <a:buFont typeface="Arial"/>
              <a:buNone/>
            </a:pPr>
            <a:r>
              <a:t/>
            </a:r>
            <a:endParaRPr sz="1800"/>
          </a:p>
          <a:p>
            <a:pPr indent="0" lvl="0" marL="0" rtl="0" algn="l">
              <a:spcBef>
                <a:spcPts val="1000"/>
              </a:spcBef>
              <a:spcAft>
                <a:spcPts val="1000"/>
              </a:spcAft>
              <a:buNone/>
            </a:pPr>
            <a:r>
              <a:t/>
            </a:r>
            <a:endParaRPr sz="1800"/>
          </a:p>
        </p:txBody>
      </p:sp>
      <p:graphicFrame>
        <p:nvGraphicFramePr>
          <p:cNvPr id="1625" name="Google Shape;1625;p137"/>
          <p:cNvGraphicFramePr/>
          <p:nvPr/>
        </p:nvGraphicFramePr>
        <p:xfrm>
          <a:off x="4970600" y="775200"/>
          <a:ext cx="3000000" cy="3000000"/>
        </p:xfrm>
        <a:graphic>
          <a:graphicData uri="http://schemas.openxmlformats.org/drawingml/2006/table">
            <a:tbl>
              <a:tblPr>
                <a:noFill/>
                <a:tableStyleId>{A150576A-BDC1-41C4-958D-C12858BDD4FE}</a:tableStyleId>
              </a:tblPr>
              <a:tblGrid>
                <a:gridCol w="809650"/>
                <a:gridCol w="809650"/>
                <a:gridCol w="809650"/>
                <a:gridCol w="809650"/>
              </a:tblGrid>
              <a:tr h="381000">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C</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P</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W</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S</a:t>
                      </a:r>
                      <a:endParaRPr sz="19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381000">
                <a:tc>
                  <a:txBody>
                    <a:bodyPr/>
                    <a:lstStyle/>
                    <a:p>
                      <a:pPr indent="0" lvl="0" marL="0" rtl="0" algn="ctr">
                        <a:spcBef>
                          <a:spcPts val="0"/>
                        </a:spcBef>
                        <a:spcAft>
                          <a:spcPts val="0"/>
                        </a:spcAft>
                        <a:buNone/>
                      </a:pPr>
                      <a:r>
                        <a:rPr lang="en-GB" sz="1900">
                          <a:latin typeface="Lexend"/>
                          <a:ea typeface="Lexend"/>
                          <a:cs typeface="Lexend"/>
                          <a:sym typeface="Lexend"/>
                        </a:rPr>
                        <a:t>8</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4</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200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626" name="Google Shape;1626;p137"/>
          <p:cNvGraphicFramePr/>
          <p:nvPr/>
        </p:nvGraphicFramePr>
        <p:xfrm>
          <a:off x="4970600" y="1709157"/>
          <a:ext cx="3000000" cy="3000000"/>
        </p:xfrm>
        <a:graphic>
          <a:graphicData uri="http://schemas.openxmlformats.org/drawingml/2006/table">
            <a:tbl>
              <a:tblPr>
                <a:noFill/>
                <a:tableStyleId>{A150576A-BDC1-41C4-958D-C12858BDD4FE}</a:tableStyleId>
              </a:tblPr>
              <a:tblGrid>
                <a:gridCol w="809650"/>
                <a:gridCol w="809650"/>
                <a:gridCol w="809650"/>
                <a:gridCol w="809650"/>
              </a:tblGrid>
              <a:tr h="381000">
                <a:tc>
                  <a:txBody>
                    <a:bodyPr/>
                    <a:lstStyle/>
                    <a:p>
                      <a:pPr indent="0" lvl="0" marL="0" rtl="0" algn="ctr">
                        <a:spcBef>
                          <a:spcPts val="0"/>
                        </a:spcBef>
                        <a:spcAft>
                          <a:spcPts val="0"/>
                        </a:spcAft>
                        <a:buNone/>
                      </a:pPr>
                      <a:r>
                        <a:rPr lang="en-GB" sz="1900">
                          <a:latin typeface="Lexend"/>
                          <a:ea typeface="Lexend"/>
                          <a:cs typeface="Lexend"/>
                          <a:sym typeface="Lexend"/>
                        </a:rPr>
                        <a:t>40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627" name="Google Shape;1627;p137"/>
          <p:cNvSpPr txBox="1"/>
          <p:nvPr/>
        </p:nvSpPr>
        <p:spPr>
          <a:xfrm>
            <a:off x="1476350" y="2910725"/>
            <a:ext cx="1284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1 carrot</a:t>
            </a:r>
            <a:endParaRPr/>
          </a:p>
        </p:txBody>
      </p:sp>
      <p:sp>
        <p:nvSpPr>
          <p:cNvPr id="1628" name="Google Shape;1628;p137"/>
          <p:cNvSpPr txBox="1"/>
          <p:nvPr/>
        </p:nvSpPr>
        <p:spPr>
          <a:xfrm>
            <a:off x="2771750" y="2910725"/>
            <a:ext cx="1731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 1 potato</a:t>
            </a:r>
            <a:endParaRPr/>
          </a:p>
        </p:txBody>
      </p:sp>
      <p:sp>
        <p:nvSpPr>
          <p:cNvPr id="1629" name="Google Shape;1629;p137"/>
          <p:cNvSpPr txBox="1"/>
          <p:nvPr/>
        </p:nvSpPr>
        <p:spPr>
          <a:xfrm>
            <a:off x="6124550" y="2910725"/>
            <a:ext cx="2459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  4 stock cubes</a:t>
            </a:r>
            <a:endParaRPr/>
          </a:p>
        </p:txBody>
      </p:sp>
      <p:graphicFrame>
        <p:nvGraphicFramePr>
          <p:cNvPr id="1630" name="Google Shape;1630;p137"/>
          <p:cNvGraphicFramePr/>
          <p:nvPr/>
        </p:nvGraphicFramePr>
        <p:xfrm>
          <a:off x="4970600" y="1709157"/>
          <a:ext cx="3000000" cy="3000000"/>
        </p:xfrm>
        <a:graphic>
          <a:graphicData uri="http://schemas.openxmlformats.org/drawingml/2006/table">
            <a:tbl>
              <a:tblPr>
                <a:noFill/>
                <a:tableStyleId>{A150576A-BDC1-41C4-958D-C12858BDD4FE}</a:tableStyleId>
              </a:tblPr>
              <a:tblGrid>
                <a:gridCol w="809650"/>
                <a:gridCol w="809650"/>
                <a:gridCol w="809650"/>
                <a:gridCol w="809650"/>
              </a:tblGrid>
              <a:tr h="381000">
                <a:tc>
                  <a:txBody>
                    <a:bodyPr/>
                    <a:lstStyle/>
                    <a:p>
                      <a:pPr indent="0" lvl="0" marL="0" rtl="0" algn="ctr">
                        <a:spcBef>
                          <a:spcPts val="0"/>
                        </a:spcBef>
                        <a:spcAft>
                          <a:spcPts val="0"/>
                        </a:spcAft>
                        <a:buNone/>
                      </a:pPr>
                      <a:r>
                        <a:rPr lang="en-GB" sz="1900">
                          <a:latin typeface="Lexend"/>
                          <a:ea typeface="Lexend"/>
                          <a:cs typeface="Lexend"/>
                          <a:sym typeface="Lexend"/>
                        </a:rPr>
                        <a:t>40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20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1000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900">
                          <a:latin typeface="Lexend"/>
                          <a:ea typeface="Lexend"/>
                          <a:cs typeface="Lexend"/>
                          <a:sym typeface="Lexend"/>
                        </a:rPr>
                        <a:t>10</a:t>
                      </a:r>
                      <a:endParaRPr sz="19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4" name="Shape 1634"/>
        <p:cNvGrpSpPr/>
        <p:nvPr/>
      </p:nvGrpSpPr>
      <p:grpSpPr>
        <a:xfrm>
          <a:off x="0" y="0"/>
          <a:ext cx="0" cy="0"/>
          <a:chOff x="0" y="0"/>
          <a:chExt cx="0" cy="0"/>
        </a:xfrm>
      </p:grpSpPr>
      <p:sp>
        <p:nvSpPr>
          <p:cNvPr id="1635" name="Google Shape;1635;p13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1</a:t>
            </a:r>
            <a:r>
              <a:rPr lang="en-GB" sz="1900"/>
              <a:t>) Fill in the table knowing the following multiplicative relationships:</a:t>
            </a:r>
            <a:endParaRPr sz="1900"/>
          </a:p>
          <a:p>
            <a:pPr indent="0" lvl="0" marL="0" rtl="0" algn="l">
              <a:spcBef>
                <a:spcPts val="1000"/>
              </a:spcBef>
              <a:spcAft>
                <a:spcPts val="0"/>
              </a:spcAft>
              <a:buNone/>
            </a:pPr>
            <a:r>
              <a:rPr lang="en-GB" sz="1900"/>
              <a:t>a) Number of eggs × 75 = Sugar</a:t>
            </a:r>
            <a:endParaRPr sz="1900"/>
          </a:p>
          <a:p>
            <a:pPr indent="0" lvl="0" marL="0" rtl="0" algn="l">
              <a:spcBef>
                <a:spcPts val="1000"/>
              </a:spcBef>
              <a:spcAft>
                <a:spcPts val="0"/>
              </a:spcAft>
              <a:buNone/>
            </a:pPr>
            <a:r>
              <a:rPr lang="en-GB" sz="1900"/>
              <a:t>b) Flour is twice as many grams as butter</a:t>
            </a:r>
            <a:endParaRPr sz="1900"/>
          </a:p>
          <a:p>
            <a:pPr indent="0" lvl="0" marL="0" rtl="0" algn="l">
              <a:spcBef>
                <a:spcPts val="1000"/>
              </a:spcBef>
              <a:spcAft>
                <a:spcPts val="0"/>
              </a:spcAft>
              <a:buNone/>
            </a:pPr>
            <a:r>
              <a:rPr lang="en-GB" sz="1900"/>
              <a:t>c) Butter × 1.5 = Sugar</a:t>
            </a:r>
            <a:endParaRPr sz="1900"/>
          </a:p>
          <a:p>
            <a:pPr indent="0" lvl="0" marL="0" rtl="0" algn="l">
              <a:spcBef>
                <a:spcPts val="1000"/>
              </a:spcBef>
              <a:spcAft>
                <a:spcPts val="1000"/>
              </a:spcAft>
              <a:buNone/>
            </a:pPr>
            <a:r>
              <a:t/>
            </a:r>
            <a:endParaRPr sz="1900"/>
          </a:p>
        </p:txBody>
      </p:sp>
      <p:graphicFrame>
        <p:nvGraphicFramePr>
          <p:cNvPr id="1636" name="Google Shape;1636;p138"/>
          <p:cNvGraphicFramePr/>
          <p:nvPr/>
        </p:nvGraphicFramePr>
        <p:xfrm>
          <a:off x="1022588" y="2521625"/>
          <a:ext cx="3000000" cy="3000000"/>
        </p:xfrm>
        <a:graphic>
          <a:graphicData uri="http://schemas.openxmlformats.org/drawingml/2006/table">
            <a:tbl>
              <a:tblPr>
                <a:noFill/>
                <a:tableStyleId>{A150576A-BDC1-41C4-958D-C12858BDD4FE}</a:tableStyleId>
              </a:tblPr>
              <a:tblGrid>
                <a:gridCol w="1792850"/>
                <a:gridCol w="1792850"/>
                <a:gridCol w="1792850"/>
                <a:gridCol w="1792850"/>
              </a:tblGrid>
              <a:tr h="1244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Butter (g)</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Flour (g)</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124400">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124400">
                <a:tc>
                  <a:txBody>
                    <a:bodyPr/>
                    <a:lstStyle/>
                    <a:p>
                      <a:pPr indent="0" lvl="0" marL="0" rtl="0" algn="ctr">
                        <a:spcBef>
                          <a:spcPts val="0"/>
                        </a:spcBef>
                        <a:spcAft>
                          <a:spcPts val="0"/>
                        </a:spcAft>
                        <a:buNone/>
                      </a:pPr>
                      <a:r>
                        <a:rPr lang="en-GB" sz="1800">
                          <a:latin typeface="Lexend"/>
                          <a:ea typeface="Lexend"/>
                          <a:cs typeface="Lexend"/>
                          <a:sym typeface="Lexend"/>
                        </a:rPr>
                        <a:t>400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124400">
                <a:tc>
                  <a:txBody>
                    <a:bodyPr/>
                    <a:lstStyle/>
                    <a:p>
                      <a:pPr indent="0" lvl="0" marL="0" rtl="0" algn="ctr">
                        <a:spcBef>
                          <a:spcPts val="0"/>
                        </a:spcBef>
                        <a:spcAft>
                          <a:spcPts val="0"/>
                        </a:spcAft>
                        <a:buNone/>
                      </a:pPr>
                      <a:r>
                        <a:rPr lang="en-GB" sz="1800">
                          <a:latin typeface="Lexend"/>
                          <a:ea typeface="Lexend"/>
                          <a:cs typeface="Lexend"/>
                          <a:sym typeface="Lexend"/>
                        </a:rPr>
                        <a:t>500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750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637" name="Google Shape;1637;p138"/>
          <p:cNvSpPr/>
          <p:nvPr/>
        </p:nvSpPr>
        <p:spPr>
          <a:xfrm>
            <a:off x="1622850" y="30404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38" name="Google Shape;1638;p13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 </a:t>
            </a:r>
            <a:endParaRPr/>
          </a:p>
          <a:p>
            <a:pPr indent="0" lvl="0" marL="0" rtl="0" algn="l">
              <a:spcBef>
                <a:spcPts val="1000"/>
              </a:spcBef>
              <a:spcAft>
                <a:spcPts val="1000"/>
              </a:spcAft>
              <a:buNone/>
            </a:pPr>
            <a:r>
              <a:t/>
            </a:r>
            <a:endParaRPr/>
          </a:p>
        </p:txBody>
      </p:sp>
      <p:sp>
        <p:nvSpPr>
          <p:cNvPr id="1639" name="Google Shape;1639;p138"/>
          <p:cNvSpPr/>
          <p:nvPr/>
        </p:nvSpPr>
        <p:spPr>
          <a:xfrm>
            <a:off x="3375450" y="30404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0" name="Google Shape;1640;p138"/>
          <p:cNvSpPr/>
          <p:nvPr/>
        </p:nvSpPr>
        <p:spPr>
          <a:xfrm>
            <a:off x="7033050" y="30404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1" name="Google Shape;1641;p138"/>
          <p:cNvSpPr/>
          <p:nvPr/>
        </p:nvSpPr>
        <p:spPr>
          <a:xfrm>
            <a:off x="3375450" y="34976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2" name="Google Shape;1642;p138"/>
          <p:cNvSpPr/>
          <p:nvPr/>
        </p:nvSpPr>
        <p:spPr>
          <a:xfrm>
            <a:off x="5204250" y="34976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3" name="Google Shape;1643;p138"/>
          <p:cNvSpPr/>
          <p:nvPr/>
        </p:nvSpPr>
        <p:spPr>
          <a:xfrm>
            <a:off x="7033050" y="34976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4" name="Google Shape;1644;p138"/>
          <p:cNvSpPr/>
          <p:nvPr/>
        </p:nvSpPr>
        <p:spPr>
          <a:xfrm>
            <a:off x="1622850" y="39548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5" name="Google Shape;1645;p138"/>
          <p:cNvSpPr/>
          <p:nvPr/>
        </p:nvSpPr>
        <p:spPr>
          <a:xfrm>
            <a:off x="3375450" y="39548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6" name="Google Shape;1646;p138"/>
          <p:cNvSpPr/>
          <p:nvPr/>
        </p:nvSpPr>
        <p:spPr>
          <a:xfrm>
            <a:off x="5204250" y="39548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139"/>
          <p:cNvSpPr txBox="1"/>
          <p:nvPr>
            <p:ph idx="1" type="body"/>
          </p:nvPr>
        </p:nvSpPr>
        <p:spPr>
          <a:xfrm>
            <a:off x="324000" y="759300"/>
            <a:ext cx="8361300" cy="169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2</a:t>
            </a:r>
            <a:r>
              <a:rPr lang="en-GB" sz="1800"/>
              <a:t>)  Most bread doughs start with flour and water. To make chapati, for every two cups of flour, you add one cup of water. To make pizza base, for every three cups of flour, you add two cups of water. </a:t>
            </a:r>
            <a:endParaRPr sz="1800"/>
          </a:p>
          <a:p>
            <a:pPr indent="0" lvl="0" marL="0" rtl="0" algn="l">
              <a:lnSpc>
                <a:spcPct val="100000"/>
              </a:lnSpc>
              <a:spcBef>
                <a:spcPts val="1000"/>
              </a:spcBef>
              <a:spcAft>
                <a:spcPts val="0"/>
              </a:spcAft>
              <a:buNone/>
            </a:pPr>
            <a:r>
              <a:rPr lang="en-GB" sz="1800"/>
              <a:t>In each bowl, is it chapati dough, pizza base dough, or neither?</a:t>
            </a:r>
            <a:endParaRPr sz="1800"/>
          </a:p>
          <a:p>
            <a:pPr indent="0" lvl="0" marL="0" rtl="0" algn="l">
              <a:lnSpc>
                <a:spcPct val="100000"/>
              </a:lnSpc>
              <a:spcBef>
                <a:spcPts val="1000"/>
              </a:spcBef>
              <a:spcAft>
                <a:spcPts val="0"/>
              </a:spcAft>
              <a:buNone/>
            </a:pPr>
            <a:r>
              <a:t/>
            </a:r>
            <a:endParaRPr sz="18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sz="1900"/>
          </a:p>
        </p:txBody>
      </p:sp>
      <p:sp>
        <p:nvSpPr>
          <p:cNvPr id="1652" name="Google Shape;1652;p13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 </a:t>
            </a:r>
            <a:endParaRPr/>
          </a:p>
          <a:p>
            <a:pPr indent="0" lvl="0" marL="0" rtl="0" algn="l">
              <a:spcBef>
                <a:spcPts val="1000"/>
              </a:spcBef>
              <a:spcAft>
                <a:spcPts val="1000"/>
              </a:spcAft>
              <a:buNone/>
            </a:pPr>
            <a:r>
              <a:t/>
            </a:r>
            <a:endParaRPr/>
          </a:p>
        </p:txBody>
      </p:sp>
      <p:pic>
        <p:nvPicPr>
          <p:cNvPr id="1653" name="Google Shape;1653;p139"/>
          <p:cNvPicPr preferRelativeResize="0"/>
          <p:nvPr/>
        </p:nvPicPr>
        <p:blipFill>
          <a:blip r:embed="rId3">
            <a:alphaModFix/>
          </a:blip>
          <a:stretch>
            <a:fillRect/>
          </a:stretch>
        </p:blipFill>
        <p:spPr>
          <a:xfrm>
            <a:off x="976175" y="2176050"/>
            <a:ext cx="1003525" cy="500050"/>
          </a:xfrm>
          <a:prstGeom prst="rect">
            <a:avLst/>
          </a:prstGeom>
          <a:noFill/>
          <a:ln>
            <a:noFill/>
          </a:ln>
        </p:spPr>
      </p:pic>
      <p:sp>
        <p:nvSpPr>
          <p:cNvPr id="1654" name="Google Shape;1654;p139"/>
          <p:cNvSpPr txBox="1"/>
          <p:nvPr/>
        </p:nvSpPr>
        <p:spPr>
          <a:xfrm>
            <a:off x="219075" y="20584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sp>
        <p:nvSpPr>
          <p:cNvPr id="1655" name="Google Shape;1655;p139"/>
          <p:cNvSpPr txBox="1"/>
          <p:nvPr/>
        </p:nvSpPr>
        <p:spPr>
          <a:xfrm>
            <a:off x="3114675" y="20584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e)</a:t>
            </a:r>
            <a:endParaRPr sz="2200">
              <a:solidFill>
                <a:schemeClr val="dk1"/>
              </a:solidFill>
              <a:latin typeface="Lexend"/>
              <a:ea typeface="Lexend"/>
              <a:cs typeface="Lexend"/>
              <a:sym typeface="Lexend"/>
            </a:endParaRPr>
          </a:p>
        </p:txBody>
      </p:sp>
      <p:sp>
        <p:nvSpPr>
          <p:cNvPr id="1656" name="Google Shape;1656;p139"/>
          <p:cNvSpPr txBox="1"/>
          <p:nvPr/>
        </p:nvSpPr>
        <p:spPr>
          <a:xfrm>
            <a:off x="6162675" y="20584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f)</a:t>
            </a:r>
            <a:endParaRPr sz="2200">
              <a:solidFill>
                <a:schemeClr val="dk1"/>
              </a:solidFill>
              <a:latin typeface="Lexend"/>
              <a:ea typeface="Lexend"/>
              <a:cs typeface="Lexend"/>
              <a:sym typeface="Lexend"/>
            </a:endParaRPr>
          </a:p>
        </p:txBody>
      </p:sp>
      <p:sp>
        <p:nvSpPr>
          <p:cNvPr id="1657" name="Google Shape;1657;p139"/>
          <p:cNvSpPr txBox="1"/>
          <p:nvPr/>
        </p:nvSpPr>
        <p:spPr>
          <a:xfrm>
            <a:off x="695400" y="27138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6 cups of water</a:t>
            </a:r>
            <a:endParaRPr sz="1800">
              <a:solidFill>
                <a:schemeClr val="dk1"/>
              </a:solidFill>
              <a:latin typeface="Lexend"/>
              <a:ea typeface="Lexend"/>
              <a:cs typeface="Lexend"/>
              <a:sym typeface="Lexend"/>
            </a:endParaRPr>
          </a:p>
        </p:txBody>
      </p:sp>
      <p:pic>
        <p:nvPicPr>
          <p:cNvPr id="1658" name="Google Shape;1658;p139"/>
          <p:cNvPicPr preferRelativeResize="0"/>
          <p:nvPr/>
        </p:nvPicPr>
        <p:blipFill>
          <a:blip r:embed="rId3">
            <a:alphaModFix/>
          </a:blip>
          <a:stretch>
            <a:fillRect/>
          </a:stretch>
        </p:blipFill>
        <p:spPr>
          <a:xfrm>
            <a:off x="976175" y="3623850"/>
            <a:ext cx="1003525" cy="500050"/>
          </a:xfrm>
          <a:prstGeom prst="rect">
            <a:avLst/>
          </a:prstGeom>
          <a:noFill/>
          <a:ln>
            <a:noFill/>
          </a:ln>
        </p:spPr>
      </p:pic>
      <p:sp>
        <p:nvSpPr>
          <p:cNvPr id="1659" name="Google Shape;1659;p139"/>
          <p:cNvSpPr txBox="1"/>
          <p:nvPr/>
        </p:nvSpPr>
        <p:spPr>
          <a:xfrm>
            <a:off x="695400" y="41616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a:t>
            </a:r>
            <a:r>
              <a:rPr lang="en-GB" sz="1800">
                <a:solidFill>
                  <a:schemeClr val="dk1"/>
                </a:solidFill>
                <a:latin typeface="Lexend"/>
                <a:ea typeface="Lexend"/>
                <a:cs typeface="Lexend"/>
                <a:sym typeface="Lexend"/>
              </a:rPr>
              <a:t>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12 cups of water</a:t>
            </a:r>
            <a:endParaRPr sz="1800">
              <a:solidFill>
                <a:schemeClr val="dk1"/>
              </a:solidFill>
              <a:latin typeface="Lexend"/>
              <a:ea typeface="Lexend"/>
              <a:cs typeface="Lexend"/>
              <a:sym typeface="Lexend"/>
            </a:endParaRPr>
          </a:p>
        </p:txBody>
      </p:sp>
      <p:pic>
        <p:nvPicPr>
          <p:cNvPr id="1660" name="Google Shape;1660;p139"/>
          <p:cNvPicPr preferRelativeResize="0"/>
          <p:nvPr/>
        </p:nvPicPr>
        <p:blipFill>
          <a:blip r:embed="rId3">
            <a:alphaModFix/>
          </a:blip>
          <a:stretch>
            <a:fillRect/>
          </a:stretch>
        </p:blipFill>
        <p:spPr>
          <a:xfrm>
            <a:off x="3643175" y="2176050"/>
            <a:ext cx="1003525" cy="500050"/>
          </a:xfrm>
          <a:prstGeom prst="rect">
            <a:avLst/>
          </a:prstGeom>
          <a:noFill/>
          <a:ln>
            <a:noFill/>
          </a:ln>
        </p:spPr>
      </p:pic>
      <p:sp>
        <p:nvSpPr>
          <p:cNvPr id="1661" name="Google Shape;1661;p139"/>
          <p:cNvSpPr txBox="1"/>
          <p:nvPr/>
        </p:nvSpPr>
        <p:spPr>
          <a:xfrm>
            <a:off x="3362400" y="27138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a:t>
            </a:r>
            <a:r>
              <a:rPr lang="en-GB" sz="1800">
                <a:solidFill>
                  <a:schemeClr val="dk1"/>
                </a:solidFill>
                <a:latin typeface="Lexend"/>
                <a:ea typeface="Lexend"/>
                <a:cs typeface="Lexend"/>
                <a:sym typeface="Lexend"/>
              </a:rPr>
              <a:t>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8 cups of water</a:t>
            </a:r>
            <a:endParaRPr sz="1800">
              <a:solidFill>
                <a:schemeClr val="dk1"/>
              </a:solidFill>
              <a:latin typeface="Lexend"/>
              <a:ea typeface="Lexend"/>
              <a:cs typeface="Lexend"/>
              <a:sym typeface="Lexend"/>
            </a:endParaRPr>
          </a:p>
        </p:txBody>
      </p:sp>
      <p:sp>
        <p:nvSpPr>
          <p:cNvPr id="1662" name="Google Shape;1662;p139"/>
          <p:cNvSpPr txBox="1"/>
          <p:nvPr/>
        </p:nvSpPr>
        <p:spPr>
          <a:xfrm>
            <a:off x="3362400" y="41616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a:t>
            </a:r>
            <a:r>
              <a:rPr lang="en-GB" sz="1800">
                <a:solidFill>
                  <a:schemeClr val="dk1"/>
                </a:solidFill>
                <a:latin typeface="Lexend"/>
                <a:ea typeface="Lexend"/>
                <a:cs typeface="Lexend"/>
                <a:sym typeface="Lexend"/>
              </a:rPr>
              <a:t>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12 cups of water</a:t>
            </a:r>
            <a:endParaRPr sz="1800">
              <a:solidFill>
                <a:schemeClr val="dk1"/>
              </a:solidFill>
              <a:latin typeface="Lexend"/>
              <a:ea typeface="Lexend"/>
              <a:cs typeface="Lexend"/>
              <a:sym typeface="Lexend"/>
            </a:endParaRPr>
          </a:p>
        </p:txBody>
      </p:sp>
      <p:pic>
        <p:nvPicPr>
          <p:cNvPr id="1663" name="Google Shape;1663;p139"/>
          <p:cNvPicPr preferRelativeResize="0"/>
          <p:nvPr/>
        </p:nvPicPr>
        <p:blipFill>
          <a:blip r:embed="rId3">
            <a:alphaModFix/>
          </a:blip>
          <a:stretch>
            <a:fillRect/>
          </a:stretch>
        </p:blipFill>
        <p:spPr>
          <a:xfrm>
            <a:off x="6691175" y="2176050"/>
            <a:ext cx="1003525" cy="500050"/>
          </a:xfrm>
          <a:prstGeom prst="rect">
            <a:avLst/>
          </a:prstGeom>
          <a:noFill/>
          <a:ln>
            <a:noFill/>
          </a:ln>
        </p:spPr>
      </p:pic>
      <p:sp>
        <p:nvSpPr>
          <p:cNvPr id="1664" name="Google Shape;1664;p139"/>
          <p:cNvSpPr txBox="1"/>
          <p:nvPr/>
        </p:nvSpPr>
        <p:spPr>
          <a:xfrm>
            <a:off x="6410400" y="27138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a:t>
            </a:r>
            <a:r>
              <a:rPr lang="en-GB" sz="1800">
                <a:solidFill>
                  <a:schemeClr val="dk1"/>
                </a:solidFill>
                <a:latin typeface="Lexend"/>
                <a:ea typeface="Lexend"/>
                <a:cs typeface="Lexend"/>
                <a:sym typeface="Lexend"/>
              </a:rPr>
              <a:t>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6 cups of water</a:t>
            </a:r>
            <a:endParaRPr sz="1800">
              <a:solidFill>
                <a:schemeClr val="dk1"/>
              </a:solidFill>
              <a:latin typeface="Lexend"/>
              <a:ea typeface="Lexend"/>
              <a:cs typeface="Lexend"/>
              <a:sym typeface="Lexend"/>
            </a:endParaRPr>
          </a:p>
        </p:txBody>
      </p:sp>
      <p:sp>
        <p:nvSpPr>
          <p:cNvPr id="1665" name="Google Shape;1665;p139"/>
          <p:cNvSpPr txBox="1"/>
          <p:nvPr/>
        </p:nvSpPr>
        <p:spPr>
          <a:xfrm>
            <a:off x="6410400" y="41616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a:t>
            </a:r>
            <a:r>
              <a:rPr lang="en-GB" sz="1800">
                <a:solidFill>
                  <a:schemeClr val="dk1"/>
                </a:solidFill>
                <a:latin typeface="Lexend"/>
                <a:ea typeface="Lexend"/>
                <a:cs typeface="Lexend"/>
                <a:sym typeface="Lexend"/>
              </a:rPr>
              <a:t>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18 cups of water</a:t>
            </a:r>
            <a:endParaRPr sz="1800">
              <a:solidFill>
                <a:schemeClr val="dk1"/>
              </a:solidFill>
              <a:latin typeface="Lexend"/>
              <a:ea typeface="Lexend"/>
              <a:cs typeface="Lexend"/>
              <a:sym typeface="Lexend"/>
            </a:endParaRPr>
          </a:p>
        </p:txBody>
      </p:sp>
      <p:pic>
        <p:nvPicPr>
          <p:cNvPr id="1666" name="Google Shape;1666;p139"/>
          <p:cNvPicPr preferRelativeResize="0"/>
          <p:nvPr/>
        </p:nvPicPr>
        <p:blipFill>
          <a:blip r:embed="rId3">
            <a:alphaModFix/>
          </a:blip>
          <a:stretch>
            <a:fillRect/>
          </a:stretch>
        </p:blipFill>
        <p:spPr>
          <a:xfrm>
            <a:off x="3643175" y="3623850"/>
            <a:ext cx="1003525" cy="500050"/>
          </a:xfrm>
          <a:prstGeom prst="rect">
            <a:avLst/>
          </a:prstGeom>
          <a:noFill/>
          <a:ln>
            <a:noFill/>
          </a:ln>
        </p:spPr>
      </p:pic>
      <p:pic>
        <p:nvPicPr>
          <p:cNvPr id="1667" name="Google Shape;1667;p139"/>
          <p:cNvPicPr preferRelativeResize="0"/>
          <p:nvPr/>
        </p:nvPicPr>
        <p:blipFill>
          <a:blip r:embed="rId3">
            <a:alphaModFix/>
          </a:blip>
          <a:stretch>
            <a:fillRect/>
          </a:stretch>
        </p:blipFill>
        <p:spPr>
          <a:xfrm>
            <a:off x="6691175" y="3623850"/>
            <a:ext cx="1003525" cy="500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14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3</a:t>
            </a:r>
            <a:r>
              <a:rPr lang="en-GB" sz="1900"/>
              <a:t>) To make the perfect meringue, for every three eggs you add 150 g sugar. What is the </a:t>
            </a:r>
            <a:r>
              <a:rPr lang="en-GB" sz="1900"/>
              <a:t>minimum</a:t>
            </a:r>
            <a:r>
              <a:rPr lang="en-GB" sz="1900"/>
              <a:t> needed to add to each mixture below to make the meringue perfect? </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sz="1900"/>
          </a:p>
        </p:txBody>
      </p:sp>
      <p:sp>
        <p:nvSpPr>
          <p:cNvPr id="1673" name="Google Shape;1673;p14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 </a:t>
            </a:r>
            <a:endParaRPr/>
          </a:p>
          <a:p>
            <a:pPr indent="0" lvl="0" marL="0" rtl="0" algn="l">
              <a:spcBef>
                <a:spcPts val="1000"/>
              </a:spcBef>
              <a:spcAft>
                <a:spcPts val="1000"/>
              </a:spcAft>
              <a:buNone/>
            </a:pPr>
            <a:r>
              <a:t/>
            </a:r>
            <a:endParaRPr/>
          </a:p>
        </p:txBody>
      </p:sp>
      <p:pic>
        <p:nvPicPr>
          <p:cNvPr id="1674" name="Google Shape;1674;p140"/>
          <p:cNvPicPr preferRelativeResize="0"/>
          <p:nvPr/>
        </p:nvPicPr>
        <p:blipFill>
          <a:blip r:embed="rId3">
            <a:alphaModFix/>
          </a:blip>
          <a:stretch>
            <a:fillRect/>
          </a:stretch>
        </p:blipFill>
        <p:spPr>
          <a:xfrm>
            <a:off x="1269375" y="1864250"/>
            <a:ext cx="877156" cy="622500"/>
          </a:xfrm>
          <a:prstGeom prst="rect">
            <a:avLst/>
          </a:prstGeom>
          <a:noFill/>
          <a:ln>
            <a:noFill/>
          </a:ln>
        </p:spPr>
      </p:pic>
      <p:sp>
        <p:nvSpPr>
          <p:cNvPr id="1675" name="Google Shape;1675;p140"/>
          <p:cNvSpPr txBox="1"/>
          <p:nvPr/>
        </p:nvSpPr>
        <p:spPr>
          <a:xfrm>
            <a:off x="219075" y="19060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sp>
        <p:nvSpPr>
          <p:cNvPr id="1676" name="Google Shape;1676;p140"/>
          <p:cNvSpPr txBox="1"/>
          <p:nvPr/>
        </p:nvSpPr>
        <p:spPr>
          <a:xfrm>
            <a:off x="3114675" y="19060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e)</a:t>
            </a:r>
            <a:endParaRPr sz="2200">
              <a:solidFill>
                <a:schemeClr val="dk1"/>
              </a:solidFill>
              <a:latin typeface="Lexend"/>
              <a:ea typeface="Lexend"/>
              <a:cs typeface="Lexend"/>
              <a:sym typeface="Lexend"/>
            </a:endParaRPr>
          </a:p>
        </p:txBody>
      </p:sp>
      <p:sp>
        <p:nvSpPr>
          <p:cNvPr id="1677" name="Google Shape;1677;p140"/>
          <p:cNvSpPr txBox="1"/>
          <p:nvPr/>
        </p:nvSpPr>
        <p:spPr>
          <a:xfrm>
            <a:off x="6162675" y="19060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1678" name="Google Shape;1678;p140"/>
          <p:cNvSpPr txBox="1"/>
          <p:nvPr/>
        </p:nvSpPr>
        <p:spPr>
          <a:xfrm>
            <a:off x="695400" y="25614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200 g sugar</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1800">
                <a:solidFill>
                  <a:schemeClr val="dk1"/>
                </a:solidFill>
                <a:latin typeface="Lexend"/>
                <a:ea typeface="Lexend"/>
                <a:cs typeface="Lexend"/>
                <a:sym typeface="Lexend"/>
              </a:rPr>
              <a:t>6 eggs</a:t>
            </a:r>
            <a:endParaRPr sz="1800">
              <a:solidFill>
                <a:schemeClr val="dk1"/>
              </a:solidFill>
              <a:latin typeface="Lexend"/>
              <a:ea typeface="Lexend"/>
              <a:cs typeface="Lexend"/>
              <a:sym typeface="Lexend"/>
            </a:endParaRPr>
          </a:p>
        </p:txBody>
      </p:sp>
      <p:sp>
        <p:nvSpPr>
          <p:cNvPr id="1679" name="Google Shape;1679;p140"/>
          <p:cNvSpPr txBox="1"/>
          <p:nvPr/>
        </p:nvSpPr>
        <p:spPr>
          <a:xfrm>
            <a:off x="695400" y="40092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500 g sugar</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1800">
                <a:solidFill>
                  <a:schemeClr val="dk1"/>
                </a:solidFill>
                <a:latin typeface="Lexend"/>
                <a:ea typeface="Lexend"/>
                <a:cs typeface="Lexend"/>
                <a:sym typeface="Lexend"/>
              </a:rPr>
              <a:t>9 eggs</a:t>
            </a:r>
            <a:endParaRPr sz="1800">
              <a:solidFill>
                <a:schemeClr val="dk1"/>
              </a:solidFill>
              <a:latin typeface="Lexend"/>
              <a:ea typeface="Lexend"/>
              <a:cs typeface="Lexend"/>
              <a:sym typeface="Lexend"/>
            </a:endParaRPr>
          </a:p>
        </p:txBody>
      </p:sp>
      <p:sp>
        <p:nvSpPr>
          <p:cNvPr id="1680" name="Google Shape;1680;p140"/>
          <p:cNvSpPr txBox="1"/>
          <p:nvPr/>
        </p:nvSpPr>
        <p:spPr>
          <a:xfrm>
            <a:off x="3362400" y="25614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450 g sugar</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1800">
                <a:solidFill>
                  <a:schemeClr val="dk1"/>
                </a:solidFill>
                <a:latin typeface="Lexend"/>
                <a:ea typeface="Lexend"/>
                <a:cs typeface="Lexend"/>
                <a:sym typeface="Lexend"/>
              </a:rPr>
              <a:t>7 eggs</a:t>
            </a:r>
            <a:endParaRPr sz="1800">
              <a:solidFill>
                <a:schemeClr val="dk1"/>
              </a:solidFill>
              <a:latin typeface="Lexend"/>
              <a:ea typeface="Lexend"/>
              <a:cs typeface="Lexend"/>
              <a:sym typeface="Lexend"/>
            </a:endParaRPr>
          </a:p>
        </p:txBody>
      </p:sp>
      <p:sp>
        <p:nvSpPr>
          <p:cNvPr id="1681" name="Google Shape;1681;p140"/>
          <p:cNvSpPr txBox="1"/>
          <p:nvPr/>
        </p:nvSpPr>
        <p:spPr>
          <a:xfrm>
            <a:off x="3362400" y="40092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500 g sugar</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1800">
                <a:solidFill>
                  <a:schemeClr val="dk1"/>
                </a:solidFill>
                <a:latin typeface="Lexend"/>
                <a:ea typeface="Lexend"/>
                <a:cs typeface="Lexend"/>
                <a:sym typeface="Lexend"/>
              </a:rPr>
              <a:t>10 eggs</a:t>
            </a:r>
            <a:endParaRPr sz="1800">
              <a:solidFill>
                <a:schemeClr val="dk1"/>
              </a:solidFill>
              <a:latin typeface="Lexend"/>
              <a:ea typeface="Lexend"/>
              <a:cs typeface="Lexend"/>
              <a:sym typeface="Lexend"/>
            </a:endParaRPr>
          </a:p>
        </p:txBody>
      </p:sp>
      <p:sp>
        <p:nvSpPr>
          <p:cNvPr id="1682" name="Google Shape;1682;p140"/>
          <p:cNvSpPr txBox="1"/>
          <p:nvPr/>
        </p:nvSpPr>
        <p:spPr>
          <a:xfrm>
            <a:off x="6410400" y="25614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400 g sugar</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1800">
                <a:solidFill>
                  <a:schemeClr val="dk1"/>
                </a:solidFill>
                <a:latin typeface="Lexend"/>
                <a:ea typeface="Lexend"/>
                <a:cs typeface="Lexend"/>
                <a:sym typeface="Lexend"/>
              </a:rPr>
              <a:t>9 eggs</a:t>
            </a:r>
            <a:endParaRPr sz="1800">
              <a:solidFill>
                <a:schemeClr val="dk1"/>
              </a:solidFill>
              <a:latin typeface="Lexend"/>
              <a:ea typeface="Lexend"/>
              <a:cs typeface="Lexend"/>
              <a:sym typeface="Lexend"/>
            </a:endParaRPr>
          </a:p>
        </p:txBody>
      </p:sp>
      <p:pic>
        <p:nvPicPr>
          <p:cNvPr id="1683" name="Google Shape;1683;p140"/>
          <p:cNvPicPr preferRelativeResize="0"/>
          <p:nvPr/>
        </p:nvPicPr>
        <p:blipFill>
          <a:blip r:embed="rId3">
            <a:alphaModFix/>
          </a:blip>
          <a:stretch>
            <a:fillRect/>
          </a:stretch>
        </p:blipFill>
        <p:spPr>
          <a:xfrm>
            <a:off x="1269375" y="3312050"/>
            <a:ext cx="877156" cy="622500"/>
          </a:xfrm>
          <a:prstGeom prst="rect">
            <a:avLst/>
          </a:prstGeom>
          <a:noFill/>
          <a:ln>
            <a:noFill/>
          </a:ln>
        </p:spPr>
      </p:pic>
      <p:pic>
        <p:nvPicPr>
          <p:cNvPr id="1684" name="Google Shape;1684;p140"/>
          <p:cNvPicPr preferRelativeResize="0"/>
          <p:nvPr/>
        </p:nvPicPr>
        <p:blipFill>
          <a:blip r:embed="rId3">
            <a:alphaModFix/>
          </a:blip>
          <a:stretch>
            <a:fillRect/>
          </a:stretch>
        </p:blipFill>
        <p:spPr>
          <a:xfrm>
            <a:off x="3936375" y="1864250"/>
            <a:ext cx="877156" cy="622500"/>
          </a:xfrm>
          <a:prstGeom prst="rect">
            <a:avLst/>
          </a:prstGeom>
          <a:noFill/>
          <a:ln>
            <a:noFill/>
          </a:ln>
        </p:spPr>
      </p:pic>
      <p:pic>
        <p:nvPicPr>
          <p:cNvPr id="1685" name="Google Shape;1685;p140"/>
          <p:cNvPicPr preferRelativeResize="0"/>
          <p:nvPr/>
        </p:nvPicPr>
        <p:blipFill>
          <a:blip r:embed="rId3">
            <a:alphaModFix/>
          </a:blip>
          <a:stretch>
            <a:fillRect/>
          </a:stretch>
        </p:blipFill>
        <p:spPr>
          <a:xfrm>
            <a:off x="3936375" y="3312050"/>
            <a:ext cx="877156" cy="622500"/>
          </a:xfrm>
          <a:prstGeom prst="rect">
            <a:avLst/>
          </a:prstGeom>
          <a:noFill/>
          <a:ln>
            <a:noFill/>
          </a:ln>
        </p:spPr>
      </p:pic>
      <p:pic>
        <p:nvPicPr>
          <p:cNvPr id="1686" name="Google Shape;1686;p140"/>
          <p:cNvPicPr preferRelativeResize="0"/>
          <p:nvPr/>
        </p:nvPicPr>
        <p:blipFill>
          <a:blip r:embed="rId3">
            <a:alphaModFix/>
          </a:blip>
          <a:stretch>
            <a:fillRect/>
          </a:stretch>
        </p:blipFill>
        <p:spPr>
          <a:xfrm>
            <a:off x="7136775" y="1864250"/>
            <a:ext cx="877156" cy="622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0" name="Shape 1690"/>
        <p:cNvGrpSpPr/>
        <p:nvPr/>
      </p:nvGrpSpPr>
      <p:grpSpPr>
        <a:xfrm>
          <a:off x="0" y="0"/>
          <a:ext cx="0" cy="0"/>
          <a:chOff x="0" y="0"/>
          <a:chExt cx="0" cy="0"/>
        </a:xfrm>
      </p:grpSpPr>
      <p:sp>
        <p:nvSpPr>
          <p:cNvPr id="1691" name="Google Shape;1691;p14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1</a:t>
            </a:r>
            <a:r>
              <a:rPr lang="en-GB" sz="1900"/>
              <a:t>) Fill in the table knowing the following multiplicative relationships:</a:t>
            </a:r>
            <a:endParaRPr sz="1900"/>
          </a:p>
          <a:p>
            <a:pPr indent="0" lvl="0" marL="0" rtl="0" algn="l">
              <a:spcBef>
                <a:spcPts val="1000"/>
              </a:spcBef>
              <a:spcAft>
                <a:spcPts val="0"/>
              </a:spcAft>
              <a:buNone/>
            </a:pPr>
            <a:r>
              <a:rPr lang="en-GB" sz="1900"/>
              <a:t>a) Number of eggs × 75 = Sugar</a:t>
            </a:r>
            <a:endParaRPr sz="1900"/>
          </a:p>
          <a:p>
            <a:pPr indent="0" lvl="0" marL="0" rtl="0" algn="l">
              <a:spcBef>
                <a:spcPts val="1000"/>
              </a:spcBef>
              <a:spcAft>
                <a:spcPts val="0"/>
              </a:spcAft>
              <a:buNone/>
            </a:pPr>
            <a:r>
              <a:rPr lang="en-GB" sz="1900"/>
              <a:t>b) Flour is twice as many grams as butter</a:t>
            </a:r>
            <a:endParaRPr sz="1900"/>
          </a:p>
          <a:p>
            <a:pPr indent="0" lvl="0" marL="0" rtl="0" algn="l">
              <a:spcBef>
                <a:spcPts val="1000"/>
              </a:spcBef>
              <a:spcAft>
                <a:spcPts val="0"/>
              </a:spcAft>
              <a:buNone/>
            </a:pPr>
            <a:r>
              <a:rPr lang="en-GB" sz="1900"/>
              <a:t>c) Butter × 1.5 = Sugar</a:t>
            </a:r>
            <a:endParaRPr sz="1900"/>
          </a:p>
          <a:p>
            <a:pPr indent="0" lvl="0" marL="0" rtl="0" algn="l">
              <a:spcBef>
                <a:spcPts val="1000"/>
              </a:spcBef>
              <a:spcAft>
                <a:spcPts val="1000"/>
              </a:spcAft>
              <a:buNone/>
            </a:pPr>
            <a:r>
              <a:t/>
            </a:r>
            <a:endParaRPr sz="1900"/>
          </a:p>
        </p:txBody>
      </p:sp>
      <p:sp>
        <p:nvSpPr>
          <p:cNvPr id="1692" name="Google Shape;1692;p14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 </a:t>
            </a:r>
            <a:endParaRPr/>
          </a:p>
          <a:p>
            <a:pPr indent="0" lvl="0" marL="0" rtl="0" algn="l">
              <a:spcBef>
                <a:spcPts val="1000"/>
              </a:spcBef>
              <a:spcAft>
                <a:spcPts val="1000"/>
              </a:spcAft>
              <a:buNone/>
            </a:pPr>
            <a:r>
              <a:t/>
            </a:r>
            <a:endParaRPr/>
          </a:p>
        </p:txBody>
      </p:sp>
      <p:graphicFrame>
        <p:nvGraphicFramePr>
          <p:cNvPr id="1693" name="Google Shape;1693;p141"/>
          <p:cNvGraphicFramePr/>
          <p:nvPr/>
        </p:nvGraphicFramePr>
        <p:xfrm>
          <a:off x="1022588" y="2521625"/>
          <a:ext cx="3000000" cy="3000000"/>
        </p:xfrm>
        <a:graphic>
          <a:graphicData uri="http://schemas.openxmlformats.org/drawingml/2006/table">
            <a:tbl>
              <a:tblPr>
                <a:noFill/>
                <a:tableStyleId>{A150576A-BDC1-41C4-958D-C12858BDD4FE}</a:tableStyleId>
              </a:tblPr>
              <a:tblGrid>
                <a:gridCol w="1792850"/>
                <a:gridCol w="1792850"/>
                <a:gridCol w="1792850"/>
                <a:gridCol w="1792850"/>
              </a:tblGrid>
              <a:tr h="1244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Butter (g)</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Flour (g)</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Eggs</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Sugar (g)</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124400">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124400">
                <a:tc>
                  <a:txBody>
                    <a:bodyPr/>
                    <a:lstStyle/>
                    <a:p>
                      <a:pPr indent="0" lvl="0" marL="0" rtl="0" algn="ctr">
                        <a:spcBef>
                          <a:spcPts val="0"/>
                        </a:spcBef>
                        <a:spcAft>
                          <a:spcPts val="0"/>
                        </a:spcAft>
                        <a:buNone/>
                      </a:pPr>
                      <a:r>
                        <a:rPr lang="en-GB" sz="1800">
                          <a:latin typeface="Lexend"/>
                          <a:ea typeface="Lexend"/>
                          <a:cs typeface="Lexend"/>
                          <a:sym typeface="Lexend"/>
                        </a:rPr>
                        <a:t>400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124400">
                <a:tc>
                  <a:txBody>
                    <a:bodyPr/>
                    <a:lstStyle/>
                    <a:p>
                      <a:pPr indent="0" lvl="0" marL="0" rtl="0" algn="ctr">
                        <a:spcBef>
                          <a:spcPts val="0"/>
                        </a:spcBef>
                        <a:spcAft>
                          <a:spcPts val="0"/>
                        </a:spcAft>
                        <a:buNone/>
                      </a:pPr>
                      <a:r>
                        <a:rPr lang="en-GB" sz="1800">
                          <a:latin typeface="Lexend"/>
                          <a:ea typeface="Lexend"/>
                          <a:cs typeface="Lexend"/>
                          <a:sym typeface="Lexend"/>
                        </a:rPr>
                        <a:t>500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1000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750</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694" name="Google Shape;1694;p141"/>
          <p:cNvSpPr/>
          <p:nvPr/>
        </p:nvSpPr>
        <p:spPr>
          <a:xfrm>
            <a:off x="1622850" y="30404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5" name="Google Shape;1695;p141"/>
          <p:cNvSpPr/>
          <p:nvPr/>
        </p:nvSpPr>
        <p:spPr>
          <a:xfrm>
            <a:off x="3375450" y="30404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6" name="Google Shape;1696;p141"/>
          <p:cNvSpPr/>
          <p:nvPr/>
        </p:nvSpPr>
        <p:spPr>
          <a:xfrm>
            <a:off x="7033050" y="30404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97" name="Google Shape;1697;p141"/>
          <p:cNvGrpSpPr/>
          <p:nvPr/>
        </p:nvGrpSpPr>
        <p:grpSpPr>
          <a:xfrm>
            <a:off x="3375450" y="3497698"/>
            <a:ext cx="4251600" cy="337200"/>
            <a:chOff x="3375450" y="3497698"/>
            <a:chExt cx="4251600" cy="337200"/>
          </a:xfrm>
        </p:grpSpPr>
        <p:sp>
          <p:nvSpPr>
            <p:cNvPr id="1698" name="Google Shape;1698;p141"/>
            <p:cNvSpPr/>
            <p:nvPr/>
          </p:nvSpPr>
          <p:spPr>
            <a:xfrm>
              <a:off x="3375450" y="34976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9" name="Google Shape;1699;p141"/>
            <p:cNvSpPr/>
            <p:nvPr/>
          </p:nvSpPr>
          <p:spPr>
            <a:xfrm>
              <a:off x="5204250" y="34976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0" name="Google Shape;1700;p141"/>
            <p:cNvSpPr/>
            <p:nvPr/>
          </p:nvSpPr>
          <p:spPr>
            <a:xfrm>
              <a:off x="7033050" y="34976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701" name="Google Shape;1701;p141"/>
          <p:cNvGrpSpPr/>
          <p:nvPr/>
        </p:nvGrpSpPr>
        <p:grpSpPr>
          <a:xfrm>
            <a:off x="1622850" y="3954898"/>
            <a:ext cx="4175400" cy="337200"/>
            <a:chOff x="1622850" y="3954898"/>
            <a:chExt cx="4175400" cy="337200"/>
          </a:xfrm>
        </p:grpSpPr>
        <p:sp>
          <p:nvSpPr>
            <p:cNvPr id="1702" name="Google Shape;1702;p141"/>
            <p:cNvSpPr/>
            <p:nvPr/>
          </p:nvSpPr>
          <p:spPr>
            <a:xfrm>
              <a:off x="1622850" y="39548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3" name="Google Shape;1703;p141"/>
            <p:cNvSpPr/>
            <p:nvPr/>
          </p:nvSpPr>
          <p:spPr>
            <a:xfrm>
              <a:off x="3375450" y="39548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4" name="Google Shape;1704;p141"/>
            <p:cNvSpPr/>
            <p:nvPr/>
          </p:nvSpPr>
          <p:spPr>
            <a:xfrm>
              <a:off x="5204250" y="3954898"/>
              <a:ext cx="594000" cy="337200"/>
            </a:xfrm>
            <a:prstGeom prst="rect">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9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0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graphicFrame>
        <p:nvGraphicFramePr>
          <p:cNvPr id="1709" name="Google Shape;1709;p142"/>
          <p:cNvGraphicFramePr/>
          <p:nvPr/>
        </p:nvGraphicFramePr>
        <p:xfrm>
          <a:off x="3976427" y="705700"/>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Dough</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Cups of flour</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Cups of water</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311250">
                <a:tc>
                  <a:txBody>
                    <a:bodyPr/>
                    <a:lstStyle/>
                    <a:p>
                      <a:pPr indent="0" lvl="0" marL="0" rtl="0" algn="ctr">
                        <a:spcBef>
                          <a:spcPts val="0"/>
                        </a:spcBef>
                        <a:spcAft>
                          <a:spcPts val="0"/>
                        </a:spcAft>
                        <a:buNone/>
                      </a:pPr>
                      <a:r>
                        <a:rPr lang="en-GB" sz="1800">
                          <a:latin typeface="Lexend"/>
                          <a:ea typeface="Lexend"/>
                          <a:cs typeface="Lexend"/>
                          <a:sym typeface="Lexend"/>
                        </a:rPr>
                        <a:t>1 chapati</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rPr lang="en-GB" sz="1800">
                          <a:latin typeface="Lexend"/>
                          <a:ea typeface="Lexend"/>
                          <a:cs typeface="Lexend"/>
                          <a:sym typeface="Lexend"/>
                        </a:rPr>
                        <a:t>1 pizza</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710" name="Google Shape;1710;p142"/>
          <p:cNvSpPr txBox="1"/>
          <p:nvPr>
            <p:ph idx="1" type="body"/>
          </p:nvPr>
        </p:nvSpPr>
        <p:spPr>
          <a:xfrm>
            <a:off x="324000" y="683100"/>
            <a:ext cx="3038400" cy="1590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2</a:t>
            </a:r>
            <a:r>
              <a:rPr lang="en-GB" sz="1800"/>
              <a:t>) To make chapati, for every two cups of flour, you add one cup of water.</a:t>
            </a:r>
            <a:endParaRPr sz="1800"/>
          </a:p>
          <a:p>
            <a:pPr indent="0" lvl="0" marL="0" rtl="0" algn="l">
              <a:lnSpc>
                <a:spcPct val="100000"/>
              </a:lnSpc>
              <a:spcBef>
                <a:spcPts val="1000"/>
              </a:spcBef>
              <a:spcAft>
                <a:spcPts val="0"/>
              </a:spcAft>
              <a:buNone/>
            </a:pPr>
            <a:r>
              <a:t/>
            </a:r>
            <a:endParaRPr sz="900"/>
          </a:p>
          <a:p>
            <a:pPr indent="0" lvl="0" marL="0" rtl="0" algn="l">
              <a:lnSpc>
                <a:spcPct val="100000"/>
              </a:lnSpc>
              <a:spcBef>
                <a:spcPts val="1000"/>
              </a:spcBef>
              <a:spcAft>
                <a:spcPts val="0"/>
              </a:spcAft>
              <a:buNone/>
            </a:pPr>
            <a:r>
              <a:rPr lang="en-GB" sz="1800"/>
              <a:t>To make pizza base, for every three cups of flour, you add two cups of water. </a:t>
            </a:r>
            <a:endParaRPr sz="1900"/>
          </a:p>
          <a:p>
            <a:pPr indent="0" lvl="0" marL="0" rtl="0" algn="l">
              <a:lnSpc>
                <a:spcPct val="100000"/>
              </a:lnSpc>
              <a:spcBef>
                <a:spcPts val="1000"/>
              </a:spcBef>
              <a:spcAft>
                <a:spcPts val="1000"/>
              </a:spcAft>
              <a:buNone/>
            </a:pPr>
            <a:r>
              <a:t/>
            </a:r>
            <a:endParaRPr sz="1900"/>
          </a:p>
        </p:txBody>
      </p:sp>
      <p:sp>
        <p:nvSpPr>
          <p:cNvPr id="1711" name="Google Shape;1711;p14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 </a:t>
            </a:r>
            <a:endParaRPr/>
          </a:p>
          <a:p>
            <a:pPr indent="0" lvl="0" marL="0" rtl="0" algn="l">
              <a:spcBef>
                <a:spcPts val="1000"/>
              </a:spcBef>
              <a:spcAft>
                <a:spcPts val="1000"/>
              </a:spcAft>
              <a:buNone/>
            </a:pPr>
            <a:r>
              <a:t/>
            </a:r>
            <a:endParaRPr/>
          </a:p>
        </p:txBody>
      </p:sp>
      <p:pic>
        <p:nvPicPr>
          <p:cNvPr id="1712" name="Google Shape;1712;p142"/>
          <p:cNvPicPr preferRelativeResize="0"/>
          <p:nvPr/>
        </p:nvPicPr>
        <p:blipFill>
          <a:blip r:embed="rId3">
            <a:alphaModFix/>
          </a:blip>
          <a:stretch>
            <a:fillRect/>
          </a:stretch>
        </p:blipFill>
        <p:spPr>
          <a:xfrm>
            <a:off x="976175" y="3471450"/>
            <a:ext cx="1003525" cy="500050"/>
          </a:xfrm>
          <a:prstGeom prst="rect">
            <a:avLst/>
          </a:prstGeom>
          <a:noFill/>
          <a:ln>
            <a:noFill/>
          </a:ln>
        </p:spPr>
      </p:pic>
      <p:sp>
        <p:nvSpPr>
          <p:cNvPr id="1713" name="Google Shape;1713;p142"/>
          <p:cNvSpPr txBox="1"/>
          <p:nvPr/>
        </p:nvSpPr>
        <p:spPr>
          <a:xfrm>
            <a:off x="219075" y="33538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1714" name="Google Shape;1714;p142"/>
          <p:cNvSpPr txBox="1"/>
          <p:nvPr/>
        </p:nvSpPr>
        <p:spPr>
          <a:xfrm>
            <a:off x="695400" y="40092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6 cups of water</a:t>
            </a:r>
            <a:endParaRPr sz="1800">
              <a:solidFill>
                <a:schemeClr val="dk1"/>
              </a:solidFill>
              <a:latin typeface="Lexend"/>
              <a:ea typeface="Lexend"/>
              <a:cs typeface="Lexend"/>
              <a:sym typeface="Lexend"/>
            </a:endParaRPr>
          </a:p>
        </p:txBody>
      </p:sp>
      <p:sp>
        <p:nvSpPr>
          <p:cNvPr id="1715" name="Google Shape;1715;p142"/>
          <p:cNvSpPr txBox="1"/>
          <p:nvPr/>
        </p:nvSpPr>
        <p:spPr>
          <a:xfrm>
            <a:off x="1155700" y="4432800"/>
            <a:ext cx="93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Pizza</a:t>
            </a:r>
            <a:endParaRPr sz="2200">
              <a:solidFill>
                <a:schemeClr val="dk1"/>
              </a:solidFill>
              <a:latin typeface="Kalam"/>
              <a:ea typeface="Kalam"/>
              <a:cs typeface="Kalam"/>
              <a:sym typeface="Kalam"/>
            </a:endParaRPr>
          </a:p>
        </p:txBody>
      </p:sp>
      <p:graphicFrame>
        <p:nvGraphicFramePr>
          <p:cNvPr id="1716" name="Google Shape;1716;p142"/>
          <p:cNvGraphicFramePr/>
          <p:nvPr/>
        </p:nvGraphicFramePr>
        <p:xfrm>
          <a:off x="3976427" y="1889048"/>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latin typeface="Lexend"/>
                          <a:ea typeface="Lexend"/>
                          <a:cs typeface="Lexend"/>
                          <a:sym typeface="Lexend"/>
                        </a:rPr>
                        <a:t>4.5 chaptis</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717" name="Google Shape;1717;p142"/>
          <p:cNvGraphicFramePr/>
          <p:nvPr/>
        </p:nvGraphicFramePr>
        <p:xfrm>
          <a:off x="3976427" y="2808625"/>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latin typeface="Lexend"/>
                          <a:ea typeface="Lexend"/>
                          <a:cs typeface="Lexend"/>
                          <a:sym typeface="Lexend"/>
                        </a:rPr>
                        <a:t>3</a:t>
                      </a:r>
                      <a:r>
                        <a:rPr lang="en-GB" sz="1800">
                          <a:latin typeface="Lexend"/>
                          <a:ea typeface="Lexend"/>
                          <a:cs typeface="Lexend"/>
                          <a:sym typeface="Lexend"/>
                        </a:rPr>
                        <a:t> pizzas</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718" name="Google Shape;1718;p142"/>
          <p:cNvSpPr txBox="1"/>
          <p:nvPr/>
        </p:nvSpPr>
        <p:spPr>
          <a:xfrm>
            <a:off x="5708634" y="1887889"/>
            <a:ext cx="78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9</a:t>
            </a:r>
            <a:endParaRPr/>
          </a:p>
        </p:txBody>
      </p:sp>
      <p:sp>
        <p:nvSpPr>
          <p:cNvPr id="1719" name="Google Shape;1719;p142"/>
          <p:cNvSpPr txBox="1"/>
          <p:nvPr/>
        </p:nvSpPr>
        <p:spPr>
          <a:xfrm>
            <a:off x="5708634" y="2812474"/>
            <a:ext cx="78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9</a:t>
            </a:r>
            <a:endParaRPr/>
          </a:p>
        </p:txBody>
      </p:sp>
      <p:grpSp>
        <p:nvGrpSpPr>
          <p:cNvPr id="1720" name="Google Shape;1720;p142"/>
          <p:cNvGrpSpPr/>
          <p:nvPr/>
        </p:nvGrpSpPr>
        <p:grpSpPr>
          <a:xfrm>
            <a:off x="3099225" y="2526750"/>
            <a:ext cx="6289063" cy="622506"/>
            <a:chOff x="3099225" y="2526750"/>
            <a:chExt cx="6289063" cy="622506"/>
          </a:xfrm>
        </p:grpSpPr>
        <p:sp>
          <p:nvSpPr>
            <p:cNvPr id="1721" name="Google Shape;1721;p142"/>
            <p:cNvSpPr txBox="1"/>
            <p:nvPr/>
          </p:nvSpPr>
          <p:spPr>
            <a:xfrm>
              <a:off x="3099225" y="2587732"/>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a:t>
              </a:r>
              <a:endParaRPr/>
            </a:p>
          </p:txBody>
        </p:sp>
        <p:sp>
          <p:nvSpPr>
            <p:cNvPr id="1722" name="Google Shape;1722;p142"/>
            <p:cNvSpPr/>
            <p:nvPr/>
          </p:nvSpPr>
          <p:spPr>
            <a:xfrm>
              <a:off x="3626140" y="25267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723" name="Google Shape;1723;p142"/>
            <p:cNvSpPr txBox="1"/>
            <p:nvPr/>
          </p:nvSpPr>
          <p:spPr>
            <a:xfrm>
              <a:off x="8413288" y="2566628"/>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a:t>
              </a:r>
              <a:endParaRPr/>
            </a:p>
          </p:txBody>
        </p:sp>
        <p:sp>
          <p:nvSpPr>
            <p:cNvPr id="1724" name="Google Shape;1724;p142"/>
            <p:cNvSpPr/>
            <p:nvPr/>
          </p:nvSpPr>
          <p:spPr>
            <a:xfrm flipH="1">
              <a:off x="8266215" y="25267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grpSp>
      <p:grpSp>
        <p:nvGrpSpPr>
          <p:cNvPr id="1725" name="Google Shape;1725;p142"/>
          <p:cNvGrpSpPr/>
          <p:nvPr/>
        </p:nvGrpSpPr>
        <p:grpSpPr>
          <a:xfrm>
            <a:off x="3001440" y="1536150"/>
            <a:ext cx="6142567" cy="622506"/>
            <a:chOff x="3001440" y="1536150"/>
            <a:chExt cx="6142567" cy="622506"/>
          </a:xfrm>
        </p:grpSpPr>
        <p:sp>
          <p:nvSpPr>
            <p:cNvPr id="1726" name="Google Shape;1726;p142"/>
            <p:cNvSpPr txBox="1"/>
            <p:nvPr/>
          </p:nvSpPr>
          <p:spPr>
            <a:xfrm>
              <a:off x="3001440" y="1597132"/>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×4.5</a:t>
              </a:r>
              <a:endParaRPr/>
            </a:p>
          </p:txBody>
        </p:sp>
        <p:sp>
          <p:nvSpPr>
            <p:cNvPr id="1727" name="Google Shape;1727;p142"/>
            <p:cNvSpPr/>
            <p:nvPr/>
          </p:nvSpPr>
          <p:spPr>
            <a:xfrm>
              <a:off x="3702340" y="15361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728" name="Google Shape;1728;p142"/>
            <p:cNvSpPr/>
            <p:nvPr/>
          </p:nvSpPr>
          <p:spPr>
            <a:xfrm flipH="1">
              <a:off x="8266215" y="15361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729" name="Google Shape;1729;p142"/>
            <p:cNvSpPr txBox="1"/>
            <p:nvPr/>
          </p:nvSpPr>
          <p:spPr>
            <a:xfrm>
              <a:off x="8169007" y="1585800"/>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highlight>
                    <a:srgbClr val="F3EEFB"/>
                  </a:highlight>
                  <a:latin typeface="Lexend"/>
                  <a:ea typeface="Lexend"/>
                  <a:cs typeface="Lexend"/>
                  <a:sym typeface="Lexend"/>
                </a:rPr>
                <a:t>×4.5</a:t>
              </a:r>
              <a:endParaRPr>
                <a:highlight>
                  <a:srgbClr val="F3EEFB"/>
                </a:high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graphicFrame>
        <p:nvGraphicFramePr>
          <p:cNvPr id="1734" name="Google Shape;1734;p143"/>
          <p:cNvGraphicFramePr/>
          <p:nvPr/>
        </p:nvGraphicFramePr>
        <p:xfrm>
          <a:off x="3976427" y="705700"/>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Dough</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Cups of flour</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Cups of water</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311250">
                <a:tc>
                  <a:txBody>
                    <a:bodyPr/>
                    <a:lstStyle/>
                    <a:p>
                      <a:pPr indent="0" lvl="0" marL="0" rtl="0" algn="ctr">
                        <a:spcBef>
                          <a:spcPts val="0"/>
                        </a:spcBef>
                        <a:spcAft>
                          <a:spcPts val="0"/>
                        </a:spcAft>
                        <a:buNone/>
                      </a:pPr>
                      <a:r>
                        <a:rPr lang="en-GB" sz="1800">
                          <a:latin typeface="Lexend"/>
                          <a:ea typeface="Lexend"/>
                          <a:cs typeface="Lexend"/>
                          <a:sym typeface="Lexend"/>
                        </a:rPr>
                        <a:t>1 chapati</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rPr lang="en-GB" sz="1800">
                          <a:latin typeface="Lexend"/>
                          <a:ea typeface="Lexend"/>
                          <a:cs typeface="Lexend"/>
                          <a:sym typeface="Lexend"/>
                        </a:rPr>
                        <a:t>1 pizza</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735" name="Google Shape;1735;p143"/>
          <p:cNvSpPr txBox="1"/>
          <p:nvPr>
            <p:ph idx="1" type="body"/>
          </p:nvPr>
        </p:nvSpPr>
        <p:spPr>
          <a:xfrm>
            <a:off x="324000" y="683100"/>
            <a:ext cx="3038400" cy="1590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2</a:t>
            </a:r>
            <a:r>
              <a:rPr lang="en-GB" sz="1800"/>
              <a:t>) To make chapati, for every two cups of flour, you add one cup of water.</a:t>
            </a:r>
            <a:endParaRPr sz="1800"/>
          </a:p>
          <a:p>
            <a:pPr indent="0" lvl="0" marL="0" rtl="0" algn="l">
              <a:lnSpc>
                <a:spcPct val="100000"/>
              </a:lnSpc>
              <a:spcBef>
                <a:spcPts val="1000"/>
              </a:spcBef>
              <a:spcAft>
                <a:spcPts val="0"/>
              </a:spcAft>
              <a:buNone/>
            </a:pPr>
            <a:r>
              <a:t/>
            </a:r>
            <a:endParaRPr sz="900"/>
          </a:p>
          <a:p>
            <a:pPr indent="0" lvl="0" marL="0" rtl="0" algn="l">
              <a:lnSpc>
                <a:spcPct val="100000"/>
              </a:lnSpc>
              <a:spcBef>
                <a:spcPts val="1000"/>
              </a:spcBef>
              <a:spcAft>
                <a:spcPts val="0"/>
              </a:spcAft>
              <a:buNone/>
            </a:pPr>
            <a:r>
              <a:rPr lang="en-GB" sz="1800"/>
              <a:t>To make pizza base, for every three cups of flour, you add two cups of water. </a:t>
            </a:r>
            <a:endParaRPr sz="1900"/>
          </a:p>
          <a:p>
            <a:pPr indent="0" lvl="0" marL="0" rtl="0" algn="l">
              <a:lnSpc>
                <a:spcPct val="100000"/>
              </a:lnSpc>
              <a:spcBef>
                <a:spcPts val="1000"/>
              </a:spcBef>
              <a:spcAft>
                <a:spcPts val="1000"/>
              </a:spcAft>
              <a:buNone/>
            </a:pPr>
            <a:r>
              <a:t/>
            </a:r>
            <a:endParaRPr sz="1900"/>
          </a:p>
        </p:txBody>
      </p:sp>
      <p:sp>
        <p:nvSpPr>
          <p:cNvPr id="1736" name="Google Shape;1736;p14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 </a:t>
            </a:r>
            <a:endParaRPr/>
          </a:p>
          <a:p>
            <a:pPr indent="0" lvl="0" marL="0" rtl="0" algn="l">
              <a:spcBef>
                <a:spcPts val="1000"/>
              </a:spcBef>
              <a:spcAft>
                <a:spcPts val="1000"/>
              </a:spcAft>
              <a:buNone/>
            </a:pPr>
            <a:r>
              <a:t/>
            </a:r>
            <a:endParaRPr/>
          </a:p>
        </p:txBody>
      </p:sp>
      <p:sp>
        <p:nvSpPr>
          <p:cNvPr id="1737" name="Google Shape;1737;p143"/>
          <p:cNvSpPr txBox="1"/>
          <p:nvPr/>
        </p:nvSpPr>
        <p:spPr>
          <a:xfrm>
            <a:off x="3114675" y="33538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1738" name="Google Shape;1738;p143"/>
          <p:cNvSpPr txBox="1"/>
          <p:nvPr/>
        </p:nvSpPr>
        <p:spPr>
          <a:xfrm>
            <a:off x="6162675" y="33538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pic>
        <p:nvPicPr>
          <p:cNvPr id="1739" name="Google Shape;1739;p143"/>
          <p:cNvPicPr preferRelativeResize="0"/>
          <p:nvPr/>
        </p:nvPicPr>
        <p:blipFill>
          <a:blip r:embed="rId3">
            <a:alphaModFix/>
          </a:blip>
          <a:stretch>
            <a:fillRect/>
          </a:stretch>
        </p:blipFill>
        <p:spPr>
          <a:xfrm>
            <a:off x="3643175" y="3471450"/>
            <a:ext cx="1003525" cy="500050"/>
          </a:xfrm>
          <a:prstGeom prst="rect">
            <a:avLst/>
          </a:prstGeom>
          <a:noFill/>
          <a:ln>
            <a:noFill/>
          </a:ln>
        </p:spPr>
      </p:pic>
      <p:sp>
        <p:nvSpPr>
          <p:cNvPr id="1740" name="Google Shape;1740;p143"/>
          <p:cNvSpPr txBox="1"/>
          <p:nvPr/>
        </p:nvSpPr>
        <p:spPr>
          <a:xfrm>
            <a:off x="3362400" y="40092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8 cups of water</a:t>
            </a:r>
            <a:endParaRPr sz="1800">
              <a:solidFill>
                <a:schemeClr val="dk1"/>
              </a:solidFill>
              <a:latin typeface="Lexend"/>
              <a:ea typeface="Lexend"/>
              <a:cs typeface="Lexend"/>
              <a:sym typeface="Lexend"/>
            </a:endParaRPr>
          </a:p>
        </p:txBody>
      </p:sp>
      <p:pic>
        <p:nvPicPr>
          <p:cNvPr id="1741" name="Google Shape;1741;p143"/>
          <p:cNvPicPr preferRelativeResize="0"/>
          <p:nvPr/>
        </p:nvPicPr>
        <p:blipFill>
          <a:blip r:embed="rId3">
            <a:alphaModFix/>
          </a:blip>
          <a:stretch>
            <a:fillRect/>
          </a:stretch>
        </p:blipFill>
        <p:spPr>
          <a:xfrm>
            <a:off x="6691175" y="3471450"/>
            <a:ext cx="1003525" cy="500050"/>
          </a:xfrm>
          <a:prstGeom prst="rect">
            <a:avLst/>
          </a:prstGeom>
          <a:noFill/>
          <a:ln>
            <a:noFill/>
          </a:ln>
        </p:spPr>
      </p:pic>
      <p:sp>
        <p:nvSpPr>
          <p:cNvPr id="1742" name="Google Shape;1742;p143"/>
          <p:cNvSpPr txBox="1"/>
          <p:nvPr/>
        </p:nvSpPr>
        <p:spPr>
          <a:xfrm>
            <a:off x="6410400" y="40092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6 cups of water</a:t>
            </a:r>
            <a:endParaRPr sz="1800">
              <a:solidFill>
                <a:schemeClr val="dk1"/>
              </a:solidFill>
              <a:latin typeface="Lexend"/>
              <a:ea typeface="Lexend"/>
              <a:cs typeface="Lexend"/>
              <a:sym typeface="Lexend"/>
            </a:endParaRPr>
          </a:p>
        </p:txBody>
      </p:sp>
      <p:graphicFrame>
        <p:nvGraphicFramePr>
          <p:cNvPr id="1743" name="Google Shape;1743;p143"/>
          <p:cNvGraphicFramePr/>
          <p:nvPr/>
        </p:nvGraphicFramePr>
        <p:xfrm>
          <a:off x="3976427" y="1889048"/>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latin typeface="Lexend"/>
                          <a:ea typeface="Lexend"/>
                          <a:cs typeface="Lexend"/>
                          <a:sym typeface="Lexend"/>
                        </a:rPr>
                        <a:t>6 chaptis</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744" name="Google Shape;1744;p143"/>
          <p:cNvGraphicFramePr/>
          <p:nvPr/>
        </p:nvGraphicFramePr>
        <p:xfrm>
          <a:off x="3976427" y="2808625"/>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latin typeface="Lexend"/>
                          <a:ea typeface="Lexend"/>
                          <a:cs typeface="Lexend"/>
                          <a:sym typeface="Lexend"/>
                        </a:rPr>
                        <a:t>4 pizzas</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745" name="Google Shape;1745;p143"/>
          <p:cNvSpPr txBox="1"/>
          <p:nvPr/>
        </p:nvSpPr>
        <p:spPr>
          <a:xfrm>
            <a:off x="5708634" y="1887889"/>
            <a:ext cx="78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a:t>
            </a:r>
            <a:endParaRPr/>
          </a:p>
        </p:txBody>
      </p:sp>
      <p:sp>
        <p:nvSpPr>
          <p:cNvPr id="1746" name="Google Shape;1746;p143"/>
          <p:cNvSpPr txBox="1"/>
          <p:nvPr/>
        </p:nvSpPr>
        <p:spPr>
          <a:xfrm>
            <a:off x="5708634" y="2812474"/>
            <a:ext cx="78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a:t>
            </a:r>
            <a:endParaRPr/>
          </a:p>
        </p:txBody>
      </p:sp>
      <p:grpSp>
        <p:nvGrpSpPr>
          <p:cNvPr id="1747" name="Google Shape;1747;p143"/>
          <p:cNvGrpSpPr/>
          <p:nvPr/>
        </p:nvGrpSpPr>
        <p:grpSpPr>
          <a:xfrm>
            <a:off x="3099225" y="2526750"/>
            <a:ext cx="6289063" cy="622506"/>
            <a:chOff x="3099225" y="2526750"/>
            <a:chExt cx="6289063" cy="622506"/>
          </a:xfrm>
        </p:grpSpPr>
        <p:sp>
          <p:nvSpPr>
            <p:cNvPr id="1748" name="Google Shape;1748;p143"/>
            <p:cNvSpPr txBox="1"/>
            <p:nvPr/>
          </p:nvSpPr>
          <p:spPr>
            <a:xfrm>
              <a:off x="3099225" y="2587732"/>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a:t>
              </a:r>
              <a:endParaRPr/>
            </a:p>
          </p:txBody>
        </p:sp>
        <p:sp>
          <p:nvSpPr>
            <p:cNvPr id="1749" name="Google Shape;1749;p143"/>
            <p:cNvSpPr/>
            <p:nvPr/>
          </p:nvSpPr>
          <p:spPr>
            <a:xfrm>
              <a:off x="3626140" y="25267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750" name="Google Shape;1750;p143"/>
            <p:cNvSpPr txBox="1"/>
            <p:nvPr/>
          </p:nvSpPr>
          <p:spPr>
            <a:xfrm>
              <a:off x="8413288" y="2566628"/>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a:t>
              </a:r>
              <a:endParaRPr/>
            </a:p>
          </p:txBody>
        </p:sp>
        <p:sp>
          <p:nvSpPr>
            <p:cNvPr id="1751" name="Google Shape;1751;p143"/>
            <p:cNvSpPr/>
            <p:nvPr/>
          </p:nvSpPr>
          <p:spPr>
            <a:xfrm flipH="1">
              <a:off x="8266215" y="25267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grpSp>
      <p:sp>
        <p:nvSpPr>
          <p:cNvPr id="1752" name="Google Shape;1752;p143"/>
          <p:cNvSpPr txBox="1"/>
          <p:nvPr/>
        </p:nvSpPr>
        <p:spPr>
          <a:xfrm>
            <a:off x="3822700" y="4432800"/>
            <a:ext cx="93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Pizza</a:t>
            </a:r>
            <a:endParaRPr sz="2200">
              <a:solidFill>
                <a:schemeClr val="dk1"/>
              </a:solidFill>
              <a:latin typeface="Kalam"/>
              <a:ea typeface="Kalam"/>
              <a:cs typeface="Kalam"/>
              <a:sym typeface="Kalam"/>
            </a:endParaRPr>
          </a:p>
        </p:txBody>
      </p:sp>
      <p:sp>
        <p:nvSpPr>
          <p:cNvPr id="1753" name="Google Shape;1753;p143"/>
          <p:cNvSpPr txBox="1"/>
          <p:nvPr/>
        </p:nvSpPr>
        <p:spPr>
          <a:xfrm>
            <a:off x="6680200" y="4432800"/>
            <a:ext cx="11304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Chapati</a:t>
            </a:r>
            <a:endParaRPr sz="2200">
              <a:solidFill>
                <a:schemeClr val="dk1"/>
              </a:solidFill>
              <a:latin typeface="Kalam"/>
              <a:ea typeface="Kalam"/>
              <a:cs typeface="Kalam"/>
              <a:sym typeface="Kalam"/>
            </a:endParaRPr>
          </a:p>
        </p:txBody>
      </p:sp>
      <p:grpSp>
        <p:nvGrpSpPr>
          <p:cNvPr id="1754" name="Google Shape;1754;p143"/>
          <p:cNvGrpSpPr/>
          <p:nvPr/>
        </p:nvGrpSpPr>
        <p:grpSpPr>
          <a:xfrm>
            <a:off x="3230040" y="1536150"/>
            <a:ext cx="5702589" cy="622506"/>
            <a:chOff x="3230040" y="1536150"/>
            <a:chExt cx="5702589" cy="622506"/>
          </a:xfrm>
        </p:grpSpPr>
        <p:sp>
          <p:nvSpPr>
            <p:cNvPr id="1755" name="Google Shape;1755;p143"/>
            <p:cNvSpPr txBox="1"/>
            <p:nvPr/>
          </p:nvSpPr>
          <p:spPr>
            <a:xfrm>
              <a:off x="3230040" y="1597132"/>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×6</a:t>
              </a:r>
              <a:endParaRPr/>
            </a:p>
          </p:txBody>
        </p:sp>
        <p:sp>
          <p:nvSpPr>
            <p:cNvPr id="1756" name="Google Shape;1756;p143"/>
            <p:cNvSpPr/>
            <p:nvPr/>
          </p:nvSpPr>
          <p:spPr>
            <a:xfrm>
              <a:off x="3702340" y="15361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757" name="Google Shape;1757;p143"/>
            <p:cNvSpPr/>
            <p:nvPr/>
          </p:nvSpPr>
          <p:spPr>
            <a:xfrm flipH="1">
              <a:off x="8266215" y="15361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758" name="Google Shape;1758;p143"/>
            <p:cNvSpPr txBox="1"/>
            <p:nvPr/>
          </p:nvSpPr>
          <p:spPr>
            <a:xfrm>
              <a:off x="8425328" y="1585800"/>
              <a:ext cx="507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×6</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2" name="Shape 1762"/>
        <p:cNvGrpSpPr/>
        <p:nvPr/>
      </p:nvGrpSpPr>
      <p:grpSpPr>
        <a:xfrm>
          <a:off x="0" y="0"/>
          <a:ext cx="0" cy="0"/>
          <a:chOff x="0" y="0"/>
          <a:chExt cx="0" cy="0"/>
        </a:xfrm>
      </p:grpSpPr>
      <p:graphicFrame>
        <p:nvGraphicFramePr>
          <p:cNvPr id="1763" name="Google Shape;1763;p144"/>
          <p:cNvGraphicFramePr/>
          <p:nvPr/>
        </p:nvGraphicFramePr>
        <p:xfrm>
          <a:off x="3976427" y="705700"/>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Dough</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Cups of flour</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Cups of water</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311250">
                <a:tc>
                  <a:txBody>
                    <a:bodyPr/>
                    <a:lstStyle/>
                    <a:p>
                      <a:pPr indent="0" lvl="0" marL="0" rtl="0" algn="ctr">
                        <a:spcBef>
                          <a:spcPts val="0"/>
                        </a:spcBef>
                        <a:spcAft>
                          <a:spcPts val="0"/>
                        </a:spcAft>
                        <a:buNone/>
                      </a:pPr>
                      <a:r>
                        <a:rPr lang="en-GB" sz="1800">
                          <a:latin typeface="Lexend"/>
                          <a:ea typeface="Lexend"/>
                          <a:cs typeface="Lexend"/>
                          <a:sym typeface="Lexend"/>
                        </a:rPr>
                        <a:t>1 chapati</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rPr lang="en-GB" sz="1800">
                          <a:latin typeface="Lexend"/>
                          <a:ea typeface="Lexend"/>
                          <a:cs typeface="Lexend"/>
                          <a:sym typeface="Lexend"/>
                        </a:rPr>
                        <a:t>1 pizza</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764" name="Google Shape;1764;p144"/>
          <p:cNvSpPr txBox="1"/>
          <p:nvPr>
            <p:ph idx="1" type="body"/>
          </p:nvPr>
        </p:nvSpPr>
        <p:spPr>
          <a:xfrm>
            <a:off x="324000" y="683100"/>
            <a:ext cx="3038400" cy="1590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2</a:t>
            </a:r>
            <a:r>
              <a:rPr lang="en-GB" sz="1800"/>
              <a:t>) To make chapati, for every two cups of flour, you add one cup of water.</a:t>
            </a:r>
            <a:endParaRPr sz="1800"/>
          </a:p>
          <a:p>
            <a:pPr indent="0" lvl="0" marL="0" rtl="0" algn="l">
              <a:lnSpc>
                <a:spcPct val="100000"/>
              </a:lnSpc>
              <a:spcBef>
                <a:spcPts val="1000"/>
              </a:spcBef>
              <a:spcAft>
                <a:spcPts val="0"/>
              </a:spcAft>
              <a:buNone/>
            </a:pPr>
            <a:r>
              <a:t/>
            </a:r>
            <a:endParaRPr sz="900"/>
          </a:p>
          <a:p>
            <a:pPr indent="0" lvl="0" marL="0" rtl="0" algn="l">
              <a:lnSpc>
                <a:spcPct val="100000"/>
              </a:lnSpc>
              <a:spcBef>
                <a:spcPts val="1000"/>
              </a:spcBef>
              <a:spcAft>
                <a:spcPts val="0"/>
              </a:spcAft>
              <a:buNone/>
            </a:pPr>
            <a:r>
              <a:rPr lang="en-GB" sz="1800"/>
              <a:t>To make pizza base, for every three cups of flour, you add two cups of water. </a:t>
            </a:r>
            <a:endParaRPr sz="1900"/>
          </a:p>
          <a:p>
            <a:pPr indent="0" lvl="0" marL="0" rtl="0" algn="l">
              <a:lnSpc>
                <a:spcPct val="100000"/>
              </a:lnSpc>
              <a:spcBef>
                <a:spcPts val="1000"/>
              </a:spcBef>
              <a:spcAft>
                <a:spcPts val="1000"/>
              </a:spcAft>
              <a:buNone/>
            </a:pPr>
            <a:r>
              <a:t/>
            </a:r>
            <a:endParaRPr sz="1900"/>
          </a:p>
        </p:txBody>
      </p:sp>
      <p:sp>
        <p:nvSpPr>
          <p:cNvPr id="1765" name="Google Shape;1765;p14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 </a:t>
            </a:r>
            <a:endParaRPr/>
          </a:p>
          <a:p>
            <a:pPr indent="0" lvl="0" marL="0" rtl="0" algn="l">
              <a:spcBef>
                <a:spcPts val="1000"/>
              </a:spcBef>
              <a:spcAft>
                <a:spcPts val="1000"/>
              </a:spcAft>
              <a:buNone/>
            </a:pPr>
            <a:r>
              <a:t/>
            </a:r>
            <a:endParaRPr/>
          </a:p>
        </p:txBody>
      </p:sp>
      <p:graphicFrame>
        <p:nvGraphicFramePr>
          <p:cNvPr id="1766" name="Google Shape;1766;p144"/>
          <p:cNvGraphicFramePr/>
          <p:nvPr/>
        </p:nvGraphicFramePr>
        <p:xfrm>
          <a:off x="3976427" y="1889048"/>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latin typeface="Lexend"/>
                          <a:ea typeface="Lexend"/>
                          <a:cs typeface="Lexend"/>
                          <a:sym typeface="Lexend"/>
                        </a:rPr>
                        <a:t>9 chaptis</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767" name="Google Shape;1767;p144"/>
          <p:cNvGraphicFramePr/>
          <p:nvPr/>
        </p:nvGraphicFramePr>
        <p:xfrm>
          <a:off x="3976427" y="2808625"/>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latin typeface="Lexend"/>
                          <a:ea typeface="Lexend"/>
                          <a:cs typeface="Lexend"/>
                          <a:sym typeface="Lexend"/>
                        </a:rPr>
                        <a:t>6 pizzas</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768" name="Google Shape;1768;p144"/>
          <p:cNvSpPr txBox="1"/>
          <p:nvPr/>
        </p:nvSpPr>
        <p:spPr>
          <a:xfrm>
            <a:off x="5708634" y="1887889"/>
            <a:ext cx="78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18</a:t>
            </a:r>
            <a:endParaRPr/>
          </a:p>
        </p:txBody>
      </p:sp>
      <p:sp>
        <p:nvSpPr>
          <p:cNvPr id="1769" name="Google Shape;1769;p144"/>
          <p:cNvSpPr txBox="1"/>
          <p:nvPr/>
        </p:nvSpPr>
        <p:spPr>
          <a:xfrm>
            <a:off x="5708634" y="2812474"/>
            <a:ext cx="78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18</a:t>
            </a:r>
            <a:endParaRPr/>
          </a:p>
        </p:txBody>
      </p:sp>
      <p:grpSp>
        <p:nvGrpSpPr>
          <p:cNvPr id="1770" name="Google Shape;1770;p144"/>
          <p:cNvGrpSpPr/>
          <p:nvPr/>
        </p:nvGrpSpPr>
        <p:grpSpPr>
          <a:xfrm>
            <a:off x="3230040" y="1536150"/>
            <a:ext cx="6183507" cy="622506"/>
            <a:chOff x="3230040" y="1536150"/>
            <a:chExt cx="6183507" cy="622506"/>
          </a:xfrm>
        </p:grpSpPr>
        <p:sp>
          <p:nvSpPr>
            <p:cNvPr id="1771" name="Google Shape;1771;p144"/>
            <p:cNvSpPr txBox="1"/>
            <p:nvPr/>
          </p:nvSpPr>
          <p:spPr>
            <a:xfrm>
              <a:off x="3230040" y="1597132"/>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×9</a:t>
              </a:r>
              <a:endParaRPr/>
            </a:p>
          </p:txBody>
        </p:sp>
        <p:sp>
          <p:nvSpPr>
            <p:cNvPr id="1772" name="Google Shape;1772;p144"/>
            <p:cNvSpPr/>
            <p:nvPr/>
          </p:nvSpPr>
          <p:spPr>
            <a:xfrm>
              <a:off x="3702340" y="15361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773" name="Google Shape;1773;p144"/>
            <p:cNvSpPr txBox="1"/>
            <p:nvPr/>
          </p:nvSpPr>
          <p:spPr>
            <a:xfrm>
              <a:off x="8438546" y="1566250"/>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×9</a:t>
              </a:r>
              <a:endParaRPr/>
            </a:p>
          </p:txBody>
        </p:sp>
        <p:sp>
          <p:nvSpPr>
            <p:cNvPr id="1774" name="Google Shape;1774;p144"/>
            <p:cNvSpPr/>
            <p:nvPr/>
          </p:nvSpPr>
          <p:spPr>
            <a:xfrm flipH="1">
              <a:off x="8266215" y="15361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grpSp>
      <p:grpSp>
        <p:nvGrpSpPr>
          <p:cNvPr id="1775" name="Google Shape;1775;p144"/>
          <p:cNvGrpSpPr/>
          <p:nvPr/>
        </p:nvGrpSpPr>
        <p:grpSpPr>
          <a:xfrm>
            <a:off x="3099225" y="2526750"/>
            <a:ext cx="6289063" cy="622506"/>
            <a:chOff x="3099225" y="2526750"/>
            <a:chExt cx="6289063" cy="622506"/>
          </a:xfrm>
        </p:grpSpPr>
        <p:sp>
          <p:nvSpPr>
            <p:cNvPr id="1776" name="Google Shape;1776;p144"/>
            <p:cNvSpPr txBox="1"/>
            <p:nvPr/>
          </p:nvSpPr>
          <p:spPr>
            <a:xfrm>
              <a:off x="3099225" y="2587732"/>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×6</a:t>
              </a:r>
              <a:endParaRPr/>
            </a:p>
          </p:txBody>
        </p:sp>
        <p:sp>
          <p:nvSpPr>
            <p:cNvPr id="1777" name="Google Shape;1777;p144"/>
            <p:cNvSpPr/>
            <p:nvPr/>
          </p:nvSpPr>
          <p:spPr>
            <a:xfrm>
              <a:off x="3626140" y="25267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778" name="Google Shape;1778;p144"/>
            <p:cNvSpPr txBox="1"/>
            <p:nvPr/>
          </p:nvSpPr>
          <p:spPr>
            <a:xfrm>
              <a:off x="8413288" y="2566628"/>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×6</a:t>
              </a:r>
              <a:endParaRPr/>
            </a:p>
          </p:txBody>
        </p:sp>
        <p:sp>
          <p:nvSpPr>
            <p:cNvPr id="1779" name="Google Shape;1779;p144"/>
            <p:cNvSpPr/>
            <p:nvPr/>
          </p:nvSpPr>
          <p:spPr>
            <a:xfrm flipH="1">
              <a:off x="8266215" y="25267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grpSp>
      <p:sp>
        <p:nvSpPr>
          <p:cNvPr id="1780" name="Google Shape;1780;p144"/>
          <p:cNvSpPr txBox="1"/>
          <p:nvPr/>
        </p:nvSpPr>
        <p:spPr>
          <a:xfrm>
            <a:off x="1079500" y="4432800"/>
            <a:ext cx="93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Pizza</a:t>
            </a:r>
            <a:endParaRPr sz="2200">
              <a:solidFill>
                <a:schemeClr val="dk1"/>
              </a:solidFill>
              <a:latin typeface="Kalam"/>
              <a:ea typeface="Kalam"/>
              <a:cs typeface="Kalam"/>
              <a:sym typeface="Kalam"/>
            </a:endParaRPr>
          </a:p>
        </p:txBody>
      </p:sp>
      <p:pic>
        <p:nvPicPr>
          <p:cNvPr id="1781" name="Google Shape;1781;p144"/>
          <p:cNvPicPr preferRelativeResize="0"/>
          <p:nvPr/>
        </p:nvPicPr>
        <p:blipFill>
          <a:blip r:embed="rId3">
            <a:alphaModFix/>
          </a:blip>
          <a:stretch>
            <a:fillRect/>
          </a:stretch>
        </p:blipFill>
        <p:spPr>
          <a:xfrm>
            <a:off x="976175" y="3395250"/>
            <a:ext cx="1003525" cy="500050"/>
          </a:xfrm>
          <a:prstGeom prst="rect">
            <a:avLst/>
          </a:prstGeom>
          <a:noFill/>
          <a:ln>
            <a:noFill/>
          </a:ln>
        </p:spPr>
      </p:pic>
      <p:sp>
        <p:nvSpPr>
          <p:cNvPr id="1782" name="Google Shape;1782;p144"/>
          <p:cNvSpPr txBox="1"/>
          <p:nvPr/>
        </p:nvSpPr>
        <p:spPr>
          <a:xfrm>
            <a:off x="695400" y="39330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18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12 cups of water</a:t>
            </a:r>
            <a:endParaRPr sz="1800">
              <a:solidFill>
                <a:schemeClr val="dk1"/>
              </a:solidFill>
              <a:latin typeface="Lexend"/>
              <a:ea typeface="Lexend"/>
              <a:cs typeface="Lexend"/>
              <a:sym typeface="Lexend"/>
            </a:endParaRPr>
          </a:p>
        </p:txBody>
      </p:sp>
      <p:sp>
        <p:nvSpPr>
          <p:cNvPr id="1783" name="Google Shape;1783;p144"/>
          <p:cNvSpPr txBox="1"/>
          <p:nvPr/>
        </p:nvSpPr>
        <p:spPr>
          <a:xfrm>
            <a:off x="219075" y="32776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7" name="Shape 1787"/>
        <p:cNvGrpSpPr/>
        <p:nvPr/>
      </p:nvGrpSpPr>
      <p:grpSpPr>
        <a:xfrm>
          <a:off x="0" y="0"/>
          <a:ext cx="0" cy="0"/>
          <a:chOff x="0" y="0"/>
          <a:chExt cx="0" cy="0"/>
        </a:xfrm>
      </p:grpSpPr>
      <p:graphicFrame>
        <p:nvGraphicFramePr>
          <p:cNvPr id="1788" name="Google Shape;1788;p145"/>
          <p:cNvGraphicFramePr/>
          <p:nvPr/>
        </p:nvGraphicFramePr>
        <p:xfrm>
          <a:off x="3976427" y="705700"/>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Dough</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Cups of flour</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Cups of water</a:t>
                      </a:r>
                      <a:endParaRPr sz="1800">
                        <a:solidFill>
                          <a:schemeClr val="lt1"/>
                        </a:solidFill>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accent4"/>
                    </a:solidFill>
                  </a:tcPr>
                </a:tc>
              </a:tr>
              <a:tr h="311250">
                <a:tc>
                  <a:txBody>
                    <a:bodyPr/>
                    <a:lstStyle/>
                    <a:p>
                      <a:pPr indent="0" lvl="0" marL="0" rtl="0" algn="ctr">
                        <a:spcBef>
                          <a:spcPts val="0"/>
                        </a:spcBef>
                        <a:spcAft>
                          <a:spcPts val="0"/>
                        </a:spcAft>
                        <a:buNone/>
                      </a:pPr>
                      <a:r>
                        <a:rPr lang="en-GB" sz="1800">
                          <a:latin typeface="Lexend"/>
                          <a:ea typeface="Lexend"/>
                          <a:cs typeface="Lexend"/>
                          <a:sym typeface="Lexend"/>
                        </a:rPr>
                        <a:t>1 chapati</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rPr lang="en-GB" sz="1800">
                          <a:latin typeface="Lexend"/>
                          <a:ea typeface="Lexend"/>
                          <a:cs typeface="Lexend"/>
                          <a:sym typeface="Lexend"/>
                        </a:rPr>
                        <a:t>1 pizza</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12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789" name="Google Shape;1789;p145"/>
          <p:cNvSpPr txBox="1"/>
          <p:nvPr>
            <p:ph idx="1" type="body"/>
          </p:nvPr>
        </p:nvSpPr>
        <p:spPr>
          <a:xfrm>
            <a:off x="324000" y="683100"/>
            <a:ext cx="3038400" cy="1590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2</a:t>
            </a:r>
            <a:r>
              <a:rPr lang="en-GB" sz="1800"/>
              <a:t>) To make chapati, for every two cups of flour, you add one cup of water.</a:t>
            </a:r>
            <a:endParaRPr sz="1800"/>
          </a:p>
          <a:p>
            <a:pPr indent="0" lvl="0" marL="0" rtl="0" algn="l">
              <a:lnSpc>
                <a:spcPct val="100000"/>
              </a:lnSpc>
              <a:spcBef>
                <a:spcPts val="1000"/>
              </a:spcBef>
              <a:spcAft>
                <a:spcPts val="0"/>
              </a:spcAft>
              <a:buNone/>
            </a:pPr>
            <a:r>
              <a:t/>
            </a:r>
            <a:endParaRPr sz="900"/>
          </a:p>
          <a:p>
            <a:pPr indent="0" lvl="0" marL="0" rtl="0" algn="l">
              <a:lnSpc>
                <a:spcPct val="100000"/>
              </a:lnSpc>
              <a:spcBef>
                <a:spcPts val="1000"/>
              </a:spcBef>
              <a:spcAft>
                <a:spcPts val="0"/>
              </a:spcAft>
              <a:buNone/>
            </a:pPr>
            <a:r>
              <a:rPr lang="en-GB" sz="1800"/>
              <a:t>To make pizza base, for every three cups of flour, you add two cups of water. </a:t>
            </a:r>
            <a:endParaRPr sz="1900"/>
          </a:p>
          <a:p>
            <a:pPr indent="0" lvl="0" marL="0" rtl="0" algn="l">
              <a:lnSpc>
                <a:spcPct val="100000"/>
              </a:lnSpc>
              <a:spcBef>
                <a:spcPts val="1000"/>
              </a:spcBef>
              <a:spcAft>
                <a:spcPts val="1000"/>
              </a:spcAft>
              <a:buNone/>
            </a:pPr>
            <a:r>
              <a:t/>
            </a:r>
            <a:endParaRPr sz="1900"/>
          </a:p>
        </p:txBody>
      </p:sp>
      <p:sp>
        <p:nvSpPr>
          <p:cNvPr id="1790" name="Google Shape;1790;p14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 </a:t>
            </a:r>
            <a:endParaRPr/>
          </a:p>
          <a:p>
            <a:pPr indent="0" lvl="0" marL="0" rtl="0" algn="l">
              <a:spcBef>
                <a:spcPts val="1000"/>
              </a:spcBef>
              <a:spcAft>
                <a:spcPts val="1000"/>
              </a:spcAft>
              <a:buNone/>
            </a:pPr>
            <a:r>
              <a:t/>
            </a:r>
            <a:endParaRPr/>
          </a:p>
        </p:txBody>
      </p:sp>
      <p:graphicFrame>
        <p:nvGraphicFramePr>
          <p:cNvPr id="1791" name="Google Shape;1791;p145"/>
          <p:cNvGraphicFramePr/>
          <p:nvPr/>
        </p:nvGraphicFramePr>
        <p:xfrm>
          <a:off x="3976427" y="1889048"/>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latin typeface="Lexend"/>
                          <a:ea typeface="Lexend"/>
                          <a:cs typeface="Lexend"/>
                          <a:sym typeface="Lexend"/>
                        </a:rPr>
                        <a:t>12 chaptis</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1792" name="Google Shape;1792;p145"/>
          <p:cNvGraphicFramePr/>
          <p:nvPr/>
        </p:nvGraphicFramePr>
        <p:xfrm>
          <a:off x="3976427" y="2808625"/>
          <a:ext cx="3000000" cy="3000000"/>
        </p:xfrm>
        <a:graphic>
          <a:graphicData uri="http://schemas.openxmlformats.org/drawingml/2006/table">
            <a:tbl>
              <a:tblPr>
                <a:noFill/>
                <a:tableStyleId>{A150576A-BDC1-41C4-958D-C12858BDD4FE}</a:tableStyleId>
              </a:tblPr>
              <a:tblGrid>
                <a:gridCol w="1413650"/>
                <a:gridCol w="1413650"/>
                <a:gridCol w="1413650"/>
              </a:tblGrid>
              <a:tr h="311250">
                <a:tc>
                  <a:txBody>
                    <a:bodyPr/>
                    <a:lstStyle/>
                    <a:p>
                      <a:pPr indent="0" lvl="0" marL="0" rtl="0" algn="ctr">
                        <a:spcBef>
                          <a:spcPts val="0"/>
                        </a:spcBef>
                        <a:spcAft>
                          <a:spcPts val="0"/>
                        </a:spcAft>
                        <a:buNone/>
                      </a:pPr>
                      <a:r>
                        <a:rPr lang="en-GB" sz="1800">
                          <a:latin typeface="Lexend"/>
                          <a:ea typeface="Lexend"/>
                          <a:cs typeface="Lexend"/>
                          <a:sym typeface="Lexend"/>
                        </a:rPr>
                        <a:t>8 pizzas</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1793" name="Google Shape;1793;p145"/>
          <p:cNvSpPr txBox="1"/>
          <p:nvPr/>
        </p:nvSpPr>
        <p:spPr>
          <a:xfrm>
            <a:off x="5708634" y="1887889"/>
            <a:ext cx="78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24</a:t>
            </a:r>
            <a:endParaRPr/>
          </a:p>
        </p:txBody>
      </p:sp>
      <p:sp>
        <p:nvSpPr>
          <p:cNvPr id="1794" name="Google Shape;1794;p145"/>
          <p:cNvSpPr txBox="1"/>
          <p:nvPr/>
        </p:nvSpPr>
        <p:spPr>
          <a:xfrm>
            <a:off x="5870404" y="2806363"/>
            <a:ext cx="782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a:t>
            </a:r>
            <a:endParaRPr/>
          </a:p>
        </p:txBody>
      </p:sp>
      <p:grpSp>
        <p:nvGrpSpPr>
          <p:cNvPr id="1795" name="Google Shape;1795;p145"/>
          <p:cNvGrpSpPr/>
          <p:nvPr/>
        </p:nvGrpSpPr>
        <p:grpSpPr>
          <a:xfrm>
            <a:off x="3175425" y="2526750"/>
            <a:ext cx="6212863" cy="622506"/>
            <a:chOff x="3175425" y="2526750"/>
            <a:chExt cx="6212863" cy="622506"/>
          </a:xfrm>
        </p:grpSpPr>
        <p:sp>
          <p:nvSpPr>
            <p:cNvPr id="1796" name="Google Shape;1796;p145"/>
            <p:cNvSpPr txBox="1"/>
            <p:nvPr/>
          </p:nvSpPr>
          <p:spPr>
            <a:xfrm>
              <a:off x="3175425" y="2587732"/>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×8</a:t>
              </a:r>
              <a:endParaRPr/>
            </a:p>
          </p:txBody>
        </p:sp>
        <p:sp>
          <p:nvSpPr>
            <p:cNvPr id="1797" name="Google Shape;1797;p145"/>
            <p:cNvSpPr/>
            <p:nvPr/>
          </p:nvSpPr>
          <p:spPr>
            <a:xfrm>
              <a:off x="3626140" y="25267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798" name="Google Shape;1798;p145"/>
            <p:cNvSpPr txBox="1"/>
            <p:nvPr/>
          </p:nvSpPr>
          <p:spPr>
            <a:xfrm>
              <a:off x="8413288" y="2566628"/>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×8</a:t>
              </a:r>
              <a:endParaRPr/>
            </a:p>
          </p:txBody>
        </p:sp>
        <p:sp>
          <p:nvSpPr>
            <p:cNvPr id="1799" name="Google Shape;1799;p145"/>
            <p:cNvSpPr/>
            <p:nvPr/>
          </p:nvSpPr>
          <p:spPr>
            <a:xfrm flipH="1">
              <a:off x="8266215" y="25267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grpSp>
      <p:sp>
        <p:nvSpPr>
          <p:cNvPr id="1800" name="Google Shape;1800;p145"/>
          <p:cNvSpPr txBox="1"/>
          <p:nvPr/>
        </p:nvSpPr>
        <p:spPr>
          <a:xfrm>
            <a:off x="3362400" y="39330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12 cups of water</a:t>
            </a:r>
            <a:endParaRPr sz="1800">
              <a:solidFill>
                <a:schemeClr val="dk1"/>
              </a:solidFill>
              <a:latin typeface="Lexend"/>
              <a:ea typeface="Lexend"/>
              <a:cs typeface="Lexend"/>
              <a:sym typeface="Lexend"/>
            </a:endParaRPr>
          </a:p>
        </p:txBody>
      </p:sp>
      <p:sp>
        <p:nvSpPr>
          <p:cNvPr id="1801" name="Google Shape;1801;p145"/>
          <p:cNvSpPr txBox="1"/>
          <p:nvPr/>
        </p:nvSpPr>
        <p:spPr>
          <a:xfrm>
            <a:off x="6410400" y="39330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24 cups of flour</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18 cups of water</a:t>
            </a:r>
            <a:endParaRPr sz="1800">
              <a:solidFill>
                <a:schemeClr val="dk1"/>
              </a:solidFill>
              <a:latin typeface="Lexend"/>
              <a:ea typeface="Lexend"/>
              <a:cs typeface="Lexend"/>
              <a:sym typeface="Lexend"/>
            </a:endParaRPr>
          </a:p>
        </p:txBody>
      </p:sp>
      <p:pic>
        <p:nvPicPr>
          <p:cNvPr id="1802" name="Google Shape;1802;p145"/>
          <p:cNvPicPr preferRelativeResize="0"/>
          <p:nvPr/>
        </p:nvPicPr>
        <p:blipFill>
          <a:blip r:embed="rId3">
            <a:alphaModFix/>
          </a:blip>
          <a:stretch>
            <a:fillRect/>
          </a:stretch>
        </p:blipFill>
        <p:spPr>
          <a:xfrm>
            <a:off x="3643175" y="3395250"/>
            <a:ext cx="1003525" cy="500050"/>
          </a:xfrm>
          <a:prstGeom prst="rect">
            <a:avLst/>
          </a:prstGeom>
          <a:noFill/>
          <a:ln>
            <a:noFill/>
          </a:ln>
        </p:spPr>
      </p:pic>
      <p:pic>
        <p:nvPicPr>
          <p:cNvPr id="1803" name="Google Shape;1803;p145"/>
          <p:cNvPicPr preferRelativeResize="0"/>
          <p:nvPr/>
        </p:nvPicPr>
        <p:blipFill>
          <a:blip r:embed="rId3">
            <a:alphaModFix/>
          </a:blip>
          <a:stretch>
            <a:fillRect/>
          </a:stretch>
        </p:blipFill>
        <p:spPr>
          <a:xfrm>
            <a:off x="6691175" y="3395250"/>
            <a:ext cx="1003525" cy="500050"/>
          </a:xfrm>
          <a:prstGeom prst="rect">
            <a:avLst/>
          </a:prstGeom>
          <a:noFill/>
          <a:ln>
            <a:noFill/>
          </a:ln>
        </p:spPr>
      </p:pic>
      <p:sp>
        <p:nvSpPr>
          <p:cNvPr id="1804" name="Google Shape;1804;p145"/>
          <p:cNvSpPr txBox="1"/>
          <p:nvPr/>
        </p:nvSpPr>
        <p:spPr>
          <a:xfrm>
            <a:off x="6162675" y="32776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f)</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1805" name="Google Shape;1805;p145"/>
          <p:cNvSpPr txBox="1"/>
          <p:nvPr/>
        </p:nvSpPr>
        <p:spPr>
          <a:xfrm>
            <a:off x="3517900" y="4432800"/>
            <a:ext cx="15114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Chapati</a:t>
            </a:r>
            <a:endParaRPr sz="2200">
              <a:solidFill>
                <a:schemeClr val="dk1"/>
              </a:solidFill>
              <a:latin typeface="Kalam"/>
              <a:ea typeface="Kalam"/>
              <a:cs typeface="Kalam"/>
              <a:sym typeface="Kalam"/>
            </a:endParaRPr>
          </a:p>
        </p:txBody>
      </p:sp>
      <p:sp>
        <p:nvSpPr>
          <p:cNvPr id="1806" name="Google Shape;1806;p145"/>
          <p:cNvSpPr txBox="1"/>
          <p:nvPr/>
        </p:nvSpPr>
        <p:spPr>
          <a:xfrm>
            <a:off x="6565900" y="4432800"/>
            <a:ext cx="15114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Neither</a:t>
            </a:r>
            <a:endParaRPr sz="2200">
              <a:solidFill>
                <a:schemeClr val="dk1"/>
              </a:solidFill>
              <a:latin typeface="Kalam"/>
              <a:ea typeface="Kalam"/>
              <a:cs typeface="Kalam"/>
              <a:sym typeface="Kalam"/>
            </a:endParaRPr>
          </a:p>
        </p:txBody>
      </p:sp>
      <p:grpSp>
        <p:nvGrpSpPr>
          <p:cNvPr id="1807" name="Google Shape;1807;p145"/>
          <p:cNvGrpSpPr/>
          <p:nvPr/>
        </p:nvGrpSpPr>
        <p:grpSpPr>
          <a:xfrm>
            <a:off x="3132840" y="1536150"/>
            <a:ext cx="6155614" cy="622506"/>
            <a:chOff x="3132840" y="1536150"/>
            <a:chExt cx="6155614" cy="622506"/>
          </a:xfrm>
        </p:grpSpPr>
        <p:sp>
          <p:nvSpPr>
            <p:cNvPr id="1808" name="Google Shape;1808;p145"/>
            <p:cNvSpPr txBox="1"/>
            <p:nvPr/>
          </p:nvSpPr>
          <p:spPr>
            <a:xfrm>
              <a:off x="3132840" y="1618207"/>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×12</a:t>
              </a:r>
              <a:endParaRPr/>
            </a:p>
          </p:txBody>
        </p:sp>
        <p:sp>
          <p:nvSpPr>
            <p:cNvPr id="1809" name="Google Shape;1809;p145"/>
            <p:cNvSpPr/>
            <p:nvPr/>
          </p:nvSpPr>
          <p:spPr>
            <a:xfrm>
              <a:off x="3702340" y="15361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810" name="Google Shape;1810;p145"/>
            <p:cNvSpPr/>
            <p:nvPr/>
          </p:nvSpPr>
          <p:spPr>
            <a:xfrm flipH="1">
              <a:off x="8266215" y="1536150"/>
              <a:ext cx="236725" cy="622506"/>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4"/>
              </a:solidFill>
              <a:prstDash val="solid"/>
              <a:round/>
              <a:headEnd len="med" w="med" type="none"/>
              <a:tailEnd len="med" w="med" type="triangle"/>
            </a:ln>
          </p:spPr>
        </p:sp>
        <p:sp>
          <p:nvSpPr>
            <p:cNvPr id="1811" name="Google Shape;1811;p145"/>
            <p:cNvSpPr txBox="1"/>
            <p:nvPr/>
          </p:nvSpPr>
          <p:spPr>
            <a:xfrm>
              <a:off x="8313454" y="1566250"/>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highlight>
                    <a:srgbClr val="F3EEFB"/>
                  </a:highlight>
                  <a:latin typeface="Lexend"/>
                  <a:ea typeface="Lexend"/>
                  <a:cs typeface="Lexend"/>
                  <a:sym typeface="Lexend"/>
                </a:rPr>
                <a:t>×12</a:t>
              </a:r>
              <a:endParaRPr>
                <a:highlight>
                  <a:srgbClr val="F3EEFB"/>
                </a:highlight>
              </a:endParaRPr>
            </a:p>
          </p:txBody>
        </p:sp>
      </p:grpSp>
      <p:sp>
        <p:nvSpPr>
          <p:cNvPr id="1812" name="Google Shape;1812;p145"/>
          <p:cNvSpPr txBox="1"/>
          <p:nvPr/>
        </p:nvSpPr>
        <p:spPr>
          <a:xfrm>
            <a:off x="3038475" y="32776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e</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6" name="Shape 1816"/>
        <p:cNvGrpSpPr/>
        <p:nvPr/>
      </p:nvGrpSpPr>
      <p:grpSpPr>
        <a:xfrm>
          <a:off x="0" y="0"/>
          <a:ext cx="0" cy="0"/>
          <a:chOff x="0" y="0"/>
          <a:chExt cx="0" cy="0"/>
        </a:xfrm>
      </p:grpSpPr>
      <p:sp>
        <p:nvSpPr>
          <p:cNvPr id="1817" name="Google Shape;1817;p146"/>
          <p:cNvSpPr txBox="1"/>
          <p:nvPr>
            <p:ph idx="1" type="body"/>
          </p:nvPr>
        </p:nvSpPr>
        <p:spPr>
          <a:xfrm>
            <a:off x="324000" y="759300"/>
            <a:ext cx="8237700" cy="44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3</a:t>
            </a:r>
            <a:r>
              <a:rPr lang="en-GB" sz="1900"/>
              <a:t>) For every three eggs you add 150 g sugar. </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sz="1900"/>
          </a:p>
        </p:txBody>
      </p:sp>
      <p:sp>
        <p:nvSpPr>
          <p:cNvPr id="1818" name="Google Shape;1818;p14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 </a:t>
            </a:r>
            <a:endParaRPr/>
          </a:p>
          <a:p>
            <a:pPr indent="0" lvl="0" marL="0" rtl="0" algn="l">
              <a:spcBef>
                <a:spcPts val="1000"/>
              </a:spcBef>
              <a:spcAft>
                <a:spcPts val="1000"/>
              </a:spcAft>
              <a:buNone/>
            </a:pPr>
            <a:r>
              <a:t/>
            </a:r>
            <a:endParaRPr/>
          </a:p>
        </p:txBody>
      </p:sp>
      <p:pic>
        <p:nvPicPr>
          <p:cNvPr id="1819" name="Google Shape;1819;p146"/>
          <p:cNvPicPr preferRelativeResize="0"/>
          <p:nvPr/>
        </p:nvPicPr>
        <p:blipFill>
          <a:blip r:embed="rId3">
            <a:alphaModFix/>
          </a:blip>
          <a:stretch>
            <a:fillRect/>
          </a:stretch>
        </p:blipFill>
        <p:spPr>
          <a:xfrm>
            <a:off x="735975" y="1407050"/>
            <a:ext cx="877156" cy="622500"/>
          </a:xfrm>
          <a:prstGeom prst="rect">
            <a:avLst/>
          </a:prstGeom>
          <a:noFill/>
          <a:ln>
            <a:noFill/>
          </a:ln>
        </p:spPr>
      </p:pic>
      <p:sp>
        <p:nvSpPr>
          <p:cNvPr id="1820" name="Google Shape;1820;p146"/>
          <p:cNvSpPr txBox="1"/>
          <p:nvPr/>
        </p:nvSpPr>
        <p:spPr>
          <a:xfrm>
            <a:off x="219075" y="14488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1821" name="Google Shape;1821;p146"/>
          <p:cNvSpPr txBox="1"/>
          <p:nvPr/>
        </p:nvSpPr>
        <p:spPr>
          <a:xfrm>
            <a:off x="3114675" y="14488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1822" name="Google Shape;1822;p146"/>
          <p:cNvSpPr txBox="1"/>
          <p:nvPr/>
        </p:nvSpPr>
        <p:spPr>
          <a:xfrm>
            <a:off x="6162675" y="1448800"/>
            <a:ext cx="6693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1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1823" name="Google Shape;1823;p146"/>
          <p:cNvSpPr txBox="1"/>
          <p:nvPr/>
        </p:nvSpPr>
        <p:spPr>
          <a:xfrm>
            <a:off x="695400" y="21042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200 g sugar</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1800">
                <a:solidFill>
                  <a:schemeClr val="dk1"/>
                </a:solidFill>
                <a:latin typeface="Lexend"/>
                <a:ea typeface="Lexend"/>
                <a:cs typeface="Lexend"/>
                <a:sym typeface="Lexend"/>
              </a:rPr>
              <a:t>6 eggs</a:t>
            </a:r>
            <a:endParaRPr sz="1800">
              <a:solidFill>
                <a:schemeClr val="dk1"/>
              </a:solidFill>
              <a:latin typeface="Lexend"/>
              <a:ea typeface="Lexend"/>
              <a:cs typeface="Lexend"/>
              <a:sym typeface="Lexend"/>
            </a:endParaRPr>
          </a:p>
        </p:txBody>
      </p:sp>
      <p:sp>
        <p:nvSpPr>
          <p:cNvPr id="1824" name="Google Shape;1824;p146"/>
          <p:cNvSpPr txBox="1"/>
          <p:nvPr/>
        </p:nvSpPr>
        <p:spPr>
          <a:xfrm>
            <a:off x="3362400" y="21042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450 g sugar</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1800">
                <a:solidFill>
                  <a:schemeClr val="dk1"/>
                </a:solidFill>
                <a:latin typeface="Lexend"/>
                <a:ea typeface="Lexend"/>
                <a:cs typeface="Lexend"/>
                <a:sym typeface="Lexend"/>
              </a:rPr>
              <a:t>7 eggs</a:t>
            </a:r>
            <a:endParaRPr sz="1800">
              <a:solidFill>
                <a:schemeClr val="dk1"/>
              </a:solidFill>
              <a:latin typeface="Lexend"/>
              <a:ea typeface="Lexend"/>
              <a:cs typeface="Lexend"/>
              <a:sym typeface="Lexend"/>
            </a:endParaRPr>
          </a:p>
        </p:txBody>
      </p:sp>
      <p:sp>
        <p:nvSpPr>
          <p:cNvPr id="1825" name="Google Shape;1825;p146"/>
          <p:cNvSpPr txBox="1"/>
          <p:nvPr/>
        </p:nvSpPr>
        <p:spPr>
          <a:xfrm>
            <a:off x="6410400" y="21042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400 g sugar</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1800">
                <a:solidFill>
                  <a:schemeClr val="dk1"/>
                </a:solidFill>
                <a:latin typeface="Lexend"/>
                <a:ea typeface="Lexend"/>
                <a:cs typeface="Lexend"/>
                <a:sym typeface="Lexend"/>
              </a:rPr>
              <a:t>9 eggs</a:t>
            </a:r>
            <a:endParaRPr sz="1800">
              <a:solidFill>
                <a:schemeClr val="dk1"/>
              </a:solidFill>
              <a:latin typeface="Lexend"/>
              <a:ea typeface="Lexend"/>
              <a:cs typeface="Lexend"/>
              <a:sym typeface="Lexend"/>
            </a:endParaRPr>
          </a:p>
        </p:txBody>
      </p:sp>
      <p:pic>
        <p:nvPicPr>
          <p:cNvPr id="1826" name="Google Shape;1826;p146"/>
          <p:cNvPicPr preferRelativeResize="0"/>
          <p:nvPr/>
        </p:nvPicPr>
        <p:blipFill>
          <a:blip r:embed="rId3">
            <a:alphaModFix/>
          </a:blip>
          <a:stretch>
            <a:fillRect/>
          </a:stretch>
        </p:blipFill>
        <p:spPr>
          <a:xfrm>
            <a:off x="3936375" y="1407050"/>
            <a:ext cx="877156" cy="622500"/>
          </a:xfrm>
          <a:prstGeom prst="rect">
            <a:avLst/>
          </a:prstGeom>
          <a:noFill/>
          <a:ln>
            <a:noFill/>
          </a:ln>
        </p:spPr>
      </p:pic>
      <p:pic>
        <p:nvPicPr>
          <p:cNvPr id="1827" name="Google Shape;1827;p146"/>
          <p:cNvPicPr preferRelativeResize="0"/>
          <p:nvPr/>
        </p:nvPicPr>
        <p:blipFill>
          <a:blip r:embed="rId3">
            <a:alphaModFix/>
          </a:blip>
          <a:stretch>
            <a:fillRect/>
          </a:stretch>
        </p:blipFill>
        <p:spPr>
          <a:xfrm>
            <a:off x="7136775" y="1407050"/>
            <a:ext cx="877156" cy="622500"/>
          </a:xfrm>
          <a:prstGeom prst="rect">
            <a:avLst/>
          </a:prstGeom>
          <a:noFill/>
          <a:ln>
            <a:noFill/>
          </a:ln>
        </p:spPr>
      </p:pic>
      <p:sp>
        <p:nvSpPr>
          <p:cNvPr id="1828" name="Google Shape;1828;p146"/>
          <p:cNvSpPr txBox="1"/>
          <p:nvPr/>
        </p:nvSpPr>
        <p:spPr>
          <a:xfrm>
            <a:off x="735975" y="4165600"/>
            <a:ext cx="2312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Add 100 g sugar</a:t>
            </a:r>
            <a:endParaRPr sz="2200">
              <a:solidFill>
                <a:schemeClr val="dk1"/>
              </a:solidFill>
              <a:latin typeface="Kalam"/>
              <a:ea typeface="Kalam"/>
              <a:cs typeface="Kalam"/>
              <a:sym typeface="Kalam"/>
            </a:endParaRPr>
          </a:p>
        </p:txBody>
      </p:sp>
      <p:sp>
        <p:nvSpPr>
          <p:cNvPr id="1829" name="Google Shape;1829;p146"/>
          <p:cNvSpPr txBox="1"/>
          <p:nvPr/>
        </p:nvSpPr>
        <p:spPr>
          <a:xfrm>
            <a:off x="579425" y="2776150"/>
            <a:ext cx="2189100" cy="26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Recipe </a:t>
            </a:r>
            <a:r>
              <a:rPr lang="en-GB" sz="2200">
                <a:solidFill>
                  <a:schemeClr val="dk1"/>
                </a:solidFill>
                <a:latin typeface="Kalam"/>
                <a:ea typeface="Kalam"/>
                <a:cs typeface="Kalam"/>
                <a:sym typeface="Kalam"/>
              </a:rPr>
              <a:t>×2: </a:t>
            </a:r>
            <a:endParaRPr sz="2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300 g sugar</a:t>
            </a:r>
            <a:endParaRPr sz="2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6 eggs</a:t>
            </a:r>
            <a:endParaRPr sz="2200">
              <a:solidFill>
                <a:schemeClr val="dk1"/>
              </a:solidFill>
              <a:latin typeface="Kalam"/>
              <a:ea typeface="Kalam"/>
              <a:cs typeface="Kalam"/>
              <a:sym typeface="Kalam"/>
            </a:endParaRPr>
          </a:p>
        </p:txBody>
      </p:sp>
      <p:sp>
        <p:nvSpPr>
          <p:cNvPr id="1830" name="Google Shape;1830;p146"/>
          <p:cNvSpPr txBox="1"/>
          <p:nvPr/>
        </p:nvSpPr>
        <p:spPr>
          <a:xfrm>
            <a:off x="3479175" y="4165600"/>
            <a:ext cx="2312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Add 2 eggs</a:t>
            </a:r>
            <a:endParaRPr sz="2200">
              <a:solidFill>
                <a:schemeClr val="dk1"/>
              </a:solidFill>
              <a:latin typeface="Kalam"/>
              <a:ea typeface="Kalam"/>
              <a:cs typeface="Kalam"/>
              <a:sym typeface="Kalam"/>
            </a:endParaRPr>
          </a:p>
        </p:txBody>
      </p:sp>
      <p:sp>
        <p:nvSpPr>
          <p:cNvPr id="1831" name="Google Shape;1831;p146"/>
          <p:cNvSpPr txBox="1"/>
          <p:nvPr/>
        </p:nvSpPr>
        <p:spPr>
          <a:xfrm>
            <a:off x="3322625" y="2776150"/>
            <a:ext cx="2189100" cy="26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Recipe ×3: </a:t>
            </a:r>
            <a:endParaRPr sz="2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450 g sugar</a:t>
            </a:r>
            <a:endParaRPr sz="2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9 eggs</a:t>
            </a:r>
            <a:endParaRPr sz="2200">
              <a:solidFill>
                <a:schemeClr val="dk1"/>
              </a:solidFill>
              <a:latin typeface="Kalam"/>
              <a:ea typeface="Kalam"/>
              <a:cs typeface="Kalam"/>
              <a:sym typeface="Kalam"/>
            </a:endParaRPr>
          </a:p>
        </p:txBody>
      </p:sp>
      <p:sp>
        <p:nvSpPr>
          <p:cNvPr id="1832" name="Google Shape;1832;p146"/>
          <p:cNvSpPr txBox="1"/>
          <p:nvPr/>
        </p:nvSpPr>
        <p:spPr>
          <a:xfrm>
            <a:off x="6527175" y="4165600"/>
            <a:ext cx="2312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Add 50 g sugar</a:t>
            </a:r>
            <a:endParaRPr sz="2200">
              <a:solidFill>
                <a:schemeClr val="dk1"/>
              </a:solidFill>
              <a:latin typeface="Kalam"/>
              <a:ea typeface="Kalam"/>
              <a:cs typeface="Kalam"/>
              <a:sym typeface="Kalam"/>
            </a:endParaRPr>
          </a:p>
        </p:txBody>
      </p:sp>
      <p:sp>
        <p:nvSpPr>
          <p:cNvPr id="1833" name="Google Shape;1833;p146"/>
          <p:cNvSpPr txBox="1"/>
          <p:nvPr/>
        </p:nvSpPr>
        <p:spPr>
          <a:xfrm>
            <a:off x="6370625" y="2776150"/>
            <a:ext cx="2189100" cy="26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Recipe ×3: </a:t>
            </a:r>
            <a:endParaRPr sz="2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450 g sugar</a:t>
            </a:r>
            <a:endParaRPr sz="2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9 eggs</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7" name="Shape 1837"/>
        <p:cNvGrpSpPr/>
        <p:nvPr/>
      </p:nvGrpSpPr>
      <p:grpSpPr>
        <a:xfrm>
          <a:off x="0" y="0"/>
          <a:ext cx="0" cy="0"/>
          <a:chOff x="0" y="0"/>
          <a:chExt cx="0" cy="0"/>
        </a:xfrm>
      </p:grpSpPr>
      <p:sp>
        <p:nvSpPr>
          <p:cNvPr id="1838" name="Google Shape;1838;p147"/>
          <p:cNvSpPr txBox="1"/>
          <p:nvPr>
            <p:ph idx="1" type="body"/>
          </p:nvPr>
        </p:nvSpPr>
        <p:spPr>
          <a:xfrm>
            <a:off x="324000" y="759300"/>
            <a:ext cx="8237700" cy="44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3</a:t>
            </a:r>
            <a:r>
              <a:rPr lang="en-GB" sz="1900"/>
              <a:t>) For every three eggs you add 150 g sugar. </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sz="1900"/>
          </a:p>
        </p:txBody>
      </p:sp>
      <p:sp>
        <p:nvSpPr>
          <p:cNvPr id="1839" name="Google Shape;1839;p14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 </a:t>
            </a:r>
            <a:endParaRPr/>
          </a:p>
          <a:p>
            <a:pPr indent="0" lvl="0" marL="0" rtl="0" algn="l">
              <a:spcBef>
                <a:spcPts val="1000"/>
              </a:spcBef>
              <a:spcAft>
                <a:spcPts val="1000"/>
              </a:spcAft>
              <a:buNone/>
            </a:pPr>
            <a:r>
              <a:t/>
            </a:r>
            <a:endParaRPr/>
          </a:p>
        </p:txBody>
      </p:sp>
      <p:sp>
        <p:nvSpPr>
          <p:cNvPr id="1840" name="Google Shape;1840;p147"/>
          <p:cNvSpPr txBox="1"/>
          <p:nvPr/>
        </p:nvSpPr>
        <p:spPr>
          <a:xfrm>
            <a:off x="723275" y="4013200"/>
            <a:ext cx="2312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Add 200 g sugar</a:t>
            </a:r>
            <a:endParaRPr sz="2200">
              <a:solidFill>
                <a:schemeClr val="dk1"/>
              </a:solidFill>
              <a:latin typeface="Kalam"/>
              <a:ea typeface="Kalam"/>
              <a:cs typeface="Kalam"/>
              <a:sym typeface="Kalam"/>
            </a:endParaRPr>
          </a:p>
          <a:p>
            <a:pPr indent="0" lvl="0" marL="0" rtl="0" algn="l">
              <a:spcBef>
                <a:spcPts val="0"/>
              </a:spcBef>
              <a:spcAft>
                <a:spcPts val="0"/>
              </a:spcAft>
              <a:buNone/>
            </a:pPr>
            <a:r>
              <a:rPr lang="en-GB" sz="2200">
                <a:solidFill>
                  <a:schemeClr val="dk1"/>
                </a:solidFill>
                <a:latin typeface="Kalam"/>
                <a:ea typeface="Kalam"/>
                <a:cs typeface="Kalam"/>
                <a:sym typeface="Kalam"/>
              </a:rPr>
              <a:t>Add 3 eggs</a:t>
            </a:r>
            <a:endParaRPr sz="2200">
              <a:solidFill>
                <a:schemeClr val="dk1"/>
              </a:solidFill>
              <a:latin typeface="Kalam"/>
              <a:ea typeface="Kalam"/>
              <a:cs typeface="Kalam"/>
              <a:sym typeface="Kalam"/>
            </a:endParaRPr>
          </a:p>
        </p:txBody>
      </p:sp>
      <p:sp>
        <p:nvSpPr>
          <p:cNvPr id="1841" name="Google Shape;1841;p147"/>
          <p:cNvSpPr txBox="1"/>
          <p:nvPr/>
        </p:nvSpPr>
        <p:spPr>
          <a:xfrm>
            <a:off x="579425" y="2776150"/>
            <a:ext cx="2189100" cy="26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Kalam"/>
                <a:ea typeface="Kalam"/>
                <a:cs typeface="Kalam"/>
                <a:sym typeface="Kalam"/>
              </a:rPr>
              <a:t>Recipe x4: </a:t>
            </a:r>
            <a:endParaRPr sz="2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600 g sugar</a:t>
            </a:r>
            <a:endParaRPr sz="2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12 eggs</a:t>
            </a:r>
            <a:endParaRPr sz="2200">
              <a:solidFill>
                <a:schemeClr val="dk1"/>
              </a:solidFill>
              <a:latin typeface="Kalam"/>
              <a:ea typeface="Kalam"/>
              <a:cs typeface="Kalam"/>
              <a:sym typeface="Kalam"/>
            </a:endParaRPr>
          </a:p>
        </p:txBody>
      </p:sp>
      <p:sp>
        <p:nvSpPr>
          <p:cNvPr id="1842" name="Google Shape;1842;p147"/>
          <p:cNvSpPr txBox="1"/>
          <p:nvPr/>
        </p:nvSpPr>
        <p:spPr>
          <a:xfrm>
            <a:off x="6370625" y="3098800"/>
            <a:ext cx="2189100" cy="9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No change. It is perfect!</a:t>
            </a:r>
            <a:endParaRPr sz="2200">
              <a:solidFill>
                <a:schemeClr val="dk1"/>
              </a:solidFill>
              <a:latin typeface="Kalam"/>
              <a:ea typeface="Kalam"/>
              <a:cs typeface="Kalam"/>
              <a:sym typeface="Kalam"/>
            </a:endParaRPr>
          </a:p>
        </p:txBody>
      </p:sp>
      <p:sp>
        <p:nvSpPr>
          <p:cNvPr id="1843" name="Google Shape;1843;p147"/>
          <p:cNvSpPr txBox="1"/>
          <p:nvPr/>
        </p:nvSpPr>
        <p:spPr>
          <a:xfrm>
            <a:off x="695400" y="20280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500 g sugar</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1800">
                <a:solidFill>
                  <a:schemeClr val="dk1"/>
                </a:solidFill>
                <a:latin typeface="Lexend"/>
                <a:ea typeface="Lexend"/>
                <a:cs typeface="Lexend"/>
                <a:sym typeface="Lexend"/>
              </a:rPr>
              <a:t>9 eggs</a:t>
            </a:r>
            <a:endParaRPr sz="1800">
              <a:solidFill>
                <a:schemeClr val="dk1"/>
              </a:solidFill>
              <a:latin typeface="Lexend"/>
              <a:ea typeface="Lexend"/>
              <a:cs typeface="Lexend"/>
              <a:sym typeface="Lexend"/>
            </a:endParaRPr>
          </a:p>
        </p:txBody>
      </p:sp>
      <p:sp>
        <p:nvSpPr>
          <p:cNvPr id="1844" name="Google Shape;1844;p147"/>
          <p:cNvSpPr txBox="1"/>
          <p:nvPr/>
        </p:nvSpPr>
        <p:spPr>
          <a:xfrm>
            <a:off x="6410400" y="2028000"/>
            <a:ext cx="2131200" cy="622500"/>
          </a:xfrm>
          <a:prstGeom prst="rect">
            <a:avLst/>
          </a:prstGeom>
          <a:solidFill>
            <a:srgbClr val="FFFFFF">
              <a:alpha val="6203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500 g sugar</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1800">
                <a:solidFill>
                  <a:schemeClr val="dk1"/>
                </a:solidFill>
                <a:latin typeface="Lexend"/>
                <a:ea typeface="Lexend"/>
                <a:cs typeface="Lexend"/>
                <a:sym typeface="Lexend"/>
              </a:rPr>
              <a:t>10 eggs</a:t>
            </a:r>
            <a:endParaRPr sz="1800">
              <a:solidFill>
                <a:schemeClr val="dk1"/>
              </a:solidFill>
              <a:latin typeface="Lexend"/>
              <a:ea typeface="Lexend"/>
              <a:cs typeface="Lexend"/>
              <a:sym typeface="Lexend"/>
            </a:endParaRPr>
          </a:p>
        </p:txBody>
      </p:sp>
      <p:pic>
        <p:nvPicPr>
          <p:cNvPr id="1845" name="Google Shape;1845;p147"/>
          <p:cNvPicPr preferRelativeResize="0"/>
          <p:nvPr/>
        </p:nvPicPr>
        <p:blipFill>
          <a:blip r:embed="rId3">
            <a:alphaModFix/>
          </a:blip>
          <a:stretch>
            <a:fillRect/>
          </a:stretch>
        </p:blipFill>
        <p:spPr>
          <a:xfrm>
            <a:off x="1269375" y="1330850"/>
            <a:ext cx="877156" cy="622500"/>
          </a:xfrm>
          <a:prstGeom prst="rect">
            <a:avLst/>
          </a:prstGeom>
          <a:noFill/>
          <a:ln>
            <a:noFill/>
          </a:ln>
        </p:spPr>
      </p:pic>
      <p:pic>
        <p:nvPicPr>
          <p:cNvPr id="1846" name="Google Shape;1846;p147"/>
          <p:cNvPicPr preferRelativeResize="0"/>
          <p:nvPr/>
        </p:nvPicPr>
        <p:blipFill>
          <a:blip r:embed="rId3">
            <a:alphaModFix/>
          </a:blip>
          <a:stretch>
            <a:fillRect/>
          </a:stretch>
        </p:blipFill>
        <p:spPr>
          <a:xfrm>
            <a:off x="6984375" y="1330850"/>
            <a:ext cx="877156" cy="622500"/>
          </a:xfrm>
          <a:prstGeom prst="rect">
            <a:avLst/>
          </a:prstGeom>
          <a:noFill/>
          <a:ln>
            <a:noFill/>
          </a:ln>
        </p:spPr>
      </p:pic>
      <p:sp>
        <p:nvSpPr>
          <p:cNvPr id="1847" name="Google Shape;1847;p147"/>
          <p:cNvSpPr txBox="1"/>
          <p:nvPr/>
        </p:nvSpPr>
        <p:spPr>
          <a:xfrm>
            <a:off x="3017825" y="2776150"/>
            <a:ext cx="2824200" cy="26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Kalam"/>
                <a:ea typeface="Kalam"/>
                <a:cs typeface="Kalam"/>
                <a:sym typeface="Kalam"/>
              </a:rPr>
              <a:t>Sugar ÷ 50 = eggs </a:t>
            </a:r>
            <a:endParaRPr sz="2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 50</a:t>
            </a:r>
            <a:r>
              <a:rPr lang="en-GB" sz="2200">
                <a:solidFill>
                  <a:schemeClr val="dk1"/>
                </a:solidFill>
                <a:latin typeface="Kalam"/>
                <a:ea typeface="Kalam"/>
                <a:cs typeface="Kalam"/>
                <a:sym typeface="Kalam"/>
              </a:rPr>
              <a:t>0 g sugar</a:t>
            </a:r>
            <a:endParaRPr sz="2200">
              <a:solidFill>
                <a:schemeClr val="dk1"/>
              </a:solidFill>
              <a:latin typeface="Kalam"/>
              <a:ea typeface="Kalam"/>
              <a:cs typeface="Kalam"/>
              <a:sym typeface="Kalam"/>
            </a:endParaRPr>
          </a:p>
          <a:p>
            <a:pPr indent="0" lvl="0" marL="0" rtl="0" algn="ctr">
              <a:spcBef>
                <a:spcPts val="0"/>
              </a:spcBef>
              <a:spcAft>
                <a:spcPts val="0"/>
              </a:spcAft>
              <a:buNone/>
            </a:pPr>
            <a:r>
              <a:rPr lang="en-GB" sz="2200">
                <a:solidFill>
                  <a:schemeClr val="dk1"/>
                </a:solidFill>
                <a:latin typeface="Kalam"/>
                <a:ea typeface="Kalam"/>
                <a:cs typeface="Kalam"/>
                <a:sym typeface="Kalam"/>
              </a:rPr>
              <a:t>10 eggs</a:t>
            </a:r>
            <a:endParaRPr sz="2200">
              <a:solidFill>
                <a:schemeClr val="dk1"/>
              </a:solidFill>
              <a:latin typeface="Kalam"/>
              <a:ea typeface="Kalam"/>
              <a:cs typeface="Kalam"/>
              <a:sym typeface="Kalam"/>
            </a:endParaRPr>
          </a:p>
        </p:txBody>
      </p:sp>
      <p:sp>
        <p:nvSpPr>
          <p:cNvPr id="1848" name="Google Shape;1848;p147"/>
          <p:cNvSpPr txBox="1"/>
          <p:nvPr/>
        </p:nvSpPr>
        <p:spPr>
          <a:xfrm>
            <a:off x="3542675" y="4013200"/>
            <a:ext cx="2312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Add 1 egg</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2" name="Shape 1852"/>
        <p:cNvGrpSpPr/>
        <p:nvPr/>
      </p:nvGrpSpPr>
      <p:grpSpPr>
        <a:xfrm>
          <a:off x="0" y="0"/>
          <a:ext cx="0" cy="0"/>
          <a:chOff x="0" y="0"/>
          <a:chExt cx="0" cy="0"/>
        </a:xfrm>
      </p:grpSpPr>
      <p:sp>
        <p:nvSpPr>
          <p:cNvPr id="1853" name="Google Shape;1853;p14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Multiplicative relationships in context </a:t>
            </a:r>
            <a:endParaRPr/>
          </a:p>
        </p:txBody>
      </p:sp>
      <p:sp>
        <p:nvSpPr>
          <p:cNvPr id="1854" name="Google Shape;1854;p14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Converting money</a:t>
            </a:r>
            <a:endParaRPr/>
          </a:p>
        </p:txBody>
      </p:sp>
      <p:sp>
        <p:nvSpPr>
          <p:cNvPr id="1855" name="Google Shape;1855;p14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a:t>
            </a:r>
            <a:endParaRPr/>
          </a:p>
        </p:txBody>
      </p:sp>
      <p:pic>
        <p:nvPicPr>
          <p:cNvPr id="1856" name="Google Shape;1856;p148"/>
          <p:cNvPicPr preferRelativeResize="0"/>
          <p:nvPr/>
        </p:nvPicPr>
        <p:blipFill>
          <a:blip r:embed="rId3">
            <a:alphaModFix/>
          </a:blip>
          <a:stretch>
            <a:fillRect/>
          </a:stretch>
        </p:blipFill>
        <p:spPr>
          <a:xfrm>
            <a:off x="424995" y="2991900"/>
            <a:ext cx="450575" cy="446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0" name="Shape 1860"/>
        <p:cNvGrpSpPr/>
        <p:nvPr/>
      </p:nvGrpSpPr>
      <p:grpSpPr>
        <a:xfrm>
          <a:off x="0" y="0"/>
          <a:ext cx="0" cy="0"/>
          <a:chOff x="0" y="0"/>
          <a:chExt cx="0" cy="0"/>
        </a:xfrm>
      </p:grpSpPr>
      <p:pic>
        <p:nvPicPr>
          <p:cNvPr id="1861" name="Google Shape;1861;p149"/>
          <p:cNvPicPr preferRelativeResize="0"/>
          <p:nvPr/>
        </p:nvPicPr>
        <p:blipFill>
          <a:blip r:embed="rId3">
            <a:alphaModFix/>
          </a:blip>
          <a:stretch>
            <a:fillRect/>
          </a:stretch>
        </p:blipFill>
        <p:spPr>
          <a:xfrm>
            <a:off x="1780155" y="1526529"/>
            <a:ext cx="5482575" cy="3167315"/>
          </a:xfrm>
          <a:prstGeom prst="rect">
            <a:avLst/>
          </a:prstGeom>
          <a:noFill/>
          <a:ln>
            <a:noFill/>
          </a:ln>
        </p:spPr>
      </p:pic>
      <p:sp>
        <p:nvSpPr>
          <p:cNvPr id="1862" name="Google Shape;1862;p149"/>
          <p:cNvSpPr txBox="1"/>
          <p:nvPr>
            <p:ph idx="1" type="body"/>
          </p:nvPr>
        </p:nvSpPr>
        <p:spPr>
          <a:xfrm>
            <a:off x="324000" y="683100"/>
            <a:ext cx="8237700" cy="44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There are different currencies across the world. </a:t>
            </a:r>
            <a:endParaRPr/>
          </a:p>
        </p:txBody>
      </p:sp>
      <p:sp>
        <p:nvSpPr>
          <p:cNvPr id="1863" name="Google Shape;1863;p14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Converting money</a:t>
            </a:r>
            <a:endParaRPr/>
          </a:p>
        </p:txBody>
      </p:sp>
      <p:sp>
        <p:nvSpPr>
          <p:cNvPr id="1864" name="Google Shape;1864;p149"/>
          <p:cNvSpPr txBox="1"/>
          <p:nvPr>
            <p:ph idx="1" type="body"/>
          </p:nvPr>
        </p:nvSpPr>
        <p:spPr>
          <a:xfrm>
            <a:off x="324000" y="1064100"/>
            <a:ext cx="8237700" cy="44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Do you know the currencies used in these countries?</a:t>
            </a:r>
            <a:endParaRPr/>
          </a:p>
        </p:txBody>
      </p:sp>
      <p:sp>
        <p:nvSpPr>
          <p:cNvPr id="1865" name="Google Shape;1865;p149"/>
          <p:cNvSpPr txBox="1"/>
          <p:nvPr/>
        </p:nvSpPr>
        <p:spPr>
          <a:xfrm>
            <a:off x="857250" y="1790700"/>
            <a:ext cx="1066800" cy="5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USA</a:t>
            </a:r>
            <a:endParaRPr sz="1900">
              <a:solidFill>
                <a:schemeClr val="dk1"/>
              </a:solidFill>
              <a:latin typeface="Lexend"/>
              <a:ea typeface="Lexend"/>
              <a:cs typeface="Lexend"/>
              <a:sym typeface="Lexend"/>
            </a:endParaRPr>
          </a:p>
        </p:txBody>
      </p:sp>
      <p:sp>
        <p:nvSpPr>
          <p:cNvPr id="1866" name="Google Shape;1866;p149"/>
          <p:cNvSpPr txBox="1"/>
          <p:nvPr/>
        </p:nvSpPr>
        <p:spPr>
          <a:xfrm>
            <a:off x="552450" y="2705100"/>
            <a:ext cx="1066800" cy="5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Spain</a:t>
            </a:r>
            <a:endParaRPr sz="1900">
              <a:solidFill>
                <a:schemeClr val="dk1"/>
              </a:solidFill>
              <a:latin typeface="Lexend"/>
              <a:ea typeface="Lexend"/>
              <a:cs typeface="Lexend"/>
              <a:sym typeface="Lexend"/>
            </a:endParaRPr>
          </a:p>
        </p:txBody>
      </p:sp>
      <p:sp>
        <p:nvSpPr>
          <p:cNvPr id="1867" name="Google Shape;1867;p149"/>
          <p:cNvSpPr txBox="1"/>
          <p:nvPr/>
        </p:nvSpPr>
        <p:spPr>
          <a:xfrm>
            <a:off x="219075" y="3543300"/>
            <a:ext cx="1465800" cy="5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Argentina</a:t>
            </a:r>
            <a:endParaRPr sz="1900">
              <a:solidFill>
                <a:schemeClr val="dk1"/>
              </a:solidFill>
              <a:latin typeface="Lexend"/>
              <a:ea typeface="Lexend"/>
              <a:cs typeface="Lexend"/>
              <a:sym typeface="Lexend"/>
            </a:endParaRPr>
          </a:p>
        </p:txBody>
      </p:sp>
      <p:sp>
        <p:nvSpPr>
          <p:cNvPr id="1868" name="Google Shape;1868;p149"/>
          <p:cNvSpPr txBox="1"/>
          <p:nvPr/>
        </p:nvSpPr>
        <p:spPr>
          <a:xfrm>
            <a:off x="7715250" y="1562100"/>
            <a:ext cx="1066800" cy="5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Japan</a:t>
            </a:r>
            <a:endParaRPr sz="1900">
              <a:solidFill>
                <a:schemeClr val="dk1"/>
              </a:solidFill>
              <a:latin typeface="Lexend"/>
              <a:ea typeface="Lexend"/>
              <a:cs typeface="Lexend"/>
              <a:sym typeface="Lexend"/>
            </a:endParaRPr>
          </a:p>
        </p:txBody>
      </p:sp>
      <p:sp>
        <p:nvSpPr>
          <p:cNvPr id="1869" name="Google Shape;1869;p149"/>
          <p:cNvSpPr txBox="1"/>
          <p:nvPr/>
        </p:nvSpPr>
        <p:spPr>
          <a:xfrm>
            <a:off x="7791450" y="2705100"/>
            <a:ext cx="1066800" cy="5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China</a:t>
            </a:r>
            <a:endParaRPr sz="1900">
              <a:solidFill>
                <a:schemeClr val="dk1"/>
              </a:solidFill>
              <a:latin typeface="Lexend"/>
              <a:ea typeface="Lexend"/>
              <a:cs typeface="Lexend"/>
              <a:sym typeface="Lexend"/>
            </a:endParaRPr>
          </a:p>
        </p:txBody>
      </p:sp>
      <p:sp>
        <p:nvSpPr>
          <p:cNvPr id="1870" name="Google Shape;1870;p149"/>
          <p:cNvSpPr txBox="1"/>
          <p:nvPr/>
        </p:nvSpPr>
        <p:spPr>
          <a:xfrm>
            <a:off x="7791450" y="3695700"/>
            <a:ext cx="1066800" cy="52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India</a:t>
            </a:r>
            <a:endParaRPr sz="1900">
              <a:solidFill>
                <a:schemeClr val="dk1"/>
              </a:solidFill>
              <a:latin typeface="Lexend"/>
              <a:ea typeface="Lexend"/>
              <a:cs typeface="Lexend"/>
              <a:sym typeface="Lexend"/>
            </a:endParaRPr>
          </a:p>
        </p:txBody>
      </p:sp>
      <p:sp>
        <p:nvSpPr>
          <p:cNvPr id="1871" name="Google Shape;1871;p149"/>
          <p:cNvSpPr txBox="1"/>
          <p:nvPr/>
        </p:nvSpPr>
        <p:spPr>
          <a:xfrm>
            <a:off x="552600" y="2000250"/>
            <a:ext cx="1133400" cy="31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Dollars</a:t>
            </a:r>
            <a:endParaRPr sz="1900">
              <a:solidFill>
                <a:schemeClr val="dk1"/>
              </a:solidFill>
              <a:latin typeface="Lexend"/>
              <a:ea typeface="Lexend"/>
              <a:cs typeface="Lexend"/>
              <a:sym typeface="Lexend"/>
            </a:endParaRPr>
          </a:p>
          <a:p>
            <a:pPr indent="0" lvl="0" marL="0" rtl="0" algn="ctr">
              <a:spcBef>
                <a:spcPts val="0"/>
              </a:spcBef>
              <a:spcAft>
                <a:spcPts val="0"/>
              </a:spcAft>
              <a:buNone/>
            </a:pPr>
            <a:r>
              <a:rPr lang="en-GB" sz="1900">
                <a:solidFill>
                  <a:schemeClr val="dk1"/>
                </a:solidFill>
                <a:latin typeface="Lexend"/>
                <a:ea typeface="Lexend"/>
                <a:cs typeface="Lexend"/>
                <a:sym typeface="Lexend"/>
              </a:rPr>
              <a:t>$</a:t>
            </a:r>
            <a:endParaRPr sz="1900">
              <a:solidFill>
                <a:schemeClr val="dk1"/>
              </a:solidFill>
              <a:latin typeface="Lexend"/>
              <a:ea typeface="Lexend"/>
              <a:cs typeface="Lexend"/>
              <a:sym typeface="Lexend"/>
            </a:endParaRPr>
          </a:p>
        </p:txBody>
      </p:sp>
      <p:grpSp>
        <p:nvGrpSpPr>
          <p:cNvPr id="1872" name="Google Shape;1872;p149"/>
          <p:cNvGrpSpPr/>
          <p:nvPr/>
        </p:nvGrpSpPr>
        <p:grpSpPr>
          <a:xfrm>
            <a:off x="1314450" y="1848000"/>
            <a:ext cx="6534075" cy="2257275"/>
            <a:chOff x="1314450" y="1848000"/>
            <a:chExt cx="6534075" cy="2257275"/>
          </a:xfrm>
        </p:grpSpPr>
        <p:cxnSp>
          <p:nvCxnSpPr>
            <p:cNvPr id="1873" name="Google Shape;1873;p149"/>
            <p:cNvCxnSpPr/>
            <p:nvPr/>
          </p:nvCxnSpPr>
          <p:spPr>
            <a:xfrm>
              <a:off x="1466850" y="2076450"/>
              <a:ext cx="1524000" cy="304800"/>
            </a:xfrm>
            <a:prstGeom prst="straightConnector1">
              <a:avLst/>
            </a:prstGeom>
            <a:noFill/>
            <a:ln cap="flat" cmpd="sng" w="38100">
              <a:solidFill>
                <a:schemeClr val="accent5"/>
              </a:solidFill>
              <a:prstDash val="solid"/>
              <a:round/>
              <a:headEnd len="med" w="med" type="none"/>
              <a:tailEnd len="med" w="med" type="none"/>
            </a:ln>
          </p:spPr>
        </p:cxnSp>
        <p:cxnSp>
          <p:nvCxnSpPr>
            <p:cNvPr id="1874" name="Google Shape;1874;p149"/>
            <p:cNvCxnSpPr/>
            <p:nvPr/>
          </p:nvCxnSpPr>
          <p:spPr>
            <a:xfrm flipH="1" rot="10800000">
              <a:off x="1314450" y="2485875"/>
              <a:ext cx="3048000" cy="514500"/>
            </a:xfrm>
            <a:prstGeom prst="straightConnector1">
              <a:avLst/>
            </a:prstGeom>
            <a:noFill/>
            <a:ln cap="flat" cmpd="sng" w="38100">
              <a:solidFill>
                <a:schemeClr val="accent5"/>
              </a:solidFill>
              <a:prstDash val="solid"/>
              <a:round/>
              <a:headEnd len="med" w="med" type="none"/>
              <a:tailEnd len="med" w="med" type="none"/>
            </a:ln>
          </p:spPr>
        </p:cxnSp>
        <p:cxnSp>
          <p:nvCxnSpPr>
            <p:cNvPr id="1875" name="Google Shape;1875;p149"/>
            <p:cNvCxnSpPr/>
            <p:nvPr/>
          </p:nvCxnSpPr>
          <p:spPr>
            <a:xfrm flipH="1" rot="10800000">
              <a:off x="6353125" y="1848000"/>
              <a:ext cx="1467000" cy="683100"/>
            </a:xfrm>
            <a:prstGeom prst="straightConnector1">
              <a:avLst/>
            </a:prstGeom>
            <a:noFill/>
            <a:ln cap="flat" cmpd="sng" w="38100">
              <a:solidFill>
                <a:schemeClr val="accent5"/>
              </a:solidFill>
              <a:prstDash val="solid"/>
              <a:round/>
              <a:headEnd len="med" w="med" type="none"/>
              <a:tailEnd len="med" w="med" type="none"/>
            </a:ln>
          </p:spPr>
        </p:cxnSp>
        <p:cxnSp>
          <p:nvCxnSpPr>
            <p:cNvPr id="1876" name="Google Shape;1876;p149"/>
            <p:cNvCxnSpPr/>
            <p:nvPr/>
          </p:nvCxnSpPr>
          <p:spPr>
            <a:xfrm>
              <a:off x="6029325" y="2581275"/>
              <a:ext cx="1781100" cy="438300"/>
            </a:xfrm>
            <a:prstGeom prst="straightConnector1">
              <a:avLst/>
            </a:prstGeom>
            <a:noFill/>
            <a:ln cap="flat" cmpd="sng" w="38100">
              <a:solidFill>
                <a:schemeClr val="accent5"/>
              </a:solidFill>
              <a:prstDash val="solid"/>
              <a:round/>
              <a:headEnd len="med" w="med" type="none"/>
              <a:tailEnd len="med" w="med" type="none"/>
            </a:ln>
          </p:spPr>
        </p:cxnSp>
        <p:cxnSp>
          <p:nvCxnSpPr>
            <p:cNvPr id="1877" name="Google Shape;1877;p149"/>
            <p:cNvCxnSpPr/>
            <p:nvPr/>
          </p:nvCxnSpPr>
          <p:spPr>
            <a:xfrm>
              <a:off x="5648325" y="2809875"/>
              <a:ext cx="2200200" cy="1295400"/>
            </a:xfrm>
            <a:prstGeom prst="straightConnector1">
              <a:avLst/>
            </a:prstGeom>
            <a:noFill/>
            <a:ln cap="flat" cmpd="sng" w="38100">
              <a:solidFill>
                <a:schemeClr val="accent5"/>
              </a:solidFill>
              <a:prstDash val="solid"/>
              <a:round/>
              <a:headEnd len="med" w="med" type="none"/>
              <a:tailEnd len="med" w="med" type="none"/>
            </a:ln>
          </p:spPr>
        </p:cxnSp>
        <p:cxnSp>
          <p:nvCxnSpPr>
            <p:cNvPr id="1878" name="Google Shape;1878;p149"/>
            <p:cNvCxnSpPr>
              <a:stCxn id="1867" idx="3"/>
            </p:cNvCxnSpPr>
            <p:nvPr/>
          </p:nvCxnSpPr>
          <p:spPr>
            <a:xfrm>
              <a:off x="1684875" y="3804150"/>
              <a:ext cx="1801500" cy="15600"/>
            </a:xfrm>
            <a:prstGeom prst="straightConnector1">
              <a:avLst/>
            </a:prstGeom>
            <a:noFill/>
            <a:ln cap="flat" cmpd="sng" w="38100">
              <a:solidFill>
                <a:schemeClr val="accent5"/>
              </a:solidFill>
              <a:prstDash val="solid"/>
              <a:round/>
              <a:headEnd len="med" w="med" type="none"/>
              <a:tailEnd len="med" w="med" type="none"/>
            </a:ln>
          </p:spPr>
        </p:cxnSp>
      </p:grpSp>
      <p:sp>
        <p:nvSpPr>
          <p:cNvPr id="1879" name="Google Shape;1879;p149"/>
          <p:cNvSpPr txBox="1"/>
          <p:nvPr/>
        </p:nvSpPr>
        <p:spPr>
          <a:xfrm>
            <a:off x="400200" y="2943225"/>
            <a:ext cx="1133400" cy="31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Euros</a:t>
            </a:r>
            <a:endParaRPr sz="1900">
              <a:solidFill>
                <a:schemeClr val="dk1"/>
              </a:solidFill>
              <a:latin typeface="Lexend"/>
              <a:ea typeface="Lexend"/>
              <a:cs typeface="Lexend"/>
              <a:sym typeface="Lexend"/>
            </a:endParaRPr>
          </a:p>
          <a:p>
            <a:pPr indent="0" lvl="0" marL="0" rtl="0" algn="ctr">
              <a:spcBef>
                <a:spcPts val="0"/>
              </a:spcBef>
              <a:spcAft>
                <a:spcPts val="0"/>
              </a:spcAft>
              <a:buNone/>
            </a:pPr>
            <a:r>
              <a:rPr lang="en-GB" sz="1900">
                <a:solidFill>
                  <a:schemeClr val="dk1"/>
                </a:solidFill>
                <a:latin typeface="Lexend"/>
                <a:ea typeface="Lexend"/>
                <a:cs typeface="Lexend"/>
                <a:sym typeface="Lexend"/>
              </a:rPr>
              <a:t>€</a:t>
            </a:r>
            <a:endParaRPr sz="1900">
              <a:solidFill>
                <a:schemeClr val="dk1"/>
              </a:solidFill>
              <a:latin typeface="Lexend"/>
              <a:ea typeface="Lexend"/>
              <a:cs typeface="Lexend"/>
              <a:sym typeface="Lexend"/>
            </a:endParaRPr>
          </a:p>
        </p:txBody>
      </p:sp>
      <p:sp>
        <p:nvSpPr>
          <p:cNvPr id="1880" name="Google Shape;1880;p149"/>
          <p:cNvSpPr txBox="1"/>
          <p:nvPr/>
        </p:nvSpPr>
        <p:spPr>
          <a:xfrm>
            <a:off x="371625" y="3790950"/>
            <a:ext cx="1133400" cy="31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Peso</a:t>
            </a:r>
            <a:endParaRPr sz="1900">
              <a:solidFill>
                <a:schemeClr val="dk1"/>
              </a:solidFill>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en-GB" sz="1900">
                <a:solidFill>
                  <a:schemeClr val="dk1"/>
                </a:solidFill>
                <a:latin typeface="Lexend"/>
                <a:ea typeface="Lexend"/>
                <a:cs typeface="Lexend"/>
                <a:sym typeface="Lexend"/>
              </a:rPr>
              <a:t>$</a:t>
            </a:r>
            <a:endParaRPr sz="1900">
              <a:solidFill>
                <a:schemeClr val="dk1"/>
              </a:solidFill>
              <a:latin typeface="Lexend"/>
              <a:ea typeface="Lexend"/>
              <a:cs typeface="Lexend"/>
              <a:sym typeface="Lexend"/>
            </a:endParaRPr>
          </a:p>
        </p:txBody>
      </p:sp>
      <p:sp>
        <p:nvSpPr>
          <p:cNvPr id="1881" name="Google Shape;1881;p149"/>
          <p:cNvSpPr txBox="1"/>
          <p:nvPr/>
        </p:nvSpPr>
        <p:spPr>
          <a:xfrm>
            <a:off x="7681950" y="1816500"/>
            <a:ext cx="1133400" cy="31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Yen</a:t>
            </a:r>
            <a:endParaRPr sz="1900">
              <a:solidFill>
                <a:schemeClr val="dk1"/>
              </a:solidFill>
              <a:latin typeface="Lexend"/>
              <a:ea typeface="Lexend"/>
              <a:cs typeface="Lexend"/>
              <a:sym typeface="Lexend"/>
            </a:endParaRPr>
          </a:p>
          <a:p>
            <a:pPr indent="0" lvl="0" marL="0" rtl="0" algn="ctr">
              <a:spcBef>
                <a:spcPts val="0"/>
              </a:spcBef>
              <a:spcAft>
                <a:spcPts val="0"/>
              </a:spcAft>
              <a:buNone/>
            </a:pPr>
            <a:r>
              <a:rPr lang="en-GB" sz="1900">
                <a:solidFill>
                  <a:schemeClr val="dk1"/>
                </a:solidFill>
                <a:latin typeface="Lexend"/>
                <a:ea typeface="Lexend"/>
                <a:cs typeface="Lexend"/>
                <a:sym typeface="Lexend"/>
              </a:rPr>
              <a:t>¥</a:t>
            </a:r>
            <a:endParaRPr sz="1900">
              <a:solidFill>
                <a:schemeClr val="dk1"/>
              </a:solidFill>
              <a:latin typeface="Lexend"/>
              <a:ea typeface="Lexend"/>
              <a:cs typeface="Lexend"/>
              <a:sym typeface="Lexend"/>
            </a:endParaRPr>
          </a:p>
        </p:txBody>
      </p:sp>
      <p:sp>
        <p:nvSpPr>
          <p:cNvPr id="1882" name="Google Shape;1882;p149"/>
          <p:cNvSpPr txBox="1"/>
          <p:nvPr/>
        </p:nvSpPr>
        <p:spPr>
          <a:xfrm>
            <a:off x="7605750" y="2911875"/>
            <a:ext cx="1366800" cy="31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Renminbi</a:t>
            </a:r>
            <a:endParaRPr sz="1900">
              <a:solidFill>
                <a:schemeClr val="dk1"/>
              </a:solidFill>
              <a:latin typeface="Lexend"/>
              <a:ea typeface="Lexend"/>
              <a:cs typeface="Lexend"/>
              <a:sym typeface="Lexend"/>
            </a:endParaRPr>
          </a:p>
          <a:p>
            <a:pPr indent="0" lvl="0" marL="0" rtl="0" algn="ctr">
              <a:spcBef>
                <a:spcPts val="0"/>
              </a:spcBef>
              <a:spcAft>
                <a:spcPts val="0"/>
              </a:spcAft>
              <a:buNone/>
            </a:pPr>
            <a:r>
              <a:rPr lang="en-GB" sz="1900">
                <a:solidFill>
                  <a:schemeClr val="dk1"/>
                </a:solidFill>
                <a:latin typeface="Lexend"/>
                <a:ea typeface="Lexend"/>
                <a:cs typeface="Lexend"/>
                <a:sym typeface="Lexend"/>
              </a:rPr>
              <a:t>¥</a:t>
            </a:r>
            <a:endParaRPr sz="1900">
              <a:solidFill>
                <a:schemeClr val="dk1"/>
              </a:solidFill>
              <a:latin typeface="Lexend"/>
              <a:ea typeface="Lexend"/>
              <a:cs typeface="Lexend"/>
              <a:sym typeface="Lexend"/>
            </a:endParaRPr>
          </a:p>
        </p:txBody>
      </p:sp>
      <p:sp>
        <p:nvSpPr>
          <p:cNvPr id="1883" name="Google Shape;1883;p149"/>
          <p:cNvSpPr txBox="1"/>
          <p:nvPr/>
        </p:nvSpPr>
        <p:spPr>
          <a:xfrm>
            <a:off x="7529550" y="3902475"/>
            <a:ext cx="1366800" cy="31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Rupee</a:t>
            </a:r>
            <a:endParaRPr sz="1900">
              <a:solidFill>
                <a:schemeClr val="dk1"/>
              </a:solidFill>
              <a:latin typeface="Lexend"/>
              <a:ea typeface="Lexend"/>
              <a:cs typeface="Lexend"/>
              <a:sym typeface="Lexend"/>
            </a:endParaRPr>
          </a:p>
          <a:p>
            <a:pPr indent="0" lvl="0" marL="0" rtl="0" algn="ctr">
              <a:spcBef>
                <a:spcPts val="0"/>
              </a:spcBef>
              <a:spcAft>
                <a:spcPts val="0"/>
              </a:spcAft>
              <a:buNone/>
            </a:pPr>
            <a:r>
              <a:rPr lang="en-GB" sz="1900">
                <a:solidFill>
                  <a:schemeClr val="dk1"/>
                </a:solidFill>
                <a:latin typeface="Lexend"/>
                <a:ea typeface="Lexend"/>
                <a:cs typeface="Lexend"/>
                <a:sym typeface="Lexend"/>
              </a:rPr>
              <a:t>₹</a:t>
            </a:r>
            <a:endParaRPr sz="1900">
              <a:solidFill>
                <a:schemeClr val="dk1"/>
              </a:solidFill>
              <a:latin typeface="Lexend"/>
              <a:ea typeface="Lexend"/>
              <a:cs typeface="Lexend"/>
              <a:sym typeface="Lexend"/>
            </a:endParaRPr>
          </a:p>
        </p:txBody>
      </p:sp>
      <p:sp>
        <p:nvSpPr>
          <p:cNvPr id="1884" name="Google Shape;1884;p149"/>
          <p:cNvSpPr txBox="1"/>
          <p:nvPr/>
        </p:nvSpPr>
        <p:spPr>
          <a:xfrm>
            <a:off x="324000" y="4757225"/>
            <a:ext cx="5855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solidFill>
                  <a:schemeClr val="dk2"/>
                </a:solidFill>
                <a:latin typeface="Lexend"/>
                <a:ea typeface="Lexend"/>
                <a:cs typeface="Lexend"/>
                <a:sym typeface="Lexend"/>
              </a:rPr>
              <a:t>Library of Congress, Geography and Map Division.</a:t>
            </a:r>
            <a:endParaRPr sz="600">
              <a:solidFill>
                <a:schemeClr val="dk2"/>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8" name="Shape 1888"/>
        <p:cNvGrpSpPr/>
        <p:nvPr/>
      </p:nvGrpSpPr>
      <p:grpSpPr>
        <a:xfrm>
          <a:off x="0" y="0"/>
          <a:ext cx="0" cy="0"/>
          <a:chOff x="0" y="0"/>
          <a:chExt cx="0" cy="0"/>
        </a:xfrm>
      </p:grpSpPr>
      <p:sp>
        <p:nvSpPr>
          <p:cNvPr id="1889" name="Google Shape;1889;p150"/>
          <p:cNvSpPr txBox="1"/>
          <p:nvPr>
            <p:ph idx="1" type="body"/>
          </p:nvPr>
        </p:nvSpPr>
        <p:spPr>
          <a:xfrm>
            <a:off x="324000" y="759300"/>
            <a:ext cx="7135200" cy="129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There are so many different currencies in the world, it is important to know how to convert between them. </a:t>
            </a:r>
            <a:endParaRPr/>
          </a:p>
        </p:txBody>
      </p:sp>
      <p:sp>
        <p:nvSpPr>
          <p:cNvPr id="1890" name="Google Shape;1890;p15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Converting money</a:t>
            </a:r>
            <a:endParaRPr/>
          </a:p>
        </p:txBody>
      </p:sp>
      <p:sp>
        <p:nvSpPr>
          <p:cNvPr id="1891" name="Google Shape;1891;p150"/>
          <p:cNvSpPr txBox="1"/>
          <p:nvPr>
            <p:ph idx="1" type="body"/>
          </p:nvPr>
        </p:nvSpPr>
        <p:spPr>
          <a:xfrm>
            <a:off x="324000" y="2207100"/>
            <a:ext cx="8496000" cy="86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Converting money into another currency is proportional and uses a multiplier.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5" name="Shape 1895"/>
        <p:cNvGrpSpPr/>
        <p:nvPr/>
      </p:nvGrpSpPr>
      <p:grpSpPr>
        <a:xfrm>
          <a:off x="0" y="0"/>
          <a:ext cx="0" cy="0"/>
          <a:chOff x="0" y="0"/>
          <a:chExt cx="0" cy="0"/>
        </a:xfrm>
      </p:grpSpPr>
      <p:sp>
        <p:nvSpPr>
          <p:cNvPr id="1896" name="Google Shape;1896;p151"/>
          <p:cNvSpPr txBox="1"/>
          <p:nvPr>
            <p:ph idx="1" type="body"/>
          </p:nvPr>
        </p:nvSpPr>
        <p:spPr>
          <a:xfrm>
            <a:off x="324000" y="683100"/>
            <a:ext cx="8237700" cy="44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There are so many different currencies in the world,</a:t>
            </a:r>
            <a:r>
              <a:rPr lang="en-GB" sz="1900"/>
              <a:t> it is important to know how to convert between them. </a:t>
            </a:r>
            <a:endParaRPr sz="1900"/>
          </a:p>
        </p:txBody>
      </p:sp>
      <p:sp>
        <p:nvSpPr>
          <p:cNvPr id="1897" name="Google Shape;1897;p15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Converting money</a:t>
            </a:r>
            <a:endParaRPr/>
          </a:p>
        </p:txBody>
      </p:sp>
      <p:sp>
        <p:nvSpPr>
          <p:cNvPr id="1898" name="Google Shape;1898;p151"/>
          <p:cNvSpPr txBox="1"/>
          <p:nvPr>
            <p:ph idx="1" type="body"/>
          </p:nvPr>
        </p:nvSpPr>
        <p:spPr>
          <a:xfrm>
            <a:off x="324000" y="1368900"/>
            <a:ext cx="8237700" cy="44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Converting money into another currency is proportional and uses a multiplier.</a:t>
            </a:r>
            <a:endParaRPr sz="1900"/>
          </a:p>
        </p:txBody>
      </p:sp>
      <p:sp>
        <p:nvSpPr>
          <p:cNvPr id="1899" name="Google Shape;1899;p151"/>
          <p:cNvSpPr txBox="1"/>
          <p:nvPr>
            <p:ph idx="1" type="body"/>
          </p:nvPr>
        </p:nvSpPr>
        <p:spPr>
          <a:xfrm>
            <a:off x="324000" y="2054700"/>
            <a:ext cx="8237700" cy="44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For example, </a:t>
            </a:r>
            <a:r>
              <a:rPr lang="en-GB" sz="2000"/>
              <a:t>w</a:t>
            </a:r>
            <a:r>
              <a:rPr lang="en-GB" sz="2000"/>
              <a:t>hat multiplicative relationships can you use to fill in this table?</a:t>
            </a:r>
            <a:endParaRPr sz="2000"/>
          </a:p>
          <a:p>
            <a:pPr indent="0" lvl="0" marL="0" rtl="0" algn="l">
              <a:spcBef>
                <a:spcPts val="1000"/>
              </a:spcBef>
              <a:spcAft>
                <a:spcPts val="1000"/>
              </a:spcAft>
              <a:buNone/>
            </a:pPr>
            <a:r>
              <a:t/>
            </a:r>
            <a:endParaRPr sz="1900"/>
          </a:p>
        </p:txBody>
      </p:sp>
      <p:graphicFrame>
        <p:nvGraphicFramePr>
          <p:cNvPr id="1900" name="Google Shape;1900;p151"/>
          <p:cNvGraphicFramePr/>
          <p:nvPr/>
        </p:nvGraphicFramePr>
        <p:xfrm>
          <a:off x="2432900" y="2538150"/>
          <a:ext cx="3000000" cy="3000000"/>
        </p:xfrm>
        <a:graphic>
          <a:graphicData uri="http://schemas.openxmlformats.org/drawingml/2006/table">
            <a:tbl>
              <a:tblPr>
                <a:noFill/>
                <a:tableStyleId>{A150576A-BDC1-41C4-958D-C12858BDD4FE}</a:tableStyleId>
              </a:tblPr>
              <a:tblGrid>
                <a:gridCol w="2098650"/>
                <a:gridCol w="2098650"/>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USA dollars ($)</a:t>
                      </a:r>
                      <a:endParaRPr sz="1800">
                        <a:solidFill>
                          <a:schemeClr val="lt1"/>
                        </a:solidFill>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1.25</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95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3.75</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a:t>
                      </a:r>
                      <a:r>
                        <a:rPr lang="en-GB" sz="1800">
                          <a:latin typeface="Lexend"/>
                          <a:ea typeface="Lexend"/>
                          <a:cs typeface="Lexend"/>
                          <a:sym typeface="Lexend"/>
                        </a:rPr>
                        <a:t>0</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1901" name="Google Shape;1901;p151"/>
          <p:cNvSpPr/>
          <p:nvPr/>
        </p:nvSpPr>
        <p:spPr>
          <a:xfrm>
            <a:off x="2125976" y="3277100"/>
            <a:ext cx="236725" cy="586550"/>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5"/>
            </a:solidFill>
            <a:prstDash val="solid"/>
            <a:round/>
            <a:headEnd len="med" w="med" type="none"/>
            <a:tailEnd len="med" w="med" type="triangle"/>
          </a:ln>
        </p:spPr>
      </p:sp>
      <p:sp>
        <p:nvSpPr>
          <p:cNvPr id="1902" name="Google Shape;1902;p151"/>
          <p:cNvSpPr/>
          <p:nvPr/>
        </p:nvSpPr>
        <p:spPr>
          <a:xfrm flipH="1">
            <a:off x="6698393" y="3254541"/>
            <a:ext cx="236725" cy="586550"/>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5"/>
            </a:solidFill>
            <a:prstDash val="solid"/>
            <a:round/>
            <a:headEnd len="med" w="med" type="none"/>
            <a:tailEnd len="med" w="med" type="triangle"/>
          </a:ln>
        </p:spPr>
      </p:sp>
      <p:sp>
        <p:nvSpPr>
          <p:cNvPr id="1903" name="Google Shape;1903;p151"/>
          <p:cNvSpPr txBox="1"/>
          <p:nvPr/>
        </p:nvSpPr>
        <p:spPr>
          <a:xfrm>
            <a:off x="6935125" y="3286225"/>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a:t>
            </a:r>
            <a:endParaRPr/>
          </a:p>
        </p:txBody>
      </p:sp>
      <p:sp>
        <p:nvSpPr>
          <p:cNvPr id="1904" name="Google Shape;1904;p151"/>
          <p:cNvSpPr txBox="1"/>
          <p:nvPr/>
        </p:nvSpPr>
        <p:spPr>
          <a:xfrm>
            <a:off x="1734475" y="3264250"/>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a:t>
            </a:r>
            <a:endParaRPr/>
          </a:p>
        </p:txBody>
      </p:sp>
      <p:sp>
        <p:nvSpPr>
          <p:cNvPr id="1905" name="Google Shape;1905;p151"/>
          <p:cNvSpPr/>
          <p:nvPr/>
        </p:nvSpPr>
        <p:spPr>
          <a:xfrm>
            <a:off x="2085688" y="3264575"/>
            <a:ext cx="236725" cy="1060248"/>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5"/>
            </a:solidFill>
            <a:prstDash val="solid"/>
            <a:round/>
            <a:headEnd len="med" w="med" type="none"/>
            <a:tailEnd len="med" w="med" type="triangle"/>
          </a:ln>
        </p:spPr>
      </p:sp>
      <p:sp>
        <p:nvSpPr>
          <p:cNvPr id="1906" name="Google Shape;1906;p151"/>
          <p:cNvSpPr txBox="1"/>
          <p:nvPr/>
        </p:nvSpPr>
        <p:spPr>
          <a:xfrm>
            <a:off x="1514475" y="3599775"/>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×10</a:t>
            </a:r>
            <a:endParaRPr/>
          </a:p>
        </p:txBody>
      </p:sp>
      <p:sp>
        <p:nvSpPr>
          <p:cNvPr id="1907" name="Google Shape;1907;p151"/>
          <p:cNvSpPr/>
          <p:nvPr/>
        </p:nvSpPr>
        <p:spPr>
          <a:xfrm flipH="1">
            <a:off x="6741996" y="3264575"/>
            <a:ext cx="296451" cy="1060248"/>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5"/>
            </a:solidFill>
            <a:prstDash val="solid"/>
            <a:round/>
            <a:headEnd len="med" w="med" type="none"/>
            <a:tailEnd len="med" w="med" type="triangle"/>
          </a:ln>
        </p:spPr>
      </p:sp>
      <p:sp>
        <p:nvSpPr>
          <p:cNvPr id="1908" name="Google Shape;1908;p151"/>
          <p:cNvSpPr txBox="1"/>
          <p:nvPr/>
        </p:nvSpPr>
        <p:spPr>
          <a:xfrm>
            <a:off x="6988500" y="3533100"/>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×10</a:t>
            </a:r>
            <a:endParaRPr/>
          </a:p>
        </p:txBody>
      </p:sp>
      <p:sp>
        <p:nvSpPr>
          <p:cNvPr id="1909" name="Google Shape;1909;p151"/>
          <p:cNvSpPr txBox="1"/>
          <p:nvPr/>
        </p:nvSpPr>
        <p:spPr>
          <a:xfrm>
            <a:off x="5163050" y="4114738"/>
            <a:ext cx="804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12.50</a:t>
            </a:r>
            <a:endParaRPr/>
          </a:p>
        </p:txBody>
      </p:sp>
      <p:sp>
        <p:nvSpPr>
          <p:cNvPr id="1910" name="Google Shape;1910;p151"/>
          <p:cNvSpPr txBox="1"/>
          <p:nvPr/>
        </p:nvSpPr>
        <p:spPr>
          <a:xfrm>
            <a:off x="3050100" y="3557288"/>
            <a:ext cx="804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sp>
        <p:nvSpPr>
          <p:cNvPr id="1915" name="Google Shape;1915;p152"/>
          <p:cNvSpPr txBox="1"/>
          <p:nvPr>
            <p:ph idx="1" type="body"/>
          </p:nvPr>
        </p:nvSpPr>
        <p:spPr>
          <a:xfrm>
            <a:off x="324000" y="683100"/>
            <a:ext cx="8237700" cy="4473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900"/>
              <a:t>There are so many different currencies in the world, it is important to know how to convert between them. </a:t>
            </a:r>
            <a:endParaRPr sz="1900"/>
          </a:p>
        </p:txBody>
      </p:sp>
      <p:sp>
        <p:nvSpPr>
          <p:cNvPr id="1916" name="Google Shape;1916;p15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Converting money</a:t>
            </a:r>
            <a:endParaRPr/>
          </a:p>
        </p:txBody>
      </p:sp>
      <p:sp>
        <p:nvSpPr>
          <p:cNvPr id="1917" name="Google Shape;1917;p152"/>
          <p:cNvSpPr txBox="1"/>
          <p:nvPr>
            <p:ph idx="1" type="body"/>
          </p:nvPr>
        </p:nvSpPr>
        <p:spPr>
          <a:xfrm>
            <a:off x="324000" y="1368900"/>
            <a:ext cx="8237700" cy="44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Converting money into another currency is proportional and uses a multiplier.</a:t>
            </a:r>
            <a:endParaRPr sz="1900"/>
          </a:p>
        </p:txBody>
      </p:sp>
      <p:sp>
        <p:nvSpPr>
          <p:cNvPr id="1918" name="Google Shape;1918;p152"/>
          <p:cNvSpPr txBox="1"/>
          <p:nvPr>
            <p:ph idx="1" type="body"/>
          </p:nvPr>
        </p:nvSpPr>
        <p:spPr>
          <a:xfrm>
            <a:off x="324000" y="2054700"/>
            <a:ext cx="8237700" cy="44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For example, </a:t>
            </a:r>
            <a:r>
              <a:rPr lang="en-GB" sz="2000"/>
              <a:t>what multiplicative relationships can you use to fill in this table?</a:t>
            </a:r>
            <a:endParaRPr sz="2000"/>
          </a:p>
          <a:p>
            <a:pPr indent="0" lvl="0" marL="0" rtl="0" algn="l">
              <a:spcBef>
                <a:spcPts val="1000"/>
              </a:spcBef>
              <a:spcAft>
                <a:spcPts val="1000"/>
              </a:spcAft>
              <a:buNone/>
            </a:pPr>
            <a:r>
              <a:t/>
            </a:r>
            <a:endParaRPr sz="1900"/>
          </a:p>
        </p:txBody>
      </p:sp>
      <p:graphicFrame>
        <p:nvGraphicFramePr>
          <p:cNvPr id="1919" name="Google Shape;1919;p152"/>
          <p:cNvGraphicFramePr/>
          <p:nvPr/>
        </p:nvGraphicFramePr>
        <p:xfrm>
          <a:off x="2432900" y="2538150"/>
          <a:ext cx="3000000" cy="3000000"/>
        </p:xfrm>
        <a:graphic>
          <a:graphicData uri="http://schemas.openxmlformats.org/drawingml/2006/table">
            <a:tbl>
              <a:tblPr>
                <a:noFill/>
                <a:tableStyleId>{A150576A-BDC1-41C4-958D-C12858BDD4FE}</a:tableStyleId>
              </a:tblPr>
              <a:tblGrid>
                <a:gridCol w="2098650"/>
                <a:gridCol w="2098650"/>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USA dollars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1.25</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5095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3.75</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
        <p:nvSpPr>
          <p:cNvPr id="1920" name="Google Shape;1920;p152"/>
          <p:cNvSpPr txBox="1"/>
          <p:nvPr/>
        </p:nvSpPr>
        <p:spPr>
          <a:xfrm>
            <a:off x="5163050" y="4114738"/>
            <a:ext cx="804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12.50</a:t>
            </a:r>
            <a:endParaRPr/>
          </a:p>
        </p:txBody>
      </p:sp>
      <p:sp>
        <p:nvSpPr>
          <p:cNvPr id="1921" name="Google Shape;1921;p152"/>
          <p:cNvSpPr txBox="1"/>
          <p:nvPr/>
        </p:nvSpPr>
        <p:spPr>
          <a:xfrm>
            <a:off x="3126300" y="3557288"/>
            <a:ext cx="804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a:t>
            </a:r>
            <a:endParaRPr/>
          </a:p>
        </p:txBody>
      </p:sp>
      <p:grpSp>
        <p:nvGrpSpPr>
          <p:cNvPr id="1922" name="Google Shape;1922;p152"/>
          <p:cNvGrpSpPr/>
          <p:nvPr/>
        </p:nvGrpSpPr>
        <p:grpSpPr>
          <a:xfrm>
            <a:off x="4040100" y="2971534"/>
            <a:ext cx="1030200" cy="460466"/>
            <a:chOff x="1917550" y="2129709"/>
            <a:chExt cx="1030200" cy="460466"/>
          </a:xfrm>
        </p:grpSpPr>
        <p:cxnSp>
          <p:nvCxnSpPr>
            <p:cNvPr id="1923" name="Google Shape;1923;p152"/>
            <p:cNvCxnSpPr/>
            <p:nvPr/>
          </p:nvCxnSpPr>
          <p:spPr>
            <a:xfrm>
              <a:off x="1917550" y="25901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1924" name="Google Shape;1924;p152"/>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highlight>
                    <a:schemeClr val="lt1"/>
                  </a:highlight>
                  <a:latin typeface="Lexend"/>
                  <a:ea typeface="Lexend"/>
                  <a:cs typeface="Lexend"/>
                  <a:sym typeface="Lexend"/>
                </a:rPr>
                <a:t>×1.25</a:t>
              </a:r>
              <a:endParaRPr sz="2200">
                <a:solidFill>
                  <a:schemeClr val="dk1"/>
                </a:solidFill>
                <a:highlight>
                  <a:schemeClr val="lt1"/>
                </a:highlight>
                <a:latin typeface="Lexend"/>
                <a:ea typeface="Lexend"/>
                <a:cs typeface="Lexend"/>
                <a:sym typeface="Lexend"/>
              </a:endParaRPr>
            </a:p>
          </p:txBody>
        </p:sp>
      </p:grpSp>
      <p:grpSp>
        <p:nvGrpSpPr>
          <p:cNvPr id="1925" name="Google Shape;1925;p152"/>
          <p:cNvGrpSpPr/>
          <p:nvPr/>
        </p:nvGrpSpPr>
        <p:grpSpPr>
          <a:xfrm>
            <a:off x="4040100" y="4000234"/>
            <a:ext cx="1030200" cy="498566"/>
            <a:chOff x="1917550" y="2625009"/>
            <a:chExt cx="1030200" cy="498566"/>
          </a:xfrm>
        </p:grpSpPr>
        <p:cxnSp>
          <p:nvCxnSpPr>
            <p:cNvPr id="1926" name="Google Shape;1926;p152"/>
            <p:cNvCxnSpPr/>
            <p:nvPr/>
          </p:nvCxnSpPr>
          <p:spPr>
            <a:xfrm>
              <a:off x="1917550" y="31235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1927" name="Google Shape;1927;p152"/>
            <p:cNvSpPr txBox="1"/>
            <p:nvPr/>
          </p:nvSpPr>
          <p:spPr>
            <a:xfrm>
              <a:off x="2021816" y="26250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highlight>
                    <a:schemeClr val="lt1"/>
                  </a:highlight>
                  <a:latin typeface="Lexend"/>
                  <a:ea typeface="Lexend"/>
                  <a:cs typeface="Lexend"/>
                  <a:sym typeface="Lexend"/>
                </a:rPr>
                <a:t>×1.25</a:t>
              </a:r>
              <a:endParaRPr sz="2200">
                <a:solidFill>
                  <a:schemeClr val="dk1"/>
                </a:solidFill>
                <a:highlight>
                  <a:schemeClr val="lt1"/>
                </a:highlight>
                <a:latin typeface="Lexend"/>
                <a:ea typeface="Lexend"/>
                <a:cs typeface="Lexend"/>
                <a:sym typeface="Lexend"/>
              </a:endParaRPr>
            </a:p>
          </p:txBody>
        </p:sp>
      </p:grpSp>
      <p:sp>
        <p:nvSpPr>
          <p:cNvPr id="1928" name="Google Shape;1928;p152"/>
          <p:cNvSpPr txBox="1"/>
          <p:nvPr/>
        </p:nvSpPr>
        <p:spPr>
          <a:xfrm>
            <a:off x="4040129" y="3435025"/>
            <a:ext cx="12276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highlight>
                  <a:schemeClr val="lt1"/>
                </a:highlight>
                <a:latin typeface="Lexend"/>
                <a:ea typeface="Lexend"/>
                <a:cs typeface="Lexend"/>
                <a:sym typeface="Lexend"/>
              </a:rPr>
              <a:t>× </a:t>
            </a:r>
            <a:r>
              <a:rPr lang="en-GB" sz="2200">
                <a:solidFill>
                  <a:schemeClr val="dk1"/>
                </a:solidFill>
                <a:highlight>
                  <a:schemeClr val="lt1"/>
                </a:highlight>
                <a:latin typeface="Lexend"/>
                <a:ea typeface="Lexend"/>
                <a:cs typeface="Lexend"/>
                <a:sym typeface="Lexend"/>
              </a:rPr>
              <a:t>1.25</a:t>
            </a:r>
            <a:endParaRPr sz="2200">
              <a:solidFill>
                <a:schemeClr val="dk1"/>
              </a:solidFill>
              <a:highlight>
                <a:schemeClr val="lt1"/>
              </a:highlight>
              <a:latin typeface="Lexend"/>
              <a:ea typeface="Lexend"/>
              <a:cs typeface="Lexend"/>
              <a:sym typeface="Lexend"/>
            </a:endParaRPr>
          </a:p>
        </p:txBody>
      </p:sp>
      <p:cxnSp>
        <p:nvCxnSpPr>
          <p:cNvPr id="1929" name="Google Shape;1929;p152"/>
          <p:cNvCxnSpPr/>
          <p:nvPr/>
        </p:nvCxnSpPr>
        <p:spPr>
          <a:xfrm rot="10800000">
            <a:off x="4046875" y="3915825"/>
            <a:ext cx="889200" cy="0"/>
          </a:xfrm>
          <a:prstGeom prst="straightConnector1">
            <a:avLst/>
          </a:prstGeom>
          <a:noFill/>
          <a:ln cap="flat" cmpd="sng" w="28575">
            <a:solidFill>
              <a:schemeClr val="accent5"/>
            </a:solidFill>
            <a:prstDash val="solid"/>
            <a:round/>
            <a:headEnd len="med" w="med" type="triangl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3" name="Shape 1933"/>
        <p:cNvGrpSpPr/>
        <p:nvPr/>
      </p:nvGrpSpPr>
      <p:grpSpPr>
        <a:xfrm>
          <a:off x="0" y="0"/>
          <a:ext cx="0" cy="0"/>
          <a:chOff x="0" y="0"/>
          <a:chExt cx="0" cy="0"/>
        </a:xfrm>
      </p:grpSpPr>
      <p:sp>
        <p:nvSpPr>
          <p:cNvPr id="1934" name="Google Shape;1934;p153"/>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Every £1 converts to €1.16</a:t>
            </a:r>
            <a:endParaRPr/>
          </a:p>
          <a:p>
            <a:pPr indent="0" lvl="0" marL="0" rtl="0" algn="l">
              <a:spcBef>
                <a:spcPts val="0"/>
              </a:spcBef>
              <a:spcAft>
                <a:spcPts val="0"/>
              </a:spcAft>
              <a:buNone/>
            </a:pPr>
            <a:r>
              <a:rPr lang="en-GB"/>
              <a:t>Which of the following show the same ratio?</a:t>
            </a:r>
            <a:endParaRPr/>
          </a:p>
        </p:txBody>
      </p:sp>
      <p:sp>
        <p:nvSpPr>
          <p:cNvPr id="1935" name="Google Shape;1935;p153"/>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Converting money</a:t>
            </a:r>
            <a:endParaRPr/>
          </a:p>
        </p:txBody>
      </p:sp>
      <p:sp>
        <p:nvSpPr>
          <p:cNvPr id="1936" name="Google Shape;1936;p153"/>
          <p:cNvSpPr txBox="1"/>
          <p:nvPr>
            <p:ph idx="1" type="subTitle"/>
          </p:nvPr>
        </p:nvSpPr>
        <p:spPr>
          <a:xfrm>
            <a:off x="992425" y="1837775"/>
            <a:ext cx="1656900" cy="694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2000"/>
              <a:t>£20 converts to €23.20</a:t>
            </a:r>
            <a:endParaRPr sz="2000"/>
          </a:p>
        </p:txBody>
      </p:sp>
      <p:sp>
        <p:nvSpPr>
          <p:cNvPr id="1937" name="Google Shape;1937;p153"/>
          <p:cNvSpPr txBox="1"/>
          <p:nvPr>
            <p:ph idx="3" type="subTitle"/>
          </p:nvPr>
        </p:nvSpPr>
        <p:spPr>
          <a:xfrm>
            <a:off x="992425" y="2817425"/>
            <a:ext cx="1733400" cy="613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2000"/>
              <a:t>£110 converts to €127.60</a:t>
            </a:r>
            <a:endParaRPr sz="2000"/>
          </a:p>
        </p:txBody>
      </p:sp>
      <p:sp>
        <p:nvSpPr>
          <p:cNvPr id="1938" name="Google Shape;1938;p153"/>
          <p:cNvSpPr txBox="1"/>
          <p:nvPr>
            <p:ph idx="4" type="subTitle"/>
          </p:nvPr>
        </p:nvSpPr>
        <p:spPr>
          <a:xfrm>
            <a:off x="992425" y="3766975"/>
            <a:ext cx="1793100" cy="613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2000"/>
              <a:t>€</a:t>
            </a:r>
            <a:r>
              <a:rPr lang="en-GB" sz="2000"/>
              <a:t>0.29</a:t>
            </a:r>
            <a:r>
              <a:rPr lang="en-GB" sz="2000"/>
              <a:t> converts to £0.25</a:t>
            </a:r>
            <a:endParaRPr sz="2000"/>
          </a:p>
        </p:txBody>
      </p:sp>
      <p:graphicFrame>
        <p:nvGraphicFramePr>
          <p:cNvPr id="1939" name="Google Shape;1939;p153"/>
          <p:cNvGraphicFramePr/>
          <p:nvPr/>
        </p:nvGraphicFramePr>
        <p:xfrm>
          <a:off x="4671275" y="1728675"/>
          <a:ext cx="3000000" cy="3000000"/>
        </p:xfrm>
        <a:graphic>
          <a:graphicData uri="http://schemas.openxmlformats.org/drawingml/2006/table">
            <a:tbl>
              <a:tblPr>
                <a:noFill/>
                <a:tableStyleId>{A150576A-BDC1-41C4-958D-C12858BDD4FE}</a:tableStyleId>
              </a:tblPr>
              <a:tblGrid>
                <a:gridCol w="1591450"/>
                <a:gridCol w="1591450"/>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a:t>
                      </a:r>
                      <a:r>
                        <a:rPr lang="en-GB" sz="1800">
                          <a:solidFill>
                            <a:schemeClr val="lt1"/>
                          </a:solidFill>
                          <a:latin typeface="Lexend"/>
                          <a:ea typeface="Lexend"/>
                          <a:cs typeface="Lexend"/>
                          <a:sym typeface="Lexend"/>
                        </a:rPr>
                        <a:t>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1.16</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aphicFrame>
        <p:nvGraphicFramePr>
          <p:cNvPr id="1940" name="Google Shape;1940;p153"/>
          <p:cNvGraphicFramePr/>
          <p:nvPr/>
        </p:nvGraphicFramePr>
        <p:xfrm>
          <a:off x="4671275" y="2761775"/>
          <a:ext cx="3000000" cy="3000000"/>
        </p:xfrm>
        <a:graphic>
          <a:graphicData uri="http://schemas.openxmlformats.org/drawingml/2006/table">
            <a:tbl>
              <a:tblPr>
                <a:noFill/>
                <a:tableStyleId>{A150576A-BDC1-41C4-958D-C12858BDD4FE}</a:tableStyleId>
              </a:tblPr>
              <a:tblGrid>
                <a:gridCol w="1591450"/>
                <a:gridCol w="1591450"/>
              </a:tblGrid>
              <a:tr h="509575">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
        <p:nvSpPr>
          <p:cNvPr id="1941" name="Google Shape;1941;p153"/>
          <p:cNvSpPr txBox="1"/>
          <p:nvPr/>
        </p:nvSpPr>
        <p:spPr>
          <a:xfrm>
            <a:off x="6485400" y="2761775"/>
            <a:ext cx="115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23.20</a:t>
            </a:r>
            <a:endParaRPr/>
          </a:p>
        </p:txBody>
      </p:sp>
      <p:graphicFrame>
        <p:nvGraphicFramePr>
          <p:cNvPr id="1942" name="Google Shape;1942;p153"/>
          <p:cNvGraphicFramePr/>
          <p:nvPr/>
        </p:nvGraphicFramePr>
        <p:xfrm>
          <a:off x="4671275" y="3276125"/>
          <a:ext cx="3000000" cy="3000000"/>
        </p:xfrm>
        <a:graphic>
          <a:graphicData uri="http://schemas.openxmlformats.org/drawingml/2006/table">
            <a:tbl>
              <a:tblPr>
                <a:noFill/>
                <a:tableStyleId>{A150576A-BDC1-41C4-958D-C12858BDD4FE}</a:tableStyleId>
              </a:tblPr>
              <a:tblGrid>
                <a:gridCol w="1591450"/>
                <a:gridCol w="1591450"/>
              </a:tblGrid>
              <a:tr h="5095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
        <p:nvSpPr>
          <p:cNvPr id="1943" name="Google Shape;1943;p153"/>
          <p:cNvSpPr txBox="1"/>
          <p:nvPr/>
        </p:nvSpPr>
        <p:spPr>
          <a:xfrm>
            <a:off x="6485400" y="3276125"/>
            <a:ext cx="115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127.60</a:t>
            </a:r>
            <a:endParaRPr/>
          </a:p>
        </p:txBody>
      </p:sp>
      <p:sp>
        <p:nvSpPr>
          <p:cNvPr id="1944" name="Google Shape;1944;p153"/>
          <p:cNvSpPr txBox="1"/>
          <p:nvPr/>
        </p:nvSpPr>
        <p:spPr>
          <a:xfrm>
            <a:off x="4961400" y="3276125"/>
            <a:ext cx="115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a:p>
        </p:txBody>
      </p:sp>
      <p:grpSp>
        <p:nvGrpSpPr>
          <p:cNvPr id="1945" name="Google Shape;1945;p153"/>
          <p:cNvGrpSpPr/>
          <p:nvPr/>
        </p:nvGrpSpPr>
        <p:grpSpPr>
          <a:xfrm>
            <a:off x="7893599" y="2390650"/>
            <a:ext cx="1240554" cy="781167"/>
            <a:chOff x="10255799" y="1171450"/>
            <a:chExt cx="1240554" cy="781167"/>
          </a:xfrm>
        </p:grpSpPr>
        <p:sp>
          <p:nvSpPr>
            <p:cNvPr id="1946" name="Google Shape;1946;p153"/>
            <p:cNvSpPr/>
            <p:nvPr/>
          </p:nvSpPr>
          <p:spPr>
            <a:xfrm flipH="1">
              <a:off x="10255799" y="1171450"/>
              <a:ext cx="296451" cy="781167"/>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5"/>
              </a:solidFill>
              <a:prstDash val="solid"/>
              <a:round/>
              <a:headEnd len="med" w="med" type="none"/>
              <a:tailEnd len="med" w="med" type="triangle"/>
            </a:ln>
          </p:spPr>
        </p:sp>
        <p:sp>
          <p:nvSpPr>
            <p:cNvPr id="1947" name="Google Shape;1947;p153"/>
            <p:cNvSpPr txBox="1"/>
            <p:nvPr/>
          </p:nvSpPr>
          <p:spPr>
            <a:xfrm>
              <a:off x="10521353" y="1314583"/>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×20</a:t>
              </a:r>
              <a:endParaRPr/>
            </a:p>
          </p:txBody>
        </p:sp>
      </p:grpSp>
      <p:grpSp>
        <p:nvGrpSpPr>
          <p:cNvPr id="1948" name="Google Shape;1948;p153"/>
          <p:cNvGrpSpPr/>
          <p:nvPr/>
        </p:nvGrpSpPr>
        <p:grpSpPr>
          <a:xfrm>
            <a:off x="7892453" y="2466850"/>
            <a:ext cx="975000" cy="1105002"/>
            <a:chOff x="8273453" y="2466850"/>
            <a:chExt cx="975000" cy="1105002"/>
          </a:xfrm>
        </p:grpSpPr>
        <p:sp>
          <p:nvSpPr>
            <p:cNvPr id="1949" name="Google Shape;1949;p153"/>
            <p:cNvSpPr/>
            <p:nvPr/>
          </p:nvSpPr>
          <p:spPr>
            <a:xfrm flipH="1">
              <a:off x="8274599" y="2466850"/>
              <a:ext cx="296451" cy="1105002"/>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5"/>
              </a:solidFill>
              <a:prstDash val="solid"/>
              <a:round/>
              <a:headEnd len="med" w="med" type="none"/>
              <a:tailEnd len="med" w="med" type="triangle"/>
            </a:ln>
          </p:spPr>
        </p:sp>
        <p:sp>
          <p:nvSpPr>
            <p:cNvPr id="1950" name="Google Shape;1950;p153"/>
            <p:cNvSpPr txBox="1"/>
            <p:nvPr/>
          </p:nvSpPr>
          <p:spPr>
            <a:xfrm>
              <a:off x="8273453" y="2824433"/>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×110</a:t>
              </a:r>
              <a:endParaRPr/>
            </a:p>
          </p:txBody>
        </p:sp>
      </p:grpSp>
      <p:grpSp>
        <p:nvGrpSpPr>
          <p:cNvPr id="1951" name="Google Shape;1951;p153"/>
          <p:cNvGrpSpPr/>
          <p:nvPr/>
        </p:nvGrpSpPr>
        <p:grpSpPr>
          <a:xfrm>
            <a:off x="3714603" y="2402175"/>
            <a:ext cx="975000" cy="781167"/>
            <a:chOff x="8820003" y="1182975"/>
            <a:chExt cx="975000" cy="781167"/>
          </a:xfrm>
        </p:grpSpPr>
        <p:sp>
          <p:nvSpPr>
            <p:cNvPr id="1952" name="Google Shape;1952;p153"/>
            <p:cNvSpPr/>
            <p:nvPr/>
          </p:nvSpPr>
          <p:spPr>
            <a:xfrm>
              <a:off x="9360198" y="1182975"/>
              <a:ext cx="340269" cy="781167"/>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5"/>
              </a:solidFill>
              <a:prstDash val="solid"/>
              <a:round/>
              <a:headEnd len="med" w="med" type="none"/>
              <a:tailEnd len="med" w="med" type="triangle"/>
            </a:ln>
          </p:spPr>
        </p:sp>
        <p:sp>
          <p:nvSpPr>
            <p:cNvPr id="1953" name="Google Shape;1953;p153"/>
            <p:cNvSpPr txBox="1"/>
            <p:nvPr/>
          </p:nvSpPr>
          <p:spPr>
            <a:xfrm>
              <a:off x="8820003" y="1238383"/>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×20</a:t>
              </a:r>
              <a:endParaRPr/>
            </a:p>
          </p:txBody>
        </p:sp>
      </p:grpSp>
      <p:grpSp>
        <p:nvGrpSpPr>
          <p:cNvPr id="1954" name="Google Shape;1954;p153"/>
          <p:cNvGrpSpPr/>
          <p:nvPr/>
        </p:nvGrpSpPr>
        <p:grpSpPr>
          <a:xfrm>
            <a:off x="3961653" y="2402175"/>
            <a:ext cx="975000" cy="1105002"/>
            <a:chOff x="4342653" y="2402175"/>
            <a:chExt cx="975000" cy="1105002"/>
          </a:xfrm>
        </p:grpSpPr>
        <p:sp>
          <p:nvSpPr>
            <p:cNvPr id="1955" name="Google Shape;1955;p153"/>
            <p:cNvSpPr/>
            <p:nvPr/>
          </p:nvSpPr>
          <p:spPr>
            <a:xfrm>
              <a:off x="4712000" y="2402175"/>
              <a:ext cx="340269" cy="1105002"/>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5"/>
              </a:solidFill>
              <a:prstDash val="solid"/>
              <a:round/>
              <a:headEnd len="med" w="med" type="none"/>
              <a:tailEnd len="med" w="med" type="triangle"/>
            </a:ln>
          </p:spPr>
        </p:sp>
        <p:sp>
          <p:nvSpPr>
            <p:cNvPr id="1956" name="Google Shape;1956;p153"/>
            <p:cNvSpPr txBox="1"/>
            <p:nvPr/>
          </p:nvSpPr>
          <p:spPr>
            <a:xfrm>
              <a:off x="4342653" y="2727195"/>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×110</a:t>
              </a:r>
              <a:endParaRPr/>
            </a:p>
          </p:txBody>
        </p:sp>
      </p:grpSp>
      <p:graphicFrame>
        <p:nvGraphicFramePr>
          <p:cNvPr id="1957" name="Google Shape;1957;p153"/>
          <p:cNvGraphicFramePr/>
          <p:nvPr/>
        </p:nvGraphicFramePr>
        <p:xfrm>
          <a:off x="4671275" y="3800000"/>
          <a:ext cx="3000000" cy="3000000"/>
        </p:xfrm>
        <a:graphic>
          <a:graphicData uri="http://schemas.openxmlformats.org/drawingml/2006/table">
            <a:tbl>
              <a:tblPr>
                <a:noFill/>
                <a:tableStyleId>{A150576A-BDC1-41C4-958D-C12858BDD4FE}</a:tableStyleId>
              </a:tblPr>
              <a:tblGrid>
                <a:gridCol w="1591450"/>
                <a:gridCol w="1591450"/>
              </a:tblGrid>
              <a:tr h="5095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
        <p:nvSpPr>
          <p:cNvPr id="1958" name="Google Shape;1958;p153"/>
          <p:cNvSpPr txBox="1"/>
          <p:nvPr/>
        </p:nvSpPr>
        <p:spPr>
          <a:xfrm>
            <a:off x="6333000" y="3809525"/>
            <a:ext cx="115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0.29</a:t>
            </a:r>
            <a:endParaRPr/>
          </a:p>
        </p:txBody>
      </p:sp>
      <p:sp>
        <p:nvSpPr>
          <p:cNvPr id="1959" name="Google Shape;1959;p153"/>
          <p:cNvSpPr txBox="1"/>
          <p:nvPr/>
        </p:nvSpPr>
        <p:spPr>
          <a:xfrm>
            <a:off x="4961400" y="3809525"/>
            <a:ext cx="115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0.25</a:t>
            </a:r>
            <a:endParaRPr/>
          </a:p>
        </p:txBody>
      </p:sp>
      <p:grpSp>
        <p:nvGrpSpPr>
          <p:cNvPr id="1960" name="Google Shape;1960;p153"/>
          <p:cNvGrpSpPr/>
          <p:nvPr/>
        </p:nvGrpSpPr>
        <p:grpSpPr>
          <a:xfrm>
            <a:off x="3721050" y="2367425"/>
            <a:ext cx="975000" cy="1689381"/>
            <a:chOff x="3568650" y="3815225"/>
            <a:chExt cx="975000" cy="1689381"/>
          </a:xfrm>
        </p:grpSpPr>
        <p:sp>
          <p:nvSpPr>
            <p:cNvPr id="1961" name="Google Shape;1961;p153"/>
            <p:cNvSpPr/>
            <p:nvPr/>
          </p:nvSpPr>
          <p:spPr>
            <a:xfrm>
              <a:off x="4096459" y="3815225"/>
              <a:ext cx="340269" cy="1689381"/>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5"/>
              </a:solidFill>
              <a:prstDash val="solid"/>
              <a:round/>
              <a:headEnd len="med" w="med" type="none"/>
              <a:tailEnd len="med" w="med" type="triangle"/>
            </a:ln>
          </p:spPr>
        </p:sp>
        <p:sp>
          <p:nvSpPr>
            <p:cNvPr id="1962" name="Google Shape;1962;p153"/>
            <p:cNvSpPr txBox="1"/>
            <p:nvPr/>
          </p:nvSpPr>
          <p:spPr>
            <a:xfrm>
              <a:off x="3568650" y="4398313"/>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a:t>
              </a:r>
              <a:endParaRPr/>
            </a:p>
          </p:txBody>
        </p:sp>
      </p:grpSp>
      <p:sp>
        <p:nvSpPr>
          <p:cNvPr id="1963" name="Google Shape;1963;p153"/>
          <p:cNvSpPr/>
          <p:nvPr/>
        </p:nvSpPr>
        <p:spPr>
          <a:xfrm flipH="1">
            <a:off x="7912649" y="2419350"/>
            <a:ext cx="296451" cy="1624743"/>
          </a:xfrm>
          <a:custGeom>
            <a:rect b="b" l="l" r="r" t="t"/>
            <a:pathLst>
              <a:path extrusionOk="0" h="23462" w="9469">
                <a:moveTo>
                  <a:pt x="9469" y="0"/>
                </a:moveTo>
                <a:cubicBezTo>
                  <a:pt x="3852" y="2811"/>
                  <a:pt x="-1542" y="10584"/>
                  <a:pt x="445" y="16543"/>
                </a:cubicBezTo>
                <a:cubicBezTo>
                  <a:pt x="1644" y="20139"/>
                  <a:pt x="5679" y="23462"/>
                  <a:pt x="9469" y="23462"/>
                </a:cubicBezTo>
              </a:path>
            </a:pathLst>
          </a:custGeom>
          <a:noFill/>
          <a:ln cap="flat" cmpd="sng" w="28575">
            <a:solidFill>
              <a:schemeClr val="accent5"/>
            </a:solidFill>
            <a:prstDash val="solid"/>
            <a:round/>
            <a:headEnd len="med" w="med" type="none"/>
            <a:tailEnd len="med" w="med" type="triangle"/>
          </a:ln>
        </p:spPr>
      </p:sp>
      <p:sp>
        <p:nvSpPr>
          <p:cNvPr id="1964" name="Google Shape;1964;p153"/>
          <p:cNvSpPr txBox="1"/>
          <p:nvPr/>
        </p:nvSpPr>
        <p:spPr>
          <a:xfrm>
            <a:off x="8151954" y="2915292"/>
            <a:ext cx="97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a:t>
            </a:r>
            <a:endParaRPr/>
          </a:p>
        </p:txBody>
      </p:sp>
      <p:pic>
        <p:nvPicPr>
          <p:cNvPr id="1965" name="Google Shape;1965;p153"/>
          <p:cNvPicPr preferRelativeResize="0"/>
          <p:nvPr/>
        </p:nvPicPr>
        <p:blipFill>
          <a:blip r:embed="rId3">
            <a:alphaModFix/>
          </a:blip>
          <a:stretch>
            <a:fillRect/>
          </a:stretch>
        </p:blipFill>
        <p:spPr>
          <a:xfrm>
            <a:off x="2649333" y="1980688"/>
            <a:ext cx="396000" cy="419100"/>
          </a:xfrm>
          <a:prstGeom prst="rect">
            <a:avLst/>
          </a:prstGeom>
          <a:noFill/>
          <a:ln>
            <a:noFill/>
          </a:ln>
        </p:spPr>
      </p:pic>
      <p:pic>
        <p:nvPicPr>
          <p:cNvPr id="1966" name="Google Shape;1966;p153"/>
          <p:cNvPicPr preferRelativeResize="0"/>
          <p:nvPr/>
        </p:nvPicPr>
        <p:blipFill>
          <a:blip r:embed="rId3">
            <a:alphaModFix/>
          </a:blip>
          <a:stretch>
            <a:fillRect/>
          </a:stretch>
        </p:blipFill>
        <p:spPr>
          <a:xfrm>
            <a:off x="2689208" y="3002563"/>
            <a:ext cx="396000" cy="419100"/>
          </a:xfrm>
          <a:prstGeom prst="rect">
            <a:avLst/>
          </a:prstGeom>
          <a:noFill/>
          <a:ln>
            <a:noFill/>
          </a:ln>
        </p:spPr>
      </p:pic>
      <p:pic>
        <p:nvPicPr>
          <p:cNvPr id="1967" name="Google Shape;1967;p153"/>
          <p:cNvPicPr preferRelativeResize="0"/>
          <p:nvPr/>
        </p:nvPicPr>
        <p:blipFill>
          <a:blip r:embed="rId3">
            <a:alphaModFix/>
          </a:blip>
          <a:stretch>
            <a:fillRect/>
          </a:stretch>
        </p:blipFill>
        <p:spPr>
          <a:xfrm>
            <a:off x="2725833" y="39009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4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9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4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9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6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96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9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1" name="Shape 1971"/>
        <p:cNvGrpSpPr/>
        <p:nvPr/>
      </p:nvGrpSpPr>
      <p:grpSpPr>
        <a:xfrm>
          <a:off x="0" y="0"/>
          <a:ext cx="0" cy="0"/>
          <a:chOff x="0" y="0"/>
          <a:chExt cx="0" cy="0"/>
        </a:xfrm>
      </p:grpSpPr>
      <p:sp>
        <p:nvSpPr>
          <p:cNvPr id="1972" name="Google Shape;1972;p154"/>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a:t>
            </a:r>
            <a:r>
              <a:rPr lang="en-GB"/>
              <a:t>very £1 converts to €1.16</a:t>
            </a:r>
            <a:endParaRPr/>
          </a:p>
          <a:p>
            <a:pPr indent="0" lvl="0" marL="0" rtl="0" algn="l">
              <a:spcBef>
                <a:spcPts val="0"/>
              </a:spcBef>
              <a:spcAft>
                <a:spcPts val="0"/>
              </a:spcAft>
              <a:buNone/>
            </a:pPr>
            <a:r>
              <a:rPr lang="en-GB"/>
              <a:t>Which of the following show the same ratio?</a:t>
            </a:r>
            <a:endParaRPr/>
          </a:p>
        </p:txBody>
      </p:sp>
      <p:sp>
        <p:nvSpPr>
          <p:cNvPr id="1973" name="Google Shape;1973;p154"/>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Converting money</a:t>
            </a:r>
            <a:endParaRPr/>
          </a:p>
        </p:txBody>
      </p:sp>
      <p:sp>
        <p:nvSpPr>
          <p:cNvPr id="1974" name="Google Shape;1974;p154"/>
          <p:cNvSpPr txBox="1"/>
          <p:nvPr>
            <p:ph idx="1" type="subTitle"/>
          </p:nvPr>
        </p:nvSpPr>
        <p:spPr>
          <a:xfrm>
            <a:off x="1002642" y="1837775"/>
            <a:ext cx="7506600" cy="324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2000"/>
              <a:t>£20 converts to €23.20</a:t>
            </a:r>
            <a:endParaRPr sz="2000"/>
          </a:p>
        </p:txBody>
      </p:sp>
      <p:sp>
        <p:nvSpPr>
          <p:cNvPr id="1975" name="Google Shape;1975;p154"/>
          <p:cNvSpPr txBox="1"/>
          <p:nvPr>
            <p:ph idx="3" type="subTitle"/>
          </p:nvPr>
        </p:nvSpPr>
        <p:spPr>
          <a:xfrm>
            <a:off x="1002642" y="2794247"/>
            <a:ext cx="7506600" cy="389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2000"/>
              <a:t>£110 converts to €127.60</a:t>
            </a:r>
            <a:endParaRPr sz="2000"/>
          </a:p>
        </p:txBody>
      </p:sp>
      <p:sp>
        <p:nvSpPr>
          <p:cNvPr id="1976" name="Google Shape;1976;p154"/>
          <p:cNvSpPr txBox="1"/>
          <p:nvPr>
            <p:ph idx="4" type="subTitle"/>
          </p:nvPr>
        </p:nvSpPr>
        <p:spPr>
          <a:xfrm>
            <a:off x="1002642" y="3766965"/>
            <a:ext cx="7464600" cy="324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2000"/>
              <a:t>€</a:t>
            </a:r>
            <a:r>
              <a:rPr lang="en-GB" sz="2000"/>
              <a:t>0.29 converts to £0.25</a:t>
            </a:r>
            <a:endParaRPr sz="2000"/>
          </a:p>
        </p:txBody>
      </p:sp>
      <p:graphicFrame>
        <p:nvGraphicFramePr>
          <p:cNvPr id="1977" name="Google Shape;1977;p154"/>
          <p:cNvGraphicFramePr/>
          <p:nvPr/>
        </p:nvGraphicFramePr>
        <p:xfrm>
          <a:off x="5052275" y="1728675"/>
          <a:ext cx="3000000" cy="3000000"/>
        </p:xfrm>
        <a:graphic>
          <a:graphicData uri="http://schemas.openxmlformats.org/drawingml/2006/table">
            <a:tbl>
              <a:tblPr>
                <a:noFill/>
                <a:tableStyleId>{A150576A-BDC1-41C4-958D-C12858BDD4FE}</a:tableStyleId>
              </a:tblPr>
              <a:tblGrid>
                <a:gridCol w="1591450"/>
                <a:gridCol w="1591450"/>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1.16</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aphicFrame>
        <p:nvGraphicFramePr>
          <p:cNvPr id="1978" name="Google Shape;1978;p154"/>
          <p:cNvGraphicFramePr/>
          <p:nvPr/>
        </p:nvGraphicFramePr>
        <p:xfrm>
          <a:off x="5052275" y="2761775"/>
          <a:ext cx="3000000" cy="3000000"/>
        </p:xfrm>
        <a:graphic>
          <a:graphicData uri="http://schemas.openxmlformats.org/drawingml/2006/table">
            <a:tbl>
              <a:tblPr>
                <a:noFill/>
                <a:tableStyleId>{A150576A-BDC1-41C4-958D-C12858BDD4FE}</a:tableStyleId>
              </a:tblPr>
              <a:tblGrid>
                <a:gridCol w="1591450"/>
                <a:gridCol w="1591450"/>
              </a:tblGrid>
              <a:tr h="509575">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
        <p:nvSpPr>
          <p:cNvPr id="1979" name="Google Shape;1979;p154"/>
          <p:cNvSpPr txBox="1"/>
          <p:nvPr/>
        </p:nvSpPr>
        <p:spPr>
          <a:xfrm>
            <a:off x="6866400" y="2761775"/>
            <a:ext cx="115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23.20</a:t>
            </a:r>
            <a:endParaRPr/>
          </a:p>
        </p:txBody>
      </p:sp>
      <p:graphicFrame>
        <p:nvGraphicFramePr>
          <p:cNvPr id="1980" name="Google Shape;1980;p154"/>
          <p:cNvGraphicFramePr/>
          <p:nvPr/>
        </p:nvGraphicFramePr>
        <p:xfrm>
          <a:off x="5052275" y="3276125"/>
          <a:ext cx="3000000" cy="3000000"/>
        </p:xfrm>
        <a:graphic>
          <a:graphicData uri="http://schemas.openxmlformats.org/drawingml/2006/table">
            <a:tbl>
              <a:tblPr>
                <a:noFill/>
                <a:tableStyleId>{A150576A-BDC1-41C4-958D-C12858BDD4FE}</a:tableStyleId>
              </a:tblPr>
              <a:tblGrid>
                <a:gridCol w="1591450"/>
                <a:gridCol w="1591450"/>
              </a:tblGrid>
              <a:tr h="5095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
        <p:nvSpPr>
          <p:cNvPr id="1981" name="Google Shape;1981;p154"/>
          <p:cNvSpPr txBox="1"/>
          <p:nvPr/>
        </p:nvSpPr>
        <p:spPr>
          <a:xfrm>
            <a:off x="6866400" y="3276125"/>
            <a:ext cx="115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127.60</a:t>
            </a:r>
            <a:endParaRPr/>
          </a:p>
        </p:txBody>
      </p:sp>
      <p:sp>
        <p:nvSpPr>
          <p:cNvPr id="1982" name="Google Shape;1982;p154"/>
          <p:cNvSpPr txBox="1"/>
          <p:nvPr/>
        </p:nvSpPr>
        <p:spPr>
          <a:xfrm>
            <a:off x="5342400" y="3276125"/>
            <a:ext cx="115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110</a:t>
            </a:r>
            <a:endParaRPr/>
          </a:p>
        </p:txBody>
      </p:sp>
      <p:graphicFrame>
        <p:nvGraphicFramePr>
          <p:cNvPr id="1983" name="Google Shape;1983;p154"/>
          <p:cNvGraphicFramePr/>
          <p:nvPr/>
        </p:nvGraphicFramePr>
        <p:xfrm>
          <a:off x="5052275" y="3800000"/>
          <a:ext cx="3000000" cy="3000000"/>
        </p:xfrm>
        <a:graphic>
          <a:graphicData uri="http://schemas.openxmlformats.org/drawingml/2006/table">
            <a:tbl>
              <a:tblPr>
                <a:noFill/>
                <a:tableStyleId>{A150576A-BDC1-41C4-958D-C12858BDD4FE}</a:tableStyleId>
              </a:tblPr>
              <a:tblGrid>
                <a:gridCol w="1591450"/>
                <a:gridCol w="1591450"/>
              </a:tblGrid>
              <a:tr h="509575">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
        <p:nvSpPr>
          <p:cNvPr id="1984" name="Google Shape;1984;p154"/>
          <p:cNvSpPr txBox="1"/>
          <p:nvPr/>
        </p:nvSpPr>
        <p:spPr>
          <a:xfrm>
            <a:off x="6714000" y="3809525"/>
            <a:ext cx="115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0.29</a:t>
            </a:r>
            <a:endParaRPr/>
          </a:p>
        </p:txBody>
      </p:sp>
      <p:sp>
        <p:nvSpPr>
          <p:cNvPr id="1985" name="Google Shape;1985;p154"/>
          <p:cNvSpPr txBox="1"/>
          <p:nvPr/>
        </p:nvSpPr>
        <p:spPr>
          <a:xfrm>
            <a:off x="5342400" y="3809525"/>
            <a:ext cx="1153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0.25</a:t>
            </a:r>
            <a:endParaRPr/>
          </a:p>
        </p:txBody>
      </p:sp>
      <p:pic>
        <p:nvPicPr>
          <p:cNvPr id="1986" name="Google Shape;1986;p154"/>
          <p:cNvPicPr preferRelativeResize="0"/>
          <p:nvPr/>
        </p:nvPicPr>
        <p:blipFill>
          <a:blip r:embed="rId3">
            <a:alphaModFix/>
          </a:blip>
          <a:stretch>
            <a:fillRect/>
          </a:stretch>
        </p:blipFill>
        <p:spPr>
          <a:xfrm>
            <a:off x="4071458" y="1728675"/>
            <a:ext cx="396000" cy="419100"/>
          </a:xfrm>
          <a:prstGeom prst="rect">
            <a:avLst/>
          </a:prstGeom>
          <a:noFill/>
          <a:ln>
            <a:noFill/>
          </a:ln>
        </p:spPr>
      </p:pic>
      <p:pic>
        <p:nvPicPr>
          <p:cNvPr id="1987" name="Google Shape;1987;p154"/>
          <p:cNvPicPr preferRelativeResize="0"/>
          <p:nvPr/>
        </p:nvPicPr>
        <p:blipFill>
          <a:blip r:embed="rId3">
            <a:alphaModFix/>
          </a:blip>
          <a:stretch>
            <a:fillRect/>
          </a:stretch>
        </p:blipFill>
        <p:spPr>
          <a:xfrm>
            <a:off x="3814283" y="3022175"/>
            <a:ext cx="396000" cy="419100"/>
          </a:xfrm>
          <a:prstGeom prst="rect">
            <a:avLst/>
          </a:prstGeom>
          <a:noFill/>
          <a:ln>
            <a:noFill/>
          </a:ln>
        </p:spPr>
      </p:pic>
      <p:pic>
        <p:nvPicPr>
          <p:cNvPr id="1988" name="Google Shape;1988;p154"/>
          <p:cNvPicPr preferRelativeResize="0"/>
          <p:nvPr/>
        </p:nvPicPr>
        <p:blipFill>
          <a:blip r:embed="rId3">
            <a:alphaModFix/>
          </a:blip>
          <a:stretch>
            <a:fillRect/>
          </a:stretch>
        </p:blipFill>
        <p:spPr>
          <a:xfrm>
            <a:off x="3814283" y="3946407"/>
            <a:ext cx="396000" cy="419100"/>
          </a:xfrm>
          <a:prstGeom prst="rect">
            <a:avLst/>
          </a:prstGeom>
          <a:noFill/>
          <a:ln>
            <a:noFill/>
          </a:ln>
        </p:spPr>
      </p:pic>
      <p:sp>
        <p:nvSpPr>
          <p:cNvPr id="1989" name="Google Shape;1989;p154"/>
          <p:cNvSpPr txBox="1"/>
          <p:nvPr/>
        </p:nvSpPr>
        <p:spPr>
          <a:xfrm>
            <a:off x="6137754" y="2724275"/>
            <a:ext cx="12276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1.16</a:t>
            </a:r>
            <a:endParaRPr sz="2200">
              <a:solidFill>
                <a:schemeClr val="dk1"/>
              </a:solidFill>
              <a:latin typeface="Lexend"/>
              <a:ea typeface="Lexend"/>
              <a:cs typeface="Lexend"/>
              <a:sym typeface="Lexend"/>
            </a:endParaRPr>
          </a:p>
        </p:txBody>
      </p:sp>
      <p:cxnSp>
        <p:nvCxnSpPr>
          <p:cNvPr id="1990" name="Google Shape;1990;p154"/>
          <p:cNvCxnSpPr/>
          <p:nvPr/>
        </p:nvCxnSpPr>
        <p:spPr>
          <a:xfrm rot="10800000">
            <a:off x="6144500" y="3205075"/>
            <a:ext cx="889200" cy="0"/>
          </a:xfrm>
          <a:prstGeom prst="straightConnector1">
            <a:avLst/>
          </a:prstGeom>
          <a:noFill/>
          <a:ln cap="flat" cmpd="sng" w="28575">
            <a:solidFill>
              <a:schemeClr val="accent5"/>
            </a:solidFill>
            <a:prstDash val="solid"/>
            <a:round/>
            <a:headEnd len="med" w="med" type="triangle"/>
            <a:tailEnd len="med" w="med" type="none"/>
          </a:ln>
        </p:spPr>
      </p:cxnSp>
      <p:sp>
        <p:nvSpPr>
          <p:cNvPr id="1991" name="Google Shape;1991;p154"/>
          <p:cNvSpPr txBox="1"/>
          <p:nvPr/>
        </p:nvSpPr>
        <p:spPr>
          <a:xfrm>
            <a:off x="6137754" y="3181475"/>
            <a:ext cx="12276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1.16</a:t>
            </a:r>
            <a:endParaRPr sz="2200">
              <a:solidFill>
                <a:schemeClr val="dk1"/>
              </a:solidFill>
              <a:latin typeface="Lexend"/>
              <a:ea typeface="Lexend"/>
              <a:cs typeface="Lexend"/>
              <a:sym typeface="Lexend"/>
            </a:endParaRPr>
          </a:p>
        </p:txBody>
      </p:sp>
      <p:cxnSp>
        <p:nvCxnSpPr>
          <p:cNvPr id="1992" name="Google Shape;1992;p154"/>
          <p:cNvCxnSpPr/>
          <p:nvPr/>
        </p:nvCxnSpPr>
        <p:spPr>
          <a:xfrm rot="10800000">
            <a:off x="6220700" y="3662275"/>
            <a:ext cx="889200" cy="0"/>
          </a:xfrm>
          <a:prstGeom prst="straightConnector1">
            <a:avLst/>
          </a:prstGeom>
          <a:noFill/>
          <a:ln cap="flat" cmpd="sng" w="28575">
            <a:solidFill>
              <a:schemeClr val="accent5"/>
            </a:solidFill>
            <a:prstDash val="solid"/>
            <a:round/>
            <a:headEnd len="med" w="med" type="triangle"/>
            <a:tailEnd len="med" w="med" type="none"/>
          </a:ln>
        </p:spPr>
      </p:cxnSp>
      <p:sp>
        <p:nvSpPr>
          <p:cNvPr id="1993" name="Google Shape;1993;p154"/>
          <p:cNvSpPr txBox="1"/>
          <p:nvPr/>
        </p:nvSpPr>
        <p:spPr>
          <a:xfrm>
            <a:off x="6137754" y="3714875"/>
            <a:ext cx="12276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 1.16</a:t>
            </a:r>
            <a:endParaRPr sz="2200">
              <a:solidFill>
                <a:schemeClr val="dk1"/>
              </a:solidFill>
              <a:latin typeface="Lexend"/>
              <a:ea typeface="Lexend"/>
              <a:cs typeface="Lexend"/>
              <a:sym typeface="Lexend"/>
            </a:endParaRPr>
          </a:p>
        </p:txBody>
      </p:sp>
      <p:cxnSp>
        <p:nvCxnSpPr>
          <p:cNvPr id="1994" name="Google Shape;1994;p154"/>
          <p:cNvCxnSpPr/>
          <p:nvPr/>
        </p:nvCxnSpPr>
        <p:spPr>
          <a:xfrm rot="10800000">
            <a:off x="6220700" y="4195675"/>
            <a:ext cx="889200" cy="0"/>
          </a:xfrm>
          <a:prstGeom prst="straightConnector1">
            <a:avLst/>
          </a:prstGeom>
          <a:noFill/>
          <a:ln cap="flat" cmpd="sng" w="28575">
            <a:solidFill>
              <a:schemeClr val="accent5"/>
            </a:solidFill>
            <a:prstDash val="solid"/>
            <a:round/>
            <a:headEnd len="med" w="med" type="triangle"/>
            <a:tailEnd len="med" w="med" type="none"/>
          </a:ln>
        </p:spPr>
      </p:cxnSp>
      <p:sp>
        <p:nvSpPr>
          <p:cNvPr id="1995" name="Google Shape;1995;p154"/>
          <p:cNvSpPr txBox="1"/>
          <p:nvPr>
            <p:ph idx="1" type="subTitle"/>
          </p:nvPr>
        </p:nvSpPr>
        <p:spPr>
          <a:xfrm>
            <a:off x="653425" y="4276175"/>
            <a:ext cx="7506600" cy="324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latin typeface="Kalam"/>
                <a:ea typeface="Kalam"/>
                <a:cs typeface="Kalam"/>
                <a:sym typeface="Kalam"/>
              </a:rPr>
              <a:t>You could have also got the answers using the multiplicative relationship between the parts.</a:t>
            </a:r>
            <a:endParaRPr sz="1800">
              <a:latin typeface="Kalam"/>
              <a:ea typeface="Kalam"/>
              <a:cs typeface="Kalam"/>
              <a:sym typeface="Kala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9" name="Shape 1999"/>
        <p:cNvGrpSpPr/>
        <p:nvPr/>
      </p:nvGrpSpPr>
      <p:grpSpPr>
        <a:xfrm>
          <a:off x="0" y="0"/>
          <a:ext cx="0" cy="0"/>
          <a:chOff x="0" y="0"/>
          <a:chExt cx="0" cy="0"/>
        </a:xfrm>
      </p:grpSpPr>
      <p:sp>
        <p:nvSpPr>
          <p:cNvPr id="2000" name="Google Shape;2000;p155"/>
          <p:cNvSpPr/>
          <p:nvPr/>
        </p:nvSpPr>
        <p:spPr>
          <a:xfrm>
            <a:off x="3295650" y="1695450"/>
            <a:ext cx="2695500" cy="971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1" name="Google Shape;2001;p155"/>
          <p:cNvSpPr/>
          <p:nvPr/>
        </p:nvSpPr>
        <p:spPr>
          <a:xfrm>
            <a:off x="6115050" y="1695450"/>
            <a:ext cx="2695500" cy="971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2" name="Google Shape;2002;p155"/>
          <p:cNvSpPr/>
          <p:nvPr/>
        </p:nvSpPr>
        <p:spPr>
          <a:xfrm>
            <a:off x="371475" y="1695450"/>
            <a:ext cx="2695500" cy="971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3" name="Google Shape;2003;p155"/>
          <p:cNvSpPr txBox="1"/>
          <p:nvPr>
            <p:ph idx="1" type="body"/>
          </p:nvPr>
        </p:nvSpPr>
        <p:spPr>
          <a:xfrm>
            <a:off x="324000" y="759300"/>
            <a:ext cx="8237700" cy="102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Three shops provide three different conversions.</a:t>
            </a:r>
            <a:endParaRPr/>
          </a:p>
          <a:p>
            <a:pPr indent="0" lvl="0" marL="0" rtl="0" algn="l">
              <a:spcBef>
                <a:spcPts val="1000"/>
              </a:spcBef>
              <a:spcAft>
                <a:spcPts val="0"/>
              </a:spcAft>
              <a:buNone/>
            </a:pPr>
            <a:r>
              <a:rPr lang="en-GB"/>
              <a:t>Which</a:t>
            </a:r>
            <a:r>
              <a:rPr lang="en-GB"/>
              <a:t> is the best deal? Explain.</a:t>
            </a:r>
            <a:endParaRPr/>
          </a:p>
          <a:p>
            <a:pPr indent="0" lvl="0" marL="0" rtl="0" algn="l">
              <a:spcBef>
                <a:spcPts val="1000"/>
              </a:spcBef>
              <a:spcAft>
                <a:spcPts val="1000"/>
              </a:spcAft>
              <a:buNone/>
            </a:pPr>
            <a:r>
              <a:t/>
            </a:r>
            <a:endParaRPr/>
          </a:p>
        </p:txBody>
      </p:sp>
      <p:sp>
        <p:nvSpPr>
          <p:cNvPr id="2004" name="Google Shape;2004;p15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Converting money</a:t>
            </a:r>
            <a:endParaRPr/>
          </a:p>
        </p:txBody>
      </p:sp>
      <p:sp>
        <p:nvSpPr>
          <p:cNvPr id="2005" name="Google Shape;2005;p155"/>
          <p:cNvSpPr txBox="1"/>
          <p:nvPr/>
        </p:nvSpPr>
        <p:spPr>
          <a:xfrm>
            <a:off x="514350" y="1638300"/>
            <a:ext cx="2695500" cy="9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Shop A</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For every £2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we give you </a:t>
            </a:r>
            <a:r>
              <a:rPr lang="en-GB" sz="1800">
                <a:solidFill>
                  <a:schemeClr val="dk1"/>
                </a:solidFill>
                <a:latin typeface="Lexend"/>
                <a:ea typeface="Lexend"/>
                <a:cs typeface="Lexend"/>
                <a:sym typeface="Lexend"/>
              </a:rPr>
              <a:t>€</a:t>
            </a:r>
            <a:r>
              <a:rPr lang="en-GB" sz="2000">
                <a:solidFill>
                  <a:schemeClr val="dk1"/>
                </a:solidFill>
                <a:latin typeface="Lexend"/>
                <a:ea typeface="Lexend"/>
                <a:cs typeface="Lexend"/>
                <a:sym typeface="Lexend"/>
              </a:rPr>
              <a:t>2.28 </a:t>
            </a:r>
            <a:endParaRPr sz="2000">
              <a:solidFill>
                <a:schemeClr val="dk1"/>
              </a:solidFill>
              <a:latin typeface="Lexend"/>
              <a:ea typeface="Lexend"/>
              <a:cs typeface="Lexend"/>
              <a:sym typeface="Lexend"/>
            </a:endParaRPr>
          </a:p>
        </p:txBody>
      </p:sp>
      <p:graphicFrame>
        <p:nvGraphicFramePr>
          <p:cNvPr id="2006" name="Google Shape;2006;p155"/>
          <p:cNvGraphicFramePr/>
          <p:nvPr/>
        </p:nvGraphicFramePr>
        <p:xfrm>
          <a:off x="359425" y="2833575"/>
          <a:ext cx="3000000" cy="3000000"/>
        </p:xfrm>
        <a:graphic>
          <a:graphicData uri="http://schemas.openxmlformats.org/drawingml/2006/table">
            <a:tbl>
              <a:tblPr>
                <a:noFill/>
                <a:tableStyleId>{A150576A-BDC1-41C4-958D-C12858BDD4FE}</a:tableStyleId>
              </a:tblPr>
              <a:tblGrid>
                <a:gridCol w="1379525"/>
                <a:gridCol w="1379525"/>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2.28</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pSp>
        <p:nvGrpSpPr>
          <p:cNvPr id="2007" name="Google Shape;2007;p155"/>
          <p:cNvGrpSpPr/>
          <p:nvPr/>
        </p:nvGrpSpPr>
        <p:grpSpPr>
          <a:xfrm>
            <a:off x="1220700" y="3276334"/>
            <a:ext cx="1030200" cy="460466"/>
            <a:chOff x="1917550" y="2129709"/>
            <a:chExt cx="1030200" cy="460466"/>
          </a:xfrm>
        </p:grpSpPr>
        <p:cxnSp>
          <p:nvCxnSpPr>
            <p:cNvPr id="2008" name="Google Shape;2008;p155"/>
            <p:cNvCxnSpPr/>
            <p:nvPr/>
          </p:nvCxnSpPr>
          <p:spPr>
            <a:xfrm>
              <a:off x="1917550" y="25901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2009" name="Google Shape;2009;p155"/>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×1.14</a:t>
              </a:r>
              <a:endParaRPr sz="2000">
                <a:solidFill>
                  <a:schemeClr val="dk1"/>
                </a:solidFill>
                <a:latin typeface="Lexend"/>
                <a:ea typeface="Lexend"/>
                <a:cs typeface="Lexend"/>
                <a:sym typeface="Lexend"/>
              </a:endParaRPr>
            </a:p>
          </p:txBody>
        </p:sp>
      </p:grpSp>
      <p:sp>
        <p:nvSpPr>
          <p:cNvPr id="2010" name="Google Shape;2010;p155"/>
          <p:cNvSpPr txBox="1"/>
          <p:nvPr/>
        </p:nvSpPr>
        <p:spPr>
          <a:xfrm>
            <a:off x="359425" y="4314825"/>
            <a:ext cx="317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Pounds × 1.14 = Euros</a:t>
            </a:r>
            <a:endParaRPr sz="1800"/>
          </a:p>
        </p:txBody>
      </p:sp>
      <p:sp>
        <p:nvSpPr>
          <p:cNvPr id="2011" name="Google Shape;2011;p155"/>
          <p:cNvSpPr txBox="1"/>
          <p:nvPr/>
        </p:nvSpPr>
        <p:spPr>
          <a:xfrm>
            <a:off x="3409950" y="1638300"/>
            <a:ext cx="2695500" cy="9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Shop B</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For every £12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we give you </a:t>
            </a:r>
            <a:r>
              <a:rPr lang="en-GB" sz="1800">
                <a:solidFill>
                  <a:schemeClr val="dk1"/>
                </a:solidFill>
                <a:latin typeface="Lexend"/>
                <a:ea typeface="Lexend"/>
                <a:cs typeface="Lexend"/>
                <a:sym typeface="Lexend"/>
              </a:rPr>
              <a:t>€</a:t>
            </a:r>
            <a:r>
              <a:rPr lang="en-GB" sz="2000">
                <a:solidFill>
                  <a:schemeClr val="dk1"/>
                </a:solidFill>
                <a:latin typeface="Lexend"/>
                <a:ea typeface="Lexend"/>
                <a:cs typeface="Lexend"/>
                <a:sym typeface="Lexend"/>
              </a:rPr>
              <a:t>24 </a:t>
            </a:r>
            <a:endParaRPr sz="2000">
              <a:solidFill>
                <a:schemeClr val="dk1"/>
              </a:solidFill>
              <a:latin typeface="Lexend"/>
              <a:ea typeface="Lexend"/>
              <a:cs typeface="Lexend"/>
              <a:sym typeface="Lexend"/>
            </a:endParaRPr>
          </a:p>
        </p:txBody>
      </p:sp>
      <p:graphicFrame>
        <p:nvGraphicFramePr>
          <p:cNvPr id="2012" name="Google Shape;2012;p155"/>
          <p:cNvGraphicFramePr/>
          <p:nvPr/>
        </p:nvGraphicFramePr>
        <p:xfrm>
          <a:off x="3255025" y="2833575"/>
          <a:ext cx="3000000" cy="3000000"/>
        </p:xfrm>
        <a:graphic>
          <a:graphicData uri="http://schemas.openxmlformats.org/drawingml/2006/table">
            <a:tbl>
              <a:tblPr>
                <a:noFill/>
                <a:tableStyleId>{A150576A-BDC1-41C4-958D-C12858BDD4FE}</a:tableStyleId>
              </a:tblPr>
              <a:tblGrid>
                <a:gridCol w="1379525"/>
                <a:gridCol w="1379525"/>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a:t>
                      </a: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pSp>
        <p:nvGrpSpPr>
          <p:cNvPr id="2013" name="Google Shape;2013;p155"/>
          <p:cNvGrpSpPr/>
          <p:nvPr/>
        </p:nvGrpSpPr>
        <p:grpSpPr>
          <a:xfrm>
            <a:off x="4116300" y="3276334"/>
            <a:ext cx="1037866" cy="460466"/>
            <a:chOff x="1917550" y="2129709"/>
            <a:chExt cx="1037866" cy="460466"/>
          </a:xfrm>
        </p:grpSpPr>
        <p:cxnSp>
          <p:nvCxnSpPr>
            <p:cNvPr id="2014" name="Google Shape;2014;p155"/>
            <p:cNvCxnSpPr/>
            <p:nvPr/>
          </p:nvCxnSpPr>
          <p:spPr>
            <a:xfrm>
              <a:off x="1917550" y="25901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2015" name="Google Shape;2015;p155"/>
            <p:cNvSpPr txBox="1"/>
            <p:nvPr/>
          </p:nvSpPr>
          <p:spPr>
            <a:xfrm>
              <a:off x="20980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 2</a:t>
              </a:r>
              <a:endParaRPr sz="2000">
                <a:solidFill>
                  <a:schemeClr val="dk1"/>
                </a:solidFill>
                <a:latin typeface="Lexend"/>
                <a:ea typeface="Lexend"/>
                <a:cs typeface="Lexend"/>
                <a:sym typeface="Lexend"/>
              </a:endParaRPr>
            </a:p>
          </p:txBody>
        </p:sp>
      </p:grpSp>
      <p:sp>
        <p:nvSpPr>
          <p:cNvPr id="2016" name="Google Shape;2016;p155"/>
          <p:cNvSpPr txBox="1"/>
          <p:nvPr/>
        </p:nvSpPr>
        <p:spPr>
          <a:xfrm>
            <a:off x="3331225" y="4314825"/>
            <a:ext cx="317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Pounds × 2 = Euros</a:t>
            </a:r>
            <a:endParaRPr sz="1800"/>
          </a:p>
        </p:txBody>
      </p:sp>
      <p:sp>
        <p:nvSpPr>
          <p:cNvPr id="2017" name="Google Shape;2017;p155"/>
          <p:cNvSpPr txBox="1"/>
          <p:nvPr/>
        </p:nvSpPr>
        <p:spPr>
          <a:xfrm>
            <a:off x="6229350" y="1638300"/>
            <a:ext cx="2695500" cy="9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Shop C</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For every £30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we give you </a:t>
            </a:r>
            <a:r>
              <a:rPr lang="en-GB" sz="1800">
                <a:solidFill>
                  <a:schemeClr val="dk1"/>
                </a:solidFill>
                <a:latin typeface="Lexend"/>
                <a:ea typeface="Lexend"/>
                <a:cs typeface="Lexend"/>
                <a:sym typeface="Lexend"/>
              </a:rPr>
              <a:t>€</a:t>
            </a:r>
            <a:r>
              <a:rPr lang="en-GB" sz="2000">
                <a:solidFill>
                  <a:schemeClr val="dk1"/>
                </a:solidFill>
                <a:latin typeface="Lexend"/>
                <a:ea typeface="Lexend"/>
                <a:cs typeface="Lexend"/>
                <a:sym typeface="Lexend"/>
              </a:rPr>
              <a:t>45 </a:t>
            </a:r>
            <a:endParaRPr sz="2000">
              <a:solidFill>
                <a:schemeClr val="dk1"/>
              </a:solidFill>
              <a:latin typeface="Lexend"/>
              <a:ea typeface="Lexend"/>
              <a:cs typeface="Lexend"/>
              <a:sym typeface="Lexend"/>
            </a:endParaRPr>
          </a:p>
        </p:txBody>
      </p:sp>
      <p:graphicFrame>
        <p:nvGraphicFramePr>
          <p:cNvPr id="2018" name="Google Shape;2018;p155"/>
          <p:cNvGraphicFramePr/>
          <p:nvPr/>
        </p:nvGraphicFramePr>
        <p:xfrm>
          <a:off x="6074425" y="2833575"/>
          <a:ext cx="3000000" cy="3000000"/>
        </p:xfrm>
        <a:graphic>
          <a:graphicData uri="http://schemas.openxmlformats.org/drawingml/2006/table">
            <a:tbl>
              <a:tblPr>
                <a:noFill/>
                <a:tableStyleId>{A150576A-BDC1-41C4-958D-C12858BDD4FE}</a:tableStyleId>
              </a:tblPr>
              <a:tblGrid>
                <a:gridCol w="1379525"/>
                <a:gridCol w="1379525"/>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pSp>
        <p:nvGrpSpPr>
          <p:cNvPr id="2019" name="Google Shape;2019;p155"/>
          <p:cNvGrpSpPr/>
          <p:nvPr/>
        </p:nvGrpSpPr>
        <p:grpSpPr>
          <a:xfrm>
            <a:off x="6935700" y="3276334"/>
            <a:ext cx="1030200" cy="460466"/>
            <a:chOff x="1917550" y="2129709"/>
            <a:chExt cx="1030200" cy="460466"/>
          </a:xfrm>
        </p:grpSpPr>
        <p:cxnSp>
          <p:nvCxnSpPr>
            <p:cNvPr id="2020" name="Google Shape;2020;p155"/>
            <p:cNvCxnSpPr/>
            <p:nvPr/>
          </p:nvCxnSpPr>
          <p:spPr>
            <a:xfrm>
              <a:off x="1917550" y="25901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2021" name="Google Shape;2021;p155"/>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 1.5</a:t>
              </a:r>
              <a:endParaRPr sz="2000">
                <a:solidFill>
                  <a:schemeClr val="dk1"/>
                </a:solidFill>
                <a:latin typeface="Lexend"/>
                <a:ea typeface="Lexend"/>
                <a:cs typeface="Lexend"/>
                <a:sym typeface="Lexend"/>
              </a:endParaRPr>
            </a:p>
          </p:txBody>
        </p:sp>
      </p:grpSp>
      <p:sp>
        <p:nvSpPr>
          <p:cNvPr id="2022" name="Google Shape;2022;p155"/>
          <p:cNvSpPr txBox="1"/>
          <p:nvPr/>
        </p:nvSpPr>
        <p:spPr>
          <a:xfrm>
            <a:off x="6150625" y="4314825"/>
            <a:ext cx="317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Pounds × 1.5 = Euros</a:t>
            </a:r>
            <a:endParaRPr sz="1800"/>
          </a:p>
        </p:txBody>
      </p:sp>
      <p:pic>
        <p:nvPicPr>
          <p:cNvPr descr="&lt;math xmlns=&quot;http://www.w3.org/1998/Math/MathML&quot; display=&quot;block&quot; data-is-equatio=&quot;1&quot; data-latex=&quot;2.28\ \div2\ =\ 1.14&quot;&gt;&lt;mn&gt;2.28&lt;/mn&gt;&lt;mtext&gt;&lt;/mtext&gt;&lt;mo&gt;÷&lt;/mo&gt;&lt;mn&gt;2&lt;/mn&gt;&lt;mtext&gt;&lt;/mtext&gt;&lt;mo&gt;=&lt;/mo&gt;&lt;mtext&gt;&lt;/mtext&gt;&lt;mn&gt;1.14&lt;/mn&gt;&lt;/math&gt;" id="2023" name="Google Shape;2023;p155" title="2.28 division sign 2 equals 1.14"/>
          <p:cNvPicPr preferRelativeResize="0"/>
          <p:nvPr/>
        </p:nvPicPr>
        <p:blipFill>
          <a:blip r:embed="rId3">
            <a:alphaModFix/>
          </a:blip>
          <a:stretch>
            <a:fillRect/>
          </a:stretch>
        </p:blipFill>
        <p:spPr>
          <a:xfrm>
            <a:off x="533400" y="4090725"/>
            <a:ext cx="2419350" cy="248450"/>
          </a:xfrm>
          <a:prstGeom prst="rect">
            <a:avLst/>
          </a:prstGeom>
          <a:noFill/>
          <a:ln>
            <a:noFill/>
          </a:ln>
        </p:spPr>
      </p:pic>
      <p:pic>
        <p:nvPicPr>
          <p:cNvPr descr="&lt;math xmlns=&quot;http://www.w3.org/1998/Math/MathML&quot; display=&quot;block&quot; data-is-equatio=&quot;1&quot; data-latex=&quot;24\ \div12\ =\ 2&quot;&gt;&lt;mn&gt;24&lt;/mn&gt;&lt;mtext&gt;&lt;/mtext&gt;&lt;mo&gt;÷&lt;/mo&gt;&lt;mn&gt;12&lt;/mn&gt;&lt;mtext&gt;&lt;/mtext&gt;&lt;mo&gt;=&lt;/mo&gt;&lt;mtext&gt;&lt;/mtext&gt;&lt;mn&gt;2&lt;/mn&gt;&lt;/math&gt;" id="2024" name="Google Shape;2024;p155" title="24 division sign 12 equals 2"/>
          <p:cNvPicPr preferRelativeResize="0"/>
          <p:nvPr/>
        </p:nvPicPr>
        <p:blipFill>
          <a:blip r:embed="rId4">
            <a:alphaModFix/>
          </a:blip>
          <a:stretch>
            <a:fillRect/>
          </a:stretch>
        </p:blipFill>
        <p:spPr>
          <a:xfrm>
            <a:off x="3714750" y="4069574"/>
            <a:ext cx="1898867" cy="248450"/>
          </a:xfrm>
          <a:prstGeom prst="rect">
            <a:avLst/>
          </a:prstGeom>
          <a:noFill/>
          <a:ln>
            <a:noFill/>
          </a:ln>
        </p:spPr>
      </p:pic>
      <p:pic>
        <p:nvPicPr>
          <p:cNvPr descr="&lt;math xmlns=&quot;http://www.w3.org/1998/Math/MathML&quot; display=&quot;block&quot; data-is-equatio=&quot;1&quot; data-latex=&quot;45\ \div\ 30\ =\ 1.5&quot;&gt;&lt;mn&gt;45&lt;/mn&gt;&lt;mtext&gt;&lt;/mtext&gt;&lt;mo&gt;÷&lt;/mo&gt;&lt;mtext&gt;&lt;/mtext&gt;&lt;mn&gt;30&lt;/mn&gt;&lt;mtext&gt;&lt;/mtext&gt;&lt;mo&gt;=&lt;/mo&gt;&lt;mtext&gt;&lt;/mtext&gt;&lt;mn&gt;1.5&lt;/mn&gt;&lt;/math&gt;" id="2025" name="Google Shape;2025;p155" title="45 division sign 30 equals 1.5"/>
          <p:cNvPicPr preferRelativeResize="0"/>
          <p:nvPr/>
        </p:nvPicPr>
        <p:blipFill>
          <a:blip r:embed="rId5">
            <a:alphaModFix/>
          </a:blip>
          <a:stretch>
            <a:fillRect/>
          </a:stretch>
        </p:blipFill>
        <p:spPr>
          <a:xfrm>
            <a:off x="6370600" y="4048424"/>
            <a:ext cx="2241967" cy="248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9" name="Shape 2029"/>
        <p:cNvGrpSpPr/>
        <p:nvPr/>
      </p:nvGrpSpPr>
      <p:grpSpPr>
        <a:xfrm>
          <a:off x="0" y="0"/>
          <a:ext cx="0" cy="0"/>
          <a:chOff x="0" y="0"/>
          <a:chExt cx="0" cy="0"/>
        </a:xfrm>
      </p:grpSpPr>
      <p:sp>
        <p:nvSpPr>
          <p:cNvPr id="2030" name="Google Shape;2030;p156"/>
          <p:cNvSpPr/>
          <p:nvPr/>
        </p:nvSpPr>
        <p:spPr>
          <a:xfrm>
            <a:off x="3219650" y="1530025"/>
            <a:ext cx="2821200" cy="31779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1" name="Google Shape;2031;p156"/>
          <p:cNvSpPr/>
          <p:nvPr/>
        </p:nvSpPr>
        <p:spPr>
          <a:xfrm>
            <a:off x="3295650" y="1695450"/>
            <a:ext cx="2695500" cy="971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2" name="Google Shape;2032;p156"/>
          <p:cNvSpPr/>
          <p:nvPr/>
        </p:nvSpPr>
        <p:spPr>
          <a:xfrm>
            <a:off x="6115050" y="1695450"/>
            <a:ext cx="2695500" cy="971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3" name="Google Shape;2033;p156"/>
          <p:cNvSpPr/>
          <p:nvPr/>
        </p:nvSpPr>
        <p:spPr>
          <a:xfrm>
            <a:off x="371475" y="1695450"/>
            <a:ext cx="2695500" cy="971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4" name="Google Shape;2034;p156"/>
          <p:cNvSpPr txBox="1"/>
          <p:nvPr>
            <p:ph idx="1" type="body"/>
          </p:nvPr>
        </p:nvSpPr>
        <p:spPr>
          <a:xfrm>
            <a:off x="324000" y="759300"/>
            <a:ext cx="8237700" cy="102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Kalam"/>
                <a:ea typeface="Kalam"/>
                <a:cs typeface="Kalam"/>
                <a:sym typeface="Kalam"/>
              </a:rPr>
              <a:t>Shop B is the best </a:t>
            </a:r>
            <a:r>
              <a:rPr lang="en-GB">
                <a:latin typeface="Kalam"/>
                <a:ea typeface="Kalam"/>
                <a:cs typeface="Kalam"/>
                <a:sym typeface="Kalam"/>
              </a:rPr>
              <a:t>because</a:t>
            </a:r>
            <a:r>
              <a:rPr lang="en-GB">
                <a:latin typeface="Kalam"/>
                <a:ea typeface="Kalam"/>
                <a:cs typeface="Kalam"/>
                <a:sym typeface="Kalam"/>
              </a:rPr>
              <a:t> the multiplier from </a:t>
            </a:r>
            <a:r>
              <a:rPr lang="en-GB">
                <a:latin typeface="Kalam"/>
                <a:ea typeface="Kalam"/>
                <a:cs typeface="Kalam"/>
                <a:sym typeface="Kalam"/>
              </a:rPr>
              <a:t>pounds</a:t>
            </a:r>
            <a:r>
              <a:rPr lang="en-GB">
                <a:latin typeface="Kalam"/>
                <a:ea typeface="Kalam"/>
                <a:cs typeface="Kalam"/>
                <a:sym typeface="Kalam"/>
              </a:rPr>
              <a:t> to euros is the greatest. You get more euros per pound. </a:t>
            </a:r>
            <a:endParaRPr>
              <a:latin typeface="Kalam"/>
              <a:ea typeface="Kalam"/>
              <a:cs typeface="Kalam"/>
              <a:sym typeface="Kalam"/>
            </a:endParaRPr>
          </a:p>
          <a:p>
            <a:pPr indent="0" lvl="0" marL="0" rtl="0" algn="l">
              <a:spcBef>
                <a:spcPts val="1000"/>
              </a:spcBef>
              <a:spcAft>
                <a:spcPts val="1000"/>
              </a:spcAft>
              <a:buNone/>
            </a:pPr>
            <a:r>
              <a:t/>
            </a:r>
            <a:endParaRPr/>
          </a:p>
        </p:txBody>
      </p:sp>
      <p:sp>
        <p:nvSpPr>
          <p:cNvPr id="2035" name="Google Shape;2035;p15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Converting money</a:t>
            </a:r>
            <a:endParaRPr/>
          </a:p>
        </p:txBody>
      </p:sp>
      <p:sp>
        <p:nvSpPr>
          <p:cNvPr id="2036" name="Google Shape;2036;p156"/>
          <p:cNvSpPr txBox="1"/>
          <p:nvPr/>
        </p:nvSpPr>
        <p:spPr>
          <a:xfrm>
            <a:off x="514350" y="1638300"/>
            <a:ext cx="2695500" cy="9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Shop A</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For every £2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we give you </a:t>
            </a:r>
            <a:r>
              <a:rPr lang="en-GB" sz="1800">
                <a:solidFill>
                  <a:schemeClr val="dk1"/>
                </a:solidFill>
                <a:latin typeface="Lexend"/>
                <a:ea typeface="Lexend"/>
                <a:cs typeface="Lexend"/>
                <a:sym typeface="Lexend"/>
              </a:rPr>
              <a:t>€</a:t>
            </a:r>
            <a:r>
              <a:rPr lang="en-GB" sz="2000">
                <a:solidFill>
                  <a:schemeClr val="dk1"/>
                </a:solidFill>
                <a:latin typeface="Lexend"/>
                <a:ea typeface="Lexend"/>
                <a:cs typeface="Lexend"/>
                <a:sym typeface="Lexend"/>
              </a:rPr>
              <a:t>2.28 </a:t>
            </a:r>
            <a:endParaRPr sz="2000">
              <a:solidFill>
                <a:schemeClr val="dk1"/>
              </a:solidFill>
              <a:latin typeface="Lexend"/>
              <a:ea typeface="Lexend"/>
              <a:cs typeface="Lexend"/>
              <a:sym typeface="Lexend"/>
            </a:endParaRPr>
          </a:p>
        </p:txBody>
      </p:sp>
      <p:graphicFrame>
        <p:nvGraphicFramePr>
          <p:cNvPr id="2037" name="Google Shape;2037;p156"/>
          <p:cNvGraphicFramePr/>
          <p:nvPr/>
        </p:nvGraphicFramePr>
        <p:xfrm>
          <a:off x="359425" y="2833575"/>
          <a:ext cx="3000000" cy="3000000"/>
        </p:xfrm>
        <a:graphic>
          <a:graphicData uri="http://schemas.openxmlformats.org/drawingml/2006/table">
            <a:tbl>
              <a:tblPr>
                <a:noFill/>
                <a:tableStyleId>{A150576A-BDC1-41C4-958D-C12858BDD4FE}</a:tableStyleId>
              </a:tblPr>
              <a:tblGrid>
                <a:gridCol w="1379525"/>
                <a:gridCol w="1379525"/>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2.28</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pSp>
        <p:nvGrpSpPr>
          <p:cNvPr id="2038" name="Google Shape;2038;p156"/>
          <p:cNvGrpSpPr/>
          <p:nvPr/>
        </p:nvGrpSpPr>
        <p:grpSpPr>
          <a:xfrm>
            <a:off x="1220700" y="3276334"/>
            <a:ext cx="1030200" cy="460466"/>
            <a:chOff x="1917550" y="2129709"/>
            <a:chExt cx="1030200" cy="460466"/>
          </a:xfrm>
        </p:grpSpPr>
        <p:cxnSp>
          <p:nvCxnSpPr>
            <p:cNvPr id="2039" name="Google Shape;2039;p156"/>
            <p:cNvCxnSpPr/>
            <p:nvPr/>
          </p:nvCxnSpPr>
          <p:spPr>
            <a:xfrm>
              <a:off x="1917550" y="25901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2040" name="Google Shape;2040;p156"/>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×1.14</a:t>
              </a:r>
              <a:endParaRPr sz="2000">
                <a:solidFill>
                  <a:schemeClr val="dk1"/>
                </a:solidFill>
                <a:latin typeface="Lexend"/>
                <a:ea typeface="Lexend"/>
                <a:cs typeface="Lexend"/>
                <a:sym typeface="Lexend"/>
              </a:endParaRPr>
            </a:p>
          </p:txBody>
        </p:sp>
      </p:grpSp>
      <p:sp>
        <p:nvSpPr>
          <p:cNvPr id="2041" name="Google Shape;2041;p156"/>
          <p:cNvSpPr txBox="1"/>
          <p:nvPr/>
        </p:nvSpPr>
        <p:spPr>
          <a:xfrm>
            <a:off x="359425" y="4314825"/>
            <a:ext cx="317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Pounds × 1.14 = Euros</a:t>
            </a:r>
            <a:endParaRPr sz="1800"/>
          </a:p>
        </p:txBody>
      </p:sp>
      <p:sp>
        <p:nvSpPr>
          <p:cNvPr id="2042" name="Google Shape;2042;p156"/>
          <p:cNvSpPr txBox="1"/>
          <p:nvPr/>
        </p:nvSpPr>
        <p:spPr>
          <a:xfrm>
            <a:off x="3409950" y="1638300"/>
            <a:ext cx="2695500" cy="9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Shop B</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For every £12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we give you </a:t>
            </a:r>
            <a:r>
              <a:rPr lang="en-GB" sz="1800">
                <a:solidFill>
                  <a:schemeClr val="dk1"/>
                </a:solidFill>
                <a:latin typeface="Lexend"/>
                <a:ea typeface="Lexend"/>
                <a:cs typeface="Lexend"/>
                <a:sym typeface="Lexend"/>
              </a:rPr>
              <a:t>€</a:t>
            </a:r>
            <a:r>
              <a:rPr lang="en-GB" sz="2000">
                <a:solidFill>
                  <a:schemeClr val="dk1"/>
                </a:solidFill>
                <a:latin typeface="Lexend"/>
                <a:ea typeface="Lexend"/>
                <a:cs typeface="Lexend"/>
                <a:sym typeface="Lexend"/>
              </a:rPr>
              <a:t>24 </a:t>
            </a:r>
            <a:endParaRPr sz="2000">
              <a:solidFill>
                <a:schemeClr val="dk1"/>
              </a:solidFill>
              <a:latin typeface="Lexend"/>
              <a:ea typeface="Lexend"/>
              <a:cs typeface="Lexend"/>
              <a:sym typeface="Lexend"/>
            </a:endParaRPr>
          </a:p>
        </p:txBody>
      </p:sp>
      <p:graphicFrame>
        <p:nvGraphicFramePr>
          <p:cNvPr id="2043" name="Google Shape;2043;p156"/>
          <p:cNvGraphicFramePr/>
          <p:nvPr/>
        </p:nvGraphicFramePr>
        <p:xfrm>
          <a:off x="3255025" y="2833575"/>
          <a:ext cx="3000000" cy="3000000"/>
        </p:xfrm>
        <a:graphic>
          <a:graphicData uri="http://schemas.openxmlformats.org/drawingml/2006/table">
            <a:tbl>
              <a:tblPr>
                <a:noFill/>
                <a:tableStyleId>{A150576A-BDC1-41C4-958D-C12858BDD4FE}</a:tableStyleId>
              </a:tblPr>
              <a:tblGrid>
                <a:gridCol w="1379525"/>
                <a:gridCol w="1379525"/>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24</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pSp>
        <p:nvGrpSpPr>
          <p:cNvPr id="2044" name="Google Shape;2044;p156"/>
          <p:cNvGrpSpPr/>
          <p:nvPr/>
        </p:nvGrpSpPr>
        <p:grpSpPr>
          <a:xfrm>
            <a:off x="4116300" y="3276334"/>
            <a:ext cx="1037866" cy="460466"/>
            <a:chOff x="1917550" y="2129709"/>
            <a:chExt cx="1037866" cy="460466"/>
          </a:xfrm>
        </p:grpSpPr>
        <p:cxnSp>
          <p:nvCxnSpPr>
            <p:cNvPr id="2045" name="Google Shape;2045;p156"/>
            <p:cNvCxnSpPr/>
            <p:nvPr/>
          </p:nvCxnSpPr>
          <p:spPr>
            <a:xfrm>
              <a:off x="1917550" y="25901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2046" name="Google Shape;2046;p156"/>
            <p:cNvSpPr txBox="1"/>
            <p:nvPr/>
          </p:nvSpPr>
          <p:spPr>
            <a:xfrm>
              <a:off x="20980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 2</a:t>
              </a:r>
              <a:endParaRPr sz="2000">
                <a:solidFill>
                  <a:schemeClr val="dk1"/>
                </a:solidFill>
                <a:latin typeface="Lexend"/>
                <a:ea typeface="Lexend"/>
                <a:cs typeface="Lexend"/>
                <a:sym typeface="Lexend"/>
              </a:endParaRPr>
            </a:p>
          </p:txBody>
        </p:sp>
      </p:grpSp>
      <p:sp>
        <p:nvSpPr>
          <p:cNvPr id="2047" name="Google Shape;2047;p156"/>
          <p:cNvSpPr txBox="1"/>
          <p:nvPr/>
        </p:nvSpPr>
        <p:spPr>
          <a:xfrm>
            <a:off x="3331225" y="4314825"/>
            <a:ext cx="317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Pounds × 2 = Euros</a:t>
            </a:r>
            <a:endParaRPr sz="1800"/>
          </a:p>
        </p:txBody>
      </p:sp>
      <p:sp>
        <p:nvSpPr>
          <p:cNvPr id="2048" name="Google Shape;2048;p156"/>
          <p:cNvSpPr txBox="1"/>
          <p:nvPr/>
        </p:nvSpPr>
        <p:spPr>
          <a:xfrm>
            <a:off x="6229350" y="1638300"/>
            <a:ext cx="2695500" cy="9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Shop C</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For every £30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we give you </a:t>
            </a:r>
            <a:r>
              <a:rPr lang="en-GB" sz="1800">
                <a:solidFill>
                  <a:schemeClr val="dk1"/>
                </a:solidFill>
                <a:latin typeface="Lexend"/>
                <a:ea typeface="Lexend"/>
                <a:cs typeface="Lexend"/>
                <a:sym typeface="Lexend"/>
              </a:rPr>
              <a:t>€</a:t>
            </a:r>
            <a:r>
              <a:rPr lang="en-GB" sz="2000">
                <a:solidFill>
                  <a:schemeClr val="dk1"/>
                </a:solidFill>
                <a:latin typeface="Lexend"/>
                <a:ea typeface="Lexend"/>
                <a:cs typeface="Lexend"/>
                <a:sym typeface="Lexend"/>
              </a:rPr>
              <a:t>45 </a:t>
            </a:r>
            <a:endParaRPr sz="2000">
              <a:solidFill>
                <a:schemeClr val="dk1"/>
              </a:solidFill>
              <a:latin typeface="Lexend"/>
              <a:ea typeface="Lexend"/>
              <a:cs typeface="Lexend"/>
              <a:sym typeface="Lexend"/>
            </a:endParaRPr>
          </a:p>
        </p:txBody>
      </p:sp>
      <p:grpSp>
        <p:nvGrpSpPr>
          <p:cNvPr id="2049" name="Google Shape;2049;p156"/>
          <p:cNvGrpSpPr/>
          <p:nvPr/>
        </p:nvGrpSpPr>
        <p:grpSpPr>
          <a:xfrm>
            <a:off x="6935700" y="3276334"/>
            <a:ext cx="1030200" cy="460466"/>
            <a:chOff x="1917550" y="2129709"/>
            <a:chExt cx="1030200" cy="460466"/>
          </a:xfrm>
        </p:grpSpPr>
        <p:cxnSp>
          <p:nvCxnSpPr>
            <p:cNvPr id="2050" name="Google Shape;2050;p156"/>
            <p:cNvCxnSpPr/>
            <p:nvPr/>
          </p:nvCxnSpPr>
          <p:spPr>
            <a:xfrm>
              <a:off x="1917550" y="25901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2051" name="Google Shape;2051;p156"/>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 1.5</a:t>
              </a:r>
              <a:endParaRPr sz="2000">
                <a:solidFill>
                  <a:schemeClr val="dk1"/>
                </a:solidFill>
                <a:latin typeface="Lexend"/>
                <a:ea typeface="Lexend"/>
                <a:cs typeface="Lexend"/>
                <a:sym typeface="Lexend"/>
              </a:endParaRPr>
            </a:p>
          </p:txBody>
        </p:sp>
      </p:grpSp>
      <p:sp>
        <p:nvSpPr>
          <p:cNvPr id="2052" name="Google Shape;2052;p156"/>
          <p:cNvSpPr txBox="1"/>
          <p:nvPr/>
        </p:nvSpPr>
        <p:spPr>
          <a:xfrm>
            <a:off x="6150625" y="4314825"/>
            <a:ext cx="317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Pounds × 1.5 = Euros</a:t>
            </a:r>
            <a:endParaRPr sz="1800"/>
          </a:p>
        </p:txBody>
      </p:sp>
      <p:pic>
        <p:nvPicPr>
          <p:cNvPr descr="&lt;math xmlns=&quot;http://www.w3.org/1998/Math/MathML&quot; display=&quot;block&quot; data-is-equatio=&quot;1&quot; data-latex=&quot;2.28\ \div2\ =\ 1.14&quot;&gt;&lt;mn&gt;2.28&lt;/mn&gt;&lt;mtext&gt;&lt;/mtext&gt;&lt;mo&gt;÷&lt;/mo&gt;&lt;mn&gt;2&lt;/mn&gt;&lt;mtext&gt;&lt;/mtext&gt;&lt;mo&gt;=&lt;/mo&gt;&lt;mtext&gt;&lt;/mtext&gt;&lt;mn&gt;1.14&lt;/mn&gt;&lt;/math&gt;" id="2053" name="Google Shape;2053;p156" title="2.28 division sign 2 equals 1.14"/>
          <p:cNvPicPr preferRelativeResize="0"/>
          <p:nvPr/>
        </p:nvPicPr>
        <p:blipFill>
          <a:blip r:embed="rId3">
            <a:alphaModFix/>
          </a:blip>
          <a:stretch>
            <a:fillRect/>
          </a:stretch>
        </p:blipFill>
        <p:spPr>
          <a:xfrm>
            <a:off x="533400" y="4090725"/>
            <a:ext cx="2419350" cy="248450"/>
          </a:xfrm>
          <a:prstGeom prst="rect">
            <a:avLst/>
          </a:prstGeom>
          <a:noFill/>
          <a:ln>
            <a:noFill/>
          </a:ln>
        </p:spPr>
      </p:pic>
      <p:pic>
        <p:nvPicPr>
          <p:cNvPr descr="&lt;math xmlns=&quot;http://www.w3.org/1998/Math/MathML&quot; display=&quot;block&quot; data-is-equatio=&quot;1&quot; data-latex=&quot;24\ \div12\ =\ 2&quot;&gt;&lt;mn&gt;24&lt;/mn&gt;&lt;mtext&gt;&lt;/mtext&gt;&lt;mo&gt;÷&lt;/mo&gt;&lt;mn&gt;12&lt;/mn&gt;&lt;mtext&gt;&lt;/mtext&gt;&lt;mo&gt;=&lt;/mo&gt;&lt;mtext&gt;&lt;/mtext&gt;&lt;mn&gt;2&lt;/mn&gt;&lt;/math&gt;" id="2054" name="Google Shape;2054;p156" title="24 division sign 12 equals 2"/>
          <p:cNvPicPr preferRelativeResize="0"/>
          <p:nvPr/>
        </p:nvPicPr>
        <p:blipFill>
          <a:blip r:embed="rId4">
            <a:alphaModFix/>
          </a:blip>
          <a:stretch>
            <a:fillRect/>
          </a:stretch>
        </p:blipFill>
        <p:spPr>
          <a:xfrm>
            <a:off x="3714750" y="4069574"/>
            <a:ext cx="1898867" cy="248450"/>
          </a:xfrm>
          <a:prstGeom prst="rect">
            <a:avLst/>
          </a:prstGeom>
          <a:noFill/>
          <a:ln>
            <a:noFill/>
          </a:ln>
        </p:spPr>
      </p:pic>
      <p:pic>
        <p:nvPicPr>
          <p:cNvPr descr="&lt;math xmlns=&quot;http://www.w3.org/1998/Math/MathML&quot; display=&quot;block&quot; data-is-equatio=&quot;1&quot; data-latex=&quot;45\ \div\ 30\ =\ 1.5&quot;&gt;&lt;mn&gt;45&lt;/mn&gt;&lt;mtext&gt;&lt;/mtext&gt;&lt;mo&gt;÷&lt;/mo&gt;&lt;mtext&gt;&lt;/mtext&gt;&lt;mn&gt;30&lt;/mn&gt;&lt;mtext&gt;&lt;/mtext&gt;&lt;mo&gt;=&lt;/mo&gt;&lt;mtext&gt;&lt;/mtext&gt;&lt;mn&gt;1.5&lt;/mn&gt;&lt;/math&gt;" id="2055" name="Google Shape;2055;p156" title="45 division sign 30 equals 1.5"/>
          <p:cNvPicPr preferRelativeResize="0"/>
          <p:nvPr/>
        </p:nvPicPr>
        <p:blipFill>
          <a:blip r:embed="rId5">
            <a:alphaModFix/>
          </a:blip>
          <a:stretch>
            <a:fillRect/>
          </a:stretch>
        </p:blipFill>
        <p:spPr>
          <a:xfrm>
            <a:off x="6370600" y="4048424"/>
            <a:ext cx="2241967" cy="248450"/>
          </a:xfrm>
          <a:prstGeom prst="rect">
            <a:avLst/>
          </a:prstGeom>
          <a:noFill/>
          <a:ln>
            <a:noFill/>
          </a:ln>
        </p:spPr>
      </p:pic>
      <p:graphicFrame>
        <p:nvGraphicFramePr>
          <p:cNvPr id="2056" name="Google Shape;2056;p156"/>
          <p:cNvGraphicFramePr/>
          <p:nvPr/>
        </p:nvGraphicFramePr>
        <p:xfrm>
          <a:off x="6074425" y="2833575"/>
          <a:ext cx="3000000" cy="3000000"/>
        </p:xfrm>
        <a:graphic>
          <a:graphicData uri="http://schemas.openxmlformats.org/drawingml/2006/table">
            <a:tbl>
              <a:tblPr>
                <a:noFill/>
                <a:tableStyleId>{A150576A-BDC1-41C4-958D-C12858BDD4FE}</a:tableStyleId>
              </a:tblPr>
              <a:tblGrid>
                <a:gridCol w="1379525"/>
                <a:gridCol w="1379525"/>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45</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0" name="Shape 2060"/>
        <p:cNvGrpSpPr/>
        <p:nvPr/>
      </p:nvGrpSpPr>
      <p:grpSpPr>
        <a:xfrm>
          <a:off x="0" y="0"/>
          <a:ext cx="0" cy="0"/>
          <a:chOff x="0" y="0"/>
          <a:chExt cx="0" cy="0"/>
        </a:xfrm>
      </p:grpSpPr>
      <p:sp>
        <p:nvSpPr>
          <p:cNvPr id="2061" name="Google Shape;2061;p157"/>
          <p:cNvSpPr txBox="1"/>
          <p:nvPr>
            <p:ph idx="1" type="body"/>
          </p:nvPr>
        </p:nvSpPr>
        <p:spPr>
          <a:xfrm>
            <a:off x="324000" y="759300"/>
            <a:ext cx="8237700" cy="8124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Fill in the currency conversion table using the following ratio:</a:t>
            </a:r>
            <a:endParaRPr/>
          </a:p>
          <a:p>
            <a:pPr indent="0" lvl="0" marL="0" rtl="0" algn="l">
              <a:spcBef>
                <a:spcPts val="1000"/>
              </a:spcBef>
              <a:spcAft>
                <a:spcPts val="1000"/>
              </a:spcAft>
              <a:buNone/>
            </a:pPr>
            <a:r>
              <a:t/>
            </a:r>
            <a:endParaRPr/>
          </a:p>
        </p:txBody>
      </p:sp>
      <p:sp>
        <p:nvSpPr>
          <p:cNvPr id="2062" name="Google Shape;2062;p1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Converting money</a:t>
            </a:r>
            <a:endParaRPr/>
          </a:p>
          <a:p>
            <a:pPr indent="0" lvl="0" marL="0" rtl="0" algn="l">
              <a:spcBef>
                <a:spcPts val="1000"/>
              </a:spcBef>
              <a:spcAft>
                <a:spcPts val="1000"/>
              </a:spcAft>
              <a:buNone/>
            </a:pPr>
            <a:r>
              <a:t/>
            </a:r>
            <a:endParaRPr/>
          </a:p>
        </p:txBody>
      </p:sp>
      <p:graphicFrame>
        <p:nvGraphicFramePr>
          <p:cNvPr id="2063" name="Google Shape;2063;p157"/>
          <p:cNvGraphicFramePr/>
          <p:nvPr/>
        </p:nvGraphicFramePr>
        <p:xfrm>
          <a:off x="2344200" y="1253375"/>
          <a:ext cx="3000000" cy="3000000"/>
        </p:xfrm>
        <a:graphic>
          <a:graphicData uri="http://schemas.openxmlformats.org/drawingml/2006/table">
            <a:tbl>
              <a:tblPr>
                <a:noFill/>
                <a:tableStyleId>{A150576A-BDC1-41C4-958D-C12858BDD4FE}</a:tableStyleId>
              </a:tblPr>
              <a:tblGrid>
                <a:gridCol w="2224875"/>
                <a:gridCol w="2224875"/>
              </a:tblGrid>
              <a:tr h="45582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a:t>
                      </a:r>
                      <a:r>
                        <a:rPr lang="en-GB" sz="1800">
                          <a:solidFill>
                            <a:schemeClr val="lt1"/>
                          </a:solidFill>
                          <a:latin typeface="Lexend"/>
                          <a:ea typeface="Lexend"/>
                          <a:cs typeface="Lexend"/>
                          <a:sym typeface="Lexend"/>
                        </a:rPr>
                        <a:t>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USA dollars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45582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1.08</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455825">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11.88</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455825">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21.60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455825">
                <a:tc>
                  <a:txBody>
                    <a:bodyPr/>
                    <a:lstStyle/>
                    <a:p>
                      <a:pPr indent="0" lvl="0" marL="0" rtl="0" algn="ctr">
                        <a:spcBef>
                          <a:spcPts val="0"/>
                        </a:spcBef>
                        <a:spcAft>
                          <a:spcPts val="0"/>
                        </a:spcAft>
                        <a:buNone/>
                      </a:pPr>
                      <a:r>
                        <a:rPr lang="en-GB" sz="1800">
                          <a:latin typeface="Lexend"/>
                          <a:ea typeface="Lexend"/>
                          <a:cs typeface="Lexend"/>
                          <a:sym typeface="Lexend"/>
                        </a:rPr>
                        <a:t>0.5</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0.54</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455825">
                <a:tc>
                  <a:txBody>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455825">
                <a:tc>
                  <a:txBody>
                    <a:bodyPr/>
                    <a:lstStyle/>
                    <a:p>
                      <a:pPr indent="0" lvl="0" marL="0" rtl="0" algn="ctr">
                        <a:spcBef>
                          <a:spcPts val="0"/>
                        </a:spcBef>
                        <a:spcAft>
                          <a:spcPts val="0"/>
                        </a:spcAft>
                        <a:buNone/>
                      </a:pPr>
                      <a:r>
                        <a:rPr lang="en-GB" sz="1800">
                          <a:latin typeface="Lexend"/>
                          <a:ea typeface="Lexend"/>
                          <a:cs typeface="Lexend"/>
                          <a:sym typeface="Lexend"/>
                        </a:rPr>
                        <a:t>150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162</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
        <p:nvSpPr>
          <p:cNvPr id="2064" name="Google Shape;2064;p157"/>
          <p:cNvSpPr/>
          <p:nvPr/>
        </p:nvSpPr>
        <p:spPr>
          <a:xfrm>
            <a:off x="5168900" y="2260600"/>
            <a:ext cx="1087800" cy="3048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5" name="Google Shape;2065;p157"/>
          <p:cNvSpPr/>
          <p:nvPr/>
        </p:nvSpPr>
        <p:spPr>
          <a:xfrm>
            <a:off x="5168900" y="2717800"/>
            <a:ext cx="1087800" cy="3048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6" name="Google Shape;2066;p157"/>
          <p:cNvSpPr/>
          <p:nvPr/>
        </p:nvSpPr>
        <p:spPr>
          <a:xfrm>
            <a:off x="2882900" y="3175000"/>
            <a:ext cx="1087800" cy="3048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7" name="Google Shape;2067;p157"/>
          <p:cNvSpPr/>
          <p:nvPr/>
        </p:nvSpPr>
        <p:spPr>
          <a:xfrm>
            <a:off x="2882900" y="3632200"/>
            <a:ext cx="1087800" cy="3048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8" name="Google Shape;2068;p157"/>
          <p:cNvSpPr/>
          <p:nvPr/>
        </p:nvSpPr>
        <p:spPr>
          <a:xfrm>
            <a:off x="2882900" y="4089400"/>
            <a:ext cx="1087800" cy="3048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2" name="Shape 2072"/>
        <p:cNvGrpSpPr/>
        <p:nvPr/>
      </p:nvGrpSpPr>
      <p:grpSpPr>
        <a:xfrm>
          <a:off x="0" y="0"/>
          <a:ext cx="0" cy="0"/>
          <a:chOff x="0" y="0"/>
          <a:chExt cx="0" cy="0"/>
        </a:xfrm>
      </p:grpSpPr>
      <p:pic>
        <p:nvPicPr>
          <p:cNvPr id="2073" name="Google Shape;2073;p158"/>
          <p:cNvPicPr preferRelativeResize="0"/>
          <p:nvPr/>
        </p:nvPicPr>
        <p:blipFill rotWithShape="1">
          <a:blip r:embed="rId3">
            <a:alphaModFix/>
          </a:blip>
          <a:srcRect b="0" l="0" r="69082" t="56280"/>
          <a:stretch/>
        </p:blipFill>
        <p:spPr>
          <a:xfrm flipH="1">
            <a:off x="1050701" y="1569200"/>
            <a:ext cx="2318899" cy="1316250"/>
          </a:xfrm>
          <a:prstGeom prst="rect">
            <a:avLst/>
          </a:prstGeom>
          <a:noFill/>
          <a:ln>
            <a:noFill/>
          </a:ln>
        </p:spPr>
      </p:pic>
      <p:pic>
        <p:nvPicPr>
          <p:cNvPr id="2074" name="Google Shape;2074;p158"/>
          <p:cNvPicPr preferRelativeResize="0"/>
          <p:nvPr/>
        </p:nvPicPr>
        <p:blipFill rotWithShape="1">
          <a:blip r:embed="rId3">
            <a:alphaModFix/>
          </a:blip>
          <a:srcRect b="0" l="0" r="69082" t="56280"/>
          <a:stretch/>
        </p:blipFill>
        <p:spPr>
          <a:xfrm flipH="1">
            <a:off x="3717701" y="1569200"/>
            <a:ext cx="2318899" cy="1316250"/>
          </a:xfrm>
          <a:prstGeom prst="rect">
            <a:avLst/>
          </a:prstGeom>
          <a:noFill/>
          <a:ln>
            <a:noFill/>
          </a:ln>
        </p:spPr>
      </p:pic>
      <p:pic>
        <p:nvPicPr>
          <p:cNvPr id="2075" name="Google Shape;2075;p158"/>
          <p:cNvPicPr preferRelativeResize="0"/>
          <p:nvPr/>
        </p:nvPicPr>
        <p:blipFill rotWithShape="1">
          <a:blip r:embed="rId3">
            <a:alphaModFix/>
          </a:blip>
          <a:srcRect b="0" l="0" r="69082" t="56280"/>
          <a:stretch/>
        </p:blipFill>
        <p:spPr>
          <a:xfrm flipH="1">
            <a:off x="6232301" y="1569200"/>
            <a:ext cx="2318899" cy="1316250"/>
          </a:xfrm>
          <a:prstGeom prst="rect">
            <a:avLst/>
          </a:prstGeom>
          <a:noFill/>
          <a:ln>
            <a:noFill/>
          </a:ln>
        </p:spPr>
      </p:pic>
      <p:sp>
        <p:nvSpPr>
          <p:cNvPr id="2076" name="Google Shape;2076;p158"/>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a:t>
            </a:r>
            <a:r>
              <a:rPr lang="en-GB"/>
              <a:t>A group of three friends are going on holiday. They all exchange some pounds for euros.</a:t>
            </a:r>
            <a:endParaRPr/>
          </a:p>
          <a:p>
            <a:pPr indent="0" lvl="0" marL="0" rtl="0" algn="l">
              <a:spcBef>
                <a:spcPts val="1000"/>
              </a:spcBef>
              <a:spcAft>
                <a:spcPts val="1000"/>
              </a:spcAft>
              <a:buNone/>
            </a:pPr>
            <a:r>
              <a:t/>
            </a:r>
            <a:endParaRPr/>
          </a:p>
        </p:txBody>
      </p:sp>
      <p:sp>
        <p:nvSpPr>
          <p:cNvPr id="2077" name="Google Shape;2077;p15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Converting money</a:t>
            </a:r>
            <a:endParaRPr/>
          </a:p>
          <a:p>
            <a:pPr indent="0" lvl="0" marL="0" rtl="0" algn="l">
              <a:spcBef>
                <a:spcPts val="1000"/>
              </a:spcBef>
              <a:spcAft>
                <a:spcPts val="1000"/>
              </a:spcAft>
              <a:buNone/>
            </a:pPr>
            <a:r>
              <a:t/>
            </a:r>
            <a:endParaRPr/>
          </a:p>
        </p:txBody>
      </p:sp>
      <p:sp>
        <p:nvSpPr>
          <p:cNvPr id="2078" name="Google Shape;2078;p158"/>
          <p:cNvSpPr txBox="1"/>
          <p:nvPr/>
        </p:nvSpPr>
        <p:spPr>
          <a:xfrm>
            <a:off x="1244600" y="1754725"/>
            <a:ext cx="2197200" cy="8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I got €120 for £100</a:t>
            </a:r>
            <a:endParaRPr sz="2200">
              <a:solidFill>
                <a:schemeClr val="dk1"/>
              </a:solidFill>
              <a:latin typeface="Lexend"/>
              <a:ea typeface="Lexend"/>
              <a:cs typeface="Lexend"/>
              <a:sym typeface="Lexend"/>
            </a:endParaRPr>
          </a:p>
        </p:txBody>
      </p:sp>
      <p:sp>
        <p:nvSpPr>
          <p:cNvPr id="2079" name="Google Shape;2079;p158"/>
          <p:cNvSpPr txBox="1"/>
          <p:nvPr/>
        </p:nvSpPr>
        <p:spPr>
          <a:xfrm>
            <a:off x="3987800" y="1754725"/>
            <a:ext cx="2197200" cy="8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I got €30 for £20</a:t>
            </a:r>
            <a:endParaRPr sz="2200">
              <a:solidFill>
                <a:schemeClr val="dk1"/>
              </a:solidFill>
              <a:latin typeface="Lexend"/>
              <a:ea typeface="Lexend"/>
              <a:cs typeface="Lexend"/>
              <a:sym typeface="Lexend"/>
            </a:endParaRPr>
          </a:p>
        </p:txBody>
      </p:sp>
      <p:sp>
        <p:nvSpPr>
          <p:cNvPr id="2080" name="Google Shape;2080;p158"/>
          <p:cNvSpPr txBox="1"/>
          <p:nvPr/>
        </p:nvSpPr>
        <p:spPr>
          <a:xfrm>
            <a:off x="6502400" y="1678525"/>
            <a:ext cx="2197200" cy="8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I got €90 for £60</a:t>
            </a:r>
            <a:endParaRPr sz="2200">
              <a:solidFill>
                <a:schemeClr val="dk1"/>
              </a:solidFill>
              <a:latin typeface="Lexend"/>
              <a:ea typeface="Lexend"/>
              <a:cs typeface="Lexend"/>
              <a:sym typeface="Lexend"/>
            </a:endParaRPr>
          </a:p>
        </p:txBody>
      </p:sp>
      <p:sp>
        <p:nvSpPr>
          <p:cNvPr id="2081" name="Google Shape;2081;p158"/>
          <p:cNvSpPr txBox="1"/>
          <p:nvPr/>
        </p:nvSpPr>
        <p:spPr>
          <a:xfrm>
            <a:off x="324000" y="3111500"/>
            <a:ext cx="8375700" cy="14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a) Who got the best deal?</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b) Andeep decided to come along too and exchanged €110 for £100. Whose deal was it most similar to?</a:t>
            </a:r>
            <a:endParaRPr sz="2200">
              <a:solidFill>
                <a:schemeClr val="dk1"/>
              </a:solidFill>
              <a:latin typeface="Lexend"/>
              <a:ea typeface="Lexend"/>
              <a:cs typeface="Lexend"/>
              <a:sym typeface="Lexend"/>
            </a:endParaRPr>
          </a:p>
        </p:txBody>
      </p:sp>
      <p:sp>
        <p:nvSpPr>
          <p:cNvPr id="2082" name="Google Shape;2082;p158"/>
          <p:cNvSpPr txBox="1"/>
          <p:nvPr/>
        </p:nvSpPr>
        <p:spPr>
          <a:xfrm>
            <a:off x="1727200" y="2641600"/>
            <a:ext cx="16425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Sofia</a:t>
            </a:r>
            <a:endParaRPr sz="2200">
              <a:solidFill>
                <a:schemeClr val="dk1"/>
              </a:solidFill>
              <a:latin typeface="Lexend"/>
              <a:ea typeface="Lexend"/>
              <a:cs typeface="Lexend"/>
              <a:sym typeface="Lexend"/>
            </a:endParaRPr>
          </a:p>
        </p:txBody>
      </p:sp>
      <p:sp>
        <p:nvSpPr>
          <p:cNvPr id="2083" name="Google Shape;2083;p158"/>
          <p:cNvSpPr txBox="1"/>
          <p:nvPr/>
        </p:nvSpPr>
        <p:spPr>
          <a:xfrm>
            <a:off x="4318000" y="2641600"/>
            <a:ext cx="16425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Laura</a:t>
            </a:r>
            <a:endParaRPr sz="2200">
              <a:solidFill>
                <a:schemeClr val="dk1"/>
              </a:solidFill>
              <a:latin typeface="Lexend"/>
              <a:ea typeface="Lexend"/>
              <a:cs typeface="Lexend"/>
              <a:sym typeface="Lexend"/>
            </a:endParaRPr>
          </a:p>
        </p:txBody>
      </p:sp>
      <p:sp>
        <p:nvSpPr>
          <p:cNvPr id="2084" name="Google Shape;2084;p158"/>
          <p:cNvSpPr txBox="1"/>
          <p:nvPr/>
        </p:nvSpPr>
        <p:spPr>
          <a:xfrm>
            <a:off x="6908800" y="2641600"/>
            <a:ext cx="16425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Sam</a:t>
            </a:r>
            <a:endParaRPr sz="2200">
              <a:solidFill>
                <a:schemeClr val="dk1"/>
              </a:solidFill>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8" name="Shape 2088"/>
        <p:cNvGrpSpPr/>
        <p:nvPr/>
      </p:nvGrpSpPr>
      <p:grpSpPr>
        <a:xfrm>
          <a:off x="0" y="0"/>
          <a:ext cx="0" cy="0"/>
          <a:chOff x="0" y="0"/>
          <a:chExt cx="0" cy="0"/>
        </a:xfrm>
      </p:grpSpPr>
      <p:sp>
        <p:nvSpPr>
          <p:cNvPr id="2089" name="Google Shape;2089;p159"/>
          <p:cNvSpPr txBox="1"/>
          <p:nvPr>
            <p:ph idx="1" type="body"/>
          </p:nvPr>
        </p:nvSpPr>
        <p:spPr>
          <a:xfrm>
            <a:off x="324000" y="759300"/>
            <a:ext cx="8237700" cy="10440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Fill in the currency conversion table using the following ratio:</a:t>
            </a:r>
            <a:endParaRPr/>
          </a:p>
          <a:p>
            <a:pPr indent="0" lvl="0" marL="0" rtl="0" algn="l">
              <a:spcBef>
                <a:spcPts val="1000"/>
              </a:spcBef>
              <a:spcAft>
                <a:spcPts val="1000"/>
              </a:spcAft>
              <a:buNone/>
            </a:pPr>
            <a:r>
              <a:t/>
            </a:r>
            <a:endParaRPr/>
          </a:p>
        </p:txBody>
      </p:sp>
      <p:sp>
        <p:nvSpPr>
          <p:cNvPr id="2090" name="Google Shape;2090;p15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Converting money</a:t>
            </a:r>
            <a:endParaRPr/>
          </a:p>
          <a:p>
            <a:pPr indent="0" lvl="0" marL="0" rtl="0" algn="l">
              <a:spcBef>
                <a:spcPts val="1000"/>
              </a:spcBef>
              <a:spcAft>
                <a:spcPts val="1000"/>
              </a:spcAft>
              <a:buNone/>
            </a:pPr>
            <a:r>
              <a:t/>
            </a:r>
            <a:endParaRPr/>
          </a:p>
        </p:txBody>
      </p:sp>
      <p:graphicFrame>
        <p:nvGraphicFramePr>
          <p:cNvPr id="2091" name="Google Shape;2091;p159"/>
          <p:cNvGraphicFramePr/>
          <p:nvPr/>
        </p:nvGraphicFramePr>
        <p:xfrm>
          <a:off x="2344200" y="1253375"/>
          <a:ext cx="3000000" cy="3000000"/>
        </p:xfrm>
        <a:graphic>
          <a:graphicData uri="http://schemas.openxmlformats.org/drawingml/2006/table">
            <a:tbl>
              <a:tblPr>
                <a:noFill/>
                <a:tableStyleId>{A150576A-BDC1-41C4-958D-C12858BDD4FE}</a:tableStyleId>
              </a:tblPr>
              <a:tblGrid>
                <a:gridCol w="2224875"/>
                <a:gridCol w="2224875"/>
              </a:tblGrid>
              <a:tr h="45582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USA dollars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455825">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1.08</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455825">
                <a:tc>
                  <a:txBody>
                    <a:bodyPr/>
                    <a:lstStyle/>
                    <a:p>
                      <a:pPr indent="0" lvl="0" marL="0" rtl="0" algn="ctr">
                        <a:spcBef>
                          <a:spcPts val="0"/>
                        </a:spcBef>
                        <a:spcAft>
                          <a:spcPts val="0"/>
                        </a:spcAft>
                        <a:buNone/>
                      </a:pPr>
                      <a:r>
                        <a:rPr lang="en-GB" sz="1800">
                          <a:latin typeface="Lexend"/>
                          <a:ea typeface="Lexend"/>
                          <a:cs typeface="Lexend"/>
                          <a:sym typeface="Lexend"/>
                        </a:rPr>
                        <a:t>11</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11.88</a:t>
                      </a:r>
                      <a:endParaRPr sz="2000">
                        <a:latin typeface="Kalam"/>
                        <a:ea typeface="Kalam"/>
                        <a:cs typeface="Kalam"/>
                        <a:sym typeface="Kalam"/>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455825">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21.60</a:t>
                      </a:r>
                      <a:endParaRPr sz="2000">
                        <a:latin typeface="Kalam"/>
                        <a:ea typeface="Kalam"/>
                        <a:cs typeface="Kalam"/>
                        <a:sym typeface="Kalam"/>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455825">
                <a:tc>
                  <a:txBody>
                    <a:bodyPr/>
                    <a:lstStyle/>
                    <a:p>
                      <a:pPr indent="0" lvl="0" marL="0" rtl="0" algn="ctr">
                        <a:spcBef>
                          <a:spcPts val="0"/>
                        </a:spcBef>
                        <a:spcAft>
                          <a:spcPts val="0"/>
                        </a:spcAft>
                        <a:buNone/>
                      </a:pPr>
                      <a:r>
                        <a:rPr lang="en-GB" sz="2000">
                          <a:latin typeface="Kalam"/>
                          <a:ea typeface="Kalam"/>
                          <a:cs typeface="Kalam"/>
                          <a:sym typeface="Kalam"/>
                        </a:rPr>
                        <a:t>0.5</a:t>
                      </a:r>
                      <a:endParaRPr sz="2000">
                        <a:latin typeface="Kalam"/>
                        <a:ea typeface="Kalam"/>
                        <a:cs typeface="Kalam"/>
                        <a:sym typeface="Kalam"/>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0.54</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455825">
                <a:tc>
                  <a:txBody>
                    <a:bodyPr/>
                    <a:lstStyle/>
                    <a:p>
                      <a:pPr indent="0" lvl="0" marL="0" rtl="0" algn="ctr">
                        <a:spcBef>
                          <a:spcPts val="0"/>
                        </a:spcBef>
                        <a:spcAft>
                          <a:spcPts val="0"/>
                        </a:spcAft>
                        <a:buNone/>
                      </a:pPr>
                      <a:r>
                        <a:rPr lang="en-GB" sz="2000">
                          <a:latin typeface="Kalam"/>
                          <a:ea typeface="Kalam"/>
                          <a:cs typeface="Kalam"/>
                          <a:sym typeface="Kalam"/>
                        </a:rPr>
                        <a:t>50</a:t>
                      </a:r>
                      <a:endParaRPr sz="2000">
                        <a:latin typeface="Kalam"/>
                        <a:ea typeface="Kalam"/>
                        <a:cs typeface="Kalam"/>
                        <a:sym typeface="Kalam"/>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455825">
                <a:tc>
                  <a:txBody>
                    <a:bodyPr/>
                    <a:lstStyle/>
                    <a:p>
                      <a:pPr indent="0" lvl="0" marL="0" rtl="0" algn="ctr">
                        <a:spcBef>
                          <a:spcPts val="0"/>
                        </a:spcBef>
                        <a:spcAft>
                          <a:spcPts val="0"/>
                        </a:spcAft>
                        <a:buNone/>
                      </a:pPr>
                      <a:r>
                        <a:rPr lang="en-GB" sz="2000">
                          <a:latin typeface="Kalam"/>
                          <a:ea typeface="Kalam"/>
                          <a:cs typeface="Kalam"/>
                          <a:sym typeface="Kalam"/>
                        </a:rPr>
                        <a:t>150</a:t>
                      </a:r>
                      <a:endParaRPr sz="2000">
                        <a:latin typeface="Kalam"/>
                        <a:ea typeface="Kalam"/>
                        <a:cs typeface="Kalam"/>
                        <a:sym typeface="Kalam"/>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162</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sp>
        <p:nvSpPr>
          <p:cNvPr id="2092" name="Google Shape;2092;p159"/>
          <p:cNvSpPr/>
          <p:nvPr/>
        </p:nvSpPr>
        <p:spPr>
          <a:xfrm>
            <a:off x="5168900" y="2260600"/>
            <a:ext cx="1087800" cy="3048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93" name="Google Shape;2093;p159"/>
          <p:cNvSpPr/>
          <p:nvPr/>
        </p:nvSpPr>
        <p:spPr>
          <a:xfrm>
            <a:off x="5168900" y="2717800"/>
            <a:ext cx="1087800" cy="3048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94" name="Google Shape;2094;p159"/>
          <p:cNvSpPr/>
          <p:nvPr/>
        </p:nvSpPr>
        <p:spPr>
          <a:xfrm>
            <a:off x="2882900" y="3220645"/>
            <a:ext cx="1087800" cy="3048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95" name="Google Shape;2095;p159"/>
          <p:cNvSpPr/>
          <p:nvPr/>
        </p:nvSpPr>
        <p:spPr>
          <a:xfrm>
            <a:off x="2882900" y="3715945"/>
            <a:ext cx="1087800" cy="3048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96" name="Google Shape;2096;p159"/>
          <p:cNvSpPr/>
          <p:nvPr/>
        </p:nvSpPr>
        <p:spPr>
          <a:xfrm>
            <a:off x="2882900" y="4211245"/>
            <a:ext cx="1087800" cy="3048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9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0" name="Shape 2100"/>
        <p:cNvGrpSpPr/>
        <p:nvPr/>
      </p:nvGrpSpPr>
      <p:grpSpPr>
        <a:xfrm>
          <a:off x="0" y="0"/>
          <a:ext cx="0" cy="0"/>
          <a:chOff x="0" y="0"/>
          <a:chExt cx="0" cy="0"/>
        </a:xfrm>
      </p:grpSpPr>
      <p:pic>
        <p:nvPicPr>
          <p:cNvPr id="2101" name="Google Shape;2101;p160"/>
          <p:cNvPicPr preferRelativeResize="0"/>
          <p:nvPr/>
        </p:nvPicPr>
        <p:blipFill rotWithShape="1">
          <a:blip r:embed="rId3">
            <a:alphaModFix/>
          </a:blip>
          <a:srcRect b="0" l="0" r="69082" t="56280"/>
          <a:stretch/>
        </p:blipFill>
        <p:spPr>
          <a:xfrm flipH="1">
            <a:off x="6232301" y="1112000"/>
            <a:ext cx="2318899" cy="1316250"/>
          </a:xfrm>
          <a:prstGeom prst="rect">
            <a:avLst/>
          </a:prstGeom>
          <a:noFill/>
          <a:ln>
            <a:noFill/>
          </a:ln>
        </p:spPr>
      </p:pic>
      <p:pic>
        <p:nvPicPr>
          <p:cNvPr id="2102" name="Google Shape;2102;p160"/>
          <p:cNvPicPr preferRelativeResize="0"/>
          <p:nvPr/>
        </p:nvPicPr>
        <p:blipFill rotWithShape="1">
          <a:blip r:embed="rId3">
            <a:alphaModFix/>
          </a:blip>
          <a:srcRect b="0" l="0" r="69082" t="56280"/>
          <a:stretch/>
        </p:blipFill>
        <p:spPr>
          <a:xfrm flipH="1">
            <a:off x="1050701" y="1112000"/>
            <a:ext cx="2318899" cy="1316250"/>
          </a:xfrm>
          <a:prstGeom prst="rect">
            <a:avLst/>
          </a:prstGeom>
          <a:noFill/>
          <a:ln>
            <a:noFill/>
          </a:ln>
        </p:spPr>
      </p:pic>
      <p:pic>
        <p:nvPicPr>
          <p:cNvPr id="2103" name="Google Shape;2103;p160"/>
          <p:cNvPicPr preferRelativeResize="0"/>
          <p:nvPr/>
        </p:nvPicPr>
        <p:blipFill rotWithShape="1">
          <a:blip r:embed="rId3">
            <a:alphaModFix/>
          </a:blip>
          <a:srcRect b="0" l="0" r="69082" t="56280"/>
          <a:stretch/>
        </p:blipFill>
        <p:spPr>
          <a:xfrm flipH="1">
            <a:off x="3717701" y="1112000"/>
            <a:ext cx="2318899" cy="1316250"/>
          </a:xfrm>
          <a:prstGeom prst="rect">
            <a:avLst/>
          </a:prstGeom>
          <a:noFill/>
          <a:ln>
            <a:noFill/>
          </a:ln>
        </p:spPr>
      </p:pic>
      <p:sp>
        <p:nvSpPr>
          <p:cNvPr id="2104" name="Google Shape;2104;p160"/>
          <p:cNvSpPr txBox="1"/>
          <p:nvPr/>
        </p:nvSpPr>
        <p:spPr>
          <a:xfrm>
            <a:off x="6908800" y="2184400"/>
            <a:ext cx="16425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Sam</a:t>
            </a:r>
            <a:endParaRPr sz="2200">
              <a:solidFill>
                <a:schemeClr val="dk1"/>
              </a:solidFill>
              <a:latin typeface="Lexend"/>
              <a:ea typeface="Lexend"/>
              <a:cs typeface="Lexend"/>
              <a:sym typeface="Lexend"/>
            </a:endParaRPr>
          </a:p>
        </p:txBody>
      </p:sp>
      <p:sp>
        <p:nvSpPr>
          <p:cNvPr id="2105" name="Google Shape;2105;p160"/>
          <p:cNvSpPr txBox="1"/>
          <p:nvPr>
            <p:ph idx="1" type="body"/>
          </p:nvPr>
        </p:nvSpPr>
        <p:spPr>
          <a:xfrm>
            <a:off x="324000" y="759300"/>
            <a:ext cx="8237700" cy="46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Who got the best deal?</a:t>
            </a:r>
            <a:endParaRPr/>
          </a:p>
          <a:p>
            <a:pPr indent="0" lvl="0" marL="0" rtl="0" algn="l">
              <a:spcBef>
                <a:spcPts val="1000"/>
              </a:spcBef>
              <a:spcAft>
                <a:spcPts val="1000"/>
              </a:spcAft>
              <a:buNone/>
            </a:pPr>
            <a:r>
              <a:t/>
            </a:r>
            <a:endParaRPr/>
          </a:p>
        </p:txBody>
      </p:sp>
      <p:sp>
        <p:nvSpPr>
          <p:cNvPr id="2106" name="Google Shape;2106;p16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Converting money</a:t>
            </a:r>
            <a:endParaRPr/>
          </a:p>
          <a:p>
            <a:pPr indent="0" lvl="0" marL="0" rtl="0" algn="l">
              <a:spcBef>
                <a:spcPts val="1000"/>
              </a:spcBef>
              <a:spcAft>
                <a:spcPts val="1000"/>
              </a:spcAft>
              <a:buNone/>
            </a:pPr>
            <a:r>
              <a:t/>
            </a:r>
            <a:endParaRPr/>
          </a:p>
        </p:txBody>
      </p:sp>
      <p:sp>
        <p:nvSpPr>
          <p:cNvPr id="2107" name="Google Shape;2107;p160"/>
          <p:cNvSpPr txBox="1"/>
          <p:nvPr/>
        </p:nvSpPr>
        <p:spPr>
          <a:xfrm>
            <a:off x="1244600" y="1373725"/>
            <a:ext cx="2197200" cy="8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I got €120 for £100</a:t>
            </a:r>
            <a:endParaRPr sz="2200">
              <a:solidFill>
                <a:schemeClr val="dk1"/>
              </a:solidFill>
              <a:latin typeface="Lexend"/>
              <a:ea typeface="Lexend"/>
              <a:cs typeface="Lexend"/>
              <a:sym typeface="Lexend"/>
            </a:endParaRPr>
          </a:p>
        </p:txBody>
      </p:sp>
      <p:sp>
        <p:nvSpPr>
          <p:cNvPr id="2108" name="Google Shape;2108;p160"/>
          <p:cNvSpPr txBox="1"/>
          <p:nvPr/>
        </p:nvSpPr>
        <p:spPr>
          <a:xfrm>
            <a:off x="3987800" y="1373725"/>
            <a:ext cx="2197200" cy="8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I got €30 for £20</a:t>
            </a:r>
            <a:endParaRPr sz="2200">
              <a:solidFill>
                <a:schemeClr val="dk1"/>
              </a:solidFill>
              <a:latin typeface="Lexend"/>
              <a:ea typeface="Lexend"/>
              <a:cs typeface="Lexend"/>
              <a:sym typeface="Lexend"/>
            </a:endParaRPr>
          </a:p>
        </p:txBody>
      </p:sp>
      <p:sp>
        <p:nvSpPr>
          <p:cNvPr id="2109" name="Google Shape;2109;p160"/>
          <p:cNvSpPr txBox="1"/>
          <p:nvPr/>
        </p:nvSpPr>
        <p:spPr>
          <a:xfrm>
            <a:off x="6502400" y="1297525"/>
            <a:ext cx="2197200" cy="8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I got €90 for £60</a:t>
            </a:r>
            <a:endParaRPr sz="2200">
              <a:solidFill>
                <a:schemeClr val="dk1"/>
              </a:solidFill>
              <a:latin typeface="Lexend"/>
              <a:ea typeface="Lexend"/>
              <a:cs typeface="Lexend"/>
              <a:sym typeface="Lexend"/>
            </a:endParaRPr>
          </a:p>
        </p:txBody>
      </p:sp>
      <p:sp>
        <p:nvSpPr>
          <p:cNvPr id="2110" name="Google Shape;2110;p160"/>
          <p:cNvSpPr txBox="1"/>
          <p:nvPr/>
        </p:nvSpPr>
        <p:spPr>
          <a:xfrm>
            <a:off x="1727200" y="2184400"/>
            <a:ext cx="16425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Sofia</a:t>
            </a:r>
            <a:endParaRPr sz="2200">
              <a:solidFill>
                <a:schemeClr val="dk1"/>
              </a:solidFill>
              <a:latin typeface="Lexend"/>
              <a:ea typeface="Lexend"/>
              <a:cs typeface="Lexend"/>
              <a:sym typeface="Lexend"/>
            </a:endParaRPr>
          </a:p>
        </p:txBody>
      </p:sp>
      <p:sp>
        <p:nvSpPr>
          <p:cNvPr id="2111" name="Google Shape;2111;p160"/>
          <p:cNvSpPr txBox="1"/>
          <p:nvPr/>
        </p:nvSpPr>
        <p:spPr>
          <a:xfrm>
            <a:off x="4318000" y="2184400"/>
            <a:ext cx="16425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Laura</a:t>
            </a:r>
            <a:endParaRPr sz="2200">
              <a:solidFill>
                <a:schemeClr val="dk1"/>
              </a:solidFill>
              <a:latin typeface="Lexend"/>
              <a:ea typeface="Lexend"/>
              <a:cs typeface="Lexend"/>
              <a:sym typeface="Lexend"/>
            </a:endParaRPr>
          </a:p>
        </p:txBody>
      </p:sp>
      <p:graphicFrame>
        <p:nvGraphicFramePr>
          <p:cNvPr id="2112" name="Google Shape;2112;p160"/>
          <p:cNvGraphicFramePr/>
          <p:nvPr/>
        </p:nvGraphicFramePr>
        <p:xfrm>
          <a:off x="359425" y="2757375"/>
          <a:ext cx="3000000" cy="3000000"/>
        </p:xfrm>
        <a:graphic>
          <a:graphicData uri="http://schemas.openxmlformats.org/drawingml/2006/table">
            <a:tbl>
              <a:tblPr>
                <a:noFill/>
                <a:tableStyleId>{A150576A-BDC1-41C4-958D-C12858BDD4FE}</a:tableStyleId>
              </a:tblPr>
              <a:tblGrid>
                <a:gridCol w="1379525"/>
                <a:gridCol w="1379525"/>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100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120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pSp>
        <p:nvGrpSpPr>
          <p:cNvPr id="2113" name="Google Shape;2113;p160"/>
          <p:cNvGrpSpPr/>
          <p:nvPr/>
        </p:nvGrpSpPr>
        <p:grpSpPr>
          <a:xfrm>
            <a:off x="1220700" y="3200134"/>
            <a:ext cx="1030200" cy="460466"/>
            <a:chOff x="1917550" y="2129709"/>
            <a:chExt cx="1030200" cy="460466"/>
          </a:xfrm>
        </p:grpSpPr>
        <p:cxnSp>
          <p:nvCxnSpPr>
            <p:cNvPr id="2114" name="Google Shape;2114;p160"/>
            <p:cNvCxnSpPr/>
            <p:nvPr/>
          </p:nvCxnSpPr>
          <p:spPr>
            <a:xfrm>
              <a:off x="1917550" y="25901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2115" name="Google Shape;2115;p160"/>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×1.2</a:t>
              </a:r>
              <a:endParaRPr sz="2000">
                <a:solidFill>
                  <a:schemeClr val="dk1"/>
                </a:solidFill>
                <a:latin typeface="Kalam"/>
                <a:ea typeface="Kalam"/>
                <a:cs typeface="Kalam"/>
                <a:sym typeface="Kalam"/>
              </a:endParaRPr>
            </a:p>
          </p:txBody>
        </p:sp>
      </p:grpSp>
      <p:sp>
        <p:nvSpPr>
          <p:cNvPr id="2116" name="Google Shape;2116;p160"/>
          <p:cNvSpPr txBox="1"/>
          <p:nvPr/>
        </p:nvSpPr>
        <p:spPr>
          <a:xfrm>
            <a:off x="359425" y="4238625"/>
            <a:ext cx="3174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Pounds × 1.2 = Euros</a:t>
            </a:r>
            <a:endParaRPr sz="2000">
              <a:latin typeface="Kalam"/>
              <a:ea typeface="Kalam"/>
              <a:cs typeface="Kalam"/>
              <a:sym typeface="Kalam"/>
            </a:endParaRPr>
          </a:p>
        </p:txBody>
      </p:sp>
      <p:graphicFrame>
        <p:nvGraphicFramePr>
          <p:cNvPr id="2117" name="Google Shape;2117;p160"/>
          <p:cNvGraphicFramePr/>
          <p:nvPr/>
        </p:nvGraphicFramePr>
        <p:xfrm>
          <a:off x="3255025" y="2757375"/>
          <a:ext cx="3000000" cy="3000000"/>
        </p:xfrm>
        <a:graphic>
          <a:graphicData uri="http://schemas.openxmlformats.org/drawingml/2006/table">
            <a:tbl>
              <a:tblPr>
                <a:noFill/>
                <a:tableStyleId>{A150576A-BDC1-41C4-958D-C12858BDD4FE}</a:tableStyleId>
              </a:tblPr>
              <a:tblGrid>
                <a:gridCol w="1379525"/>
                <a:gridCol w="1379525"/>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pSp>
        <p:nvGrpSpPr>
          <p:cNvPr id="2118" name="Google Shape;2118;p160"/>
          <p:cNvGrpSpPr/>
          <p:nvPr/>
        </p:nvGrpSpPr>
        <p:grpSpPr>
          <a:xfrm>
            <a:off x="4116300" y="3200134"/>
            <a:ext cx="1030200" cy="460466"/>
            <a:chOff x="1917550" y="2129709"/>
            <a:chExt cx="1030200" cy="460466"/>
          </a:xfrm>
        </p:grpSpPr>
        <p:cxnSp>
          <p:nvCxnSpPr>
            <p:cNvPr id="2119" name="Google Shape;2119;p160"/>
            <p:cNvCxnSpPr/>
            <p:nvPr/>
          </p:nvCxnSpPr>
          <p:spPr>
            <a:xfrm>
              <a:off x="1917550" y="25901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2120" name="Google Shape;2120;p160"/>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×1.5</a:t>
              </a:r>
              <a:endParaRPr sz="2000">
                <a:solidFill>
                  <a:schemeClr val="dk1"/>
                </a:solidFill>
                <a:latin typeface="Kalam"/>
                <a:ea typeface="Kalam"/>
                <a:cs typeface="Kalam"/>
                <a:sym typeface="Kalam"/>
              </a:endParaRPr>
            </a:p>
          </p:txBody>
        </p:sp>
      </p:grpSp>
      <p:sp>
        <p:nvSpPr>
          <p:cNvPr id="2121" name="Google Shape;2121;p160"/>
          <p:cNvSpPr txBox="1"/>
          <p:nvPr/>
        </p:nvSpPr>
        <p:spPr>
          <a:xfrm>
            <a:off x="3255025" y="4238625"/>
            <a:ext cx="3174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Pounds × 1.5 = Euros</a:t>
            </a:r>
            <a:endParaRPr sz="2000">
              <a:latin typeface="Kalam"/>
              <a:ea typeface="Kalam"/>
              <a:cs typeface="Kalam"/>
              <a:sym typeface="Kalam"/>
            </a:endParaRPr>
          </a:p>
        </p:txBody>
      </p:sp>
      <p:graphicFrame>
        <p:nvGraphicFramePr>
          <p:cNvPr id="2122" name="Google Shape;2122;p160"/>
          <p:cNvGraphicFramePr/>
          <p:nvPr/>
        </p:nvGraphicFramePr>
        <p:xfrm>
          <a:off x="6074425" y="2757375"/>
          <a:ext cx="3000000" cy="3000000"/>
        </p:xfrm>
        <a:graphic>
          <a:graphicData uri="http://schemas.openxmlformats.org/drawingml/2006/table">
            <a:tbl>
              <a:tblPr>
                <a:noFill/>
                <a:tableStyleId>{A150576A-BDC1-41C4-958D-C12858BDD4FE}</a:tableStyleId>
              </a:tblPr>
              <a:tblGrid>
                <a:gridCol w="1379525"/>
                <a:gridCol w="1379525"/>
              </a:tblGrid>
              <a:tr h="509575">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Pounds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Euros (€)</a:t>
                      </a:r>
                      <a:endParaRPr sz="1800">
                        <a:solidFill>
                          <a:schemeClr val="lt1"/>
                        </a:solidFill>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5"/>
                    </a:solidFill>
                  </a:tcPr>
                </a:tc>
              </a:tr>
              <a:tr h="509575">
                <a:tc>
                  <a:txBody>
                    <a:bodyPr/>
                    <a:lstStyle/>
                    <a:p>
                      <a:pPr indent="0" lvl="0" marL="0" rtl="0" algn="ctr">
                        <a:spcBef>
                          <a:spcPts val="0"/>
                        </a:spcBef>
                        <a:spcAft>
                          <a:spcPts val="0"/>
                        </a:spcAft>
                        <a:buNone/>
                      </a:pPr>
                      <a:r>
                        <a:rPr lang="en-GB" sz="1800">
                          <a:latin typeface="Lexend"/>
                          <a:ea typeface="Lexend"/>
                          <a:cs typeface="Lexend"/>
                          <a:sym typeface="Lexend"/>
                        </a:rPr>
                        <a:t>60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90</a:t>
                      </a:r>
                      <a:endParaRPr sz="1800">
                        <a:latin typeface="Lexend"/>
                        <a:ea typeface="Lexend"/>
                        <a:cs typeface="Lexend"/>
                        <a:sym typeface="Lexend"/>
                      </a:endParaRPr>
                    </a:p>
                  </a:txBody>
                  <a:tcPr marT="91425" marB="91425" marR="91425" marL="91425">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pSp>
        <p:nvGrpSpPr>
          <p:cNvPr id="2123" name="Google Shape;2123;p160"/>
          <p:cNvGrpSpPr/>
          <p:nvPr/>
        </p:nvGrpSpPr>
        <p:grpSpPr>
          <a:xfrm>
            <a:off x="6935700" y="3200134"/>
            <a:ext cx="1030200" cy="460466"/>
            <a:chOff x="1917550" y="2129709"/>
            <a:chExt cx="1030200" cy="460466"/>
          </a:xfrm>
        </p:grpSpPr>
        <p:cxnSp>
          <p:nvCxnSpPr>
            <p:cNvPr id="2124" name="Google Shape;2124;p160"/>
            <p:cNvCxnSpPr/>
            <p:nvPr/>
          </p:nvCxnSpPr>
          <p:spPr>
            <a:xfrm>
              <a:off x="1917550" y="2590175"/>
              <a:ext cx="1030200" cy="0"/>
            </a:xfrm>
            <a:prstGeom prst="straightConnector1">
              <a:avLst/>
            </a:prstGeom>
            <a:noFill/>
            <a:ln cap="flat" cmpd="sng" w="28575">
              <a:solidFill>
                <a:schemeClr val="accent5"/>
              </a:solidFill>
              <a:prstDash val="solid"/>
              <a:round/>
              <a:headEnd len="med" w="med" type="none"/>
              <a:tailEnd len="med" w="med" type="triangle"/>
            </a:ln>
          </p:spPr>
        </p:cxnSp>
        <p:sp>
          <p:nvSpPr>
            <p:cNvPr id="2125" name="Google Shape;2125;p160"/>
            <p:cNvSpPr txBox="1"/>
            <p:nvPr/>
          </p:nvSpPr>
          <p:spPr>
            <a:xfrm>
              <a:off x="2021816" y="2129709"/>
              <a:ext cx="857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×1.5</a:t>
              </a:r>
              <a:endParaRPr sz="2000">
                <a:solidFill>
                  <a:schemeClr val="dk1"/>
                </a:solidFill>
                <a:latin typeface="Kalam"/>
                <a:ea typeface="Kalam"/>
                <a:cs typeface="Kalam"/>
                <a:sym typeface="Kalam"/>
              </a:endParaRPr>
            </a:p>
          </p:txBody>
        </p:sp>
      </p:grpSp>
      <p:sp>
        <p:nvSpPr>
          <p:cNvPr id="2126" name="Google Shape;2126;p160"/>
          <p:cNvSpPr txBox="1"/>
          <p:nvPr/>
        </p:nvSpPr>
        <p:spPr>
          <a:xfrm>
            <a:off x="6074425" y="4238625"/>
            <a:ext cx="3174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Pounds × 1.5 = Euros</a:t>
            </a:r>
            <a:endParaRPr sz="2000">
              <a:latin typeface="Kalam"/>
              <a:ea typeface="Kalam"/>
              <a:cs typeface="Kalam"/>
              <a:sym typeface="Kalam"/>
            </a:endParaRPr>
          </a:p>
        </p:txBody>
      </p:sp>
      <p:sp>
        <p:nvSpPr>
          <p:cNvPr id="2127" name="Google Shape;2127;p160"/>
          <p:cNvSpPr txBox="1"/>
          <p:nvPr/>
        </p:nvSpPr>
        <p:spPr>
          <a:xfrm>
            <a:off x="711200" y="3857625"/>
            <a:ext cx="267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120 ÷ 100 </a:t>
            </a:r>
            <a:r>
              <a:rPr lang="en-GB" sz="2000">
                <a:solidFill>
                  <a:schemeClr val="dk1"/>
                </a:solidFill>
                <a:latin typeface="Kalam"/>
                <a:ea typeface="Kalam"/>
                <a:cs typeface="Kalam"/>
                <a:sym typeface="Kalam"/>
              </a:rPr>
              <a:t> = 1.2</a:t>
            </a:r>
            <a:endParaRPr sz="2000">
              <a:latin typeface="Kalam"/>
              <a:ea typeface="Kalam"/>
              <a:cs typeface="Kalam"/>
              <a:sym typeface="Kalam"/>
            </a:endParaRPr>
          </a:p>
        </p:txBody>
      </p:sp>
      <p:sp>
        <p:nvSpPr>
          <p:cNvPr id="2128" name="Google Shape;2128;p160"/>
          <p:cNvSpPr txBox="1"/>
          <p:nvPr/>
        </p:nvSpPr>
        <p:spPr>
          <a:xfrm>
            <a:off x="3759200" y="3857625"/>
            <a:ext cx="267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3</a:t>
            </a:r>
            <a:r>
              <a:rPr lang="en-GB" sz="2000">
                <a:solidFill>
                  <a:schemeClr val="dk1"/>
                </a:solidFill>
                <a:latin typeface="Kalam"/>
                <a:ea typeface="Kalam"/>
                <a:cs typeface="Kalam"/>
                <a:sym typeface="Kalam"/>
              </a:rPr>
              <a:t>0 ÷ 20  = 1.5</a:t>
            </a:r>
            <a:endParaRPr sz="2000">
              <a:latin typeface="Kalam"/>
              <a:ea typeface="Kalam"/>
              <a:cs typeface="Kalam"/>
              <a:sym typeface="Kalam"/>
            </a:endParaRPr>
          </a:p>
        </p:txBody>
      </p:sp>
      <p:sp>
        <p:nvSpPr>
          <p:cNvPr id="2129" name="Google Shape;2129;p160"/>
          <p:cNvSpPr txBox="1"/>
          <p:nvPr/>
        </p:nvSpPr>
        <p:spPr>
          <a:xfrm>
            <a:off x="6426200" y="3857625"/>
            <a:ext cx="267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9</a:t>
            </a:r>
            <a:r>
              <a:rPr lang="en-GB" sz="2000">
                <a:solidFill>
                  <a:schemeClr val="dk1"/>
                </a:solidFill>
                <a:latin typeface="Kalam"/>
                <a:ea typeface="Kalam"/>
                <a:cs typeface="Kalam"/>
                <a:sym typeface="Kalam"/>
              </a:rPr>
              <a:t>0 ÷ 60  = 1.5</a:t>
            </a:r>
            <a:endParaRPr sz="2000">
              <a:latin typeface="Kalam"/>
              <a:ea typeface="Kalam"/>
              <a:cs typeface="Kalam"/>
              <a:sym typeface="Kalam"/>
            </a:endParaRPr>
          </a:p>
        </p:txBody>
      </p:sp>
      <p:sp>
        <p:nvSpPr>
          <p:cNvPr id="2130" name="Google Shape;2130;p160"/>
          <p:cNvSpPr txBox="1"/>
          <p:nvPr>
            <p:ph idx="1" type="body"/>
          </p:nvPr>
        </p:nvSpPr>
        <p:spPr>
          <a:xfrm>
            <a:off x="3911600" y="759300"/>
            <a:ext cx="4711800" cy="46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Kalam"/>
                <a:ea typeface="Kalam"/>
                <a:cs typeface="Kalam"/>
                <a:sym typeface="Kalam"/>
              </a:rPr>
              <a:t>Laura and Sam got the best deal.</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4" name="Shape 2134"/>
        <p:cNvGrpSpPr/>
        <p:nvPr/>
      </p:nvGrpSpPr>
      <p:grpSpPr>
        <a:xfrm>
          <a:off x="0" y="0"/>
          <a:ext cx="0" cy="0"/>
          <a:chOff x="0" y="0"/>
          <a:chExt cx="0" cy="0"/>
        </a:xfrm>
      </p:grpSpPr>
      <p:pic>
        <p:nvPicPr>
          <p:cNvPr id="2135" name="Google Shape;2135;p161"/>
          <p:cNvPicPr preferRelativeResize="0"/>
          <p:nvPr/>
        </p:nvPicPr>
        <p:blipFill rotWithShape="1">
          <a:blip r:embed="rId3">
            <a:alphaModFix/>
          </a:blip>
          <a:srcRect b="0" l="0" r="69082" t="56280"/>
          <a:stretch/>
        </p:blipFill>
        <p:spPr>
          <a:xfrm flipH="1">
            <a:off x="1050701" y="1569200"/>
            <a:ext cx="2318899" cy="1316250"/>
          </a:xfrm>
          <a:prstGeom prst="rect">
            <a:avLst/>
          </a:prstGeom>
          <a:noFill/>
          <a:ln>
            <a:noFill/>
          </a:ln>
        </p:spPr>
      </p:pic>
      <p:pic>
        <p:nvPicPr>
          <p:cNvPr id="2136" name="Google Shape;2136;p161"/>
          <p:cNvPicPr preferRelativeResize="0"/>
          <p:nvPr/>
        </p:nvPicPr>
        <p:blipFill rotWithShape="1">
          <a:blip r:embed="rId3">
            <a:alphaModFix/>
          </a:blip>
          <a:srcRect b="0" l="0" r="69082" t="56280"/>
          <a:stretch/>
        </p:blipFill>
        <p:spPr>
          <a:xfrm flipH="1">
            <a:off x="3717701" y="1569200"/>
            <a:ext cx="2318899" cy="1316250"/>
          </a:xfrm>
          <a:prstGeom prst="rect">
            <a:avLst/>
          </a:prstGeom>
          <a:noFill/>
          <a:ln>
            <a:noFill/>
          </a:ln>
        </p:spPr>
      </p:pic>
      <p:pic>
        <p:nvPicPr>
          <p:cNvPr id="2137" name="Google Shape;2137;p161"/>
          <p:cNvPicPr preferRelativeResize="0"/>
          <p:nvPr/>
        </p:nvPicPr>
        <p:blipFill rotWithShape="1">
          <a:blip r:embed="rId3">
            <a:alphaModFix/>
          </a:blip>
          <a:srcRect b="0" l="0" r="69082" t="56280"/>
          <a:stretch/>
        </p:blipFill>
        <p:spPr>
          <a:xfrm flipH="1">
            <a:off x="6232301" y="1569200"/>
            <a:ext cx="2318899" cy="1316250"/>
          </a:xfrm>
          <a:prstGeom prst="rect">
            <a:avLst/>
          </a:prstGeom>
          <a:noFill/>
          <a:ln>
            <a:noFill/>
          </a:ln>
        </p:spPr>
      </p:pic>
      <p:sp>
        <p:nvSpPr>
          <p:cNvPr id="2138" name="Google Shape;2138;p1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A group of three friends are going on holiday. They all exchange some pounds for euros.</a:t>
            </a:r>
            <a:endParaRPr/>
          </a:p>
          <a:p>
            <a:pPr indent="0" lvl="0" marL="0" rtl="0" algn="l">
              <a:spcBef>
                <a:spcPts val="1000"/>
              </a:spcBef>
              <a:spcAft>
                <a:spcPts val="1000"/>
              </a:spcAft>
              <a:buNone/>
            </a:pPr>
            <a:r>
              <a:t/>
            </a:r>
            <a:endParaRPr/>
          </a:p>
        </p:txBody>
      </p:sp>
      <p:sp>
        <p:nvSpPr>
          <p:cNvPr id="2139" name="Google Shape;2139;p16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Converting money</a:t>
            </a:r>
            <a:endParaRPr/>
          </a:p>
          <a:p>
            <a:pPr indent="0" lvl="0" marL="0" rtl="0" algn="l">
              <a:spcBef>
                <a:spcPts val="1000"/>
              </a:spcBef>
              <a:spcAft>
                <a:spcPts val="1000"/>
              </a:spcAft>
              <a:buNone/>
            </a:pPr>
            <a:r>
              <a:t/>
            </a:r>
            <a:endParaRPr/>
          </a:p>
        </p:txBody>
      </p:sp>
      <p:sp>
        <p:nvSpPr>
          <p:cNvPr id="2140" name="Google Shape;2140;p161"/>
          <p:cNvSpPr txBox="1"/>
          <p:nvPr/>
        </p:nvSpPr>
        <p:spPr>
          <a:xfrm>
            <a:off x="1244600" y="1754725"/>
            <a:ext cx="2197200" cy="8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I got €120 for £100</a:t>
            </a:r>
            <a:endParaRPr sz="2200">
              <a:solidFill>
                <a:schemeClr val="dk1"/>
              </a:solidFill>
              <a:latin typeface="Lexend"/>
              <a:ea typeface="Lexend"/>
              <a:cs typeface="Lexend"/>
              <a:sym typeface="Lexend"/>
            </a:endParaRPr>
          </a:p>
        </p:txBody>
      </p:sp>
      <p:sp>
        <p:nvSpPr>
          <p:cNvPr id="2141" name="Google Shape;2141;p161"/>
          <p:cNvSpPr txBox="1"/>
          <p:nvPr/>
        </p:nvSpPr>
        <p:spPr>
          <a:xfrm>
            <a:off x="3987800" y="1754725"/>
            <a:ext cx="2197200" cy="8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I got €30 for £20</a:t>
            </a:r>
            <a:endParaRPr sz="2200">
              <a:solidFill>
                <a:schemeClr val="dk1"/>
              </a:solidFill>
              <a:latin typeface="Lexend"/>
              <a:ea typeface="Lexend"/>
              <a:cs typeface="Lexend"/>
              <a:sym typeface="Lexend"/>
            </a:endParaRPr>
          </a:p>
        </p:txBody>
      </p:sp>
      <p:sp>
        <p:nvSpPr>
          <p:cNvPr id="2142" name="Google Shape;2142;p161"/>
          <p:cNvSpPr txBox="1"/>
          <p:nvPr/>
        </p:nvSpPr>
        <p:spPr>
          <a:xfrm>
            <a:off x="6502400" y="1678525"/>
            <a:ext cx="2197200" cy="8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I got €90 for £60</a:t>
            </a:r>
            <a:endParaRPr sz="2200">
              <a:solidFill>
                <a:schemeClr val="dk1"/>
              </a:solidFill>
              <a:latin typeface="Lexend"/>
              <a:ea typeface="Lexend"/>
              <a:cs typeface="Lexend"/>
              <a:sym typeface="Lexend"/>
            </a:endParaRPr>
          </a:p>
        </p:txBody>
      </p:sp>
      <p:sp>
        <p:nvSpPr>
          <p:cNvPr id="2143" name="Google Shape;2143;p161"/>
          <p:cNvSpPr txBox="1"/>
          <p:nvPr/>
        </p:nvSpPr>
        <p:spPr>
          <a:xfrm>
            <a:off x="324000" y="3111500"/>
            <a:ext cx="8375700" cy="11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8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b) Andeep decided to come along too and exchanged </a:t>
            </a:r>
            <a:r>
              <a:rPr lang="en-GB" sz="2200">
                <a:solidFill>
                  <a:schemeClr val="dk1"/>
                </a:solidFill>
                <a:latin typeface="Lexend"/>
                <a:ea typeface="Lexend"/>
                <a:cs typeface="Lexend"/>
                <a:sym typeface="Lexend"/>
              </a:rPr>
              <a:t>€</a:t>
            </a:r>
            <a:r>
              <a:rPr lang="en-GB" sz="2200">
                <a:solidFill>
                  <a:schemeClr val="dk1"/>
                </a:solidFill>
                <a:latin typeface="Lexend"/>
                <a:ea typeface="Lexend"/>
                <a:cs typeface="Lexend"/>
                <a:sym typeface="Lexend"/>
              </a:rPr>
              <a:t>110 for £100. Whose deal was it most similar to?</a:t>
            </a:r>
            <a:endParaRPr sz="2200">
              <a:solidFill>
                <a:schemeClr val="dk1"/>
              </a:solidFill>
              <a:latin typeface="Lexend"/>
              <a:ea typeface="Lexend"/>
              <a:cs typeface="Lexend"/>
              <a:sym typeface="Lexend"/>
            </a:endParaRPr>
          </a:p>
        </p:txBody>
      </p:sp>
      <p:sp>
        <p:nvSpPr>
          <p:cNvPr id="2144" name="Google Shape;2144;p161"/>
          <p:cNvSpPr txBox="1"/>
          <p:nvPr/>
        </p:nvSpPr>
        <p:spPr>
          <a:xfrm>
            <a:off x="1727200" y="2641600"/>
            <a:ext cx="16425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Sofia</a:t>
            </a:r>
            <a:endParaRPr sz="2200">
              <a:solidFill>
                <a:schemeClr val="dk1"/>
              </a:solidFill>
              <a:latin typeface="Lexend"/>
              <a:ea typeface="Lexend"/>
              <a:cs typeface="Lexend"/>
              <a:sym typeface="Lexend"/>
            </a:endParaRPr>
          </a:p>
        </p:txBody>
      </p:sp>
      <p:sp>
        <p:nvSpPr>
          <p:cNvPr id="2145" name="Google Shape;2145;p161"/>
          <p:cNvSpPr txBox="1"/>
          <p:nvPr/>
        </p:nvSpPr>
        <p:spPr>
          <a:xfrm>
            <a:off x="4318000" y="2641600"/>
            <a:ext cx="16425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Laura</a:t>
            </a:r>
            <a:endParaRPr sz="2200">
              <a:solidFill>
                <a:schemeClr val="dk1"/>
              </a:solidFill>
              <a:latin typeface="Lexend"/>
              <a:ea typeface="Lexend"/>
              <a:cs typeface="Lexend"/>
              <a:sym typeface="Lexend"/>
            </a:endParaRPr>
          </a:p>
        </p:txBody>
      </p:sp>
      <p:sp>
        <p:nvSpPr>
          <p:cNvPr id="2146" name="Google Shape;2146;p161"/>
          <p:cNvSpPr txBox="1"/>
          <p:nvPr/>
        </p:nvSpPr>
        <p:spPr>
          <a:xfrm>
            <a:off x="6908800" y="2641600"/>
            <a:ext cx="16425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Sam</a:t>
            </a:r>
            <a:endParaRPr sz="2200">
              <a:solidFill>
                <a:schemeClr val="dk1"/>
              </a:solidFill>
              <a:latin typeface="Lexend"/>
              <a:ea typeface="Lexend"/>
              <a:cs typeface="Lexend"/>
              <a:sym typeface="Lexend"/>
            </a:endParaRPr>
          </a:p>
        </p:txBody>
      </p:sp>
      <p:sp>
        <p:nvSpPr>
          <p:cNvPr id="2147" name="Google Shape;2147;p161"/>
          <p:cNvSpPr txBox="1"/>
          <p:nvPr/>
        </p:nvSpPr>
        <p:spPr>
          <a:xfrm>
            <a:off x="664225" y="3019425"/>
            <a:ext cx="317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Pounds × 1.2 = Euros</a:t>
            </a:r>
            <a:endParaRPr sz="1800"/>
          </a:p>
        </p:txBody>
      </p:sp>
      <p:sp>
        <p:nvSpPr>
          <p:cNvPr id="2148" name="Google Shape;2148;p161"/>
          <p:cNvSpPr txBox="1"/>
          <p:nvPr/>
        </p:nvSpPr>
        <p:spPr>
          <a:xfrm>
            <a:off x="3559825" y="3019425"/>
            <a:ext cx="317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Pounds × 1.5 = Euros</a:t>
            </a:r>
            <a:endParaRPr sz="1800"/>
          </a:p>
        </p:txBody>
      </p:sp>
      <p:sp>
        <p:nvSpPr>
          <p:cNvPr id="2149" name="Google Shape;2149;p161"/>
          <p:cNvSpPr txBox="1"/>
          <p:nvPr/>
        </p:nvSpPr>
        <p:spPr>
          <a:xfrm>
            <a:off x="6379225" y="3019425"/>
            <a:ext cx="317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Pounds × 1.5 = Euros</a:t>
            </a:r>
            <a:endParaRPr sz="1800"/>
          </a:p>
        </p:txBody>
      </p:sp>
      <p:sp>
        <p:nvSpPr>
          <p:cNvPr id="2150" name="Google Shape;2150;p161"/>
          <p:cNvSpPr txBox="1"/>
          <p:nvPr/>
        </p:nvSpPr>
        <p:spPr>
          <a:xfrm>
            <a:off x="1625600" y="4217900"/>
            <a:ext cx="6984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110 ÷ 100  = 1.1   This is most similar to Sofia.</a:t>
            </a:r>
            <a:endParaRPr sz="22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4" name="Shape 2154"/>
        <p:cNvGrpSpPr/>
        <p:nvPr/>
      </p:nvGrpSpPr>
      <p:grpSpPr>
        <a:xfrm>
          <a:off x="0" y="0"/>
          <a:ext cx="0" cy="0"/>
          <a:chOff x="0" y="0"/>
          <a:chExt cx="0" cy="0"/>
        </a:xfrm>
      </p:grpSpPr>
      <p:sp>
        <p:nvSpPr>
          <p:cNvPr id="2155" name="Google Shape;2155;p162"/>
          <p:cNvSpPr txBox="1"/>
          <p:nvPr>
            <p:ph idx="1" type="body"/>
          </p:nvPr>
        </p:nvSpPr>
        <p:spPr>
          <a:xfrm>
            <a:off x="381000" y="851400"/>
            <a:ext cx="8113800" cy="130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Recognising that ratio shows the relative sizes of 2 or more values and it allows you to compare a part with another part in a whole is important. </a:t>
            </a:r>
            <a:endParaRPr/>
          </a:p>
          <a:p>
            <a:pPr indent="0" lvl="0" marL="0" rtl="0" algn="l">
              <a:spcBef>
                <a:spcPts val="1000"/>
              </a:spcBef>
              <a:spcAft>
                <a:spcPts val="1000"/>
              </a:spcAft>
              <a:buNone/>
            </a:pPr>
            <a:r>
              <a:t/>
            </a:r>
            <a:endParaRPr/>
          </a:p>
        </p:txBody>
      </p:sp>
      <p:sp>
        <p:nvSpPr>
          <p:cNvPr id="2156" name="Google Shape;2156;p162"/>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Multiplicative relationships in context</a:t>
            </a:r>
            <a:endParaRPr/>
          </a:p>
        </p:txBody>
      </p:sp>
      <p:sp>
        <p:nvSpPr>
          <p:cNvPr id="2157" name="Google Shape;2157;p162"/>
          <p:cNvSpPr txBox="1"/>
          <p:nvPr>
            <p:ph idx="1" type="body"/>
          </p:nvPr>
        </p:nvSpPr>
        <p:spPr>
          <a:xfrm>
            <a:off x="381000" y="3442200"/>
            <a:ext cx="8113800" cy="87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This multiplicative relationship applies to lots of real life contexts, including converting currencies. </a:t>
            </a:r>
            <a:endParaRPr/>
          </a:p>
          <a:p>
            <a:pPr indent="0" lvl="0" marL="0" rtl="0" algn="l">
              <a:spcBef>
                <a:spcPts val="1000"/>
              </a:spcBef>
              <a:spcAft>
                <a:spcPts val="1000"/>
              </a:spcAft>
              <a:buNone/>
            </a:pPr>
            <a:r>
              <a:t/>
            </a:r>
            <a:endParaRPr/>
          </a:p>
        </p:txBody>
      </p:sp>
      <p:sp>
        <p:nvSpPr>
          <p:cNvPr id="2158" name="Google Shape;2158;p162"/>
          <p:cNvSpPr txBox="1"/>
          <p:nvPr/>
        </p:nvSpPr>
        <p:spPr>
          <a:xfrm>
            <a:off x="381000" y="2286000"/>
            <a:ext cx="8113800" cy="728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T</a:t>
            </a:r>
            <a:r>
              <a:rPr lang="en-GB" sz="2200">
                <a:solidFill>
                  <a:schemeClr val="dk1"/>
                </a:solidFill>
                <a:latin typeface="Lexend"/>
                <a:ea typeface="Lexend"/>
                <a:cs typeface="Lexend"/>
                <a:sym typeface="Lexend"/>
              </a:rPr>
              <a:t>he multiplicative relationship between the parts is constant for things in the same ratio.</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2" name="Shape 2162"/>
        <p:cNvGrpSpPr/>
        <p:nvPr/>
      </p:nvGrpSpPr>
      <p:grpSpPr>
        <a:xfrm>
          <a:off x="0" y="0"/>
          <a:ext cx="0" cy="0"/>
          <a:chOff x="0" y="0"/>
          <a:chExt cx="0" cy="0"/>
        </a:xfrm>
      </p:grpSpPr>
      <p:sp>
        <p:nvSpPr>
          <p:cNvPr id="2163" name="Google Shape;2163;p163"/>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164" name="Google Shape;2164;p163"/>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