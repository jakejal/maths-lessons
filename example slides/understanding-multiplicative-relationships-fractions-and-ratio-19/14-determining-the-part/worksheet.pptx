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A2F99CD8-9AE5-46B1-94AB-029ADBEC47D5}">
  <a:tblStyle styleId="{A2F99CD8-9AE5-46B1-94AB-029ADBEC47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the part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05500" y="1402675"/>
            <a:ext cx="425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Using a bar model to find one part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>
            <a:off x="465725" y="9944789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20"/>
          <p:cNvSpPr txBox="1"/>
          <p:nvPr/>
        </p:nvSpPr>
        <p:spPr>
          <a:xfrm>
            <a:off x="552600" y="1673700"/>
            <a:ext cx="4401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find either A or B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given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2220075" y="2077225"/>
          <a:ext cx="3119850" cy="3429000"/>
        </p:xfrm>
        <a:graphic>
          <a:graphicData uri="http://schemas.openxmlformats.org/drawingml/2006/table">
            <a:tbl>
              <a:tblPr>
                <a:noFill/>
                <a:tableStyleId>{A2F99CD8-9AE5-46B1-94AB-029ADBEC47D5}</a:tableStyleId>
              </a:tblPr>
              <a:tblGrid>
                <a:gridCol w="1039950"/>
                <a:gridCol w="1039950"/>
                <a:gridCol w="1039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A : 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8800" y="5712300"/>
            <a:ext cx="662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Sam and Sofia share some sweets in the ratio 3 : 8 : 5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gets 15 sweets, how many do Andeep and Sam get?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sides of a triangle are in the ratio of 7 : 6 : 4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shortest length is 12 cm, what are the lengths of the other 2 sides?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flour to butter to sugar in a cookie recipe is 3 : 2 : 1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use 450 grams of flour, how much butter and sugar do you need?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2" name="Google Shape;17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the part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505500" y="640675"/>
            <a:ext cx="408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Using ratio tables to find one part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76400" y="987900"/>
            <a:ext cx="436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find either A or B given the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1"/>
          <p:cNvGraphicFramePr>
            <a:graphicFrameLocks noGrp="1"/>
          </p:cNvGraphicFramePr>
          <p:nvPr/>
        </p:nvGraphicFramePr>
        <p:xfrm>
          <a:off x="2220075" y="13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{A2F99CD8-9AE5-46B1-94AB-029ADBEC47D5}</a:tableStyleId>
              </a:tblPr>
              <a:tblGrid>
                <a:gridCol w="1039950"/>
                <a:gridCol w="1039950"/>
                <a:gridCol w="1039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A : 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1"/>
          <p:cNvSpPr txBox="1"/>
          <p:nvPr/>
        </p:nvSpPr>
        <p:spPr>
          <a:xfrm>
            <a:off x="545000" y="5026500"/>
            <a:ext cx="6546900" cy="3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Sam and Sofia share some sweets in the ratio 3 : 8 : 5. Sam gets 40, how many sweets do Andeep and Sofia get?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sides of a triangle are in the ratio of 7 : 6 : 4.  The longest length is 14 cm, how long are the other sides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flour to butter to sugar in a cookie recipe is 3 : 2 : 1.  You use 126 grams butter, how much flour and sugar do you need?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Determining the part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2024-02-06T09:18:57.075</cp:lastPrinted>
  <dcterms:created xsi:type="dcterms:W3CDTF">2024-02-06T09:18:57Z</dcterms:created>
  <dcterms:modified xsi:type="dcterms:W3CDTF">2024-02-06T09:15:53Z</dcterms:modified>
</cp:coreProperties>
</file>