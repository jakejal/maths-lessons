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1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5" name="Shape 155"/>
        <p:cNvGrpSpPr/>
        <p:nvPr/>
      </p:nvGrpSpPr>
      <p:grpSpPr>
        <a:xfrm>
          <a:off x="0" y="0"/>
          <a:ext cx="0" cy="0"/>
        </a:xfrm>
      </p:grpSpPr>
      <p:sp>
        <p:nvSpPr>
          <p:cNvPr id="156" name="Google Shape;156;g27996905f60_0_12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8" name="Shape 168"/>
        <p:cNvGrpSpPr/>
        <p:nvPr/>
      </p:nvGrpSpPr>
      <p:grpSpPr>
        <a:xfrm>
          <a:off x="0" y="0"/>
          <a:ext cx="0" cy="0"/>
        </a:xfrm>
      </p:grpSpPr>
      <p:sp>
        <p:nvSpPr>
          <p:cNvPr id="169" name="Google Shape;169;g27996905f60_0_13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27996905f60_0_1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3.png" /><Relationship Id="rId3" Type="http://schemas.openxmlformats.org/officeDocument/2006/relationships/image" Target="../media/image4.png" /><Relationship Id="rId4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" name="Google Shape;32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sp>
        <p:nvSpPr>
          <p:cNvPr id="34" name="Google Shape;34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</a:xfrm>
      </p:grpSpPr>
      <p:sp>
        <p:nvSpPr>
          <p:cNvPr id="40" name="Google Shape;40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</a:xfrm>
      </p:grpSpPr>
      <p:sp>
        <p:nvSpPr>
          <p:cNvPr id="47" name="Google Shape;47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</a:xfrm>
      </p:grpSpPr>
      <p:sp>
        <p:nvSpPr>
          <p:cNvPr id="56" name="Google Shape;56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type="subTitle" idx="2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type="subTitle" idx="1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5.png" /><Relationship Id="rId4" Type="http://schemas.openxmlformats.org/officeDocument/2006/relationships/image" Target="../media/image6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8" name="Shape 158"/>
        <p:cNvGrpSpPr/>
        <p:nvPr/>
      </p:nvGrpSpPr>
      <p:grpSpPr>
        <a:xfrm>
          <a:off x="0" y="0"/>
          <a: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Problem solving with fractions and ratios</a:t>
            </a:r>
            <a:endParaRPr/>
          </a:p>
        </p:txBody>
      </p:sp>
      <p:sp>
        <p:nvSpPr>
          <p:cNvPr id="160" name="Google Shape;160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61" name="Google Shape;161;p20"/>
          <p:cNvSpPr txBox="1"/>
          <p:nvPr/>
        </p:nvSpPr>
        <p:spPr>
          <a:xfrm>
            <a:off x="476400" y="4073100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If you need to make 210 ml in total, how much of each colour do you need?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" name="Google Shape;162;p20"/>
          <p:cNvSpPr txBox="1"/>
          <p:nvPr/>
        </p:nvSpPr>
        <p:spPr>
          <a:xfrm>
            <a:off x="6352325" y="9972000"/>
            <a:ext cx="4833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 sz="1200">
                <a:solidFill>
                  <a:srgbClr val="000000"/>
                </a:solidFill>
                <a:latin typeface="Lexend Medium"/>
                <a:ea typeface="Lexend Medium"/>
                <a:cs typeface="Lexend Medium"/>
                <a:sym typeface="Lexend Medium"/>
              </a:rPr>
              <a:t>1</a:t>
            </a:fld>
            <a:endParaRPr sz="1200">
              <a:solidFill>
                <a:srgbClr val="000000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cxnSp>
        <p:nvCxnSpPr>
          <p:cNvPr id="163" name="Google Shape;163;p20"/>
          <p:cNvCxnSpPr/>
          <p:nvPr/>
        </p:nvCxnSpPr>
        <p:spPr>
          <a:xfrm>
            <a:off x="480750" y="9884100"/>
            <a:ext cx="6598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4" name="Google Shape;164;p20"/>
          <p:cNvSpPr txBox="1"/>
          <p:nvPr/>
        </p:nvSpPr>
        <p:spPr>
          <a:xfrm>
            <a:off x="480750" y="1408075"/>
            <a:ext cx="43431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Task A:  Strategies to solve ratio problems  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" name="Google Shape;165;p20"/>
          <p:cNvSpPr txBox="1"/>
          <p:nvPr/>
        </p:nvSpPr>
        <p:spPr>
          <a:xfrm>
            <a:off x="476400" y="1673700"/>
            <a:ext cx="6624000" cy="7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Solve these problems. You may want to draw a bar model to help you.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To make the required shade of paint you need to mix blue and white paint in the ratio of 2 : 5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If you have 210 ml of blue paint, how much white paint do you need?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" name="Google Shape;166;p20"/>
          <p:cNvSpPr txBox="1"/>
          <p:nvPr/>
        </p:nvSpPr>
        <p:spPr>
          <a:xfrm>
            <a:off x="476400" y="6093300"/>
            <a:ext cx="6624000" cy="4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If you used 210 ml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more</a:t>
            </a:r>
            <a:r>
              <a:rPr lang="en-GB" sz="1200">
                <a:solidFill>
                  <a:srgbClr val="845AD9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white paint than blue paint. How much paint was made in total?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20"/>
          <p:cNvSpPr txBox="1"/>
          <p:nvPr/>
        </p:nvSpPr>
        <p:spPr>
          <a:xfrm>
            <a:off x="476400" y="7998300"/>
            <a:ext cx="54768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If you have 210 ml of white paint, how much blue paint do you need?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1" name="Shape 171"/>
        <p:cNvGrpSpPr/>
        <p:nvPr/>
      </p:nvGrpSpPr>
      <p:grpSpPr>
        <a:xfrm>
          <a:off x="0" y="0"/>
          <a:ext cx="0" cy="0"/>
        </a:xfrm>
      </p:grpSpPr>
      <p:sp>
        <p:nvSpPr>
          <p:cNvPr id="172" name="Google Shape;172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173" name="Google Shape;173;p21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Problem solving with fractions and ratios</a:t>
            </a:r>
            <a:endParaRPr/>
          </a:p>
        </p:txBody>
      </p:sp>
      <p:sp>
        <p:nvSpPr>
          <p:cNvPr id="174" name="Google Shape;174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1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176" name="Google Shape;176;p21"/>
          <p:cNvSpPr txBox="1"/>
          <p:nvPr/>
        </p:nvSpPr>
        <p:spPr>
          <a:xfrm>
            <a:off x="476400" y="646075"/>
            <a:ext cx="46083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Task B:  Problems involving fractions and ratios  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1"/>
          <p:cNvSpPr txBox="1"/>
          <p:nvPr/>
        </p:nvSpPr>
        <p:spPr>
          <a:xfrm>
            <a:off x="476400" y="987900"/>
            <a:ext cx="6615600" cy="155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 bag of sweets contains red, green and yellow sweets.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of the bag are red.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rest of the sweets are either green or yellow, in the ratio 3 : 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There are 72 sweets in the bag.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How many of each colour are there?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8" name="Google Shape;178;p21" descr="&lt;math xmlns=&quot;http://www.w3.org/1998/Math/MathML&quot; display=&quot;block&quot; data-is-equatio=&quot;1&quot; data-latex=&quot;\frac{1}{3}&quot;&gt;&lt;mfrac&gt;&lt;mn&gt;1&lt;/mn&gt;&lt;mn&gt;3&lt;/mn&gt;&lt;/mfrac&gt;&lt;/math&gt;" title="one thir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2025" y="1253352"/>
            <a:ext cx="101884" cy="33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1"/>
          <p:cNvSpPr txBox="1"/>
          <p:nvPr/>
        </p:nvSpPr>
        <p:spPr>
          <a:xfrm>
            <a:off x="476400" y="3959700"/>
            <a:ext cx="5589000" cy="11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Izzy counts 350 red, blue and white cars in a car park.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ratio of red to blue cars is 2 : 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of the cars are white.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8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How many of each colour are there in the car park? 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0" name="Google Shape;180;p21" descr="&lt;math xmlns=&quot;http://www.w3.org/1998/Math/MathML&quot; display=&quot;block&quot; data-is-equatio=&quot;1&quot; data-latex=&quot;\frac{4}{7}&quot;&gt;&lt;mfrac&gt;&lt;mn&gt;4&lt;/mn&gt;&lt;mn&gt;7&lt;/mn&gt;&lt;/mfrac&gt;&lt;/math&gt;" title="four seven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7100" y="4499120"/>
            <a:ext cx="101875" cy="337167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1"/>
          <p:cNvSpPr txBox="1"/>
          <p:nvPr/>
        </p:nvSpPr>
        <p:spPr>
          <a:xfrm>
            <a:off x="476400" y="6779100"/>
            <a:ext cx="5673000" cy="11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Andeep’s older sister Belle is 5 times his age.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cat is three-tenths of Belle’s age.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total of Andeep’s and Belle’s ages is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24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What is the total of their ages?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1.14"/>
  <p:tag name="AS_TITLE" val="Aspose.Slides for .NET Standard 2.0"/>
  <p:tag name="AS_VERSION" val="24.1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28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9">
      <vt:lpstr>Arial</vt:lpstr>
      <vt:lpstr>Lexend</vt:lpstr>
      <vt:lpstr>Kalam</vt:lpstr>
      <vt:lpstr>Lexend Medium</vt:lpstr>
      <vt:lpstr>Lexend Light</vt:lpstr>
      <vt:lpstr>Calibri</vt:lpstr>
      <vt:lpstr>simple-light-2</vt:lpstr>
      <vt:lpstr>Problem solving with fractions and ratios</vt:lpstr>
      <vt:lpstr>PowerPoint Presentation</vt:lpstr>
    </vt:vector>
  </TitlesOfParts>
  <LinksUpToDate>0</LinksUpToDate>
  <SharedDoc>0</SharedDoc>
  <HyperlinksChanged>0</HyperlinksChanged>
  <Application>Aspose.Slides for .NET</Application>
  <AppVersion>24.0100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2024-02-06T09:17:23.396</cp:lastPrinted>
  <dcterms:created xsi:type="dcterms:W3CDTF">2024-02-06T09:17:23Z</dcterms:created>
  <dcterms:modified xsi:type="dcterms:W3CDTF">2024-02-06T09:20:44Z</dcterms:modified>
</cp:coreProperties>
</file>