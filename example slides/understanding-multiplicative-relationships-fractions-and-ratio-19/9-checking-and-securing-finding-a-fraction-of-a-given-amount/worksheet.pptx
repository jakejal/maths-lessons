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8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655488-F7CD-4235-B3EC-827DEA6BD479}">
  <a:tblStyle styleId="{F0655488-F7CD-4235-B3EC-827DEA6BD4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3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94350" y="9972000"/>
            <a:ext cx="597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 Mathematics in Education and Industry.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6" name="Google Shape;106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" name="Google Shape;114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8" name="Google Shape;118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" name="Google Shape;126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9" name="Google Shape;139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0" name="Google Shape;140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5" name="Google Shape;145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" name="Google Shape;14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2" name="Google Shape;152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20.png"/><Relationship Id="rId22" Type="http://schemas.openxmlformats.org/officeDocument/2006/relationships/image" Target="../media/image30.png"/><Relationship Id="rId10" Type="http://schemas.openxmlformats.org/officeDocument/2006/relationships/image" Target="../media/image16.png"/><Relationship Id="rId21" Type="http://schemas.openxmlformats.org/officeDocument/2006/relationships/image" Target="../media/image31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5" Type="http://schemas.openxmlformats.org/officeDocument/2006/relationships/image" Target="../media/image27.png"/><Relationship Id="rId14" Type="http://schemas.openxmlformats.org/officeDocument/2006/relationships/image" Target="../media/image21.png"/><Relationship Id="rId17" Type="http://schemas.openxmlformats.org/officeDocument/2006/relationships/image" Target="../media/image24.png"/><Relationship Id="rId16" Type="http://schemas.openxmlformats.org/officeDocument/2006/relationships/image" Target="../media/image25.png"/><Relationship Id="rId5" Type="http://schemas.openxmlformats.org/officeDocument/2006/relationships/image" Target="../media/image18.png"/><Relationship Id="rId19" Type="http://schemas.openxmlformats.org/officeDocument/2006/relationships/image" Target="../media/image28.png"/><Relationship Id="rId6" Type="http://schemas.openxmlformats.org/officeDocument/2006/relationships/image" Target="../media/image9.png"/><Relationship Id="rId18" Type="http://schemas.openxmlformats.org/officeDocument/2006/relationships/image" Target="../media/image26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468000" y="679298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20900" y="1408075"/>
            <a:ext cx="64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a bar model to find fractions of amounts 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52600" y="1768835"/>
            <a:ext cx="3852300" cy="24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bar models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62" name="Google Shape;162;p2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553" y="1978248"/>
            <a:ext cx="121291" cy="38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63" name="Google Shape;163;p20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695" y="3090440"/>
            <a:ext cx="121291" cy="38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4" name="Google Shape;164;p20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393" y="4185471"/>
            <a:ext cx="121291" cy="4014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20"/>
          <p:cNvGraphicFramePr/>
          <p:nvPr/>
        </p:nvGraphicFramePr>
        <p:xfrm>
          <a:off x="4040700" y="203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582600"/>
                <a:gridCol w="582600"/>
                <a:gridCol w="582600"/>
                <a:gridCol w="582600"/>
                <a:gridCol w="5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/>
          <p:nvPr/>
        </p:nvGraphicFramePr>
        <p:xfrm>
          <a:off x="4040700" y="3083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582600"/>
                <a:gridCol w="582600"/>
                <a:gridCol w="582600"/>
                <a:gridCol w="582600"/>
                <a:gridCol w="5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/>
          <p:nvPr/>
        </p:nvGraphicFramePr>
        <p:xfrm>
          <a:off x="4040700" y="413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>
            <a:off x="552600" y="5026500"/>
            <a:ext cx="1129500" cy="21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69" name="Google Shape;169;p20" title="sev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2771" y="5255695"/>
            <a:ext cx="121361" cy="401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70" name="Google Shape;170;p20" title="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518" y="6351030"/>
            <a:ext cx="205869" cy="3815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71" name="Google Shape;171;p20" title="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9148" y="7417002"/>
            <a:ext cx="208614" cy="3815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20"/>
          <p:cNvGraphicFramePr/>
          <p:nvPr/>
        </p:nvGraphicFramePr>
        <p:xfrm>
          <a:off x="4040700" y="523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0"/>
          <p:cNvGraphicFramePr/>
          <p:nvPr/>
        </p:nvGraphicFramePr>
        <p:xfrm>
          <a:off x="4040700" y="63184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/>
          <p:nvPr/>
        </p:nvGraphicFramePr>
        <p:xfrm>
          <a:off x="4040700" y="7405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5" name="Google Shape;175;p20"/>
          <p:cNvCxnSpPr/>
          <p:nvPr/>
        </p:nvCxnSpPr>
        <p:spPr>
          <a:xfrm>
            <a:off x="485827" y="8106568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20900" y="533018"/>
            <a:ext cx="64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Fractions of amounts as multiplication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779121"/>
            <a:ext cx="59313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odd one out in each row.  It has a </a:t>
            </a:r>
            <a:r>
              <a:rPr lang="en-GB" sz="12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different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answer to the others.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Arrange the letters of these into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1"/>
          <p:cNvCxnSpPr/>
          <p:nvPr/>
        </p:nvCxnSpPr>
        <p:spPr>
          <a:xfrm>
            <a:off x="485827" y="4776959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1"/>
          <p:cNvSpPr txBox="1"/>
          <p:nvPr/>
        </p:nvSpPr>
        <p:spPr>
          <a:xfrm>
            <a:off x="520900" y="4772471"/>
            <a:ext cx="64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Fractions greater than 1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76400" y="5026500"/>
            <a:ext cx="36432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of 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136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4}{5}&quot;&gt;&lt;mn&gt;1&lt;/mn&gt;&lt;mtext&gt;&lt;/mtext&gt;&lt;mfrac&gt;&lt;mn&gt;4&lt;/mn&gt;&lt;mn&gt;5&lt;/mn&gt;&lt;/mfrac&gt;&lt;/math&gt;" id="188" name="Google Shape;188;p21" title="1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431" y="5767543"/>
            <a:ext cx="185936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189" name="Google Shape;189;p21" title="1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099" y="6580746"/>
            <a:ext cx="186607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frac{7}{8}&quot;&gt;&lt;mn&gt;5&lt;/mn&gt;&lt;mtext&gt;&lt;/mtext&gt;&lt;mfrac&gt;&lt;mn&gt;7&lt;/mn&gt;&lt;mn&gt;8&lt;/mn&gt;&lt;/mfrac&gt;&lt;/math&gt;" id="190" name="Google Shape;190;p21" title="5 sev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6441" y="7393950"/>
            <a:ext cx="195917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\ \frac{4}{9}&quot;&gt;&lt;mn&gt;15&lt;/mn&gt;&lt;mtext&gt;&lt;/mtext&gt;&lt;mfrac&gt;&lt;mn&gt;4&lt;/mn&gt;&lt;mn&gt;9&lt;/mn&gt;&lt;/mfrac&gt;&lt;/math&gt;" id="191" name="Google Shape;191;p21" title="15 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738" y="8207154"/>
            <a:ext cx="251319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5\ \frac{2}{7}&quot;&gt;&lt;mn&gt;25&lt;/mn&gt;&lt;mtext&gt;&lt;/mtext&gt;&lt;mfrac&gt;&lt;mn&gt;2&lt;/mn&gt;&lt;mn&gt;7&lt;/mn&gt;&lt;/mfrac&gt;&lt;/math&gt;" id="192" name="Google Shape;192;p21" title="25 two sev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1500" y="9020358"/>
            <a:ext cx="265800" cy="2778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21"/>
          <p:cNvGraphicFramePr/>
          <p:nvPr/>
        </p:nvGraphicFramePr>
        <p:xfrm>
          <a:off x="549496" y="1306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{F0655488-F7CD-4235-B3EC-827DEA6BD479}</a:tableStyleId>
              </a:tblPr>
              <a:tblGrid>
                <a:gridCol w="1618125"/>
                <a:gridCol w="1618125"/>
                <a:gridCol w="1618125"/>
                <a:gridCol w="1618125"/>
              </a:tblGrid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94" name="Google Shape;194;p21" title="three eighths times 48 two ninths times 81 two thirds o f 24 6 over 13 times 39"/>
          <p:cNvPicPr preferRelativeResize="0"/>
          <p:nvPr/>
        </p:nvPicPr>
        <p:blipFill rotWithShape="1">
          <a:blip r:embed="rId8">
            <a:alphaModFix/>
          </a:blip>
          <a:srcRect b="0" l="74509" r="0" t="0"/>
          <a:stretch/>
        </p:blipFill>
        <p:spPr>
          <a:xfrm>
            <a:off x="6016206" y="1385949"/>
            <a:ext cx="605803" cy="35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195" name="Google Shape;195;p21" title="six sevenths times 28 8 over 11 o f 33 four fifths o f 30 13 over 15 times 30"/>
          <p:cNvPicPr preferRelativeResize="0"/>
          <p:nvPr/>
        </p:nvPicPr>
        <p:blipFill rotWithShape="1">
          <a:blip r:embed="rId9">
            <a:alphaModFix/>
          </a:blip>
          <a:srcRect b="0" l="0" r="79917" t="0"/>
          <a:stretch/>
        </p:blipFill>
        <p:spPr>
          <a:xfrm>
            <a:off x="1329569" y="1927869"/>
            <a:ext cx="504155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196" name="Google Shape;196;p21" title="9 over 13 times 39 5 over 12 o f 60 three tenths o f 90 nine eighths times 24"/>
          <p:cNvPicPr preferRelativeResize="0"/>
          <p:nvPr/>
        </p:nvPicPr>
        <p:blipFill rotWithShape="1">
          <a:blip r:embed="rId10">
            <a:alphaModFix/>
          </a:blip>
          <a:srcRect b="10" l="80576" r="0" t="0"/>
          <a:stretch/>
        </p:blipFill>
        <p:spPr>
          <a:xfrm>
            <a:off x="6111533" y="2452069"/>
            <a:ext cx="510476" cy="35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}{2}\times32\ \ 1\ \frac{1}{5}\ of\ 40\ \ 1\ \frac{2}{5}\ of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i&gt;o&lt;/mi&gt;&lt;mi&gt;f&lt;/mi&gt;&lt;mtext&gt;&lt;/mtext&gt;&lt;mn&gt;40&lt;/mn&gt;&lt;mtext&gt;&lt;/mtext&gt;&lt;mtext&gt;&lt;/mtext&gt;&lt;mn&gt;1&lt;/mn&gt;&lt;mtext&gt;&lt;/mtext&gt;&lt;mfrac&gt;&lt;mn&gt;2&lt;/mn&gt;&lt;mn&gt;5&lt;/mn&gt;&lt;/mfrac&gt;&lt;mtext&gt;&lt;/mtext&gt;&lt;mi&gt;o&lt;/mi&gt;&lt;mi&gt;f&lt;/mi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97" name="Google Shape;197;p21" title="1 one half times 32 1 one fifth o f 40 1 two fifths o f 35 48 times 2 two thirds"/>
          <p:cNvPicPr preferRelativeResize="0"/>
          <p:nvPr/>
        </p:nvPicPr>
        <p:blipFill rotWithShape="1">
          <a:blip r:embed="rId11">
            <a:alphaModFix/>
          </a:blip>
          <a:srcRect b="0" l="0" r="77936" t="0"/>
          <a:stretch/>
        </p:blipFill>
        <p:spPr>
          <a:xfrm>
            <a:off x="1209642" y="2987410"/>
            <a:ext cx="624083" cy="34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98" name="Google Shape;198;p21" title="three eighths times 48 two ninths times 81 two thirds o f 24 6 over 13 times 39"/>
          <p:cNvPicPr preferRelativeResize="0"/>
          <p:nvPr/>
        </p:nvPicPr>
        <p:blipFill rotWithShape="1">
          <a:blip r:embed="rId8">
            <a:alphaModFix/>
          </a:blip>
          <a:srcRect b="0" l="23675" r="54844" t="0"/>
          <a:stretch/>
        </p:blipFill>
        <p:spPr>
          <a:xfrm>
            <a:off x="2705481" y="1391199"/>
            <a:ext cx="551235" cy="378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99" name="Google Shape;199;p21" title="three eighths times 48 two ninths times 81 two thirds o f 24 6 over 13 times 39"/>
          <p:cNvPicPr preferRelativeResize="0"/>
          <p:nvPr/>
        </p:nvPicPr>
        <p:blipFill rotWithShape="1">
          <a:blip r:embed="rId8">
            <a:alphaModFix/>
          </a:blip>
          <a:srcRect b="0" l="0" r="78520" t="0"/>
          <a:stretch/>
        </p:blipFill>
        <p:spPr>
          <a:xfrm>
            <a:off x="1329571" y="1398099"/>
            <a:ext cx="504153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200" name="Google Shape;200;p21" title="six sevenths times 28 8 over 11 o f 33 four fifths o f 30 13 over 15 times 30"/>
          <p:cNvPicPr preferRelativeResize="0"/>
          <p:nvPr/>
        </p:nvPicPr>
        <p:blipFill rotWithShape="1">
          <a:blip r:embed="rId9">
            <a:alphaModFix/>
          </a:blip>
          <a:srcRect b="0" l="75137" r="0" t="0"/>
          <a:stretch/>
        </p:blipFill>
        <p:spPr>
          <a:xfrm>
            <a:off x="5990035" y="1919009"/>
            <a:ext cx="631974" cy="35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201" name="Google Shape;201;p21" title="9 over 13 times 39 5 over 12 o f 60 three tenths o f 90 nine eighths times 24"/>
          <p:cNvPicPr preferRelativeResize="0"/>
          <p:nvPr/>
        </p:nvPicPr>
        <p:blipFill rotWithShape="1">
          <a:blip r:embed="rId10">
            <a:alphaModFix/>
          </a:blip>
          <a:srcRect b="0" l="0" r="75954" t="0"/>
          <a:stretch/>
        </p:blipFill>
        <p:spPr>
          <a:xfrm>
            <a:off x="1240935" y="2457640"/>
            <a:ext cx="624145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 \frac{3}{4}\times\frac{3}{11}\ \ \frac{4}{5}\ of\ 2\ \frac{2}{15}\ \ 1\ \frac{11}{21}\times1\ \frac{1}{7}\ \ \ \frac{4}{9}\ of\ \frac{16}{27}\end{array}&quot;&gt;&lt;mtable columnalign=&quot;left&quot; columnspacing=&quot;1em&quot; rowspacing=&quot;4pt&quot;&gt;&lt;mtr&gt;&lt;mtd&gt;&lt;mn&gt;2&lt;/mn&gt;&lt;mtext&gt;&lt;/mtext&gt;&lt;mfrac&gt;&lt;mn&gt;3&lt;/mn&gt;&lt;mn&gt;4&lt;/mn&gt;&lt;/mfrac&gt;&lt;mo&gt;×&lt;/mo&gt;&lt;mfrac&gt;&lt;mn&gt;3&lt;/mn&gt;&lt;mn&gt;11&lt;/mn&gt;&lt;/mfrac&gt;&lt;mtext&gt;&lt;/mtext&gt;&lt;mtext&gt;&lt;/mtext&gt;&lt;mfrac&gt;&lt;mn&gt;4&lt;/mn&gt;&lt;mn&gt;5&lt;/mn&gt;&lt;/mfrac&gt;&lt;mtext&gt;&lt;/mtext&gt;&lt;mi&gt;o&lt;/mi&gt;&lt;mi&gt;f&lt;/mi&gt;&lt;mtext&gt;&lt;/mtext&gt;&lt;mn&gt;2&lt;/mn&gt;&lt;mtext&gt;&lt;/mtext&gt;&lt;mfrac&gt;&lt;mn&gt;2&lt;/mn&gt;&lt;mn&gt;15&lt;/mn&gt;&lt;/mfrac&gt;&lt;mtext&gt;&lt;/mtext&gt;&lt;mtext&gt;&lt;/mtext&gt;&lt;mn&gt;1&lt;/mn&gt;&lt;mtext&gt;&lt;/mtext&gt;&lt;mfrac&gt;&lt;mn&gt;11&lt;/mn&gt;&lt;mn&gt;21&lt;/mn&gt;&lt;/mfrac&gt;&lt;mo&gt;×&lt;/mo&gt;&lt;mn&gt;1&lt;/mn&gt;&lt;mtext&gt;&lt;/mtext&gt;&lt;mfrac&gt;&lt;mn&gt;1&lt;/mn&gt;&lt;mn&gt;7&lt;/mn&gt;&lt;/mfrac&gt;&lt;mtext&gt;&lt;/mtext&gt;&lt;mtext&gt;&lt;/mtext&gt;&lt;mtext&gt;&lt;/mtext&gt;&lt;mfrac&gt;&lt;mn&gt;4&lt;/mn&gt;&lt;mn&gt;9&lt;/mn&gt;&lt;/mfrac&gt;&lt;mtext&gt;&lt;/mtext&gt;&lt;mi&gt;o&lt;/mi&gt;&lt;mi&gt;f&lt;/mi&gt;&lt;mtext&gt;&lt;/mtext&gt;&lt;mfrac&gt;&lt;mn&gt;16&lt;/mn&gt;&lt;mn&gt;27&lt;/mn&gt;&lt;/mfrac&gt;&lt;/mtd&gt;&lt;/mtr&gt;&lt;/mtable&gt;&lt;/math&gt;" id="202" name="Google Shape;202;p21" title="1 lines Line 1: 2 three fourths times 3 over 11 four fifths o f 2 2 over 15 1 11 over 21 times 1 one seventh four ninths o f 16 over 27"/>
          <p:cNvPicPr preferRelativeResize="0"/>
          <p:nvPr/>
        </p:nvPicPr>
        <p:blipFill rotWithShape="1">
          <a:blip r:embed="rId12">
            <a:alphaModFix/>
          </a:blip>
          <a:srcRect b="-10" l="0" r="77630" t="0"/>
          <a:stretch/>
        </p:blipFill>
        <p:spPr>
          <a:xfrm>
            <a:off x="1120166" y="3517153"/>
            <a:ext cx="823300" cy="302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03" name="Google Shape;203;p21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13">
            <a:alphaModFix/>
          </a:blip>
          <a:srcRect b="0" l="0" r="77983" t="0"/>
          <a:stretch/>
        </p:blipFill>
        <p:spPr>
          <a:xfrm>
            <a:off x="6131133" y="4006803"/>
            <a:ext cx="631971" cy="35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04" name="Google Shape;204;p21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13">
            <a:alphaModFix/>
          </a:blip>
          <a:srcRect b="0" l="80347" r="0" t="0"/>
          <a:stretch/>
        </p:blipFill>
        <p:spPr>
          <a:xfrm>
            <a:off x="1213877" y="4003092"/>
            <a:ext cx="557137" cy="34591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3625824" y="255175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023424" y="408528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3625831" y="357281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102621" y="3066690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102621" y="1478472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66842" y="201634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023424" y="147847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625831" y="147847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023424" y="201634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023424" y="357281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2023424" y="3066690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625831" y="201634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2004781" y="2541517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625831" y="3066690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625831" y="408528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102621" y="3572812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102621" y="2016345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102621" y="2535167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102621" y="4085285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866842" y="3066690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866842" y="147847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866842" y="357281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866842" y="2535167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6866842" y="408528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49500" y="4522242"/>
            <a:ext cx="325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word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8\times2\ \frac{2}{3}&quot;&gt;&lt;mn&gt;18&lt;/mn&gt;&lt;mo&gt;×&lt;/mo&gt;&lt;mn&gt;2&lt;/mn&gt;&lt;mtext&gt;&lt;/mtext&gt;&lt;mfrac&gt;&lt;mn&gt;2&lt;/mn&gt;&lt;mn&gt;3&lt;/mn&gt;&lt;/mfrac&gt;&lt;/math&gt;" id="230" name="Google Shape;230;p21" title="18 times 2 two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13573" y="2965748"/>
            <a:ext cx="605800" cy="361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1}{16}\times\frac{4}{9}&quot;&gt;&lt;mn&gt;1&lt;/mn&gt;&lt;mtext&gt;&lt;/mtext&gt;&lt;mfrac&gt;&lt;mn&gt;11&lt;/mn&gt;&lt;mn&gt;16&lt;/mn&gt;&lt;/mfrac&gt;&lt;mo&gt;×&lt;/mo&gt;&lt;mfrac&gt;&lt;mn&gt;4&lt;/mn&gt;&lt;mn&gt;9&lt;/mn&gt;&lt;/mfrac&gt;&lt;/math&gt;" id="231" name="Google Shape;231;p21" title="1 11 over 16 times four nin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900368" y="3475773"/>
            <a:ext cx="688425" cy="374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3}{8}\times\frac{6}{11}\end{array}&quot;&gt;&lt;mtable columnalign=&quot;left&quot; columnspacing=&quot;1em&quot; rowspacing=&quot;4pt&quot;&gt;&lt;mtr&gt;&lt;mtd&gt;&lt;mn&gt;1&lt;/mn&gt;&lt;mfrac&gt;&lt;mn&gt;3&lt;/mn&gt;&lt;mn&gt;8&lt;/mn&gt;&lt;/mfrac&gt;&lt;mo&gt;×&lt;/mo&gt;&lt;mfrac&gt;&lt;mn&gt;6&lt;/mn&gt;&lt;mn&gt;11&lt;/mn&gt;&lt;/mfrac&gt;&lt;/mtd&gt;&lt;/mtr&gt;&lt;/mtable&gt;&lt;/math&gt;" id="232" name="Google Shape;232;p21" title="1 lines Line 1: 1 and three eighths times 6 over 1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183620" y="3475450"/>
            <a:ext cx="757750" cy="334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eighths times 48 two ninths times 81 two thirds of 24 6 over 13 times 39&#10;&#10;&lt;math xmlns=&quot;http://www.w3.org/1998/Math/MathML&quot; display=&quot;block&quot; data-is-equatio=&quot;1&quot; data-latex=&quot;\frac{3}{8}\times48\ \ \frac{2}{9}\times81\ \ \frac{2}{3}\ \text{of}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text&gt;of&lt;/mtext&gt;&lt;mtext&gt;&lt;/mtext&gt;&lt;mn&gt;24&lt;/mn&gt;&lt;mtext&gt;&lt;/mtext&gt;&lt;mtext&gt;&lt;/mtext&gt;&lt;mfrac&gt;&lt;mn&gt;6&lt;/mn&gt;&lt;mn&gt;13&lt;/mn&gt;&lt;/mfrac&gt;&lt;mo&gt;×&lt;/mo&gt;&lt;mn&gt;39&lt;/mn&gt;&lt;/math&gt;" id="233" name="Google Shape;233;p21"/>
          <p:cNvPicPr preferRelativeResize="0"/>
          <p:nvPr/>
        </p:nvPicPr>
        <p:blipFill rotWithShape="1">
          <a:blip r:embed="rId17">
            <a:alphaModFix/>
          </a:blip>
          <a:srcRect b="0" l="48617" r="27893" t="0"/>
          <a:stretch/>
        </p:blipFill>
        <p:spPr>
          <a:xfrm>
            <a:off x="4298677" y="1350950"/>
            <a:ext cx="631976" cy="407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234" name="Google Shape;234;p21"/>
          <p:cNvPicPr preferRelativeResize="0"/>
          <p:nvPr/>
        </p:nvPicPr>
        <p:blipFill rotWithShape="1">
          <a:blip r:embed="rId18">
            <a:alphaModFix/>
          </a:blip>
          <a:srcRect b="0" l="50865" r="25332" t="0"/>
          <a:stretch/>
        </p:blipFill>
        <p:spPr>
          <a:xfrm>
            <a:off x="4274355" y="1877388"/>
            <a:ext cx="702683" cy="421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235" name="Google Shape;235;p21"/>
          <p:cNvPicPr preferRelativeResize="0"/>
          <p:nvPr/>
        </p:nvPicPr>
        <p:blipFill rotWithShape="1">
          <a:blip r:embed="rId18">
            <a:alphaModFix/>
          </a:blip>
          <a:srcRect b="0" l="22521" r="50679" t="0"/>
          <a:stretch/>
        </p:blipFill>
        <p:spPr>
          <a:xfrm>
            <a:off x="2574040" y="1879515"/>
            <a:ext cx="791156" cy="421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236" name="Google Shape;236;p21"/>
          <p:cNvPicPr preferRelativeResize="0"/>
          <p:nvPr/>
        </p:nvPicPr>
        <p:blipFill rotWithShape="1">
          <a:blip r:embed="rId19">
            <a:alphaModFix/>
          </a:blip>
          <a:srcRect b="0" l="24962" r="48975" t="0"/>
          <a:stretch/>
        </p:blipFill>
        <p:spPr>
          <a:xfrm>
            <a:off x="2558118" y="2392474"/>
            <a:ext cx="835600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237" name="Google Shape;237;p21"/>
          <p:cNvPicPr preferRelativeResize="0"/>
          <p:nvPr/>
        </p:nvPicPr>
        <p:blipFill rotWithShape="1">
          <a:blip r:embed="rId19">
            <a:alphaModFix/>
          </a:blip>
          <a:srcRect b="0" l="52942" r="20995" t="0"/>
          <a:stretch/>
        </p:blipFill>
        <p:spPr>
          <a:xfrm>
            <a:off x="4168494" y="2397978"/>
            <a:ext cx="835600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238" name="Google Shape;238;p21"/>
          <p:cNvPicPr preferRelativeResize="0"/>
          <p:nvPr/>
        </p:nvPicPr>
        <p:blipFill rotWithShape="1">
          <a:blip r:embed="rId20">
            <a:alphaModFix/>
          </a:blip>
          <a:srcRect b="0" l="24215" r="51109" t="0"/>
          <a:stretch/>
        </p:blipFill>
        <p:spPr>
          <a:xfrm>
            <a:off x="2500150" y="2933607"/>
            <a:ext cx="866041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239" name="Google Shape;239;p21"/>
          <p:cNvPicPr preferRelativeResize="0"/>
          <p:nvPr/>
        </p:nvPicPr>
        <p:blipFill rotWithShape="1">
          <a:blip r:embed="rId20">
            <a:alphaModFix/>
          </a:blip>
          <a:srcRect b="0" l="51151" r="24174" t="0"/>
          <a:stretch/>
        </p:blipFill>
        <p:spPr>
          <a:xfrm>
            <a:off x="4100390" y="2931346"/>
            <a:ext cx="866041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lines Line 1: four fifths of 15 over 32&#10;&#10;&lt;math xmlns=&quot;http://www.w3.org/1998/Math/MathML&quot; display=&quot;block&quot; data-is-equatio=&quot;1&quot; data-latex=&quot;\begin{array}{l}\frac{4}{5}\ \text{of}\ \frac{15}{32}\ \ \end{array}&quot;&gt;&lt;mtable columnalign=&quot;left&quot; columnspacing=&quot;1em&quot; rowspacing=&quot;4pt&quot;&gt;&lt;mtr&gt;&lt;mtd&gt;&lt;mfrac&gt;&lt;mn&gt;4&lt;/mn&gt;&lt;mn&gt;5&lt;/mn&gt;&lt;/mfrac&gt;&lt;mtext&gt;&lt;/mtext&gt;&lt;mtext&gt;of&lt;/mtext&gt;&lt;mtext&gt;&lt;/mtext&gt;&lt;mfrac&gt;&lt;mn&gt;15&lt;/mn&gt;&lt;mn&gt;32&lt;/mn&gt;&lt;/mfrac&gt;&lt;mtext&gt;&lt;/mtext&gt;&lt;mtext&gt;&lt;/mtext&gt;&lt;/mtd&gt;&lt;/mtr&gt;&lt;/mtable&gt;&lt;/math&gt;" id="240" name="Google Shape;240;p2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728200" y="3464218"/>
            <a:ext cx="625375" cy="303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41" name="Google Shape;241;p21"/>
          <p:cNvPicPr preferRelativeResize="0"/>
          <p:nvPr/>
        </p:nvPicPr>
        <p:blipFill rotWithShape="1">
          <a:blip r:embed="rId22">
            <a:alphaModFix/>
          </a:blip>
          <a:srcRect b="0" l="23684" r="49935" t="0"/>
          <a:stretch/>
        </p:blipFill>
        <p:spPr>
          <a:xfrm>
            <a:off x="2677257" y="3967663"/>
            <a:ext cx="932157" cy="44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42" name="Google Shape;242;p21"/>
          <p:cNvPicPr preferRelativeResize="0"/>
          <p:nvPr/>
        </p:nvPicPr>
        <p:blipFill rotWithShape="1">
          <a:blip r:embed="rId22">
            <a:alphaModFix/>
          </a:blip>
          <a:srcRect b="0" l="51528" r="20534" t="0"/>
          <a:stretch/>
        </p:blipFill>
        <p:spPr>
          <a:xfrm>
            <a:off x="4233499" y="3970968"/>
            <a:ext cx="987205" cy="44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