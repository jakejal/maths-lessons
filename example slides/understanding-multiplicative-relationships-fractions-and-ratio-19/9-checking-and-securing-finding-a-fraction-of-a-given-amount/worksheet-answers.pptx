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9A7578-D3A1-42A5-B56C-B7A51739E94E}">
  <a:tblStyle styleId="{B19A7578-D3A1-42A5-B56C-B7A51739E9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22" Type="http://schemas.openxmlformats.org/officeDocument/2006/relationships/image" Target="../media/image28.png"/><Relationship Id="rId21" Type="http://schemas.openxmlformats.org/officeDocument/2006/relationships/image" Target="../media/image30.png"/><Relationship Id="rId24" Type="http://schemas.openxmlformats.org/officeDocument/2006/relationships/image" Target="../media/image33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26" Type="http://schemas.openxmlformats.org/officeDocument/2006/relationships/image" Target="../media/image37.png"/><Relationship Id="rId25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3" Type="http://schemas.openxmlformats.org/officeDocument/2006/relationships/image" Target="../media/image23.png"/><Relationship Id="rId12" Type="http://schemas.openxmlformats.org/officeDocument/2006/relationships/image" Target="../media/image25.png"/><Relationship Id="rId15" Type="http://schemas.openxmlformats.org/officeDocument/2006/relationships/image" Target="../media/image27.png"/><Relationship Id="rId14" Type="http://schemas.openxmlformats.org/officeDocument/2006/relationships/image" Target="../media/image32.png"/><Relationship Id="rId17" Type="http://schemas.openxmlformats.org/officeDocument/2006/relationships/image" Target="../media/image26.png"/><Relationship Id="rId16" Type="http://schemas.openxmlformats.org/officeDocument/2006/relationships/image" Target="../media/image29.png"/><Relationship Id="rId19" Type="http://schemas.openxmlformats.org/officeDocument/2006/relationships/image" Target="../media/image34.png"/><Relationship Id="rId1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79298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20900" y="1408075"/>
            <a:ext cx="64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Using a bar model to find fractions of amounts 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52600" y="1768823"/>
            <a:ext cx="3852300" cy="30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bar models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75" name="Google Shape;175;p2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553" y="1978248"/>
            <a:ext cx="121291" cy="38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76" name="Google Shape;176;p20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695" y="3090440"/>
            <a:ext cx="121291" cy="38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77" name="Google Shape;177;p20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393" y="4185471"/>
            <a:ext cx="121291" cy="4014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20"/>
          <p:cNvGraphicFramePr/>
          <p:nvPr/>
        </p:nvGraphicFramePr>
        <p:xfrm>
          <a:off x="4040700" y="203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582600"/>
                <a:gridCol w="582600"/>
                <a:gridCol w="582600"/>
                <a:gridCol w="582600"/>
                <a:gridCol w="5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9" name="Google Shape;179;p20"/>
          <p:cNvGraphicFramePr/>
          <p:nvPr/>
        </p:nvGraphicFramePr>
        <p:xfrm>
          <a:off x="4040700" y="3083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582600"/>
                <a:gridCol w="582600"/>
                <a:gridCol w="582600"/>
                <a:gridCol w="582600"/>
                <a:gridCol w="5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0"/>
          <p:cNvGraphicFramePr/>
          <p:nvPr/>
        </p:nvGraphicFramePr>
        <p:xfrm>
          <a:off x="4040700" y="413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552600" y="5026500"/>
            <a:ext cx="20538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of 40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82" name="Google Shape;182;p20" title="sev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2771" y="5255695"/>
            <a:ext cx="121361" cy="401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83" name="Google Shape;183;p20" title="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518" y="6351030"/>
            <a:ext cx="205869" cy="3815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84" name="Google Shape;184;p20" title="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9148" y="7417002"/>
            <a:ext cx="208614" cy="3815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20"/>
          <p:cNvGraphicFramePr/>
          <p:nvPr/>
        </p:nvGraphicFramePr>
        <p:xfrm>
          <a:off x="4040700" y="523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Google Shape;186;p20"/>
          <p:cNvGraphicFramePr/>
          <p:nvPr/>
        </p:nvGraphicFramePr>
        <p:xfrm>
          <a:off x="4040700" y="63184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20"/>
          <p:cNvGraphicFramePr/>
          <p:nvPr/>
        </p:nvGraphicFramePr>
        <p:xfrm>
          <a:off x="4040700" y="7405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8" name="Google Shape;188;p20"/>
          <p:cNvCxnSpPr/>
          <p:nvPr/>
        </p:nvCxnSpPr>
        <p:spPr>
          <a:xfrm>
            <a:off x="485827" y="8106568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5407475" y="1838688"/>
            <a:ext cx="1602600" cy="51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804375" y="2868188"/>
            <a:ext cx="1602600" cy="51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65150" y="3937000"/>
            <a:ext cx="1602600" cy="51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6" name="Google Shape;196;p21"/>
          <p:cNvGraphicFramePr/>
          <p:nvPr/>
        </p:nvGraphicFramePr>
        <p:xfrm>
          <a:off x="549496" y="1306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{B19A7578-D3A1-42A5-B56C-B7A51739E94E}</a:tableStyleId>
              </a:tblPr>
              <a:tblGrid>
                <a:gridCol w="1618125"/>
                <a:gridCol w="1618125"/>
                <a:gridCol w="1618125"/>
                <a:gridCol w="1618125"/>
              </a:tblGrid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" name="Google Shape;197;p21"/>
          <p:cNvSpPr/>
          <p:nvPr/>
        </p:nvSpPr>
        <p:spPr>
          <a:xfrm>
            <a:off x="2177750" y="2349863"/>
            <a:ext cx="1602600" cy="51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20900" y="581471"/>
            <a:ext cx="64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Fractions of amounts as multiplication 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6400" y="827574"/>
            <a:ext cx="59313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odd one out in each row.  It has a </a:t>
            </a:r>
            <a:r>
              <a:rPr lang="en-GB" sz="12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different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answer to the others.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Arrange the letters of these into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3625824" y="2541517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2023424" y="408528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625831" y="357281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102621" y="3066690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102621" y="1478472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866842" y="201634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023424" y="147847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625831" y="147847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023424" y="201634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023424" y="357281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023424" y="3066690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625831" y="201634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992656" y="2541517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625831" y="3066690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625831" y="408528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102621" y="3572812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102621" y="2016345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102621" y="2535167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102621" y="4085285"/>
            <a:ext cx="26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866842" y="3066690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866842" y="147847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866842" y="3572812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866842" y="2535167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866842" y="4085285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>
            <a:off x="485827" y="4749212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1"/>
          <p:cNvSpPr txBox="1"/>
          <p:nvPr/>
        </p:nvSpPr>
        <p:spPr>
          <a:xfrm>
            <a:off x="520900" y="4820924"/>
            <a:ext cx="64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Fractions greater than 1 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76400" y="5074953"/>
            <a:ext cx="36432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180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48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136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30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of 21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4}{5}&quot;&gt;&lt;mn&gt;1&lt;/mn&gt;&lt;mtext&gt;&lt;/mtext&gt;&lt;mfrac&gt;&lt;mn&gt;4&lt;/mn&gt;&lt;mn&gt;5&lt;/mn&gt;&lt;/mfrac&gt;&lt;/math&gt;" id="231" name="Google Shape;231;p21" title="1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431" y="5815996"/>
            <a:ext cx="185936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232" name="Google Shape;232;p21" title="1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099" y="6629200"/>
            <a:ext cx="186607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frac{7}{8}&quot;&gt;&lt;mn&gt;5&lt;/mn&gt;&lt;mtext&gt;&lt;/mtext&gt;&lt;mfrac&gt;&lt;mn&gt;7&lt;/mn&gt;&lt;mn&gt;8&lt;/mn&gt;&lt;/mfrac&gt;&lt;/math&gt;" id="233" name="Google Shape;233;p21" title="5 sev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6441" y="7442404"/>
            <a:ext cx="195917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\ \frac{4}{9}&quot;&gt;&lt;mn&gt;15&lt;/mn&gt;&lt;mtext&gt;&lt;/mtext&gt;&lt;mfrac&gt;&lt;mn&gt;4&lt;/mn&gt;&lt;mn&gt;9&lt;/mn&gt;&lt;/mfrac&gt;&lt;/math&gt;" id="234" name="Google Shape;234;p21" title="15 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738" y="8255607"/>
            <a:ext cx="251319" cy="277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5\ \frac{2}{7}&quot;&gt;&lt;mn&gt;25&lt;/mn&gt;&lt;mtext&gt;&lt;/mtext&gt;&lt;mfrac&gt;&lt;mn&gt;2&lt;/mn&gt;&lt;mn&gt;7&lt;/mn&gt;&lt;/mfrac&gt;&lt;/math&gt;" id="235" name="Google Shape;235;p21" title="25 two sev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1500" y="9068811"/>
            <a:ext cx="265800" cy="27787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49500" y="4522242"/>
            <a:ext cx="325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word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PROPER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659565" y="1505775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59565" y="2040637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59565" y="2580025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59565" y="3089550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241" name="Google Shape;241;p21" title="1 lines Line 1: three fourths three eighths"/>
          <p:cNvPicPr preferRelativeResize="0"/>
          <p:nvPr/>
        </p:nvPicPr>
        <p:blipFill rotWithShape="1">
          <a:blip r:embed="rId8">
            <a:alphaModFix/>
          </a:blip>
          <a:srcRect b="0" l="0" r="63665" t="0"/>
          <a:stretch/>
        </p:blipFill>
        <p:spPr>
          <a:xfrm>
            <a:off x="659565" y="3499350"/>
            <a:ext cx="120869" cy="319871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9}{32}&quot;&gt;&lt;mfrac&gt;&lt;mn&gt;29&lt;/mn&gt;&lt;mn&gt;32&lt;/mn&gt;&lt;/mfrac&gt;&lt;/math&gt;" id="242" name="Google Shape;242;p21" title="29 over 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565" y="4013070"/>
            <a:ext cx="173634" cy="321816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243" name="Google Shape;243;p21"/>
          <p:cNvSpPr txBox="1"/>
          <p:nvPr/>
        </p:nvSpPr>
        <p:spPr>
          <a:xfrm>
            <a:off x="2225872" y="1489400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2225872" y="2024262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2225872" y="2563650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2225872" y="3073175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247" name="Google Shape;247;p21" title="1 lines Line 1: three fourths three eighths"/>
          <p:cNvPicPr preferRelativeResize="0"/>
          <p:nvPr/>
        </p:nvPicPr>
        <p:blipFill rotWithShape="1">
          <a:blip r:embed="rId8">
            <a:alphaModFix/>
          </a:blip>
          <a:srcRect b="0" l="63661" r="3" t="0"/>
          <a:stretch/>
        </p:blipFill>
        <p:spPr>
          <a:xfrm>
            <a:off x="2225872" y="3493338"/>
            <a:ext cx="136369" cy="360874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7}{32}&quot;&gt;&lt;mfrac&gt;&lt;mn&gt;27&lt;/mn&gt;&lt;mn&gt;32&lt;/mn&gt;&lt;/mfrac&gt;&lt;/math&gt;" id="248" name="Google Shape;248;p21" title="27 over 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25872" y="4007793"/>
            <a:ext cx="195893" cy="360856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249" name="Google Shape;249;p21"/>
          <p:cNvSpPr txBox="1"/>
          <p:nvPr/>
        </p:nvSpPr>
        <p:spPr>
          <a:xfrm>
            <a:off x="3861387" y="1514825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861387" y="2049687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861330" y="2589075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3861329" y="3098600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253" name="Google Shape;253;p21" title="1 lines Line 1: three fourths three eighths"/>
          <p:cNvPicPr preferRelativeResize="0"/>
          <p:nvPr/>
        </p:nvPicPr>
        <p:blipFill rotWithShape="1">
          <a:blip r:embed="rId8">
            <a:alphaModFix/>
          </a:blip>
          <a:srcRect b="0" l="0" r="63665" t="0"/>
          <a:stretch/>
        </p:blipFill>
        <p:spPr>
          <a:xfrm>
            <a:off x="3861334" y="3501900"/>
            <a:ext cx="129900" cy="343742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7}{32}&quot;&gt;&lt;mfrac&gt;&lt;mn&gt;27&lt;/mn&gt;&lt;mn&gt;32&lt;/mn&gt;&lt;/mfrac&gt;&lt;/math&gt;" id="254" name="Google Shape;254;p21" title="27 over 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59263" y="4007322"/>
            <a:ext cx="186600" cy="343725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255" name="Google Shape;255;p21"/>
          <p:cNvSpPr txBox="1"/>
          <p:nvPr/>
        </p:nvSpPr>
        <p:spPr>
          <a:xfrm>
            <a:off x="5456456" y="1476700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456456" y="2011562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456400" y="2550950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456399" y="3060475"/>
            <a:ext cx="195900" cy="1848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259" name="Google Shape;259;p21" title="1 lines Line 1: three fourths three eighths"/>
          <p:cNvPicPr preferRelativeResize="0"/>
          <p:nvPr/>
        </p:nvPicPr>
        <p:blipFill rotWithShape="1">
          <a:blip r:embed="rId8">
            <a:alphaModFix/>
          </a:blip>
          <a:srcRect b="0" l="0" r="63665" t="0"/>
          <a:stretch/>
        </p:blipFill>
        <p:spPr>
          <a:xfrm>
            <a:off x="5463225" y="3492246"/>
            <a:ext cx="126246" cy="334087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7}{32}&quot;&gt;&lt;mfrac&gt;&lt;mn&gt;27&lt;/mn&gt;&lt;mn&gt;32&lt;/mn&gt;&lt;/mfrac&gt;&lt;/math&gt;" id="260" name="Google Shape;260;p21" title="27 over 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83349" y="4006930"/>
            <a:ext cx="181351" cy="33407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261" name="Google Shape;261;p21"/>
          <p:cNvSpPr/>
          <p:nvPr/>
        </p:nvSpPr>
        <p:spPr>
          <a:xfrm>
            <a:off x="2179475" y="3414163"/>
            <a:ext cx="1602600" cy="51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792175" y="1317050"/>
            <a:ext cx="1602600" cy="51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63\ \frac{1}{3}&quot;&gt;&lt;mn&gt;463&lt;/mn&gt;&lt;mtext&gt;&lt;/mtext&gt;&lt;mfrac&gt;&lt;mn&gt;1&lt;/mn&gt;&lt;mn&gt;3&lt;/mn&gt;&lt;/mfrac&gt;&lt;/math&gt;" id="263" name="Google Shape;263;p21" title="463 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33725" y="8203750"/>
            <a:ext cx="384214" cy="31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264" name="Google Shape;264;p21" title="three eighths times 48 two ninths times 81 two thirds o f 24 6 over 13 times 39"/>
          <p:cNvPicPr preferRelativeResize="0"/>
          <p:nvPr/>
        </p:nvPicPr>
        <p:blipFill rotWithShape="1">
          <a:blip r:embed="rId12">
            <a:alphaModFix/>
          </a:blip>
          <a:srcRect b="0" l="74509" r="0" t="0"/>
          <a:stretch/>
        </p:blipFill>
        <p:spPr>
          <a:xfrm>
            <a:off x="6016206" y="1385949"/>
            <a:ext cx="605803" cy="35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265" name="Google Shape;265;p21" title="six sevenths times 28 8 over 11 o f 33 four fifths o f 30 13 over 15 times 30"/>
          <p:cNvPicPr preferRelativeResize="0"/>
          <p:nvPr/>
        </p:nvPicPr>
        <p:blipFill rotWithShape="1">
          <a:blip r:embed="rId13">
            <a:alphaModFix/>
          </a:blip>
          <a:srcRect b="0" l="0" r="79917" t="0"/>
          <a:stretch/>
        </p:blipFill>
        <p:spPr>
          <a:xfrm>
            <a:off x="1329569" y="1927869"/>
            <a:ext cx="504155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266" name="Google Shape;266;p21" title="9 over 13 times 39 5 over 12 o f 60 three tenths o f 90 nine eighths times 24"/>
          <p:cNvPicPr preferRelativeResize="0"/>
          <p:nvPr/>
        </p:nvPicPr>
        <p:blipFill rotWithShape="1">
          <a:blip r:embed="rId14">
            <a:alphaModFix/>
          </a:blip>
          <a:srcRect b="10" l="80576" r="0" t="0"/>
          <a:stretch/>
        </p:blipFill>
        <p:spPr>
          <a:xfrm>
            <a:off x="6111533" y="2452069"/>
            <a:ext cx="510476" cy="35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}{2}\times32\ \ 1\ \frac{1}{5}\ of\ 40\ \ 1\ \frac{2}{5}\ of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i&gt;o&lt;/mi&gt;&lt;mi&gt;f&lt;/mi&gt;&lt;mtext&gt;&lt;/mtext&gt;&lt;mn&gt;40&lt;/mn&gt;&lt;mtext&gt;&lt;/mtext&gt;&lt;mtext&gt;&lt;/mtext&gt;&lt;mn&gt;1&lt;/mn&gt;&lt;mtext&gt;&lt;/mtext&gt;&lt;mfrac&gt;&lt;mn&gt;2&lt;/mn&gt;&lt;mn&gt;5&lt;/mn&gt;&lt;/mfrac&gt;&lt;mtext&gt;&lt;/mtext&gt;&lt;mi&gt;o&lt;/mi&gt;&lt;mi&gt;f&lt;/mi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267" name="Google Shape;267;p21" title="1 one half times 32 1 one fifth o f 40 1 two fifths o f 35 48 times 2 two thirds"/>
          <p:cNvPicPr preferRelativeResize="0"/>
          <p:nvPr/>
        </p:nvPicPr>
        <p:blipFill rotWithShape="1">
          <a:blip r:embed="rId15">
            <a:alphaModFix/>
          </a:blip>
          <a:srcRect b="0" l="0" r="77936" t="0"/>
          <a:stretch/>
        </p:blipFill>
        <p:spPr>
          <a:xfrm>
            <a:off x="1209642" y="2987410"/>
            <a:ext cx="624083" cy="34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268" name="Google Shape;268;p21" title="three eighths times 48 two ninths times 81 two thirds o f 24 6 over 13 times 39"/>
          <p:cNvPicPr preferRelativeResize="0"/>
          <p:nvPr/>
        </p:nvPicPr>
        <p:blipFill rotWithShape="1">
          <a:blip r:embed="rId12">
            <a:alphaModFix/>
          </a:blip>
          <a:srcRect b="0" l="23675" r="54844" t="0"/>
          <a:stretch/>
        </p:blipFill>
        <p:spPr>
          <a:xfrm>
            <a:off x="2705481" y="1391199"/>
            <a:ext cx="551235" cy="378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269" name="Google Shape;269;p21" title="three eighths times 48 two ninths times 81 two thirds o f 24 6 over 13 times 39"/>
          <p:cNvPicPr preferRelativeResize="0"/>
          <p:nvPr/>
        </p:nvPicPr>
        <p:blipFill rotWithShape="1">
          <a:blip r:embed="rId12">
            <a:alphaModFix/>
          </a:blip>
          <a:srcRect b="0" l="0" r="78520" t="0"/>
          <a:stretch/>
        </p:blipFill>
        <p:spPr>
          <a:xfrm>
            <a:off x="1329571" y="1398099"/>
            <a:ext cx="504153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270" name="Google Shape;270;p21" title="six sevenths times 28 8 over 11 o f 33 four fifths o f 30 13 over 15 times 30"/>
          <p:cNvPicPr preferRelativeResize="0"/>
          <p:nvPr/>
        </p:nvPicPr>
        <p:blipFill rotWithShape="1">
          <a:blip r:embed="rId13">
            <a:alphaModFix/>
          </a:blip>
          <a:srcRect b="0" l="75137" r="0" t="0"/>
          <a:stretch/>
        </p:blipFill>
        <p:spPr>
          <a:xfrm>
            <a:off x="5990035" y="1919009"/>
            <a:ext cx="631974" cy="35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271" name="Google Shape;271;p21" title="9 over 13 times 39 5 over 12 o f 60 three tenths o f 90 nine eighths times 24"/>
          <p:cNvPicPr preferRelativeResize="0"/>
          <p:nvPr/>
        </p:nvPicPr>
        <p:blipFill rotWithShape="1">
          <a:blip r:embed="rId14">
            <a:alphaModFix/>
          </a:blip>
          <a:srcRect b="0" l="0" r="75954" t="0"/>
          <a:stretch/>
        </p:blipFill>
        <p:spPr>
          <a:xfrm>
            <a:off x="1240935" y="2457640"/>
            <a:ext cx="624145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 \frac{3}{4}\times\frac{3}{11}\ \ \frac{4}{5}\ of\ 2\ \frac{2}{15}\ \ 1\ \frac{11}{21}\times1\ \frac{1}{7}\ \ \ \frac{4}{9}\ of\ \frac{16}{27}\end{array}&quot;&gt;&lt;mtable columnalign=&quot;left&quot; columnspacing=&quot;1em&quot; rowspacing=&quot;4pt&quot;&gt;&lt;mtr&gt;&lt;mtd&gt;&lt;mn&gt;2&lt;/mn&gt;&lt;mtext&gt;&lt;/mtext&gt;&lt;mfrac&gt;&lt;mn&gt;3&lt;/mn&gt;&lt;mn&gt;4&lt;/mn&gt;&lt;/mfrac&gt;&lt;mo&gt;×&lt;/mo&gt;&lt;mfrac&gt;&lt;mn&gt;3&lt;/mn&gt;&lt;mn&gt;11&lt;/mn&gt;&lt;/mfrac&gt;&lt;mtext&gt;&lt;/mtext&gt;&lt;mtext&gt;&lt;/mtext&gt;&lt;mfrac&gt;&lt;mn&gt;4&lt;/mn&gt;&lt;mn&gt;5&lt;/mn&gt;&lt;/mfrac&gt;&lt;mtext&gt;&lt;/mtext&gt;&lt;mi&gt;o&lt;/mi&gt;&lt;mi&gt;f&lt;/mi&gt;&lt;mtext&gt;&lt;/mtext&gt;&lt;mn&gt;2&lt;/mn&gt;&lt;mtext&gt;&lt;/mtext&gt;&lt;mfrac&gt;&lt;mn&gt;2&lt;/mn&gt;&lt;mn&gt;15&lt;/mn&gt;&lt;/mfrac&gt;&lt;mtext&gt;&lt;/mtext&gt;&lt;mtext&gt;&lt;/mtext&gt;&lt;mn&gt;1&lt;/mn&gt;&lt;mtext&gt;&lt;/mtext&gt;&lt;mfrac&gt;&lt;mn&gt;11&lt;/mn&gt;&lt;mn&gt;21&lt;/mn&gt;&lt;/mfrac&gt;&lt;mo&gt;×&lt;/mo&gt;&lt;mn&gt;1&lt;/mn&gt;&lt;mtext&gt;&lt;/mtext&gt;&lt;mfrac&gt;&lt;mn&gt;1&lt;/mn&gt;&lt;mn&gt;7&lt;/mn&gt;&lt;/mfrac&gt;&lt;mtext&gt;&lt;/mtext&gt;&lt;mtext&gt;&lt;/mtext&gt;&lt;mtext&gt;&lt;/mtext&gt;&lt;mfrac&gt;&lt;mn&gt;4&lt;/mn&gt;&lt;mn&gt;9&lt;/mn&gt;&lt;/mfrac&gt;&lt;mtext&gt;&lt;/mtext&gt;&lt;mi&gt;o&lt;/mi&gt;&lt;mi&gt;f&lt;/mi&gt;&lt;mtext&gt;&lt;/mtext&gt;&lt;mfrac&gt;&lt;mn&gt;16&lt;/mn&gt;&lt;mn&gt;27&lt;/mn&gt;&lt;/mfrac&gt;&lt;/mtd&gt;&lt;/mtr&gt;&lt;/mtable&gt;&lt;/math&gt;" id="272" name="Google Shape;272;p21" title="1 lines Line 1: 2 three fourths times 3 over 11 four fifths o f 2 2 over 15 1 11 over 21 times 1 one seventh four ninths o f 16 over 27"/>
          <p:cNvPicPr preferRelativeResize="0"/>
          <p:nvPr/>
        </p:nvPicPr>
        <p:blipFill rotWithShape="1">
          <a:blip r:embed="rId16">
            <a:alphaModFix/>
          </a:blip>
          <a:srcRect b="-10" l="0" r="77630" t="0"/>
          <a:stretch/>
        </p:blipFill>
        <p:spPr>
          <a:xfrm>
            <a:off x="1120166" y="3517153"/>
            <a:ext cx="823300" cy="302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73" name="Google Shape;273;p21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17">
            <a:alphaModFix/>
          </a:blip>
          <a:srcRect b="0" l="0" r="77983" t="0"/>
          <a:stretch/>
        </p:blipFill>
        <p:spPr>
          <a:xfrm>
            <a:off x="6131133" y="4006803"/>
            <a:ext cx="631971" cy="35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74" name="Google Shape;274;p21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17">
            <a:alphaModFix/>
          </a:blip>
          <a:srcRect b="0" l="80347" r="0" t="0"/>
          <a:stretch/>
        </p:blipFill>
        <p:spPr>
          <a:xfrm>
            <a:off x="1213877" y="4003092"/>
            <a:ext cx="557137" cy="345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\times2\ \frac{2}{3}&quot;&gt;&lt;mn&gt;18&lt;/mn&gt;&lt;mo&gt;×&lt;/mo&gt;&lt;mn&gt;2&lt;/mn&gt;&lt;mtext&gt;&lt;/mtext&gt;&lt;mfrac&gt;&lt;mn&gt;2&lt;/mn&gt;&lt;mn&gt;3&lt;/mn&gt;&lt;/mfrac&gt;&lt;/math&gt;" id="275" name="Google Shape;275;p21" title="18 times 2 two third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13573" y="2965748"/>
            <a:ext cx="605800" cy="361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1}{16}\times\frac{4}{9}&quot;&gt;&lt;mn&gt;1&lt;/mn&gt;&lt;mtext&gt;&lt;/mtext&gt;&lt;mfrac&gt;&lt;mn&gt;11&lt;/mn&gt;&lt;mn&gt;16&lt;/mn&gt;&lt;/mfrac&gt;&lt;mo&gt;×&lt;/mo&gt;&lt;mfrac&gt;&lt;mn&gt;4&lt;/mn&gt;&lt;mn&gt;9&lt;/mn&gt;&lt;/mfrac&gt;&lt;/math&gt;" id="276" name="Google Shape;276;p21" title="1 11 over 16 times four ni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900368" y="3475773"/>
            <a:ext cx="688425" cy="374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3}{8}\times\frac{6}{11}\end{array}&quot;&gt;&lt;mtable columnalign=&quot;left&quot; columnspacing=&quot;1em&quot; rowspacing=&quot;4pt&quot;&gt;&lt;mtr&gt;&lt;mtd&gt;&lt;mn&gt;1&lt;/mn&gt;&lt;mfrac&gt;&lt;mn&gt;3&lt;/mn&gt;&lt;mn&gt;8&lt;/mn&gt;&lt;/mfrac&gt;&lt;mo&gt;×&lt;/mo&gt;&lt;mfrac&gt;&lt;mn&gt;6&lt;/mn&gt;&lt;mn&gt;11&lt;/mn&gt;&lt;/mfrac&gt;&lt;/mtd&gt;&lt;/mtr&gt;&lt;/mtable&gt;&lt;/math&gt;" id="277" name="Google Shape;277;p21" title="1 lines Line 1: 1 and three eighths times 6 over 1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83620" y="3475450"/>
            <a:ext cx="757750" cy="334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eighths times 48 two ninths times 81 two thirds of 24 6 over 13 times 39&#10;&#10;&lt;math xmlns=&quot;http://www.w3.org/1998/Math/MathML&quot; display=&quot;block&quot; data-is-equatio=&quot;1&quot; data-latex=&quot;\frac{3}{8}\times48\ \ \frac{2}{9}\times81\ \ \frac{2}{3}\ \text{of}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text&gt;of&lt;/mtext&gt;&lt;mtext&gt;&lt;/mtext&gt;&lt;mn&gt;24&lt;/mn&gt;&lt;mtext&gt;&lt;/mtext&gt;&lt;mtext&gt;&lt;/mtext&gt;&lt;mfrac&gt;&lt;mn&gt;6&lt;/mn&gt;&lt;mn&gt;13&lt;/mn&gt;&lt;/mfrac&gt;&lt;mo&gt;×&lt;/mo&gt;&lt;mn&gt;39&lt;/mn&gt;&lt;/math&gt;" id="278" name="Google Shape;278;p21"/>
          <p:cNvPicPr preferRelativeResize="0"/>
          <p:nvPr/>
        </p:nvPicPr>
        <p:blipFill rotWithShape="1">
          <a:blip r:embed="rId21">
            <a:alphaModFix/>
          </a:blip>
          <a:srcRect b="0" l="48617" r="27893" t="0"/>
          <a:stretch/>
        </p:blipFill>
        <p:spPr>
          <a:xfrm>
            <a:off x="4298677" y="1350950"/>
            <a:ext cx="631976" cy="407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279" name="Google Shape;279;p21"/>
          <p:cNvPicPr preferRelativeResize="0"/>
          <p:nvPr/>
        </p:nvPicPr>
        <p:blipFill rotWithShape="1">
          <a:blip r:embed="rId22">
            <a:alphaModFix/>
          </a:blip>
          <a:srcRect b="0" l="50865" r="25332" t="0"/>
          <a:stretch/>
        </p:blipFill>
        <p:spPr>
          <a:xfrm>
            <a:off x="4274355" y="1877388"/>
            <a:ext cx="702683" cy="421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280" name="Google Shape;280;p21"/>
          <p:cNvPicPr preferRelativeResize="0"/>
          <p:nvPr/>
        </p:nvPicPr>
        <p:blipFill rotWithShape="1">
          <a:blip r:embed="rId22">
            <a:alphaModFix/>
          </a:blip>
          <a:srcRect b="0" l="22521" r="50679" t="0"/>
          <a:stretch/>
        </p:blipFill>
        <p:spPr>
          <a:xfrm>
            <a:off x="2574040" y="1879515"/>
            <a:ext cx="791156" cy="421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281" name="Google Shape;281;p21"/>
          <p:cNvPicPr preferRelativeResize="0"/>
          <p:nvPr/>
        </p:nvPicPr>
        <p:blipFill rotWithShape="1">
          <a:blip r:embed="rId23">
            <a:alphaModFix/>
          </a:blip>
          <a:srcRect b="0" l="24962" r="48975" t="0"/>
          <a:stretch/>
        </p:blipFill>
        <p:spPr>
          <a:xfrm>
            <a:off x="2558118" y="2392474"/>
            <a:ext cx="835600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282" name="Google Shape;282;p21"/>
          <p:cNvPicPr preferRelativeResize="0"/>
          <p:nvPr/>
        </p:nvPicPr>
        <p:blipFill rotWithShape="1">
          <a:blip r:embed="rId23">
            <a:alphaModFix/>
          </a:blip>
          <a:srcRect b="0" l="52942" r="20995" t="0"/>
          <a:stretch/>
        </p:blipFill>
        <p:spPr>
          <a:xfrm>
            <a:off x="4168494" y="2397978"/>
            <a:ext cx="835600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283" name="Google Shape;283;p21"/>
          <p:cNvPicPr preferRelativeResize="0"/>
          <p:nvPr/>
        </p:nvPicPr>
        <p:blipFill rotWithShape="1">
          <a:blip r:embed="rId24">
            <a:alphaModFix/>
          </a:blip>
          <a:srcRect b="0" l="24215" r="51109" t="0"/>
          <a:stretch/>
        </p:blipFill>
        <p:spPr>
          <a:xfrm>
            <a:off x="2500150" y="2933607"/>
            <a:ext cx="866041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284" name="Google Shape;284;p21"/>
          <p:cNvPicPr preferRelativeResize="0"/>
          <p:nvPr/>
        </p:nvPicPr>
        <p:blipFill rotWithShape="1">
          <a:blip r:embed="rId24">
            <a:alphaModFix/>
          </a:blip>
          <a:srcRect b="0" l="51151" r="24174" t="0"/>
          <a:stretch/>
        </p:blipFill>
        <p:spPr>
          <a:xfrm>
            <a:off x="4100390" y="2931346"/>
            <a:ext cx="866041" cy="44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lines Line 1: four fifths of 15 over 32&#10;&#10;&lt;math xmlns=&quot;http://www.w3.org/1998/Math/MathML&quot; display=&quot;block&quot; data-is-equatio=&quot;1&quot; data-latex=&quot;\begin{array}{l}\frac{4}{5}\ \text{of}\ \frac{15}{32}\ \ \end{array}&quot;&gt;&lt;mtable columnalign=&quot;left&quot; columnspacing=&quot;1em&quot; rowspacing=&quot;4pt&quot;&gt;&lt;mtr&gt;&lt;mtd&gt;&lt;mfrac&gt;&lt;mn&gt;4&lt;/mn&gt;&lt;mn&gt;5&lt;/mn&gt;&lt;/mfrac&gt;&lt;mtext&gt;&lt;/mtext&gt;&lt;mtext&gt;of&lt;/mtext&gt;&lt;mtext&gt;&lt;/mtext&gt;&lt;mfrac&gt;&lt;mn&gt;15&lt;/mn&gt;&lt;mn&gt;32&lt;/mn&gt;&lt;/mfrac&gt;&lt;mtext&gt;&lt;/mtext&gt;&lt;mtext&gt;&lt;/mtext&gt;&lt;/mtd&gt;&lt;/mtr&gt;&lt;/mtable&gt;&lt;/math&gt;" id="285" name="Google Shape;285;p2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728200" y="3464218"/>
            <a:ext cx="625375" cy="303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86" name="Google Shape;286;p21"/>
          <p:cNvPicPr preferRelativeResize="0"/>
          <p:nvPr/>
        </p:nvPicPr>
        <p:blipFill rotWithShape="1">
          <a:blip r:embed="rId26">
            <a:alphaModFix/>
          </a:blip>
          <a:srcRect b="0" l="23684" r="49935" t="0"/>
          <a:stretch/>
        </p:blipFill>
        <p:spPr>
          <a:xfrm>
            <a:off x="2677257" y="3967663"/>
            <a:ext cx="932157" cy="44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287" name="Google Shape;287;p21"/>
          <p:cNvPicPr preferRelativeResize="0"/>
          <p:nvPr/>
        </p:nvPicPr>
        <p:blipFill rotWithShape="1">
          <a:blip r:embed="rId26">
            <a:alphaModFix/>
          </a:blip>
          <a:srcRect b="0" l="51528" r="20534" t="0"/>
          <a:stretch/>
        </p:blipFill>
        <p:spPr>
          <a:xfrm>
            <a:off x="4233499" y="3970968"/>
            <a:ext cx="987205" cy="44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