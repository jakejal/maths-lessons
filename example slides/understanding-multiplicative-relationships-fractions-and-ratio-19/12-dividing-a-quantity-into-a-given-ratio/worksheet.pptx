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5139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505500" y="1478875"/>
            <a:ext cx="2100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Bar models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05500" y="1902300"/>
            <a:ext cx="6191700" cy="3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1 : 2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48 in the ratio 3 : 1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1 : 5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48 in the ratio 7 : 1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3 : 5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Use a bar model to answer the following: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Andeep, Sam and Sofia share 80 sweets in the ratio 3 : 8 : 5.  How many sweets do they each get?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perimeter of a triangle is 42.5 cm.  The lengths of the sides are in the ratio of 7 : 6 : 4.  How long is each side?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ratio of flour to butter to sugar in a cookie recipe is 3 : 2 : 1.  You want to make a giant cookie weighing 510 grams.  How much of each ingredient do you need?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4350" y="5805425"/>
            <a:ext cx="6557700" cy="3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sp>
        <p:nvSpPr>
          <p:cNvPr id="169" name="Google Shape;16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0" name="Google Shape;17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505500" y="716875"/>
            <a:ext cx="478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efficient methods to share in a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000" y="987900"/>
            <a:ext cx="63675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1 : 2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64 in the ratio 3 : 1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1 : 5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64 in the ratio 7 : 1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3 : 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Use a ratio table to answer the following: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Andeep, Sam and Sofia share 240 sweets in the ratio 3 : 8 : 5.  How many sweets do they each get?	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perimeter of a triangle is 107.1 cm.  The lengths of the sides are in the ratio of 7 : 6 : 4.  How long is each side?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ratio of flour to butter to sugar in a cookie recipe is 3 : 2 : 1.  You want to make a giant cookie weighing 720 grams.  How much of each ingredient do you need?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Dividing a quantity into a given ratio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2024-02-05T13:34:00.725</cp:lastPrinted>
  <dcterms:created xsi:type="dcterms:W3CDTF">2024-02-05T13:34:00Z</dcterms:created>
  <dcterms:modified xsi:type="dcterms:W3CDTF">2024-02-05T13:30:56Z</dcterms:modified>
</cp:coreProperties>
</file>