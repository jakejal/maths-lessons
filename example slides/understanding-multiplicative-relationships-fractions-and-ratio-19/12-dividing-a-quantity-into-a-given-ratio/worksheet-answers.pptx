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513950" y="99720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505500" y="1478875"/>
            <a:ext cx="2100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Bar models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43875" y="1902300"/>
            <a:ext cx="6067500" cy="71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bar model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24 in the ratio 1 : 2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: 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48 in the ratio 3 : 1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 :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24 in the ratio 1 : 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: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48 in the ratio 7 : 1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 :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24 in the ratio 3 : 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: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Use a bar model to answer the following: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Andeep, Sam and Sofia share 80 sweets in the ratio 3 : 8 : 5.  How many sweets do they each get?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= 15, Sam = 40 and Sofia = 25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perimeter of a triangle is 42.5 cm.  The lengths of the sides are in the ratio of 7 : 6 : 4.  How long is each side?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17.5 cm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 cm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 cm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ratio of flour to butter to sugar in a cookie recipe is 3 : 2 : 1.  You want to make a giant cookie weighing 510 grams.  How much of each ingredient do you need?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Flour = 255 g, butter = 170 g and sugar = 85 g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34350" y="5757975"/>
            <a:ext cx="6557700" cy="32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2" name="Google Shape;18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Dividing a quantity into a given ratio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505500" y="716875"/>
            <a:ext cx="4785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Using efficient methods to share in a ratio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534350" y="987900"/>
            <a:ext cx="6210300" cy="88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ratio table to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36 in the ratio 1 : 2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64 in the ratio 3 : 1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36 in the ratio 1 : 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64 in the ratio 7 : 1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36 in the ratio 3 : 5		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Use a ratio table to answer the following: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Andeep, Sam and Sofia share 240 sweets in the ratio 3 : 8 : 5.  How many sweets do they each get?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= 45, Sam = 120 and Sofia = 75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The perimeter of a triangle is 107.1 cm.  The lengths of the sides are in the ratio of 7 : 6 : 4.  How long is each side?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44.1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37.8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: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25.2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cm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 ratio of flour to butter to sugar in a cookie recipe is 3 : 2 : 1.  You want to make a giant cookie weighing 720 grams.  How much of each ingredient do you need?	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Flour = 360 g, butter = 240 g and sugar = 120 g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515300" y="4645500"/>
            <a:ext cx="6598500" cy="3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Dividing a quantity into a given ratio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2024-02-05T13:34:02.879</cp:lastPrinted>
  <dcterms:created xsi:type="dcterms:W3CDTF">2024-02-05T13:34:02Z</dcterms:created>
  <dcterms:modified xsi:type="dcterms:W3CDTF">2024-02-05T13:34:11Z</dcterms:modified>
</cp:coreProperties>
</file>