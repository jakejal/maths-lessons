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F275B8-BC73-4EE4-9130-E0A339263C6B}">
  <a:tblStyle styleId="{57F275B8-BC73-4EE4-9130-E0A339263C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ed8ed5a0c7_0_8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ed8ed5a0c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94781"/>
            <a:ext cx="530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Connecting numbers multiplicatively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742550"/>
            <a:ext cx="67599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multipliers for the following pairs of numbers.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>
            <a:off x="1707114" y="2681739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0"/>
          <p:cNvCxnSpPr/>
          <p:nvPr/>
        </p:nvCxnSpPr>
        <p:spPr>
          <a:xfrm>
            <a:off x="1218515" y="2681739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0"/>
          <p:cNvCxnSpPr/>
          <p:nvPr/>
        </p:nvCxnSpPr>
        <p:spPr>
          <a:xfrm>
            <a:off x="1602577" y="2681739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0"/>
          <p:cNvSpPr/>
          <p:nvPr/>
        </p:nvSpPr>
        <p:spPr>
          <a:xfrm>
            <a:off x="984660" y="237412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438068" y="237412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813109" y="2215237"/>
            <a:ext cx="320400" cy="31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1130375" y="245167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2542151" y="245167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1751862" y="2161938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2" name="Google Shape;172;p20"/>
          <p:cNvCxnSpPr/>
          <p:nvPr/>
        </p:nvCxnSpPr>
        <p:spPr>
          <a:xfrm>
            <a:off x="1707114" y="3619703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20"/>
          <p:cNvCxnSpPr/>
          <p:nvPr/>
        </p:nvCxnSpPr>
        <p:spPr>
          <a:xfrm>
            <a:off x="1218515" y="3619703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0"/>
          <p:cNvCxnSpPr/>
          <p:nvPr/>
        </p:nvCxnSpPr>
        <p:spPr>
          <a:xfrm>
            <a:off x="1602577" y="3619703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0"/>
          <p:cNvSpPr/>
          <p:nvPr/>
        </p:nvSpPr>
        <p:spPr>
          <a:xfrm>
            <a:off x="984660" y="3312086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438068" y="3312086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813109" y="3153201"/>
            <a:ext cx="320400" cy="31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130375" y="3389640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2542151" y="3389640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1707114" y="4682729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1218515" y="4682729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1602577" y="4682729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0"/>
          <p:cNvSpPr/>
          <p:nvPr/>
        </p:nvSpPr>
        <p:spPr>
          <a:xfrm>
            <a:off x="984660" y="437511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438068" y="437511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813109" y="4216227"/>
            <a:ext cx="320400" cy="31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130375" y="445266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542151" y="445266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5333914" y="2681739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4845316" y="2681739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5229378" y="2681739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0"/>
          <p:cNvSpPr/>
          <p:nvPr/>
        </p:nvSpPr>
        <p:spPr>
          <a:xfrm>
            <a:off x="4611461" y="237412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064869" y="237412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439916" y="2152213"/>
            <a:ext cx="413100" cy="38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60185" y="2451676"/>
            <a:ext cx="510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6168952" y="245167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378662" y="2161938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511566" y="2195977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5333914" y="3619703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0"/>
          <p:cNvCxnSpPr/>
          <p:nvPr/>
        </p:nvCxnSpPr>
        <p:spPr>
          <a:xfrm>
            <a:off x="4845316" y="3619703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0"/>
          <p:cNvCxnSpPr/>
          <p:nvPr/>
        </p:nvCxnSpPr>
        <p:spPr>
          <a:xfrm>
            <a:off x="5229378" y="3619703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0"/>
          <p:cNvSpPr/>
          <p:nvPr/>
        </p:nvSpPr>
        <p:spPr>
          <a:xfrm>
            <a:off x="4611461" y="3312086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064869" y="3312086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5439910" y="3153201"/>
            <a:ext cx="320400" cy="317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4694645" y="3389640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106421" y="3389641"/>
            <a:ext cx="510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" name="Google Shape;206;p20"/>
          <p:cNvCxnSpPr/>
          <p:nvPr/>
        </p:nvCxnSpPr>
        <p:spPr>
          <a:xfrm>
            <a:off x="5333914" y="4682729"/>
            <a:ext cx="1161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0"/>
          <p:cNvCxnSpPr/>
          <p:nvPr/>
        </p:nvCxnSpPr>
        <p:spPr>
          <a:xfrm>
            <a:off x="4845316" y="4682729"/>
            <a:ext cx="94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20"/>
          <p:cNvCxnSpPr/>
          <p:nvPr/>
        </p:nvCxnSpPr>
        <p:spPr>
          <a:xfrm>
            <a:off x="5229378" y="4682729"/>
            <a:ext cx="413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20"/>
          <p:cNvSpPr/>
          <p:nvPr/>
        </p:nvSpPr>
        <p:spPr>
          <a:xfrm>
            <a:off x="4611461" y="437511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064869" y="4375112"/>
            <a:ext cx="568800" cy="5637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688036" y="4466260"/>
            <a:ext cx="5106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168952" y="4452666"/>
            <a:ext cx="413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85841" y="2376343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585841" y="3376838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85841" y="4377333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212641" y="2376343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212641" y="3376838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212641" y="4377333"/>
            <a:ext cx="413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1751862" y="3099902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751862" y="4162928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884766" y="4196967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378662" y="3099902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439916" y="4090672"/>
            <a:ext cx="413100" cy="380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5378662" y="4100397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5511566" y="4134436"/>
            <a:ext cx="360300" cy="2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68000" y="5501275"/>
            <a:ext cx="62880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table.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0"/>
          <p:cNvGraphicFramePr/>
          <p:nvPr/>
        </p:nvGraphicFramePr>
        <p:xfrm>
          <a:off x="967350" y="5923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{57F275B8-BC73-4EE4-9130-E0A339263C6B}</a:tableStyleId>
              </a:tblPr>
              <a:tblGrid>
                <a:gridCol w="937675"/>
                <a:gridCol w="1017850"/>
                <a:gridCol w="2004300"/>
                <a:gridCol w="1689850"/>
              </a:tblGrid>
              <a:tr h="409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 A to B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 B to A</a:t>
                      </a:r>
                      <a:endParaRPr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/>
          <p:nvPr/>
        </p:nvSpPr>
        <p:spPr>
          <a:xfrm>
            <a:off x="5336571" y="1802115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>
            <p:ph idx="1" type="subTitle"/>
          </p:nvPr>
        </p:nvSpPr>
        <p:spPr>
          <a:xfrm>
            <a:off x="466825" y="360000"/>
            <a:ext cx="577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5276680" y="1735424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75200" y="878025"/>
            <a:ext cx="66096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missing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numbers.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>
            <a:off x="1686763" y="1647321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1"/>
          <p:cNvCxnSpPr/>
          <p:nvPr/>
        </p:nvCxnSpPr>
        <p:spPr>
          <a:xfrm>
            <a:off x="1209029" y="1647321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21"/>
          <p:cNvCxnSpPr/>
          <p:nvPr/>
        </p:nvCxnSpPr>
        <p:spPr>
          <a:xfrm>
            <a:off x="1584551" y="1647321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1"/>
          <p:cNvSpPr/>
          <p:nvPr/>
        </p:nvSpPr>
        <p:spPr>
          <a:xfrm>
            <a:off x="980373" y="1346543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2401466" y="1346543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1122848" y="1422372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503235" y="1422372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1"/>
          <p:cNvCxnSpPr/>
          <p:nvPr/>
        </p:nvCxnSpPr>
        <p:spPr>
          <a:xfrm>
            <a:off x="5232927" y="1647321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1"/>
          <p:cNvCxnSpPr/>
          <p:nvPr/>
        </p:nvCxnSpPr>
        <p:spPr>
          <a:xfrm>
            <a:off x="4755192" y="1647321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1"/>
          <p:cNvCxnSpPr/>
          <p:nvPr/>
        </p:nvCxnSpPr>
        <p:spPr>
          <a:xfrm>
            <a:off x="5130715" y="1647321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1"/>
          <p:cNvSpPr/>
          <p:nvPr/>
        </p:nvSpPr>
        <p:spPr>
          <a:xfrm>
            <a:off x="4526536" y="1346543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947630" y="1346543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336571" y="1129568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607120" y="1422373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6049399" y="1422372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5276680" y="1062877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90421" y="1348715"/>
            <a:ext cx="4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136584" y="1348715"/>
            <a:ext cx="4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" name="Google Shape;254;p21"/>
          <p:cNvCxnSpPr/>
          <p:nvPr/>
        </p:nvCxnSpPr>
        <p:spPr>
          <a:xfrm>
            <a:off x="3780050" y="1489277"/>
            <a:ext cx="0" cy="27975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1"/>
          <p:cNvCxnSpPr/>
          <p:nvPr/>
        </p:nvCxnSpPr>
        <p:spPr>
          <a:xfrm rot="10800000">
            <a:off x="804310" y="2797265"/>
            <a:ext cx="6054000" cy="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1"/>
          <p:cNvCxnSpPr/>
          <p:nvPr/>
        </p:nvCxnSpPr>
        <p:spPr>
          <a:xfrm>
            <a:off x="1686763" y="2319868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1"/>
          <p:cNvCxnSpPr/>
          <p:nvPr/>
        </p:nvCxnSpPr>
        <p:spPr>
          <a:xfrm>
            <a:off x="1209029" y="2319868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1"/>
          <p:cNvCxnSpPr/>
          <p:nvPr/>
        </p:nvCxnSpPr>
        <p:spPr>
          <a:xfrm>
            <a:off x="1584551" y="2319868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21"/>
          <p:cNvSpPr/>
          <p:nvPr/>
        </p:nvSpPr>
        <p:spPr>
          <a:xfrm>
            <a:off x="980373" y="201909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2401466" y="201909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061707" y="2094919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2503235" y="2094919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1"/>
          <p:cNvCxnSpPr/>
          <p:nvPr/>
        </p:nvCxnSpPr>
        <p:spPr>
          <a:xfrm>
            <a:off x="5232927" y="2319868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1"/>
          <p:cNvCxnSpPr/>
          <p:nvPr/>
        </p:nvCxnSpPr>
        <p:spPr>
          <a:xfrm>
            <a:off x="4755192" y="2319868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1"/>
          <p:cNvCxnSpPr/>
          <p:nvPr/>
        </p:nvCxnSpPr>
        <p:spPr>
          <a:xfrm>
            <a:off x="5130715" y="2319868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1"/>
          <p:cNvSpPr/>
          <p:nvPr/>
        </p:nvSpPr>
        <p:spPr>
          <a:xfrm>
            <a:off x="4526536" y="201909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5947630" y="201909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574178" y="2094920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5927117" y="2094920"/>
            <a:ext cx="555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1729267" y="1142860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1686767" y="1095565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1729267" y="1815407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669376" y="1748716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1799325" y="1858198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215539" y="3438060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6" name="Google Shape;276;p21"/>
          <p:cNvCxnSpPr/>
          <p:nvPr/>
        </p:nvCxnSpPr>
        <p:spPr>
          <a:xfrm>
            <a:off x="5171786" y="3349957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1"/>
          <p:cNvCxnSpPr/>
          <p:nvPr/>
        </p:nvCxnSpPr>
        <p:spPr>
          <a:xfrm>
            <a:off x="4694051" y="3349957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1"/>
          <p:cNvCxnSpPr/>
          <p:nvPr/>
        </p:nvCxnSpPr>
        <p:spPr>
          <a:xfrm>
            <a:off x="5069574" y="3349957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21"/>
          <p:cNvSpPr/>
          <p:nvPr/>
        </p:nvSpPr>
        <p:spPr>
          <a:xfrm>
            <a:off x="4465396" y="3049179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886489" y="3049179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5275431" y="2904418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513037" y="3125009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5988258" y="3125008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5233857" y="2819910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5345488" y="2792135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4075443" y="3051351"/>
            <a:ext cx="4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7" name="Google Shape;287;p21"/>
          <p:cNvCxnSpPr/>
          <p:nvPr/>
        </p:nvCxnSpPr>
        <p:spPr>
          <a:xfrm>
            <a:off x="5171786" y="4022504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1"/>
          <p:cNvCxnSpPr/>
          <p:nvPr/>
        </p:nvCxnSpPr>
        <p:spPr>
          <a:xfrm>
            <a:off x="4694051" y="4022504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21"/>
          <p:cNvCxnSpPr/>
          <p:nvPr/>
        </p:nvCxnSpPr>
        <p:spPr>
          <a:xfrm>
            <a:off x="5069574" y="4022504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21"/>
          <p:cNvSpPr/>
          <p:nvPr/>
        </p:nvSpPr>
        <p:spPr>
          <a:xfrm>
            <a:off x="4465396" y="3721726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5886489" y="3721726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988258" y="3797556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406629" y="3547542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467770" y="1844906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1730517" y="3560342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6" name="Google Shape;296;p21"/>
          <p:cNvCxnSpPr/>
          <p:nvPr/>
        </p:nvCxnSpPr>
        <p:spPr>
          <a:xfrm>
            <a:off x="1686763" y="3472238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1"/>
          <p:cNvCxnSpPr/>
          <p:nvPr/>
        </p:nvCxnSpPr>
        <p:spPr>
          <a:xfrm>
            <a:off x="1209029" y="3472238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1"/>
          <p:cNvCxnSpPr/>
          <p:nvPr/>
        </p:nvCxnSpPr>
        <p:spPr>
          <a:xfrm>
            <a:off x="1584551" y="3472238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1"/>
          <p:cNvSpPr/>
          <p:nvPr/>
        </p:nvSpPr>
        <p:spPr>
          <a:xfrm>
            <a:off x="980373" y="317146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2401466" y="3171460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1790408" y="2954486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1028014" y="3247291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2503235" y="3247290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1730517" y="2881134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1872501" y="2997277"/>
            <a:ext cx="35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590421" y="3173632"/>
            <a:ext cx="4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7" name="Google Shape;307;p21"/>
          <p:cNvCxnSpPr/>
          <p:nvPr/>
        </p:nvCxnSpPr>
        <p:spPr>
          <a:xfrm>
            <a:off x="1686763" y="4144785"/>
            <a:ext cx="1135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1"/>
          <p:cNvCxnSpPr/>
          <p:nvPr/>
        </p:nvCxnSpPr>
        <p:spPr>
          <a:xfrm>
            <a:off x="1209029" y="4144785"/>
            <a:ext cx="919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21"/>
          <p:cNvCxnSpPr/>
          <p:nvPr/>
        </p:nvCxnSpPr>
        <p:spPr>
          <a:xfrm>
            <a:off x="1584551" y="4144785"/>
            <a:ext cx="404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21"/>
          <p:cNvSpPr/>
          <p:nvPr/>
        </p:nvSpPr>
        <p:spPr>
          <a:xfrm>
            <a:off x="980373" y="3844007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2401466" y="3844007"/>
            <a:ext cx="555900" cy="5511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1028014" y="3919838"/>
            <a:ext cx="4992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2503235" y="3919837"/>
            <a:ext cx="404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14" name="Google Shape;314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0" r="87100" t="0"/>
          <a:stretch/>
        </p:blipFill>
        <p:spPr>
          <a:xfrm>
            <a:off x="1987090" y="2989228"/>
            <a:ext cx="116806" cy="3003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315" name="Google Shape;315;p21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914" y="1834257"/>
            <a:ext cx="93497" cy="297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3}\ \ \ \frac{3}{2}\ \ \frac{1}{3}\ \ \frac{3}{5}\ \ \frac{5}{3}&quot;&gt;&lt;mfrac&gt;&lt;mn&gt;2&lt;/mn&gt;&lt;mn&gt;3&lt;/mn&gt;&lt;/mfrac&gt;&lt;mtext&gt;&lt;/mtext&gt;&lt;mtext&gt;&lt;/mtext&gt;&lt;mtext&gt;&lt;/mtext&gt;&lt;mfrac&gt;&lt;mn&gt;3&lt;/mn&gt;&lt;mn&gt;2&lt;/mn&gt;&lt;/mfrac&gt;&lt;mtext&gt;&lt;/mtext&gt;&lt;mtext&gt;&lt;/mtext&gt;&lt;mfrac&gt;&lt;mn&gt;1&lt;/mn&gt;&lt;mn&gt;3&lt;/mn&gt;&lt;/mfrac&gt;&lt;mtext&gt;&lt;/mtext&gt;&lt;mtext&gt;&lt;/mtext&gt;&lt;mfrac&gt;&lt;mn&gt;3&lt;/mn&gt;&lt;mn&gt;5&lt;/mn&gt;&lt;/mfrac&gt;&lt;mtext&gt;&lt;/mtext&gt;&lt;mtext&gt;&lt;/mtext&gt;&lt;mfrac&gt;&lt;mn&gt;5&lt;/mn&gt;&lt;mn&gt;3&lt;/mn&gt;&lt;/mfrac&gt;&lt;/math&gt;" id="316" name="Google Shape;316;p21" title="two thirds three halves one third three fifths five thirds"/>
          <p:cNvPicPr preferRelativeResize="0"/>
          <p:nvPr/>
        </p:nvPicPr>
        <p:blipFill rotWithShape="1">
          <a:blip r:embed="rId3">
            <a:alphaModFix/>
          </a:blip>
          <a:srcRect b="0" l="66627" r="20473" t="0"/>
          <a:stretch/>
        </p:blipFill>
        <p:spPr>
          <a:xfrm>
            <a:off x="5445730" y="2921427"/>
            <a:ext cx="116806" cy="3003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21"/>
          <p:cNvCxnSpPr/>
          <p:nvPr/>
        </p:nvCxnSpPr>
        <p:spPr>
          <a:xfrm>
            <a:off x="468007" y="482558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1"/>
          <p:cNvSpPr txBox="1"/>
          <p:nvPr/>
        </p:nvSpPr>
        <p:spPr>
          <a:xfrm>
            <a:off x="475200" y="5152254"/>
            <a:ext cx="530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Efficiently calculating a single multiplier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1659775" y="6418747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0" name="Google Shape;320;p21"/>
          <p:cNvCxnSpPr/>
          <p:nvPr/>
        </p:nvCxnSpPr>
        <p:spPr>
          <a:xfrm>
            <a:off x="1410214" y="8084226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1"/>
          <p:cNvCxnSpPr/>
          <p:nvPr/>
        </p:nvCxnSpPr>
        <p:spPr>
          <a:xfrm>
            <a:off x="938601" y="8084226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2" name="Google Shape;322;p21"/>
          <p:cNvCxnSpPr/>
          <p:nvPr/>
        </p:nvCxnSpPr>
        <p:spPr>
          <a:xfrm>
            <a:off x="1309311" y="8084226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21"/>
          <p:cNvSpPr/>
          <p:nvPr/>
        </p:nvSpPr>
        <p:spPr>
          <a:xfrm>
            <a:off x="851960" y="7726944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992609" y="7801802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2216222" y="7801802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1570263" y="7512750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1550502" y="7423697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8" name="Google Shape;328;p21"/>
          <p:cNvCxnSpPr/>
          <p:nvPr/>
        </p:nvCxnSpPr>
        <p:spPr>
          <a:xfrm>
            <a:off x="2805530" y="8084226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1"/>
          <p:cNvCxnSpPr/>
          <p:nvPr/>
        </p:nvCxnSpPr>
        <p:spPr>
          <a:xfrm>
            <a:off x="2333917" y="8084226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21"/>
          <p:cNvCxnSpPr/>
          <p:nvPr/>
        </p:nvCxnSpPr>
        <p:spPr>
          <a:xfrm>
            <a:off x="2704627" y="8084226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21"/>
          <p:cNvSpPr/>
          <p:nvPr/>
        </p:nvSpPr>
        <p:spPr>
          <a:xfrm>
            <a:off x="3390359" y="7726944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2188484" y="7801802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3490823" y="7801802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2965579" y="7512750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2905797" y="7435863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2115757" y="7726944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2186555" y="7792926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1678796" y="7528755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3075236" y="7471590"/>
            <a:ext cx="348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0" name="Google Shape;340;p21"/>
          <p:cNvCxnSpPr/>
          <p:nvPr/>
        </p:nvCxnSpPr>
        <p:spPr>
          <a:xfrm>
            <a:off x="1570292" y="9274703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21"/>
          <p:cNvCxnSpPr/>
          <p:nvPr/>
        </p:nvCxnSpPr>
        <p:spPr>
          <a:xfrm>
            <a:off x="1098679" y="9274703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2" name="Google Shape;342;p21"/>
          <p:cNvCxnSpPr/>
          <p:nvPr/>
        </p:nvCxnSpPr>
        <p:spPr>
          <a:xfrm>
            <a:off x="1469389" y="9274703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1"/>
          <p:cNvSpPr/>
          <p:nvPr/>
        </p:nvSpPr>
        <p:spPr>
          <a:xfrm>
            <a:off x="872954" y="8917422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1013603" y="8992280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2376300" y="8992280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6" name="Google Shape;346;p21"/>
          <p:cNvCxnSpPr/>
          <p:nvPr/>
        </p:nvCxnSpPr>
        <p:spPr>
          <a:xfrm>
            <a:off x="2965607" y="9274703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1"/>
          <p:cNvCxnSpPr/>
          <p:nvPr/>
        </p:nvCxnSpPr>
        <p:spPr>
          <a:xfrm>
            <a:off x="2493995" y="9274703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21"/>
          <p:cNvCxnSpPr/>
          <p:nvPr/>
        </p:nvCxnSpPr>
        <p:spPr>
          <a:xfrm>
            <a:off x="2864705" y="9274703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21"/>
          <p:cNvSpPr/>
          <p:nvPr/>
        </p:nvSpPr>
        <p:spPr>
          <a:xfrm>
            <a:off x="3671151" y="8917422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2348562" y="8992280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3831973" y="8992280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2275835" y="8917422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2333511" y="8983403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4" name="Google Shape;354;p21"/>
          <p:cNvCxnSpPr/>
          <p:nvPr/>
        </p:nvCxnSpPr>
        <p:spPr>
          <a:xfrm>
            <a:off x="5003145" y="6868516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1"/>
          <p:cNvCxnSpPr/>
          <p:nvPr/>
        </p:nvCxnSpPr>
        <p:spPr>
          <a:xfrm>
            <a:off x="5373855" y="6868516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21"/>
          <p:cNvSpPr/>
          <p:nvPr/>
        </p:nvSpPr>
        <p:spPr>
          <a:xfrm>
            <a:off x="4777420" y="6571591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7" name="Google Shape;357;p21"/>
          <p:cNvCxnSpPr/>
          <p:nvPr/>
        </p:nvCxnSpPr>
        <p:spPr>
          <a:xfrm>
            <a:off x="5481858" y="6868516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21"/>
          <p:cNvSpPr/>
          <p:nvPr/>
        </p:nvSpPr>
        <p:spPr>
          <a:xfrm>
            <a:off x="6187402" y="6571591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6320669" y="6646449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0" name="Google Shape;360;p21"/>
          <p:cNvCxnSpPr/>
          <p:nvPr/>
        </p:nvCxnSpPr>
        <p:spPr>
          <a:xfrm>
            <a:off x="5077275" y="9188682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1" name="Google Shape;361;p21"/>
          <p:cNvCxnSpPr/>
          <p:nvPr/>
        </p:nvCxnSpPr>
        <p:spPr>
          <a:xfrm>
            <a:off x="5447985" y="9188682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21"/>
          <p:cNvSpPr/>
          <p:nvPr/>
        </p:nvSpPr>
        <p:spPr>
          <a:xfrm>
            <a:off x="4851550" y="8891758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3" name="Google Shape;363;p21"/>
          <p:cNvCxnSpPr/>
          <p:nvPr/>
        </p:nvCxnSpPr>
        <p:spPr>
          <a:xfrm>
            <a:off x="5555988" y="9188682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21"/>
          <p:cNvSpPr/>
          <p:nvPr/>
        </p:nvSpPr>
        <p:spPr>
          <a:xfrm>
            <a:off x="6261531" y="8891758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 txBox="1"/>
          <p:nvPr/>
        </p:nvSpPr>
        <p:spPr>
          <a:xfrm>
            <a:off x="4973781" y="8966616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6" name="Google Shape;366;p21"/>
          <p:cNvCxnSpPr/>
          <p:nvPr/>
        </p:nvCxnSpPr>
        <p:spPr>
          <a:xfrm>
            <a:off x="5051032" y="7978523"/>
            <a:ext cx="907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21"/>
          <p:cNvCxnSpPr/>
          <p:nvPr/>
        </p:nvCxnSpPr>
        <p:spPr>
          <a:xfrm>
            <a:off x="5421742" y="7978523"/>
            <a:ext cx="399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21"/>
          <p:cNvSpPr/>
          <p:nvPr/>
        </p:nvSpPr>
        <p:spPr>
          <a:xfrm>
            <a:off x="4825307" y="7681599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9" name="Google Shape;369;p21"/>
          <p:cNvCxnSpPr/>
          <p:nvPr/>
        </p:nvCxnSpPr>
        <p:spPr>
          <a:xfrm>
            <a:off x="5529746" y="7978523"/>
            <a:ext cx="112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21"/>
          <p:cNvSpPr/>
          <p:nvPr/>
        </p:nvSpPr>
        <p:spPr>
          <a:xfrm>
            <a:off x="6235289" y="7681599"/>
            <a:ext cx="549000" cy="5442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6259898" y="7756458"/>
            <a:ext cx="4896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475188" y="6590454"/>
            <a:ext cx="489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523075" y="7780500"/>
            <a:ext cx="489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523075" y="8930302"/>
            <a:ext cx="4896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1570263" y="8722909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 txBox="1"/>
          <p:nvPr/>
        </p:nvSpPr>
        <p:spPr>
          <a:xfrm>
            <a:off x="1550502" y="8629854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965579" y="8722909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2933812" y="8629854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1678796" y="8738914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3087242" y="8661578"/>
            <a:ext cx="348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4899651" y="6646449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4947539" y="7756457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5601614" y="7475008"/>
            <a:ext cx="398700" cy="38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1"/>
          <p:cNvSpPr/>
          <p:nvPr/>
        </p:nvSpPr>
        <p:spPr>
          <a:xfrm>
            <a:off x="5688214" y="8685167"/>
            <a:ext cx="398700" cy="38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5553727" y="6365001"/>
            <a:ext cx="398700" cy="385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5665654" y="6384632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5501670" y="6315651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5700420" y="7494640"/>
            <a:ext cx="348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5557694" y="7461780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5644294" y="8599741"/>
            <a:ext cx="348000" cy="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6422353" y="8966616"/>
            <a:ext cx="3993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392" name="Google Shape;392;p21" title="one third four sevenths nine tenths"/>
          <p:cNvPicPr preferRelativeResize="0"/>
          <p:nvPr/>
        </p:nvPicPr>
        <p:blipFill rotWithShape="1">
          <a:blip r:embed="rId5">
            <a:alphaModFix/>
          </a:blip>
          <a:srcRect b="0" l="30240" r="39789" t="0"/>
          <a:stretch/>
        </p:blipFill>
        <p:spPr>
          <a:xfrm>
            <a:off x="970878" y="7761605"/>
            <a:ext cx="318742" cy="456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 \ \ \ \frac{4}{7}\ \ \ \ \frac{9}{10}&quot;&gt;&lt;mfrac&gt;&lt;mn&gt;1&lt;/mn&gt;&lt;mn&gt;3&lt;/mn&gt;&lt;/mfrac&gt;&lt;mtext&gt;&lt;/mtext&gt;&lt;mtext&gt;&lt;/mtext&gt;&lt;mtext&gt;&lt;/mtext&gt;&lt;mtext&gt;&lt;/mtext&gt;&lt;mfrac&gt;&lt;mn&gt;4&lt;/mn&gt;&lt;mn&gt;7&lt;/mn&gt;&lt;/mfrac&gt;&lt;mtext&gt;&lt;/mtext&gt;&lt;mtext&gt;&lt;/mtext&gt;&lt;mtext&gt;&lt;/mtext&gt;&lt;mtext&gt;&lt;/mtext&gt;&lt;mfrac&gt;&lt;mn&gt;9&lt;/mn&gt;&lt;mn&gt;10&lt;/mn&gt;&lt;/mfrac&gt;&lt;/math&gt;" id="393" name="Google Shape;393;p21" title="one third four sevenths nine tenths"/>
          <p:cNvPicPr preferRelativeResize="0"/>
          <p:nvPr/>
        </p:nvPicPr>
        <p:blipFill rotWithShape="1">
          <a:blip r:embed="rId5">
            <a:alphaModFix/>
          </a:blip>
          <a:srcRect b="0" l="30240" r="39789" t="0"/>
          <a:stretch/>
        </p:blipFill>
        <p:spPr>
          <a:xfrm>
            <a:off x="4940214" y="7714376"/>
            <a:ext cx="318742" cy="45671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1"/>
          <p:cNvSpPr txBox="1"/>
          <p:nvPr/>
        </p:nvSpPr>
        <p:spPr>
          <a:xfrm>
            <a:off x="404050" y="5541925"/>
            <a:ext cx="66813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exend"/>
              <a:buAutoNum type="arabicParenR"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Here are functions machines with at least two multipliers.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single multiplier that connects each number.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5" name="Google Shape;395;p21"/>
          <p:cNvGrpSpPr/>
          <p:nvPr/>
        </p:nvGrpSpPr>
        <p:grpSpPr>
          <a:xfrm>
            <a:off x="798850" y="6309703"/>
            <a:ext cx="3347161" cy="831743"/>
            <a:chOff x="2325199" y="1513568"/>
            <a:chExt cx="4225680" cy="1050049"/>
          </a:xfrm>
        </p:grpSpPr>
        <p:cxnSp>
          <p:nvCxnSpPr>
            <p:cNvPr id="396" name="Google Shape;396;p21"/>
            <p:cNvCxnSpPr/>
            <p:nvPr/>
          </p:nvCxnSpPr>
          <p:spPr>
            <a:xfrm>
              <a:off x="3205577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21"/>
            <p:cNvCxnSpPr/>
            <p:nvPr/>
          </p:nvCxnSpPr>
          <p:spPr>
            <a:xfrm>
              <a:off x="2610174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8" name="Google Shape;398;p21"/>
            <p:cNvCxnSpPr/>
            <p:nvPr/>
          </p:nvCxnSpPr>
          <p:spPr>
            <a:xfrm>
              <a:off x="3078189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9" name="Google Shape;399;p21"/>
            <p:cNvSpPr/>
            <p:nvPr/>
          </p:nvSpPr>
          <p:spPr>
            <a:xfrm>
              <a:off x="2325199" y="1876617"/>
              <a:ext cx="693000" cy="6870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0" name="Google Shape;400;p21"/>
            <p:cNvSpPr txBox="1"/>
            <p:nvPr/>
          </p:nvSpPr>
          <p:spPr>
            <a:xfrm>
              <a:off x="2502767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1" name="Google Shape;401;p21"/>
            <p:cNvSpPr txBox="1"/>
            <p:nvPr/>
          </p:nvSpPr>
          <p:spPr>
            <a:xfrm>
              <a:off x="4223150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2" name="Google Shape;402;p21"/>
            <p:cNvSpPr txBox="1"/>
            <p:nvPr/>
          </p:nvSpPr>
          <p:spPr>
            <a:xfrm>
              <a:off x="3260107" y="15135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03" name="Google Shape;403;p21"/>
            <p:cNvCxnSpPr/>
            <p:nvPr/>
          </p:nvCxnSpPr>
          <p:spPr>
            <a:xfrm>
              <a:off x="4967142" y="2327679"/>
              <a:ext cx="1415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p21"/>
            <p:cNvCxnSpPr/>
            <p:nvPr/>
          </p:nvCxnSpPr>
          <p:spPr>
            <a:xfrm>
              <a:off x="4371739" y="2327679"/>
              <a:ext cx="11460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5" name="Google Shape;405;p21"/>
            <p:cNvCxnSpPr/>
            <p:nvPr/>
          </p:nvCxnSpPr>
          <p:spPr>
            <a:xfrm>
              <a:off x="4839754" y="2327679"/>
              <a:ext cx="5040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6" name="Google Shape;406;p21"/>
            <p:cNvSpPr/>
            <p:nvPr/>
          </p:nvSpPr>
          <p:spPr>
            <a:xfrm>
              <a:off x="5857880" y="1876617"/>
              <a:ext cx="693000" cy="6870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7" name="Google Shape;407;p21"/>
            <p:cNvSpPr txBox="1"/>
            <p:nvPr/>
          </p:nvSpPr>
          <p:spPr>
            <a:xfrm>
              <a:off x="4188132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8" name="Google Shape;408;p21"/>
            <p:cNvSpPr txBox="1"/>
            <p:nvPr/>
          </p:nvSpPr>
          <p:spPr>
            <a:xfrm>
              <a:off x="5984715" y="1971124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09" name="Google Shape;409;p21"/>
            <p:cNvSpPr/>
            <p:nvPr/>
          </p:nvSpPr>
          <p:spPr>
            <a:xfrm>
              <a:off x="4096315" y="1876617"/>
              <a:ext cx="693000" cy="687000"/>
            </a:xfrm>
            <a:prstGeom prst="ellipse">
              <a:avLst/>
            </a:prstGeom>
            <a:solidFill>
              <a:srgbClr val="F0F0F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0" name="Google Shape;410;p21"/>
            <p:cNvSpPr txBox="1"/>
            <p:nvPr/>
          </p:nvSpPr>
          <p:spPr>
            <a:xfrm>
              <a:off x="4185695" y="1959918"/>
              <a:ext cx="504000" cy="46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11" name="Google Shape;411;p21"/>
            <p:cNvSpPr txBox="1"/>
            <p:nvPr/>
          </p:nvSpPr>
          <p:spPr>
            <a:xfrm>
              <a:off x="4970944" y="1513568"/>
              <a:ext cx="439200" cy="3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12" name="Google Shape;412;p21"/>
          <p:cNvSpPr/>
          <p:nvPr/>
        </p:nvSpPr>
        <p:spPr>
          <a:xfrm>
            <a:off x="1790408" y="3627033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5275431" y="3504751"/>
            <a:ext cx="403800" cy="37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1538157" y="6384191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2933492" y="6396198"/>
            <a:ext cx="398700" cy="36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2" name="Google Shape;422;p22"/>
          <p:cNvSpPr txBox="1"/>
          <p:nvPr>
            <p:ph idx="1" type="subTitle"/>
          </p:nvPr>
        </p:nvSpPr>
        <p:spPr>
          <a:xfrm>
            <a:off x="466825" y="360000"/>
            <a:ext cx="577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544936" y="1433381"/>
            <a:ext cx="495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560069" y="3558339"/>
            <a:ext cx="5928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4143826" y="1441616"/>
            <a:ext cx="4953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8" name="Google Shape;428;p22"/>
          <p:cNvSpPr txBox="1"/>
          <p:nvPr/>
        </p:nvSpPr>
        <p:spPr>
          <a:xfrm>
            <a:off x="458392" y="760900"/>
            <a:ext cx="66039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number in the box to make the calculation correct.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You can use the functions machines to help.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4086273" y="3634844"/>
            <a:ext cx="5928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923398" y="1494467"/>
            <a:ext cx="1912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16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1" name="Google Shape;431;p22"/>
          <p:cNvSpPr txBox="1"/>
          <p:nvPr/>
        </p:nvSpPr>
        <p:spPr>
          <a:xfrm>
            <a:off x="1012930" y="3678175"/>
            <a:ext cx="22884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        = 1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4507681" y="1502702"/>
            <a:ext cx="1912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         = 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4521655" y="3754680"/>
            <a:ext cx="22884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×         = 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4" name="Google Shape;434;p22"/>
          <p:cNvGrpSpPr/>
          <p:nvPr/>
        </p:nvGrpSpPr>
        <p:grpSpPr>
          <a:xfrm>
            <a:off x="522197" y="1791200"/>
            <a:ext cx="4100297" cy="932751"/>
            <a:chOff x="279706" y="1960648"/>
            <a:chExt cx="4238033" cy="964083"/>
          </a:xfrm>
        </p:grpSpPr>
        <p:sp>
          <p:nvSpPr>
            <p:cNvPr id="435" name="Google Shape;435;p22"/>
            <p:cNvSpPr/>
            <p:nvPr/>
          </p:nvSpPr>
          <p:spPr>
            <a:xfrm>
              <a:off x="3329439" y="1983332"/>
              <a:ext cx="1188300" cy="94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36" name="Google Shape;436;p22"/>
            <p:cNvGrpSpPr/>
            <p:nvPr/>
          </p:nvGrpSpPr>
          <p:grpSpPr>
            <a:xfrm>
              <a:off x="279706" y="1960648"/>
              <a:ext cx="2970832" cy="811394"/>
              <a:chOff x="2325199" y="1369865"/>
              <a:chExt cx="4236179" cy="1193752"/>
            </a:xfrm>
          </p:grpSpPr>
          <p:cxnSp>
            <p:nvCxnSpPr>
              <p:cNvPr id="437" name="Google Shape;437;p2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" name="Google Shape;438;p2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39" name="Google Shape;439;p2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0" name="Google Shape;440;p2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1" name="Google Shape;441;p2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2" name="Google Shape;442;p2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4" name="Google Shape;444;p22"/>
              <p:cNvSpPr txBox="1"/>
              <p:nvPr/>
            </p:nvSpPr>
            <p:spPr>
              <a:xfrm>
                <a:off x="3165083" y="1396783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445" name="Google Shape;445;p2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6" name="Google Shape;446;p2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47" name="Google Shape;447;p2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8" name="Google Shape;448;p2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9" name="Google Shape;449;p2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0" name="Google Shape;450;p22"/>
              <p:cNvSpPr txBox="1"/>
              <p:nvPr/>
            </p:nvSpPr>
            <p:spPr>
              <a:xfrm>
                <a:off x="5889678" y="1909112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16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1" name="Google Shape;451;p2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2" name="Google Shape;452;p22"/>
              <p:cNvSpPr txBox="1"/>
              <p:nvPr/>
            </p:nvSpPr>
            <p:spPr>
              <a:xfrm>
                <a:off x="4898174" y="1369865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3" name="Google Shape;453;p2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4" name="Google Shape;454;p22"/>
              <p:cNvSpPr txBox="1"/>
              <p:nvPr/>
            </p:nvSpPr>
            <p:spPr>
              <a:xfrm>
                <a:off x="4185695" y="189416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55" name="Google Shape;455;p22"/>
            <p:cNvSpPr txBox="1"/>
            <p:nvPr/>
          </p:nvSpPr>
          <p:spPr>
            <a:xfrm>
              <a:off x="2223771" y="2054005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56" name="Google Shape;456;p22"/>
            <p:cNvSpPr txBox="1"/>
            <p:nvPr/>
          </p:nvSpPr>
          <p:spPr>
            <a:xfrm>
              <a:off x="362356" y="2322297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7" name="Google Shape;457;p22"/>
          <p:cNvGrpSpPr/>
          <p:nvPr/>
        </p:nvGrpSpPr>
        <p:grpSpPr>
          <a:xfrm>
            <a:off x="468000" y="4138037"/>
            <a:ext cx="4065121" cy="948152"/>
            <a:chOff x="222081" y="3621395"/>
            <a:chExt cx="4238033" cy="945787"/>
          </a:xfrm>
        </p:grpSpPr>
        <p:sp>
          <p:nvSpPr>
            <p:cNvPr id="458" name="Google Shape;458;p22"/>
            <p:cNvSpPr/>
            <p:nvPr/>
          </p:nvSpPr>
          <p:spPr>
            <a:xfrm>
              <a:off x="3271814" y="3625782"/>
              <a:ext cx="1188300" cy="941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59" name="Google Shape;459;p22"/>
            <p:cNvGrpSpPr/>
            <p:nvPr/>
          </p:nvGrpSpPr>
          <p:grpSpPr>
            <a:xfrm>
              <a:off x="222081" y="3621395"/>
              <a:ext cx="2977776" cy="793097"/>
              <a:chOff x="2325199" y="1396783"/>
              <a:chExt cx="4246081" cy="1166834"/>
            </a:xfrm>
          </p:grpSpPr>
          <p:cxnSp>
            <p:nvCxnSpPr>
              <p:cNvPr id="460" name="Google Shape;460;p2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" name="Google Shape;461;p2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62" name="Google Shape;462;p2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3" name="Google Shape;463;p2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4" name="Google Shape;464;p2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5" name="Google Shape;465;p2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7" name="Google Shape;467;p22"/>
              <p:cNvSpPr txBox="1"/>
              <p:nvPr/>
            </p:nvSpPr>
            <p:spPr>
              <a:xfrm>
                <a:off x="3165083" y="1396783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468" name="Google Shape;468;p2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" name="Google Shape;469;p2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70" name="Google Shape;470;p2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1" name="Google Shape;471;p2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2" name="Google Shape;472;p2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3" name="Google Shape;473;p22"/>
              <p:cNvSpPr txBox="1"/>
              <p:nvPr/>
            </p:nvSpPr>
            <p:spPr>
              <a:xfrm>
                <a:off x="5899580" y="1967553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r>
                  <a:rPr lang="en-GB"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5" name="Google Shape;475;p22"/>
              <p:cNvSpPr txBox="1"/>
              <p:nvPr/>
            </p:nvSpPr>
            <p:spPr>
              <a:xfrm>
                <a:off x="4921972" y="1466334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6" name="Google Shape;476;p2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7" name="Google Shape;477;p22"/>
              <p:cNvSpPr txBox="1"/>
              <p:nvPr/>
            </p:nvSpPr>
            <p:spPr>
              <a:xfrm>
                <a:off x="4195597" y="195260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78" name="Google Shape;478;p22"/>
            <p:cNvSpPr txBox="1"/>
            <p:nvPr/>
          </p:nvSpPr>
          <p:spPr>
            <a:xfrm>
              <a:off x="2175912" y="3741923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79" name="Google Shape;479;p22"/>
            <p:cNvSpPr txBox="1"/>
            <p:nvPr/>
          </p:nvSpPr>
          <p:spPr>
            <a:xfrm>
              <a:off x="311675" y="4004469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0" name="Google Shape;480;p22"/>
          <p:cNvGrpSpPr/>
          <p:nvPr/>
        </p:nvGrpSpPr>
        <p:grpSpPr>
          <a:xfrm>
            <a:off x="4175230" y="4161986"/>
            <a:ext cx="2887376" cy="756544"/>
            <a:chOff x="5022681" y="3736035"/>
            <a:chExt cx="3010192" cy="754657"/>
          </a:xfrm>
        </p:grpSpPr>
        <p:grpSp>
          <p:nvGrpSpPr>
            <p:cNvPr id="481" name="Google Shape;481;p22"/>
            <p:cNvGrpSpPr/>
            <p:nvPr/>
          </p:nvGrpSpPr>
          <p:grpSpPr>
            <a:xfrm>
              <a:off x="5022681" y="3736035"/>
              <a:ext cx="3010192" cy="754657"/>
              <a:chOff x="2325199" y="1453337"/>
              <a:chExt cx="4292302" cy="1110280"/>
            </a:xfrm>
          </p:grpSpPr>
          <p:cxnSp>
            <p:nvCxnSpPr>
              <p:cNvPr id="482" name="Google Shape;482;p2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" name="Google Shape;483;p2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84" name="Google Shape;484;p2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5" name="Google Shape;485;p2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6" name="Google Shape;486;p2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7" name="Google Shape;487;p2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8" name="Google Shape;488;p2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9" name="Google Shape;489;p22"/>
              <p:cNvSpPr txBox="1"/>
              <p:nvPr/>
            </p:nvSpPr>
            <p:spPr>
              <a:xfrm>
                <a:off x="3203881" y="1453337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490" name="Google Shape;490;p2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1" name="Google Shape;491;p2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492" name="Google Shape;492;p2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3" name="Google Shape;493;p2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4" name="Google Shape;494;p2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5" name="Google Shape;495;p22"/>
              <p:cNvSpPr txBox="1"/>
              <p:nvPr/>
            </p:nvSpPr>
            <p:spPr>
              <a:xfrm>
                <a:off x="5945802" y="1963560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9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7" name="Google Shape;497;p22"/>
              <p:cNvSpPr txBox="1"/>
              <p:nvPr/>
            </p:nvSpPr>
            <p:spPr>
              <a:xfrm>
                <a:off x="4926647" y="1473678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8" name="Google Shape;498;p2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9" name="Google Shape;499;p22"/>
              <p:cNvSpPr txBox="1"/>
              <p:nvPr/>
            </p:nvSpPr>
            <p:spPr>
              <a:xfrm>
                <a:off x="4185695" y="1948609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500" name="Google Shape;500;p22"/>
            <p:cNvSpPr txBox="1"/>
            <p:nvPr/>
          </p:nvSpPr>
          <p:spPr>
            <a:xfrm>
              <a:off x="7033575" y="3857211"/>
              <a:ext cx="4710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01" name="Google Shape;501;p22"/>
            <p:cNvSpPr txBox="1"/>
            <p:nvPr/>
          </p:nvSpPr>
          <p:spPr>
            <a:xfrm>
              <a:off x="5105331" y="4077955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02" name="Google Shape;502;p22"/>
          <p:cNvSpPr txBox="1"/>
          <p:nvPr/>
        </p:nvSpPr>
        <p:spPr>
          <a:xfrm>
            <a:off x="578996" y="5910072"/>
            <a:ext cx="63750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blanks.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03" name="Google Shape;503;p22"/>
          <p:cNvCxnSpPr/>
          <p:nvPr/>
        </p:nvCxnSpPr>
        <p:spPr>
          <a:xfrm>
            <a:off x="1465526" y="6853894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22"/>
          <p:cNvCxnSpPr/>
          <p:nvPr/>
        </p:nvCxnSpPr>
        <p:spPr>
          <a:xfrm>
            <a:off x="1004745" y="6853894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5" name="Google Shape;505;p22"/>
          <p:cNvCxnSpPr/>
          <p:nvPr/>
        </p:nvCxnSpPr>
        <p:spPr>
          <a:xfrm>
            <a:off x="1366941" y="6853894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22"/>
          <p:cNvSpPr/>
          <p:nvPr/>
        </p:nvSpPr>
        <p:spPr>
          <a:xfrm>
            <a:off x="784204" y="650482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1506521" y="6308367"/>
            <a:ext cx="389700" cy="35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22"/>
          <p:cNvSpPr txBox="1"/>
          <p:nvPr/>
        </p:nvSpPr>
        <p:spPr>
          <a:xfrm>
            <a:off x="1443533" y="6222109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09" name="Google Shape;509;p22"/>
          <p:cNvCxnSpPr/>
          <p:nvPr/>
        </p:nvCxnSpPr>
        <p:spPr>
          <a:xfrm>
            <a:off x="2828796" y="6853894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22"/>
          <p:cNvCxnSpPr/>
          <p:nvPr/>
        </p:nvCxnSpPr>
        <p:spPr>
          <a:xfrm>
            <a:off x="2368015" y="6853894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" name="Google Shape;511;p22"/>
          <p:cNvCxnSpPr/>
          <p:nvPr/>
        </p:nvCxnSpPr>
        <p:spPr>
          <a:xfrm>
            <a:off x="2730211" y="6853894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22"/>
          <p:cNvSpPr/>
          <p:nvPr/>
        </p:nvSpPr>
        <p:spPr>
          <a:xfrm>
            <a:off x="3518136" y="650482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22"/>
          <p:cNvSpPr txBox="1"/>
          <p:nvPr/>
        </p:nvSpPr>
        <p:spPr>
          <a:xfrm>
            <a:off x="3616293" y="6577959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2869792" y="6308367"/>
            <a:ext cx="389700" cy="35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2870997" y="6222109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2"/>
          <p:cNvSpPr txBox="1"/>
          <p:nvPr/>
        </p:nvSpPr>
        <p:spPr>
          <a:xfrm>
            <a:off x="1625381" y="6330414"/>
            <a:ext cx="339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2"/>
          <p:cNvSpPr txBox="1"/>
          <p:nvPr/>
        </p:nvSpPr>
        <p:spPr>
          <a:xfrm>
            <a:off x="3001480" y="6241374"/>
            <a:ext cx="3399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18" name="Google Shape;518;p22"/>
          <p:cNvCxnSpPr/>
          <p:nvPr/>
        </p:nvCxnSpPr>
        <p:spPr>
          <a:xfrm>
            <a:off x="1491166" y="8360619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22"/>
          <p:cNvCxnSpPr/>
          <p:nvPr/>
        </p:nvCxnSpPr>
        <p:spPr>
          <a:xfrm>
            <a:off x="1030384" y="8360619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22"/>
          <p:cNvCxnSpPr/>
          <p:nvPr/>
        </p:nvCxnSpPr>
        <p:spPr>
          <a:xfrm>
            <a:off x="1392580" y="8360619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22"/>
          <p:cNvSpPr/>
          <p:nvPr/>
        </p:nvSpPr>
        <p:spPr>
          <a:xfrm>
            <a:off x="809843" y="8011545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22" name="Google Shape;522;p22"/>
          <p:cNvCxnSpPr/>
          <p:nvPr/>
        </p:nvCxnSpPr>
        <p:spPr>
          <a:xfrm>
            <a:off x="2854436" y="8360619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22"/>
          <p:cNvCxnSpPr/>
          <p:nvPr/>
        </p:nvCxnSpPr>
        <p:spPr>
          <a:xfrm>
            <a:off x="2393655" y="8360619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4" name="Google Shape;524;p22"/>
          <p:cNvCxnSpPr/>
          <p:nvPr/>
        </p:nvCxnSpPr>
        <p:spPr>
          <a:xfrm>
            <a:off x="2755851" y="8360619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22"/>
          <p:cNvSpPr/>
          <p:nvPr/>
        </p:nvSpPr>
        <p:spPr>
          <a:xfrm>
            <a:off x="3543775" y="8011545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6" name="Google Shape;526;p22"/>
          <p:cNvSpPr txBox="1"/>
          <p:nvPr/>
        </p:nvSpPr>
        <p:spPr>
          <a:xfrm>
            <a:off x="3700904" y="8084683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27" name="Google Shape;527;p22"/>
          <p:cNvCxnSpPr/>
          <p:nvPr/>
        </p:nvCxnSpPr>
        <p:spPr>
          <a:xfrm>
            <a:off x="4891966" y="6769849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8" name="Google Shape;528;p22"/>
          <p:cNvCxnSpPr/>
          <p:nvPr/>
        </p:nvCxnSpPr>
        <p:spPr>
          <a:xfrm>
            <a:off x="5254162" y="6769849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22"/>
          <p:cNvSpPr/>
          <p:nvPr/>
        </p:nvSpPr>
        <p:spPr>
          <a:xfrm>
            <a:off x="4671425" y="6479747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0" name="Google Shape;530;p22"/>
          <p:cNvCxnSpPr/>
          <p:nvPr/>
        </p:nvCxnSpPr>
        <p:spPr>
          <a:xfrm>
            <a:off x="5359685" y="6769849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" name="Google Shape;531;p22"/>
          <p:cNvSpPr/>
          <p:nvPr/>
        </p:nvSpPr>
        <p:spPr>
          <a:xfrm>
            <a:off x="6049024" y="6479747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22"/>
          <p:cNvSpPr txBox="1"/>
          <p:nvPr/>
        </p:nvSpPr>
        <p:spPr>
          <a:xfrm>
            <a:off x="6179231" y="6552885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3" name="Google Shape;533;p22"/>
          <p:cNvCxnSpPr/>
          <p:nvPr/>
        </p:nvCxnSpPr>
        <p:spPr>
          <a:xfrm>
            <a:off x="4917605" y="8276574"/>
            <a:ext cx="886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4" name="Google Shape;534;p22"/>
          <p:cNvCxnSpPr/>
          <p:nvPr/>
        </p:nvCxnSpPr>
        <p:spPr>
          <a:xfrm>
            <a:off x="5279801" y="8276574"/>
            <a:ext cx="390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" name="Google Shape;535;p22"/>
          <p:cNvSpPr/>
          <p:nvPr/>
        </p:nvSpPr>
        <p:spPr>
          <a:xfrm>
            <a:off x="4697064" y="798647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6" name="Google Shape;536;p22"/>
          <p:cNvCxnSpPr/>
          <p:nvPr/>
        </p:nvCxnSpPr>
        <p:spPr>
          <a:xfrm>
            <a:off x="5385324" y="8276574"/>
            <a:ext cx="1095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22"/>
          <p:cNvSpPr/>
          <p:nvPr/>
        </p:nvSpPr>
        <p:spPr>
          <a:xfrm>
            <a:off x="6074664" y="798647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2"/>
          <p:cNvSpPr txBox="1"/>
          <p:nvPr/>
        </p:nvSpPr>
        <p:spPr>
          <a:xfrm>
            <a:off x="468000" y="6498176"/>
            <a:ext cx="478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9" name="Google Shape;539;p22"/>
          <p:cNvSpPr txBox="1"/>
          <p:nvPr/>
        </p:nvSpPr>
        <p:spPr>
          <a:xfrm>
            <a:off x="468000" y="8024130"/>
            <a:ext cx="478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1491138" y="7821501"/>
            <a:ext cx="389700" cy="35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1" name="Google Shape;541;p22"/>
          <p:cNvSpPr txBox="1"/>
          <p:nvPr/>
        </p:nvSpPr>
        <p:spPr>
          <a:xfrm>
            <a:off x="1451820" y="7728833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2854408" y="7821501"/>
            <a:ext cx="389700" cy="35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43" name="Google Shape;543;p22"/>
          <p:cNvGrpSpPr/>
          <p:nvPr/>
        </p:nvGrpSpPr>
        <p:grpSpPr>
          <a:xfrm>
            <a:off x="4139998" y="1872224"/>
            <a:ext cx="2874280" cy="772151"/>
            <a:chOff x="4623106" y="1973953"/>
            <a:chExt cx="2970832" cy="798089"/>
          </a:xfrm>
        </p:grpSpPr>
        <p:grpSp>
          <p:nvGrpSpPr>
            <p:cNvPr id="544" name="Google Shape;544;p22"/>
            <p:cNvGrpSpPr/>
            <p:nvPr/>
          </p:nvGrpSpPr>
          <p:grpSpPr>
            <a:xfrm>
              <a:off x="4623106" y="1973953"/>
              <a:ext cx="2970832" cy="798089"/>
              <a:chOff x="2325199" y="1389438"/>
              <a:chExt cx="4236179" cy="1174179"/>
            </a:xfrm>
          </p:grpSpPr>
          <p:cxnSp>
            <p:nvCxnSpPr>
              <p:cNvPr id="545" name="Google Shape;545;p22"/>
              <p:cNvCxnSpPr/>
              <p:nvPr/>
            </p:nvCxnSpPr>
            <p:spPr>
              <a:xfrm>
                <a:off x="3205577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6" name="Google Shape;546;p22"/>
              <p:cNvCxnSpPr/>
              <p:nvPr/>
            </p:nvCxnSpPr>
            <p:spPr>
              <a:xfrm>
                <a:off x="2610174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47" name="Google Shape;547;p22"/>
              <p:cNvCxnSpPr/>
              <p:nvPr/>
            </p:nvCxnSpPr>
            <p:spPr>
              <a:xfrm>
                <a:off x="3078189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48" name="Google Shape;548;p22"/>
              <p:cNvSpPr/>
              <p:nvPr/>
            </p:nvSpPr>
            <p:spPr>
              <a:xfrm>
                <a:off x="2325199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9" name="Google Shape;549;p22"/>
              <p:cNvSpPr txBox="1"/>
              <p:nvPr/>
            </p:nvSpPr>
            <p:spPr>
              <a:xfrm>
                <a:off x="2502767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0" name="Google Shape;550;p22"/>
              <p:cNvSpPr txBox="1"/>
              <p:nvPr/>
            </p:nvSpPr>
            <p:spPr>
              <a:xfrm>
                <a:off x="4223150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1" name="Google Shape;551;p22"/>
              <p:cNvSpPr/>
              <p:nvPr/>
            </p:nvSpPr>
            <p:spPr>
              <a:xfrm>
                <a:off x="3258567" y="1541489"/>
                <a:ext cx="569700" cy="5451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2" name="Google Shape;552;p22"/>
              <p:cNvSpPr txBox="1"/>
              <p:nvPr/>
            </p:nvSpPr>
            <p:spPr>
              <a:xfrm>
                <a:off x="3129207" y="1389438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553" name="Google Shape;553;p22"/>
              <p:cNvCxnSpPr/>
              <p:nvPr/>
            </p:nvCxnSpPr>
            <p:spPr>
              <a:xfrm>
                <a:off x="4967142" y="2327679"/>
                <a:ext cx="14151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4" name="Google Shape;554;p22"/>
              <p:cNvCxnSpPr/>
              <p:nvPr/>
            </p:nvCxnSpPr>
            <p:spPr>
              <a:xfrm>
                <a:off x="4371739" y="2327679"/>
                <a:ext cx="1146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555" name="Google Shape;555;p22"/>
              <p:cNvCxnSpPr/>
              <p:nvPr/>
            </p:nvCxnSpPr>
            <p:spPr>
              <a:xfrm>
                <a:off x="4839754" y="2327679"/>
                <a:ext cx="5040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56" name="Google Shape;556;p22"/>
              <p:cNvSpPr/>
              <p:nvPr/>
            </p:nvSpPr>
            <p:spPr>
              <a:xfrm>
                <a:off x="5857880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7" name="Google Shape;557;p22"/>
              <p:cNvSpPr txBox="1"/>
              <p:nvPr/>
            </p:nvSpPr>
            <p:spPr>
              <a:xfrm>
                <a:off x="4188132" y="1971124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0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8" name="Google Shape;558;p22"/>
              <p:cNvSpPr txBox="1"/>
              <p:nvPr/>
            </p:nvSpPr>
            <p:spPr>
              <a:xfrm>
                <a:off x="5889678" y="1909112"/>
                <a:ext cx="6717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10</a:t>
                </a:r>
                <a:endParaRPr sz="13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>
                <a:off x="5020115" y="1622773"/>
                <a:ext cx="614400" cy="4638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60" name="Google Shape;560;p22"/>
              <p:cNvSpPr txBox="1"/>
              <p:nvPr/>
            </p:nvSpPr>
            <p:spPr>
              <a:xfrm>
                <a:off x="4876820" y="1414225"/>
                <a:ext cx="439200" cy="31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>
                <a:off x="4096315" y="1876617"/>
                <a:ext cx="693000" cy="687000"/>
              </a:xfrm>
              <a:prstGeom prst="ellipse">
                <a:avLst/>
              </a:prstGeom>
              <a:solidFill>
                <a:srgbClr val="F0F0F0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62" name="Google Shape;562;p22"/>
              <p:cNvSpPr txBox="1"/>
              <p:nvPr/>
            </p:nvSpPr>
            <p:spPr>
              <a:xfrm>
                <a:off x="4185695" y="1894162"/>
                <a:ext cx="504000" cy="46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563" name="Google Shape;563;p22"/>
            <p:cNvSpPr txBox="1"/>
            <p:nvPr/>
          </p:nvSpPr>
          <p:spPr>
            <a:xfrm>
              <a:off x="6553924" y="2082980"/>
              <a:ext cx="517800" cy="37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564" name="Google Shape;564;p22"/>
            <p:cNvSpPr txBox="1"/>
            <p:nvPr/>
          </p:nvSpPr>
          <p:spPr>
            <a:xfrm>
              <a:off x="4705756" y="2322297"/>
              <a:ext cx="353400" cy="3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65" name="Google Shape;565;p22"/>
          <p:cNvSpPr txBox="1"/>
          <p:nvPr/>
        </p:nvSpPr>
        <p:spPr>
          <a:xfrm>
            <a:off x="2823095" y="7736837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6" name="Google Shape;566;p22"/>
          <p:cNvSpPr txBox="1"/>
          <p:nvPr/>
        </p:nvSpPr>
        <p:spPr>
          <a:xfrm>
            <a:off x="1597178" y="7837138"/>
            <a:ext cx="339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22"/>
          <p:cNvSpPr txBox="1"/>
          <p:nvPr/>
        </p:nvSpPr>
        <p:spPr>
          <a:xfrm>
            <a:off x="4790849" y="6552885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5514513" y="7784627"/>
            <a:ext cx="389700" cy="37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5429903" y="6277902"/>
            <a:ext cx="389700" cy="37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2"/>
          <p:cNvSpPr txBox="1"/>
          <p:nvPr/>
        </p:nvSpPr>
        <p:spPr>
          <a:xfrm>
            <a:off x="5539259" y="6297083"/>
            <a:ext cx="339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2"/>
          <p:cNvSpPr txBox="1"/>
          <p:nvPr/>
        </p:nvSpPr>
        <p:spPr>
          <a:xfrm>
            <a:off x="5417947" y="6188777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2"/>
          <p:cNvSpPr txBox="1"/>
          <p:nvPr/>
        </p:nvSpPr>
        <p:spPr>
          <a:xfrm>
            <a:off x="5475604" y="7755693"/>
            <a:ext cx="3399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22"/>
          <p:cNvSpPr txBox="1"/>
          <p:nvPr/>
        </p:nvSpPr>
        <p:spPr>
          <a:xfrm>
            <a:off x="6231792" y="8059609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4}\ \ \frac{1}{10}\ \ \ \frac{9}{5}\ \ \ \frac{1}{5}&quot;&gt;&lt;mfrac&gt;&lt;mn&gt;1&lt;/mn&gt;&lt;mn&gt;4&lt;/mn&gt;&lt;/mfrac&gt;&lt;mtext&gt;&lt;/mtext&gt;&lt;mtext&gt;&lt;/mtext&gt;&lt;mfrac&gt;&lt;mn&gt;1&lt;/mn&gt;&lt;mn&gt;10&lt;/mn&gt;&lt;/mfrac&gt;&lt;mtext&gt;&lt;/mtext&gt;&lt;mtext&gt;&lt;/mtext&gt;&lt;mtext&gt;&lt;/mtext&gt;&lt;mfrac&gt;&lt;mn&gt;9&lt;/mn&gt;&lt;mn&gt;5&lt;/mn&gt;&lt;/mfrac&gt;&lt;mtext&gt;&lt;/mtext&gt;&lt;mtext&gt;&lt;/mtext&gt;&lt;mtext&gt;&lt;/mtext&gt;&lt;mfrac&gt;&lt;mn&gt;1&lt;/mn&gt;&lt;mn&gt;5&lt;/mn&gt;&lt;/mfrac&gt;&lt;/math&gt;" id="574" name="Google Shape;574;p22" title="one fourth one tenth nine fifths one fifth"/>
          <p:cNvPicPr preferRelativeResize="0"/>
          <p:nvPr/>
        </p:nvPicPr>
        <p:blipFill rotWithShape="1">
          <a:blip r:embed="rId3">
            <a:alphaModFix/>
          </a:blip>
          <a:srcRect b="0" l="0" r="85699" t="0"/>
          <a:stretch/>
        </p:blipFill>
        <p:spPr>
          <a:xfrm>
            <a:off x="1698901" y="6295578"/>
            <a:ext cx="140685" cy="3589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\ \ \ \ \frac{4}{5}&quot;&gt;&lt;mfrac&gt;&lt;mn&gt;1&lt;/mn&gt;&lt;mn&gt;10&lt;/mn&gt;&lt;/mfrac&gt;&lt;mtext&gt;&lt;/mtext&gt;&lt;mtext&gt;&lt;/mtext&gt;&lt;mtext&gt;&lt;/mtext&gt;&lt;mtext&gt;&lt;/mtext&gt;&lt;mfrac&gt;&lt;mn&gt;4&lt;/mn&gt;&lt;mn&gt;5&lt;/mn&gt;&lt;/mfrac&gt;&lt;/math&gt;" id="575" name="Google Shape;575;p22" title="one tenth four fifths"/>
          <p:cNvPicPr preferRelativeResize="0"/>
          <p:nvPr/>
        </p:nvPicPr>
        <p:blipFill rotWithShape="1">
          <a:blip r:embed="rId4">
            <a:alphaModFix/>
          </a:blip>
          <a:srcRect b="0" l="62459" r="-12129" t="0"/>
          <a:stretch/>
        </p:blipFill>
        <p:spPr>
          <a:xfrm>
            <a:off x="5674289" y="7817864"/>
            <a:ext cx="237567" cy="33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 \ \frac{1}{10}\ \ \ \frac{9}{5}\ \ \ \frac{1}{5}&quot;&gt;&lt;mfrac&gt;&lt;mn&gt;1&lt;/mn&gt;&lt;mn&gt;4&lt;/mn&gt;&lt;/mfrac&gt;&lt;mtext&gt;&lt;/mtext&gt;&lt;mtext&gt;&lt;/mtext&gt;&lt;mfrac&gt;&lt;mn&gt;1&lt;/mn&gt;&lt;mn&gt;10&lt;/mn&gt;&lt;/mfrac&gt;&lt;mtext&gt;&lt;/mtext&gt;&lt;mtext&gt;&lt;/mtext&gt;&lt;mtext&gt;&lt;/mtext&gt;&lt;mfrac&gt;&lt;mn&gt;9&lt;/mn&gt;&lt;mn&gt;5&lt;/mn&gt;&lt;/mfrac&gt;&lt;mtext&gt;&lt;/mtext&gt;&lt;mtext&gt;&lt;/mtext&gt;&lt;mtext&gt;&lt;/mtext&gt;&lt;mfrac&gt;&lt;mn&gt;1&lt;/mn&gt;&lt;mn&gt;5&lt;/mn&gt;&lt;/mfrac&gt;&lt;/math&gt;" id="576" name="Google Shape;576;p22" title="one fourth one tenth nine fifths one fifth"/>
          <p:cNvPicPr preferRelativeResize="0"/>
          <p:nvPr/>
        </p:nvPicPr>
        <p:blipFill rotWithShape="1">
          <a:blip r:embed="rId3">
            <a:alphaModFix/>
          </a:blip>
          <a:srcRect b="0" l="52378" r="23472" t="0"/>
          <a:stretch/>
        </p:blipFill>
        <p:spPr>
          <a:xfrm>
            <a:off x="5559627" y="6287947"/>
            <a:ext cx="237567" cy="358932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2"/>
          <p:cNvSpPr/>
          <p:nvPr/>
        </p:nvSpPr>
        <p:spPr>
          <a:xfrm>
            <a:off x="2154866" y="6504821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2"/>
          <p:cNvSpPr txBox="1"/>
          <p:nvPr/>
        </p:nvSpPr>
        <p:spPr>
          <a:xfrm>
            <a:off x="2224037" y="6569287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22"/>
          <p:cNvSpPr/>
          <p:nvPr/>
        </p:nvSpPr>
        <p:spPr>
          <a:xfrm>
            <a:off x="2180505" y="8011545"/>
            <a:ext cx="536400" cy="531600"/>
          </a:xfrm>
          <a:prstGeom prst="ellipse">
            <a:avLst/>
          </a:prstGeom>
          <a:solidFill>
            <a:srgbClr val="F0F0F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0" name="Google Shape;580;p22"/>
          <p:cNvSpPr txBox="1"/>
          <p:nvPr/>
        </p:nvSpPr>
        <p:spPr>
          <a:xfrm>
            <a:off x="2236857" y="8076011"/>
            <a:ext cx="3900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1" name="Google Shape;581;p22"/>
          <p:cNvSpPr/>
          <p:nvPr/>
        </p:nvSpPr>
        <p:spPr>
          <a:xfrm>
            <a:off x="1221550" y="1450900"/>
            <a:ext cx="307200" cy="27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2" name="Google Shape;582;p22"/>
          <p:cNvSpPr/>
          <p:nvPr/>
        </p:nvSpPr>
        <p:spPr>
          <a:xfrm>
            <a:off x="4891975" y="1494475"/>
            <a:ext cx="307200" cy="27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3" name="Google Shape;583;p22"/>
          <p:cNvSpPr/>
          <p:nvPr/>
        </p:nvSpPr>
        <p:spPr>
          <a:xfrm>
            <a:off x="1366950" y="3634850"/>
            <a:ext cx="307200" cy="27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2"/>
          <p:cNvSpPr/>
          <p:nvPr/>
        </p:nvSpPr>
        <p:spPr>
          <a:xfrm>
            <a:off x="4811675" y="3714025"/>
            <a:ext cx="307200" cy="27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