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67FF2F-3F24-4458-9A83-C737E8758527}">
  <a:tblStyle styleId="{9C67FF2F-3F24-4458-9A83-C737E8758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1ec3db0a10e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1ec3db0a10e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1ec3db0a10e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1ec3db0a10e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c3db0a10e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c3db0a10e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a3908337b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a3908337b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a3908337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a3908337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a3908337b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a3908337b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a3908337b0_1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a3908337b0_1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a3908337b0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a3908337b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2a3908337b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a3908337b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2a878d7e3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2a878d7e3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2a878d7e34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2a878d7e34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a878d7e3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a878d7e3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2a878d7e34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2a878d7e34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2a878d7e34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2a878d7e34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a878d7e34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a878d7e34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a878d7e34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a878d7e34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a3908337b0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a3908337b0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2a3908337b0_1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2a3908337b0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a878d7e346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a878d7e346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2a3877dcbe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2a3877dcbe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a3908337b0_1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a3908337b0_1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2a3908337b0_1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2a3908337b0_1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2a3908337b0_1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1" name="Google Shape;2251;g2a3908337b0_1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g2a3908337b0_1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5" name="Google Shape;2325;g2a3908337b0_1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2a3908337b0_1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2a3908337b0_1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2a3908337b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2a3908337b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g2a3908337b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9" name="Google Shape;2459;g2a3908337b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2a878d7e346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2a878d7e346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g2a878d7e346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3" name="Google Shape;2523;g2a878d7e346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g2a3908337b0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3" name="Google Shape;2563;g2a3908337b0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2a878d7e346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2a878d7e346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g2a3908337b0_2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7" name="Google Shape;2617;g2a3908337b0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g2a3908337b0_2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g2a3908337b0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g2a3908337b0_2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6" name="Google Shape;2746;g2a3908337b0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2a3908337b0_2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3" name="Google Shape;2843;g2a3908337b0_2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g2a3908337b0_2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4" name="Google Shape;2864;g2a3908337b0_2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g2a3908337b0_2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4" name="Google Shape;2934;g2a3908337b0_2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g2a3908337b0_2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2" name="Google Shape;3042;g2a3908337b0_2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g2a3908337b0_2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4" name="Google Shape;3164;g2a3908337b0_2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g1ec3db0a10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5" name="Google Shape;3235;g1ec3db0a10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0" name="Google Shape;3240;g1ec3db0a10e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1" name="Google Shape;3241;g1ec3db0a10e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88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8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8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88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8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8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9.png"/><Relationship Id="rId4" Type="http://schemas.openxmlformats.org/officeDocument/2006/relationships/image" Target="../media/image101.png"/><Relationship Id="rId5" Type="http://schemas.openxmlformats.org/officeDocument/2006/relationships/image" Target="../media/image100.png"/><Relationship Id="rId6" Type="http://schemas.openxmlformats.org/officeDocument/2006/relationships/image" Target="../media/image10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8.png"/><Relationship Id="rId4" Type="http://schemas.openxmlformats.org/officeDocument/2006/relationships/image" Target="../media/image10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6.png"/><Relationship Id="rId4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6.png"/><Relationship Id="rId4" Type="http://schemas.openxmlformats.org/officeDocument/2006/relationships/image" Target="../media/image99.png"/><Relationship Id="rId5" Type="http://schemas.openxmlformats.org/officeDocument/2006/relationships/image" Target="../media/image107.png"/><Relationship Id="rId6" Type="http://schemas.openxmlformats.org/officeDocument/2006/relationships/image" Target="../media/image1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5.png"/><Relationship Id="rId4" Type="http://schemas.openxmlformats.org/officeDocument/2006/relationships/image" Target="../media/image114.png"/><Relationship Id="rId5" Type="http://schemas.openxmlformats.org/officeDocument/2006/relationships/image" Target="../media/image1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9.png"/><Relationship Id="rId4" Type="http://schemas.openxmlformats.org/officeDocument/2006/relationships/image" Target="../media/image117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5.png"/><Relationship Id="rId6" Type="http://schemas.openxmlformats.org/officeDocument/2006/relationships/image" Target="../media/image1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6.png"/><Relationship Id="rId4" Type="http://schemas.openxmlformats.org/officeDocument/2006/relationships/image" Target="../media/image124.png"/><Relationship Id="rId5" Type="http://schemas.openxmlformats.org/officeDocument/2006/relationships/image" Target="../media/image1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9.png"/><Relationship Id="rId4" Type="http://schemas.openxmlformats.org/officeDocument/2006/relationships/image" Target="../media/image1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34.png"/><Relationship Id="rId6" Type="http://schemas.openxmlformats.org/officeDocument/2006/relationships/image" Target="../media/image105.png"/><Relationship Id="rId7" Type="http://schemas.openxmlformats.org/officeDocument/2006/relationships/image" Target="../media/image1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9.png"/><Relationship Id="rId4" Type="http://schemas.openxmlformats.org/officeDocument/2006/relationships/image" Target="../media/image132.png"/><Relationship Id="rId5" Type="http://schemas.openxmlformats.org/officeDocument/2006/relationships/image" Target="../media/image116.png"/><Relationship Id="rId6" Type="http://schemas.openxmlformats.org/officeDocument/2006/relationships/image" Target="../media/image138.png"/><Relationship Id="rId7" Type="http://schemas.openxmlformats.org/officeDocument/2006/relationships/image" Target="../media/image141.png"/><Relationship Id="rId8" Type="http://schemas.openxmlformats.org/officeDocument/2006/relationships/image" Target="../media/image1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multiplier for any two given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/>
        </p:nvSpPr>
        <p:spPr>
          <a:xfrm>
            <a:off x="306950" y="988800"/>
            <a:ext cx="8100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reciprocal is the multiplicative inverse of any non-zero number. Any non-zero number multiplied by its reciprocal is equal to 1.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1}{3}\ \ \ 3\ \times\frac{1}{3}=1\ \ \ \ \ \ \ \frac{5}{4}\ \ \frac{4}{5}\ \ \ \ \frac{5}{4}\times\frac{4}{5}=1\ \ \ \ &quot;&gt;&lt;mn&gt;3&lt;/mn&gt;&lt;mtext&gt;&lt;/mtext&gt;&lt;mfrac&gt;&lt;mn&gt;1&lt;/mn&gt;&lt;mn&gt;3&lt;/mn&gt;&lt;/mfrac&gt;&lt;mtext&gt;&lt;/mtext&gt;&lt;mtext&gt;&lt;/mtext&gt;&lt;mtext&gt;&lt;/mtext&gt;&lt;mn&gt;3&lt;/mn&gt;&lt;mtext&gt;&lt;/mtext&gt;&lt;mo&gt;×&lt;/mo&gt;&lt;mfrac&gt;&lt;mn&gt;1&lt;/mn&gt;&lt;mn&gt;3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frac&gt;&lt;mn&gt;4&lt;/mn&gt;&lt;mn&gt;5&lt;/mn&gt;&lt;/mfrac&gt;&lt;mtext&gt;&lt;/mtext&gt;&lt;mtext&gt;&lt;/mtext&gt;&lt;mtext&gt;&lt;/mtext&gt;&lt;mtext&gt;&lt;/mtext&gt;&lt;mfrac&gt;&lt;mn&gt;5&lt;/mn&gt;&lt;mn&gt;4&lt;/mn&gt;&lt;/mfrac&gt;&lt;mo&gt;×&lt;/mo&gt;&lt;mfrac&gt;&lt;mn&gt;4&lt;/mn&gt;&lt;mn&gt;5&lt;/mn&gt;&lt;/mfrac&gt;&lt;mo&gt;=&lt;/mo&gt;&lt;mn&gt;1&lt;/mn&gt;&lt;mtext&gt;&lt;/mtext&gt;&lt;mtext&gt;&lt;/mtext&gt;&lt;mtext&gt;&lt;/mtext&gt;&lt;mtext&gt;&lt;/mtext&gt;&lt;/math&gt;" id="1505" name="Google Shape;1505;p128" title="3 one third 3 times one third equals 1 five fourths four fifths five fourths times four fifths equals 1"/>
          <p:cNvPicPr preferRelativeResize="0"/>
          <p:nvPr/>
        </p:nvPicPr>
        <p:blipFill rotWithShape="1">
          <a:blip r:embed="rId3">
            <a:alphaModFix/>
          </a:blip>
          <a:srcRect b="0" l="12388" r="57306" t="0"/>
          <a:stretch/>
        </p:blipFill>
        <p:spPr>
          <a:xfrm>
            <a:off x="536875" y="3403975"/>
            <a:ext cx="1598550" cy="6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1}{3}\ \ \ 3\ \times\frac{1}{3}=1\ \ \ \ \ \ \ \frac{5}{4}\ \ \frac{4}{5}\ \ \ \ \frac{5}{4}\times\frac{4}{5}=1\ \ \ \ &quot;&gt;&lt;mn&gt;3&lt;/mn&gt;&lt;mtext&gt;&lt;/mtext&gt;&lt;mfrac&gt;&lt;mn&gt;1&lt;/mn&gt;&lt;mn&gt;3&lt;/mn&gt;&lt;/mfrac&gt;&lt;mtext&gt;&lt;/mtext&gt;&lt;mtext&gt;&lt;/mtext&gt;&lt;mtext&gt;&lt;/mtext&gt;&lt;mn&gt;3&lt;/mn&gt;&lt;mtext&gt;&lt;/mtext&gt;&lt;mo&gt;×&lt;/mo&gt;&lt;mfrac&gt;&lt;mn&gt;1&lt;/mn&gt;&lt;mn&gt;3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frac&gt;&lt;mn&gt;4&lt;/mn&gt;&lt;mn&gt;5&lt;/mn&gt;&lt;/mfrac&gt;&lt;mtext&gt;&lt;/mtext&gt;&lt;mtext&gt;&lt;/mtext&gt;&lt;mtext&gt;&lt;/mtext&gt;&lt;mtext&gt;&lt;/mtext&gt;&lt;mfrac&gt;&lt;mn&gt;5&lt;/mn&gt;&lt;mn&gt;4&lt;/mn&gt;&lt;/mfrac&gt;&lt;mo&gt;×&lt;/mo&gt;&lt;mfrac&gt;&lt;mn&gt;4&lt;/mn&gt;&lt;mn&gt;5&lt;/mn&gt;&lt;/mfrac&gt;&lt;mo&gt;=&lt;/mo&gt;&lt;mn&gt;1&lt;/mn&gt;&lt;mtext&gt;&lt;/mtext&gt;&lt;mtext&gt;&lt;/mtext&gt;&lt;mtext&gt;&lt;/mtext&gt;&lt;mtext&gt;&lt;/mtext&gt;&lt;/math&gt;" id="1506" name="Google Shape;1506;p128" title="3 one third 3 times one third equals 1 five fourths four fifths five fourths times four fifths equals 1"/>
          <p:cNvPicPr preferRelativeResize="0"/>
          <p:nvPr/>
        </p:nvPicPr>
        <p:blipFill rotWithShape="1">
          <a:blip r:embed="rId3">
            <a:alphaModFix/>
          </a:blip>
          <a:srcRect b="0" l="4355" r="89741" t="0"/>
          <a:stretch/>
        </p:blipFill>
        <p:spPr>
          <a:xfrm>
            <a:off x="3168275" y="2743975"/>
            <a:ext cx="311376" cy="6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1}{3}\ \ \ 3\ \times\frac{1}{3}=1\ \ \ \ \ \ \ \frac{5}{4}\ \ \frac{4}{5}\ \ \ \ \frac{5}{4}\times\frac{4}{5}=1\ \ \ \ &quot;&gt;&lt;mn&gt;3&lt;/mn&gt;&lt;mtext&gt;&lt;/mtext&gt;&lt;mfrac&gt;&lt;mn&gt;1&lt;/mn&gt;&lt;mn&gt;3&lt;/mn&gt;&lt;/mfrac&gt;&lt;mtext&gt;&lt;/mtext&gt;&lt;mtext&gt;&lt;/mtext&gt;&lt;mtext&gt;&lt;/mtext&gt;&lt;mn&gt;3&lt;/mn&gt;&lt;mtext&gt;&lt;/mtext&gt;&lt;mo&gt;×&lt;/mo&gt;&lt;mfrac&gt;&lt;mn&gt;1&lt;/mn&gt;&lt;mn&gt;3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frac&gt;&lt;mn&gt;4&lt;/mn&gt;&lt;mn&gt;5&lt;/mn&gt;&lt;/mfrac&gt;&lt;mtext&gt;&lt;/mtext&gt;&lt;mtext&gt;&lt;/mtext&gt;&lt;mtext&gt;&lt;/mtext&gt;&lt;mtext&gt;&lt;/mtext&gt;&lt;mfrac&gt;&lt;mn&gt;5&lt;/mn&gt;&lt;mn&gt;4&lt;/mn&gt;&lt;/mfrac&gt;&lt;mo&gt;×&lt;/mo&gt;&lt;mfrac&gt;&lt;mn&gt;4&lt;/mn&gt;&lt;mn&gt;5&lt;/mn&gt;&lt;/mfrac&gt;&lt;mo&gt;=&lt;/mo&gt;&lt;mn&gt;1&lt;/mn&gt;&lt;mtext&gt;&lt;/mtext&gt;&lt;mtext&gt;&lt;/mtext&gt;&lt;mtext&gt;&lt;/mtext&gt;&lt;mtext&gt;&lt;/mtext&gt;&lt;/math&gt;" id="1507" name="Google Shape;1507;p128" title="3 one third 3 times one third equals 1 five fourths four fifths five fourths times four fifths equals 1"/>
          <p:cNvPicPr preferRelativeResize="0"/>
          <p:nvPr/>
        </p:nvPicPr>
        <p:blipFill rotWithShape="1">
          <a:blip r:embed="rId3">
            <a:alphaModFix/>
          </a:blip>
          <a:srcRect b="0" l="71017" r="-2737" t="0"/>
          <a:stretch/>
        </p:blipFill>
        <p:spPr>
          <a:xfrm>
            <a:off x="4734456" y="3437120"/>
            <a:ext cx="1673101" cy="6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1}{3}\ \ \ 3\ \times\frac{1}{3}=1\ \ \ \ \ \ \ \frac{5}{4}\ \ \frac{4}{5}\ \ \ \ \frac{5}{4}\times\frac{4}{5}=1\ \ \ \ &quot;&gt;&lt;mn&gt;3&lt;/mn&gt;&lt;mtext&gt;&lt;/mtext&gt;&lt;mfrac&gt;&lt;mn&gt;1&lt;/mn&gt;&lt;mn&gt;3&lt;/mn&gt;&lt;/mfrac&gt;&lt;mtext&gt;&lt;/mtext&gt;&lt;mtext&gt;&lt;/mtext&gt;&lt;mtext&gt;&lt;/mtext&gt;&lt;mn&gt;3&lt;/mn&gt;&lt;mtext&gt;&lt;/mtext&gt;&lt;mo&gt;×&lt;/mo&gt;&lt;mfrac&gt;&lt;mn&gt;1&lt;/mn&gt;&lt;mn&gt;3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frac&gt;&lt;mn&gt;4&lt;/mn&gt;&lt;mn&gt;5&lt;/mn&gt;&lt;/mfrac&gt;&lt;mtext&gt;&lt;/mtext&gt;&lt;mtext&gt;&lt;/mtext&gt;&lt;mtext&gt;&lt;/mtext&gt;&lt;mtext&gt;&lt;/mtext&gt;&lt;mfrac&gt;&lt;mn&gt;5&lt;/mn&gt;&lt;mn&gt;4&lt;/mn&gt;&lt;/mfrac&gt;&lt;mo&gt;×&lt;/mo&gt;&lt;mfrac&gt;&lt;mn&gt;4&lt;/mn&gt;&lt;mn&gt;5&lt;/mn&gt;&lt;/mfrac&gt;&lt;mo&gt;=&lt;/mo&gt;&lt;mn&gt;1&lt;/mn&gt;&lt;mtext&gt;&lt;/mtext&gt;&lt;mtext&gt;&lt;/mtext&gt;&lt;mtext&gt;&lt;/mtext&gt;&lt;mtext&gt;&lt;/mtext&gt;&lt;/math&gt;" id="1508" name="Google Shape;1508;p128" title="3 one third 3 times one third equals 1 five fourths four fifths five fourths times four fifths equals 1"/>
          <p:cNvPicPr preferRelativeResize="0"/>
          <p:nvPr/>
        </p:nvPicPr>
        <p:blipFill rotWithShape="1">
          <a:blip r:embed="rId3">
            <a:alphaModFix/>
          </a:blip>
          <a:srcRect b="0" l="52959" r="40033" t="0"/>
          <a:stretch/>
        </p:blipFill>
        <p:spPr>
          <a:xfrm>
            <a:off x="7094050" y="2735692"/>
            <a:ext cx="369625" cy="6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128"/>
          <p:cNvSpPr txBox="1"/>
          <p:nvPr/>
        </p:nvSpPr>
        <p:spPr>
          <a:xfrm>
            <a:off x="306950" y="2410250"/>
            <a:ext cx="3000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reciprocal of 3 is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28"/>
          <p:cNvSpPr txBox="1"/>
          <p:nvPr/>
        </p:nvSpPr>
        <p:spPr>
          <a:xfrm>
            <a:off x="4726550" y="2410250"/>
            <a:ext cx="3000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reciprocal of     is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1}{3}\ \ \ 3\ \times\frac{1}{3}=1\ \ \ \ \ \ \ \frac{5}{4}\ \ \frac{4}{5}\ \ \ \ \frac{5}{4}\times\frac{4}{5}=1\ \ \ \ &quot;&gt;&lt;mn&gt;3&lt;/mn&gt;&lt;mtext&gt;&lt;/mtext&gt;&lt;mfrac&gt;&lt;mn&gt;1&lt;/mn&gt;&lt;mn&gt;3&lt;/mn&gt;&lt;/mfrac&gt;&lt;mtext&gt;&lt;/mtext&gt;&lt;mtext&gt;&lt;/mtext&gt;&lt;mtext&gt;&lt;/mtext&gt;&lt;mn&gt;3&lt;/mn&gt;&lt;mtext&gt;&lt;/mtext&gt;&lt;mo&gt;×&lt;/mo&gt;&lt;mfrac&gt;&lt;mn&gt;1&lt;/mn&gt;&lt;mn&gt;3&lt;/mn&gt;&lt;/mfrac&gt;&lt;mo&gt;=&lt;/mo&gt;&lt;mn&gt;1&lt;/mn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frac&gt;&lt;mn&gt;4&lt;/mn&gt;&lt;mn&gt;5&lt;/mn&gt;&lt;/mfrac&gt;&lt;mtext&gt;&lt;/mtext&gt;&lt;mtext&gt;&lt;/mtext&gt;&lt;mtext&gt;&lt;/mtext&gt;&lt;mtext&gt;&lt;/mtext&gt;&lt;mfrac&gt;&lt;mn&gt;5&lt;/mn&gt;&lt;mn&gt;4&lt;/mn&gt;&lt;/mfrac&gt;&lt;mo&gt;×&lt;/mo&gt;&lt;mfrac&gt;&lt;mn&gt;4&lt;/mn&gt;&lt;mn&gt;5&lt;/mn&gt;&lt;/mfrac&gt;&lt;mo&gt;=&lt;/mo&gt;&lt;mn&gt;1&lt;/mn&gt;&lt;mtext&gt;&lt;/mtext&gt;&lt;mtext&gt;&lt;/mtext&gt;&lt;mtext&gt;&lt;/mtext&gt;&lt;mtext&gt;&lt;/mtext&gt;&lt;/math&gt;" id="1511" name="Google Shape;1511;p128" title="3 one third 3 times one third equals 1 five fourths four fifths five fourths times four fifths equals 1"/>
          <p:cNvPicPr preferRelativeResize="0"/>
          <p:nvPr/>
        </p:nvPicPr>
        <p:blipFill rotWithShape="1">
          <a:blip r:embed="rId3">
            <a:alphaModFix/>
          </a:blip>
          <a:srcRect b="0" l="60100" r="32891" t="0"/>
          <a:stretch/>
        </p:blipFill>
        <p:spPr>
          <a:xfrm>
            <a:off x="7631372" y="2735700"/>
            <a:ext cx="369625" cy="685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2" name="Google Shape;1512;p128"/>
          <p:cNvCxnSpPr/>
          <p:nvPr/>
        </p:nvCxnSpPr>
        <p:spPr>
          <a:xfrm>
            <a:off x="4224125" y="2252875"/>
            <a:ext cx="0" cy="226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518" name="Google Shape;1518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1519" name="Google Shape;1519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pic>
        <p:nvPicPr>
          <p:cNvPr id="1520" name="Google Shape;1520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8" y="205300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130"/>
          <p:cNvSpPr txBox="1"/>
          <p:nvPr>
            <p:ph idx="1" type="body"/>
          </p:nvPr>
        </p:nvSpPr>
        <p:spPr>
          <a:xfrm>
            <a:off x="324000" y="683100"/>
            <a:ext cx="8237700" cy="10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Any t</a:t>
            </a:r>
            <a:r>
              <a:rPr lang="en-GB" sz="2000"/>
              <a:t>wo numbers can be connected by an additive and a multiplicative relationship.</a:t>
            </a:r>
            <a:endParaRPr sz="2000"/>
          </a:p>
        </p:txBody>
      </p:sp>
      <p:sp>
        <p:nvSpPr>
          <p:cNvPr id="1526" name="Google Shape;1526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527" name="Google Shape;1527;p130"/>
          <p:cNvSpPr txBox="1"/>
          <p:nvPr>
            <p:ph idx="1" type="body"/>
          </p:nvPr>
        </p:nvSpPr>
        <p:spPr>
          <a:xfrm>
            <a:off x="324000" y="1445100"/>
            <a:ext cx="8718600" cy="10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find the missing number given the operation and find the relationships between these two numbers?</a:t>
            </a:r>
            <a:endParaRPr sz="2000"/>
          </a:p>
        </p:txBody>
      </p:sp>
      <p:cxnSp>
        <p:nvCxnSpPr>
          <p:cNvPr id="1528" name="Google Shape;1528;p130"/>
          <p:cNvCxnSpPr/>
          <p:nvPr/>
        </p:nvCxnSpPr>
        <p:spPr>
          <a:xfrm>
            <a:off x="4283100" y="3143584"/>
            <a:ext cx="25122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130"/>
          <p:cNvCxnSpPr/>
          <p:nvPr/>
        </p:nvCxnSpPr>
        <p:spPr>
          <a:xfrm>
            <a:off x="3226125" y="3143584"/>
            <a:ext cx="2034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130"/>
          <p:cNvCxnSpPr/>
          <p:nvPr/>
        </p:nvCxnSpPr>
        <p:spPr>
          <a:xfrm>
            <a:off x="4056958" y="3143584"/>
            <a:ext cx="8946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1" name="Google Shape;1531;p130"/>
          <p:cNvSpPr/>
          <p:nvPr/>
        </p:nvSpPr>
        <p:spPr>
          <a:xfrm>
            <a:off x="2062200" y="2472409"/>
            <a:ext cx="1230300" cy="1230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30"/>
          <p:cNvSpPr/>
          <p:nvPr/>
        </p:nvSpPr>
        <p:spPr>
          <a:xfrm>
            <a:off x="4436192" y="3364325"/>
            <a:ext cx="832200" cy="814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30"/>
          <p:cNvSpPr txBox="1"/>
          <p:nvPr/>
        </p:nvSpPr>
        <p:spPr>
          <a:xfrm>
            <a:off x="4454700" y="3507713"/>
            <a:ext cx="779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0"/>
          <p:cNvSpPr/>
          <p:nvPr/>
        </p:nvSpPr>
        <p:spPr>
          <a:xfrm>
            <a:off x="6710400" y="2472409"/>
            <a:ext cx="1230300" cy="1230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0"/>
          <p:cNvSpPr txBox="1"/>
          <p:nvPr/>
        </p:nvSpPr>
        <p:spPr>
          <a:xfrm>
            <a:off x="4716112" y="3509249"/>
            <a:ext cx="779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0"/>
          <p:cNvSpPr txBox="1"/>
          <p:nvPr/>
        </p:nvSpPr>
        <p:spPr>
          <a:xfrm>
            <a:off x="2325325" y="2681750"/>
            <a:ext cx="894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4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0"/>
          <p:cNvSpPr txBox="1"/>
          <p:nvPr/>
        </p:nvSpPr>
        <p:spPr>
          <a:xfrm>
            <a:off x="6938805" y="2681750"/>
            <a:ext cx="894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4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30"/>
          <p:cNvSpPr/>
          <p:nvPr/>
        </p:nvSpPr>
        <p:spPr>
          <a:xfrm>
            <a:off x="4512399" y="2220558"/>
            <a:ext cx="692700" cy="69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30"/>
          <p:cNvSpPr txBox="1"/>
          <p:nvPr/>
        </p:nvSpPr>
        <p:spPr>
          <a:xfrm>
            <a:off x="4512400" y="2270385"/>
            <a:ext cx="779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0"/>
          <p:cNvSpPr txBox="1"/>
          <p:nvPr/>
        </p:nvSpPr>
        <p:spPr>
          <a:xfrm>
            <a:off x="4741000" y="2270385"/>
            <a:ext cx="779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3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612498" y="2469450"/>
            <a:ext cx="3729777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pupils were given this: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Laura correct? Explain.</a:t>
            </a:r>
            <a:endParaRPr/>
          </a:p>
        </p:txBody>
      </p:sp>
      <p:sp>
        <p:nvSpPr>
          <p:cNvPr id="1547" name="Google Shape;154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548" name="Google Shape;1548;p131"/>
          <p:cNvSpPr txBox="1"/>
          <p:nvPr/>
        </p:nvSpPr>
        <p:spPr>
          <a:xfrm>
            <a:off x="1864800" y="2436325"/>
            <a:ext cx="34062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no multiplicative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relationship as they use division.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9" name="Google Shape;1549;p131"/>
          <p:cNvCxnSpPr/>
          <p:nvPr/>
        </p:nvCxnSpPr>
        <p:spPr>
          <a:xfrm>
            <a:off x="4644302" y="186711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131"/>
          <p:cNvCxnSpPr/>
          <p:nvPr/>
        </p:nvCxnSpPr>
        <p:spPr>
          <a:xfrm>
            <a:off x="4048899" y="186711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1" name="Google Shape;1551;p131"/>
          <p:cNvCxnSpPr/>
          <p:nvPr/>
        </p:nvCxnSpPr>
        <p:spPr>
          <a:xfrm>
            <a:off x="4516914" y="186711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131"/>
          <p:cNvSpPr/>
          <p:nvPr/>
        </p:nvSpPr>
        <p:spPr>
          <a:xfrm>
            <a:off x="3763924" y="149225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31"/>
          <p:cNvSpPr/>
          <p:nvPr/>
        </p:nvSpPr>
        <p:spPr>
          <a:xfrm>
            <a:off x="5535040" y="149225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1"/>
          <p:cNvSpPr/>
          <p:nvPr/>
        </p:nvSpPr>
        <p:spPr>
          <a:xfrm>
            <a:off x="4773468" y="1298638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31"/>
          <p:cNvSpPr txBox="1"/>
          <p:nvPr/>
        </p:nvSpPr>
        <p:spPr>
          <a:xfrm>
            <a:off x="3941492" y="158676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31"/>
          <p:cNvSpPr txBox="1"/>
          <p:nvPr/>
        </p:nvSpPr>
        <p:spPr>
          <a:xfrm>
            <a:off x="5661875" y="158676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31"/>
          <p:cNvSpPr txBox="1"/>
          <p:nvPr/>
        </p:nvSpPr>
        <p:spPr>
          <a:xfrm>
            <a:off x="4707907" y="12370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8" name="Google Shape;1558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725" y="2966400"/>
            <a:ext cx="935249" cy="1224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9" name="Google Shape;1559;p131"/>
          <p:cNvGrpSpPr/>
          <p:nvPr/>
        </p:nvGrpSpPr>
        <p:grpSpPr>
          <a:xfrm>
            <a:off x="5661875" y="2361793"/>
            <a:ext cx="3100800" cy="2275532"/>
            <a:chOff x="5719125" y="2351218"/>
            <a:chExt cx="3100800" cy="2275532"/>
          </a:xfrm>
        </p:grpSpPr>
        <p:sp>
          <p:nvSpPr>
            <p:cNvPr id="1560" name="Google Shape;1560;p131"/>
            <p:cNvSpPr txBox="1"/>
            <p:nvPr/>
          </p:nvSpPr>
          <p:spPr>
            <a:xfrm>
              <a:off x="5719125" y="2436000"/>
              <a:ext cx="3100800" cy="202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 ÷ 6 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There is a multiplicative relationship as dividing by 3 is the same as </a:t>
              </a: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multiplying</a:t>
              </a: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by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=\frac{2}{6}=\frac{1}{3}&quot;&gt;&lt;mo&gt;=&lt;/mo&gt;&lt;mfrac&gt;&lt;mn&gt;2&lt;/mn&gt;&lt;mn&gt;6&lt;/mn&gt;&lt;/mfrac&gt;&lt;mo&gt;=&lt;/mo&gt;&lt;mfrac&gt;&lt;mn&gt;1&lt;/mn&gt;&lt;mn&gt;3&lt;/mn&gt;&lt;/mfrac&gt;&lt;/math&gt;" id="1561" name="Google Shape;1561;p131" title="equals two sixths equals one thir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61700" y="2351218"/>
              <a:ext cx="935250" cy="517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=\frac{2}{6}=\frac{1}{3}&quot;&gt;&lt;mo&gt;=&lt;/mo&gt;&lt;mfrac&gt;&lt;mn&gt;2&lt;/mn&gt;&lt;mn&gt;6&lt;/mn&gt;&lt;/mfrac&gt;&lt;mo&gt;=&lt;/mo&gt;&lt;mfrac&gt;&lt;mn&gt;1&lt;/mn&gt;&lt;mn&gt;3&lt;/mn&gt;&lt;/mfrac&gt;&lt;/math&gt;" id="1562" name="Google Shape;1562;p131" title="equals two sixths equals one third"/>
            <p:cNvPicPr preferRelativeResize="0"/>
            <p:nvPr/>
          </p:nvPicPr>
          <p:blipFill rotWithShape="1">
            <a:blip r:embed="rId5">
              <a:alphaModFix/>
            </a:blip>
            <a:srcRect b="-10564" l="71550" r="-13283" t="-8003"/>
            <a:stretch/>
          </p:blipFill>
          <p:spPr>
            <a:xfrm>
              <a:off x="7416425" y="4013250"/>
              <a:ext cx="390300" cy="61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32"/>
          <p:cNvSpPr txBox="1"/>
          <p:nvPr>
            <p:ph idx="1" type="body"/>
          </p:nvPr>
        </p:nvSpPr>
        <p:spPr>
          <a:xfrm>
            <a:off x="324000" y="683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Work out the missing numbers, explaining how you found them.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8" name="Google Shape;156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cxnSp>
        <p:nvCxnSpPr>
          <p:cNvPr id="1569" name="Google Shape;1569;p132"/>
          <p:cNvCxnSpPr/>
          <p:nvPr/>
        </p:nvCxnSpPr>
        <p:spPr>
          <a:xfrm>
            <a:off x="2062110" y="1815238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0" name="Google Shape;1570;p132"/>
          <p:cNvCxnSpPr/>
          <p:nvPr/>
        </p:nvCxnSpPr>
        <p:spPr>
          <a:xfrm>
            <a:off x="1205326" y="1815238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132"/>
          <p:cNvCxnSpPr/>
          <p:nvPr/>
        </p:nvCxnSpPr>
        <p:spPr>
          <a:xfrm>
            <a:off x="1878800" y="1815238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2" name="Google Shape;1572;p132"/>
          <p:cNvSpPr/>
          <p:nvPr/>
        </p:nvSpPr>
        <p:spPr>
          <a:xfrm>
            <a:off x="795249" y="12758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2"/>
          <p:cNvSpPr/>
          <p:nvPr/>
        </p:nvSpPr>
        <p:spPr>
          <a:xfrm>
            <a:off x="2186207" y="2017536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2"/>
          <p:cNvSpPr txBox="1"/>
          <p:nvPr/>
        </p:nvSpPr>
        <p:spPr>
          <a:xfrm>
            <a:off x="2201209" y="210788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132"/>
          <p:cNvSpPr/>
          <p:nvPr/>
        </p:nvSpPr>
        <p:spPr>
          <a:xfrm>
            <a:off x="3343880" y="12758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32"/>
          <p:cNvSpPr/>
          <p:nvPr/>
        </p:nvSpPr>
        <p:spPr>
          <a:xfrm>
            <a:off x="2247980" y="997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32"/>
          <p:cNvSpPr txBox="1"/>
          <p:nvPr/>
        </p:nvSpPr>
        <p:spPr>
          <a:xfrm>
            <a:off x="2247981" y="10372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2"/>
          <p:cNvSpPr txBox="1"/>
          <p:nvPr/>
        </p:nvSpPr>
        <p:spPr>
          <a:xfrm>
            <a:off x="2433284" y="10372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32"/>
          <p:cNvSpPr txBox="1"/>
          <p:nvPr/>
        </p:nvSpPr>
        <p:spPr>
          <a:xfrm>
            <a:off x="2363334" y="210082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32"/>
          <p:cNvSpPr txBox="1"/>
          <p:nvPr/>
        </p:nvSpPr>
        <p:spPr>
          <a:xfrm>
            <a:off x="1086581" y="14953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132"/>
          <p:cNvSpPr txBox="1"/>
          <p:nvPr/>
        </p:nvSpPr>
        <p:spPr>
          <a:xfrm>
            <a:off x="3562209" y="14953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2" name="Google Shape;1582;p132"/>
          <p:cNvCxnSpPr/>
          <p:nvPr/>
        </p:nvCxnSpPr>
        <p:spPr>
          <a:xfrm>
            <a:off x="6329310" y="1815238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132"/>
          <p:cNvCxnSpPr/>
          <p:nvPr/>
        </p:nvCxnSpPr>
        <p:spPr>
          <a:xfrm>
            <a:off x="5472526" y="1815238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4" name="Google Shape;1584;p132"/>
          <p:cNvCxnSpPr/>
          <p:nvPr/>
        </p:nvCxnSpPr>
        <p:spPr>
          <a:xfrm>
            <a:off x="6146000" y="1815238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132"/>
          <p:cNvSpPr/>
          <p:nvPr/>
        </p:nvSpPr>
        <p:spPr>
          <a:xfrm>
            <a:off x="5062449" y="12758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32"/>
          <p:cNvSpPr/>
          <p:nvPr/>
        </p:nvSpPr>
        <p:spPr>
          <a:xfrm>
            <a:off x="6453407" y="2017536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32"/>
          <p:cNvSpPr txBox="1"/>
          <p:nvPr/>
        </p:nvSpPr>
        <p:spPr>
          <a:xfrm>
            <a:off x="6468409" y="210788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2"/>
          <p:cNvSpPr/>
          <p:nvPr/>
        </p:nvSpPr>
        <p:spPr>
          <a:xfrm>
            <a:off x="7611080" y="12758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2"/>
          <p:cNvSpPr/>
          <p:nvPr/>
        </p:nvSpPr>
        <p:spPr>
          <a:xfrm>
            <a:off x="6515180" y="997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2"/>
          <p:cNvSpPr txBox="1"/>
          <p:nvPr/>
        </p:nvSpPr>
        <p:spPr>
          <a:xfrm>
            <a:off x="6515181" y="10372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2"/>
          <p:cNvSpPr txBox="1"/>
          <p:nvPr/>
        </p:nvSpPr>
        <p:spPr>
          <a:xfrm>
            <a:off x="6700484" y="10372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2"/>
          <p:cNvSpPr txBox="1"/>
          <p:nvPr/>
        </p:nvSpPr>
        <p:spPr>
          <a:xfrm>
            <a:off x="6630534" y="210082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2"/>
          <p:cNvSpPr txBox="1"/>
          <p:nvPr/>
        </p:nvSpPr>
        <p:spPr>
          <a:xfrm>
            <a:off x="5292330" y="14953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32"/>
          <p:cNvSpPr txBox="1"/>
          <p:nvPr/>
        </p:nvSpPr>
        <p:spPr>
          <a:xfrm>
            <a:off x="7829409" y="14953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5" name="Google Shape;1595;p132"/>
          <p:cNvCxnSpPr/>
          <p:nvPr/>
        </p:nvCxnSpPr>
        <p:spPr>
          <a:xfrm>
            <a:off x="2085462" y="3948838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132"/>
          <p:cNvCxnSpPr/>
          <p:nvPr/>
        </p:nvCxnSpPr>
        <p:spPr>
          <a:xfrm>
            <a:off x="1228678" y="3948838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132"/>
          <p:cNvCxnSpPr/>
          <p:nvPr/>
        </p:nvCxnSpPr>
        <p:spPr>
          <a:xfrm>
            <a:off x="1902151" y="3948838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8" name="Google Shape;1598;p132"/>
          <p:cNvSpPr/>
          <p:nvPr/>
        </p:nvSpPr>
        <p:spPr>
          <a:xfrm>
            <a:off x="818600" y="34094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32"/>
          <p:cNvSpPr/>
          <p:nvPr/>
        </p:nvSpPr>
        <p:spPr>
          <a:xfrm>
            <a:off x="2209558" y="4151136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32"/>
          <p:cNvSpPr txBox="1"/>
          <p:nvPr/>
        </p:nvSpPr>
        <p:spPr>
          <a:xfrm>
            <a:off x="2224561" y="424148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2"/>
          <p:cNvSpPr/>
          <p:nvPr/>
        </p:nvSpPr>
        <p:spPr>
          <a:xfrm>
            <a:off x="3367231" y="34094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32"/>
          <p:cNvSpPr/>
          <p:nvPr/>
        </p:nvSpPr>
        <p:spPr>
          <a:xfrm>
            <a:off x="2271331" y="31308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32"/>
          <p:cNvSpPr txBox="1"/>
          <p:nvPr/>
        </p:nvSpPr>
        <p:spPr>
          <a:xfrm>
            <a:off x="2271332" y="31708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32"/>
          <p:cNvSpPr txBox="1"/>
          <p:nvPr/>
        </p:nvSpPr>
        <p:spPr>
          <a:xfrm>
            <a:off x="2456636" y="31708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32"/>
          <p:cNvSpPr txBox="1"/>
          <p:nvPr/>
        </p:nvSpPr>
        <p:spPr>
          <a:xfrm>
            <a:off x="2386686" y="423442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132"/>
          <p:cNvSpPr txBox="1"/>
          <p:nvPr/>
        </p:nvSpPr>
        <p:spPr>
          <a:xfrm>
            <a:off x="1048481" y="36289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32"/>
          <p:cNvSpPr txBox="1"/>
          <p:nvPr/>
        </p:nvSpPr>
        <p:spPr>
          <a:xfrm>
            <a:off x="3585560" y="36289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8" name="Google Shape;1608;p132"/>
          <p:cNvCxnSpPr/>
          <p:nvPr/>
        </p:nvCxnSpPr>
        <p:spPr>
          <a:xfrm>
            <a:off x="6428862" y="3948838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132"/>
          <p:cNvCxnSpPr/>
          <p:nvPr/>
        </p:nvCxnSpPr>
        <p:spPr>
          <a:xfrm>
            <a:off x="5572078" y="3948838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0" name="Google Shape;1610;p132"/>
          <p:cNvCxnSpPr/>
          <p:nvPr/>
        </p:nvCxnSpPr>
        <p:spPr>
          <a:xfrm>
            <a:off x="6245551" y="3948838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132"/>
          <p:cNvSpPr/>
          <p:nvPr/>
        </p:nvSpPr>
        <p:spPr>
          <a:xfrm>
            <a:off x="5162000" y="34094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2"/>
          <p:cNvSpPr/>
          <p:nvPr/>
        </p:nvSpPr>
        <p:spPr>
          <a:xfrm>
            <a:off x="6552958" y="4151136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32"/>
          <p:cNvSpPr txBox="1"/>
          <p:nvPr/>
        </p:nvSpPr>
        <p:spPr>
          <a:xfrm>
            <a:off x="6567961" y="424148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2"/>
          <p:cNvSpPr/>
          <p:nvPr/>
        </p:nvSpPr>
        <p:spPr>
          <a:xfrm>
            <a:off x="7710631" y="3409415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2"/>
          <p:cNvSpPr/>
          <p:nvPr/>
        </p:nvSpPr>
        <p:spPr>
          <a:xfrm>
            <a:off x="6614731" y="31308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32"/>
          <p:cNvSpPr txBox="1"/>
          <p:nvPr/>
        </p:nvSpPr>
        <p:spPr>
          <a:xfrm>
            <a:off x="6614732" y="317084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2"/>
          <p:cNvSpPr txBox="1"/>
          <p:nvPr/>
        </p:nvSpPr>
        <p:spPr>
          <a:xfrm>
            <a:off x="6730074" y="4265151"/>
            <a:ext cx="674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32"/>
          <p:cNvSpPr txBox="1"/>
          <p:nvPr/>
        </p:nvSpPr>
        <p:spPr>
          <a:xfrm>
            <a:off x="5391881" y="36289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2"/>
          <p:cNvSpPr txBox="1"/>
          <p:nvPr/>
        </p:nvSpPr>
        <p:spPr>
          <a:xfrm>
            <a:off x="7928960" y="3628975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32"/>
          <p:cNvSpPr txBox="1"/>
          <p:nvPr/>
        </p:nvSpPr>
        <p:spPr>
          <a:xfrm>
            <a:off x="315200" y="1300450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2"/>
          <p:cNvSpPr txBox="1"/>
          <p:nvPr/>
        </p:nvSpPr>
        <p:spPr>
          <a:xfrm>
            <a:off x="4734800" y="1300450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32"/>
          <p:cNvSpPr txBox="1"/>
          <p:nvPr/>
        </p:nvSpPr>
        <p:spPr>
          <a:xfrm>
            <a:off x="315200" y="3510250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32"/>
          <p:cNvSpPr txBox="1"/>
          <p:nvPr/>
        </p:nvSpPr>
        <p:spPr>
          <a:xfrm>
            <a:off x="4734800" y="3510250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cxnSp>
        <p:nvCxnSpPr>
          <p:cNvPr id="1629" name="Google Shape;1629;p133"/>
          <p:cNvCxnSpPr/>
          <p:nvPr/>
        </p:nvCxnSpPr>
        <p:spPr>
          <a:xfrm>
            <a:off x="2062110" y="1708313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133"/>
          <p:cNvCxnSpPr/>
          <p:nvPr/>
        </p:nvCxnSpPr>
        <p:spPr>
          <a:xfrm>
            <a:off x="1205326" y="1708313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1" name="Google Shape;1631;p133"/>
          <p:cNvCxnSpPr/>
          <p:nvPr/>
        </p:nvCxnSpPr>
        <p:spPr>
          <a:xfrm>
            <a:off x="1878800" y="1708313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133"/>
          <p:cNvSpPr/>
          <p:nvPr/>
        </p:nvSpPr>
        <p:spPr>
          <a:xfrm>
            <a:off x="795249" y="1168889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3"/>
          <p:cNvSpPr/>
          <p:nvPr/>
        </p:nvSpPr>
        <p:spPr>
          <a:xfrm>
            <a:off x="2186207" y="1910610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3"/>
          <p:cNvSpPr txBox="1"/>
          <p:nvPr/>
        </p:nvSpPr>
        <p:spPr>
          <a:xfrm>
            <a:off x="2201209" y="2000963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33"/>
          <p:cNvSpPr/>
          <p:nvPr/>
        </p:nvSpPr>
        <p:spPr>
          <a:xfrm>
            <a:off x="3343880" y="1168889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3"/>
          <p:cNvSpPr/>
          <p:nvPr/>
        </p:nvSpPr>
        <p:spPr>
          <a:xfrm>
            <a:off x="2247980" y="890277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33"/>
          <p:cNvSpPr txBox="1"/>
          <p:nvPr/>
        </p:nvSpPr>
        <p:spPr>
          <a:xfrm>
            <a:off x="2247981" y="93032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3"/>
          <p:cNvSpPr txBox="1"/>
          <p:nvPr/>
        </p:nvSpPr>
        <p:spPr>
          <a:xfrm>
            <a:off x="2433284" y="93032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33"/>
          <p:cNvSpPr txBox="1"/>
          <p:nvPr/>
        </p:nvSpPr>
        <p:spPr>
          <a:xfrm>
            <a:off x="2418840" y="199390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3"/>
          <p:cNvSpPr txBox="1"/>
          <p:nvPr/>
        </p:nvSpPr>
        <p:spPr>
          <a:xfrm>
            <a:off x="1086581" y="1388449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3"/>
          <p:cNvSpPr txBox="1"/>
          <p:nvPr/>
        </p:nvSpPr>
        <p:spPr>
          <a:xfrm>
            <a:off x="3562209" y="1388449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133"/>
          <p:cNvCxnSpPr/>
          <p:nvPr/>
        </p:nvCxnSpPr>
        <p:spPr>
          <a:xfrm>
            <a:off x="6329310" y="1708313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133"/>
          <p:cNvCxnSpPr/>
          <p:nvPr/>
        </p:nvCxnSpPr>
        <p:spPr>
          <a:xfrm>
            <a:off x="5472526" y="1708313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4" name="Google Shape;1644;p133"/>
          <p:cNvCxnSpPr/>
          <p:nvPr/>
        </p:nvCxnSpPr>
        <p:spPr>
          <a:xfrm>
            <a:off x="6146000" y="1708313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133"/>
          <p:cNvSpPr/>
          <p:nvPr/>
        </p:nvSpPr>
        <p:spPr>
          <a:xfrm>
            <a:off x="5062449" y="1168889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33"/>
          <p:cNvSpPr/>
          <p:nvPr/>
        </p:nvSpPr>
        <p:spPr>
          <a:xfrm>
            <a:off x="6453407" y="1910610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3"/>
          <p:cNvSpPr txBox="1"/>
          <p:nvPr/>
        </p:nvSpPr>
        <p:spPr>
          <a:xfrm>
            <a:off x="6468409" y="2000963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3"/>
          <p:cNvSpPr/>
          <p:nvPr/>
        </p:nvSpPr>
        <p:spPr>
          <a:xfrm>
            <a:off x="7611080" y="1168889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3"/>
          <p:cNvSpPr/>
          <p:nvPr/>
        </p:nvSpPr>
        <p:spPr>
          <a:xfrm>
            <a:off x="6515180" y="890277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3"/>
          <p:cNvSpPr txBox="1"/>
          <p:nvPr/>
        </p:nvSpPr>
        <p:spPr>
          <a:xfrm>
            <a:off x="6515181" y="93032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3"/>
          <p:cNvSpPr txBox="1"/>
          <p:nvPr/>
        </p:nvSpPr>
        <p:spPr>
          <a:xfrm>
            <a:off x="6700484" y="93032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3"/>
          <p:cNvSpPr txBox="1"/>
          <p:nvPr/>
        </p:nvSpPr>
        <p:spPr>
          <a:xfrm>
            <a:off x="6630534" y="1993902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3"/>
          <p:cNvSpPr txBox="1"/>
          <p:nvPr/>
        </p:nvSpPr>
        <p:spPr>
          <a:xfrm>
            <a:off x="5292330" y="1388449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3"/>
          <p:cNvSpPr txBox="1"/>
          <p:nvPr/>
        </p:nvSpPr>
        <p:spPr>
          <a:xfrm>
            <a:off x="7829409" y="1388449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5" name="Google Shape;1655;p133"/>
          <p:cNvCxnSpPr/>
          <p:nvPr/>
        </p:nvCxnSpPr>
        <p:spPr>
          <a:xfrm>
            <a:off x="2085462" y="3950067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133"/>
          <p:cNvCxnSpPr/>
          <p:nvPr/>
        </p:nvCxnSpPr>
        <p:spPr>
          <a:xfrm>
            <a:off x="1228678" y="3950067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7" name="Google Shape;1657;p133"/>
          <p:cNvCxnSpPr/>
          <p:nvPr/>
        </p:nvCxnSpPr>
        <p:spPr>
          <a:xfrm>
            <a:off x="1902151" y="3950067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133"/>
          <p:cNvSpPr/>
          <p:nvPr/>
        </p:nvSpPr>
        <p:spPr>
          <a:xfrm>
            <a:off x="818600" y="3410644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33"/>
          <p:cNvSpPr/>
          <p:nvPr/>
        </p:nvSpPr>
        <p:spPr>
          <a:xfrm>
            <a:off x="2209558" y="4152365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3"/>
          <p:cNvSpPr txBox="1"/>
          <p:nvPr/>
        </p:nvSpPr>
        <p:spPr>
          <a:xfrm>
            <a:off x="2224561" y="424271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33"/>
          <p:cNvSpPr/>
          <p:nvPr/>
        </p:nvSpPr>
        <p:spPr>
          <a:xfrm>
            <a:off x="3367231" y="3410644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3"/>
          <p:cNvSpPr/>
          <p:nvPr/>
        </p:nvSpPr>
        <p:spPr>
          <a:xfrm>
            <a:off x="2271331" y="319348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3"/>
          <p:cNvSpPr txBox="1"/>
          <p:nvPr/>
        </p:nvSpPr>
        <p:spPr>
          <a:xfrm>
            <a:off x="2271332" y="323352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3"/>
          <p:cNvSpPr txBox="1"/>
          <p:nvPr/>
        </p:nvSpPr>
        <p:spPr>
          <a:xfrm>
            <a:off x="2456636" y="323352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3"/>
          <p:cNvSpPr txBox="1"/>
          <p:nvPr/>
        </p:nvSpPr>
        <p:spPr>
          <a:xfrm>
            <a:off x="2386686" y="4235657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3"/>
          <p:cNvSpPr txBox="1"/>
          <p:nvPr/>
        </p:nvSpPr>
        <p:spPr>
          <a:xfrm>
            <a:off x="1048481" y="3630204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3"/>
          <p:cNvSpPr txBox="1"/>
          <p:nvPr/>
        </p:nvSpPr>
        <p:spPr>
          <a:xfrm>
            <a:off x="3585560" y="3630204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8" name="Google Shape;1668;p133"/>
          <p:cNvCxnSpPr/>
          <p:nvPr/>
        </p:nvCxnSpPr>
        <p:spPr>
          <a:xfrm>
            <a:off x="6428862" y="3950067"/>
            <a:ext cx="2036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133"/>
          <p:cNvCxnSpPr/>
          <p:nvPr/>
        </p:nvCxnSpPr>
        <p:spPr>
          <a:xfrm>
            <a:off x="5572078" y="3950067"/>
            <a:ext cx="1649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0" name="Google Shape;1670;p133"/>
          <p:cNvCxnSpPr/>
          <p:nvPr/>
        </p:nvCxnSpPr>
        <p:spPr>
          <a:xfrm>
            <a:off x="6245551" y="3950067"/>
            <a:ext cx="7251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1" name="Google Shape;1671;p133"/>
          <p:cNvSpPr/>
          <p:nvPr/>
        </p:nvSpPr>
        <p:spPr>
          <a:xfrm>
            <a:off x="5162000" y="3410644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3"/>
          <p:cNvSpPr/>
          <p:nvPr/>
        </p:nvSpPr>
        <p:spPr>
          <a:xfrm>
            <a:off x="6552958" y="4152365"/>
            <a:ext cx="674700" cy="6543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3"/>
          <p:cNvSpPr txBox="1"/>
          <p:nvPr/>
        </p:nvSpPr>
        <p:spPr>
          <a:xfrm>
            <a:off x="6567961" y="4242718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3"/>
          <p:cNvSpPr/>
          <p:nvPr/>
        </p:nvSpPr>
        <p:spPr>
          <a:xfrm>
            <a:off x="7710631" y="3410644"/>
            <a:ext cx="997200" cy="988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3"/>
          <p:cNvSpPr/>
          <p:nvPr/>
        </p:nvSpPr>
        <p:spPr>
          <a:xfrm>
            <a:off x="6614731" y="319348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3"/>
          <p:cNvSpPr txBox="1"/>
          <p:nvPr/>
        </p:nvSpPr>
        <p:spPr>
          <a:xfrm>
            <a:off x="6614732" y="3233529"/>
            <a:ext cx="632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33"/>
          <p:cNvSpPr txBox="1"/>
          <p:nvPr/>
        </p:nvSpPr>
        <p:spPr>
          <a:xfrm>
            <a:off x="6730074" y="4266380"/>
            <a:ext cx="674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33"/>
          <p:cNvSpPr txBox="1"/>
          <p:nvPr/>
        </p:nvSpPr>
        <p:spPr>
          <a:xfrm>
            <a:off x="5391881" y="3630204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33"/>
          <p:cNvSpPr txBox="1"/>
          <p:nvPr/>
        </p:nvSpPr>
        <p:spPr>
          <a:xfrm>
            <a:off x="7928960" y="3630204"/>
            <a:ext cx="7251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133"/>
          <p:cNvSpPr txBox="1"/>
          <p:nvPr/>
        </p:nvSpPr>
        <p:spPr>
          <a:xfrm>
            <a:off x="315200" y="1193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33"/>
          <p:cNvSpPr txBox="1"/>
          <p:nvPr/>
        </p:nvSpPr>
        <p:spPr>
          <a:xfrm>
            <a:off x="4734800" y="1193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3"/>
          <p:cNvSpPr txBox="1"/>
          <p:nvPr/>
        </p:nvSpPr>
        <p:spPr>
          <a:xfrm>
            <a:off x="315200" y="3511479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33"/>
          <p:cNvSpPr txBox="1"/>
          <p:nvPr/>
        </p:nvSpPr>
        <p:spPr>
          <a:xfrm>
            <a:off x="4734800" y="3511479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684" name="Google Shape;1684;p133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8024" y="3231017"/>
            <a:ext cx="142934" cy="4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33"/>
          <p:cNvSpPr txBox="1"/>
          <p:nvPr/>
        </p:nvSpPr>
        <p:spPr>
          <a:xfrm>
            <a:off x="2051681" y="461100"/>
            <a:ext cx="99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6" name="Google Shape;1686;p133"/>
          <p:cNvSpPr txBox="1"/>
          <p:nvPr/>
        </p:nvSpPr>
        <p:spPr>
          <a:xfrm>
            <a:off x="2078950" y="2419725"/>
            <a:ext cx="142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9 - 3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7" name="Google Shape;1687;p133"/>
          <p:cNvSpPr txBox="1"/>
          <p:nvPr/>
        </p:nvSpPr>
        <p:spPr>
          <a:xfrm>
            <a:off x="6242684" y="4611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8" name="Google Shape;1688;p133"/>
          <p:cNvSpPr txBox="1"/>
          <p:nvPr/>
        </p:nvSpPr>
        <p:spPr>
          <a:xfrm>
            <a:off x="6262326" y="2440209"/>
            <a:ext cx="186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- 12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9" name="Google Shape;1689;p133"/>
          <p:cNvSpPr txBox="1"/>
          <p:nvPr/>
        </p:nvSpPr>
        <p:spPr>
          <a:xfrm>
            <a:off x="1990138" y="2784456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0" name="Google Shape;1690;p133"/>
          <p:cNvSpPr txBox="1"/>
          <p:nvPr/>
        </p:nvSpPr>
        <p:spPr>
          <a:xfrm>
            <a:off x="2889884" y="42711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28 - 4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1" name="Google Shape;1691;p133"/>
          <p:cNvSpPr txBox="1"/>
          <p:nvPr/>
        </p:nvSpPr>
        <p:spPr>
          <a:xfrm>
            <a:off x="6485938" y="280295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÷ 6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2" name="Google Shape;1692;p133"/>
          <p:cNvSpPr txBox="1"/>
          <p:nvPr/>
        </p:nvSpPr>
        <p:spPr>
          <a:xfrm>
            <a:off x="7233281" y="4271100"/>
            <a:ext cx="113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- 6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34"/>
          <p:cNvSpPr txBox="1"/>
          <p:nvPr>
            <p:ph idx="1" type="body"/>
          </p:nvPr>
        </p:nvSpPr>
        <p:spPr>
          <a:xfrm>
            <a:off x="324000" y="759300"/>
            <a:ext cx="82377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only addition and subtraction how can you connect these two numbers?</a:t>
            </a:r>
            <a:endParaRPr sz="2000"/>
          </a:p>
        </p:txBody>
      </p:sp>
      <p:sp>
        <p:nvSpPr>
          <p:cNvPr id="1698" name="Google Shape;1698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pSp>
        <p:nvGrpSpPr>
          <p:cNvPr id="1699" name="Google Shape;1699;p134"/>
          <p:cNvGrpSpPr/>
          <p:nvPr/>
        </p:nvGrpSpPr>
        <p:grpSpPr>
          <a:xfrm flipH="1" rot="10800000">
            <a:off x="2615643" y="2020371"/>
            <a:ext cx="3604840" cy="0"/>
            <a:chOff x="2666874" y="1960292"/>
            <a:chExt cx="3604840" cy="0"/>
          </a:xfrm>
        </p:grpSpPr>
        <p:cxnSp>
          <p:nvCxnSpPr>
            <p:cNvPr id="1700" name="Google Shape;1700;p134"/>
            <p:cNvCxnSpPr/>
            <p:nvPr/>
          </p:nvCxnSpPr>
          <p:spPr>
            <a:xfrm>
              <a:off x="3881615" y="1960292"/>
              <a:ext cx="2390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1" name="Google Shape;1701;p134"/>
            <p:cNvCxnSpPr/>
            <p:nvPr/>
          </p:nvCxnSpPr>
          <p:spPr>
            <a:xfrm>
              <a:off x="2666874" y="1960292"/>
              <a:ext cx="195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02" name="Google Shape;1702;p134"/>
          <p:cNvSpPr/>
          <p:nvPr/>
        </p:nvSpPr>
        <p:spPr>
          <a:xfrm>
            <a:off x="1922649" y="16769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34"/>
          <p:cNvSpPr/>
          <p:nvPr/>
        </p:nvSpPr>
        <p:spPr>
          <a:xfrm>
            <a:off x="6220490" y="16769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34"/>
          <p:cNvSpPr txBox="1"/>
          <p:nvPr>
            <p:ph idx="1" type="body"/>
          </p:nvPr>
        </p:nvSpPr>
        <p:spPr>
          <a:xfrm>
            <a:off x="299213" y="25014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could do it in two steps.</a:t>
            </a:r>
            <a:endParaRPr sz="2000"/>
          </a:p>
        </p:txBody>
      </p:sp>
      <p:grpSp>
        <p:nvGrpSpPr>
          <p:cNvPr id="1705" name="Google Shape;1705;p134"/>
          <p:cNvGrpSpPr/>
          <p:nvPr/>
        </p:nvGrpSpPr>
        <p:grpSpPr>
          <a:xfrm>
            <a:off x="1947424" y="3053267"/>
            <a:ext cx="4990840" cy="687000"/>
            <a:chOff x="1947424" y="3053267"/>
            <a:chExt cx="4990840" cy="687000"/>
          </a:xfrm>
        </p:grpSpPr>
        <p:grpSp>
          <p:nvGrpSpPr>
            <p:cNvPr id="1706" name="Google Shape;1706;p134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707" name="Google Shape;1707;p134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8" name="Google Shape;1708;p134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09" name="Google Shape;1709;p134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0" name="Google Shape;1710;p134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1" name="Google Shape;1711;p134"/>
          <p:cNvSpPr txBox="1"/>
          <p:nvPr/>
        </p:nvSpPr>
        <p:spPr>
          <a:xfrm>
            <a:off x="2887200" y="36574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34"/>
          <p:cNvSpPr txBox="1"/>
          <p:nvPr/>
        </p:nvSpPr>
        <p:spPr>
          <a:xfrm>
            <a:off x="5241250" y="36574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34"/>
          <p:cNvSpPr txBox="1"/>
          <p:nvPr/>
        </p:nvSpPr>
        <p:spPr>
          <a:xfrm>
            <a:off x="4116125" y="1446300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4" name="Google Shape;1714;p134"/>
          <p:cNvGrpSpPr/>
          <p:nvPr/>
        </p:nvGrpSpPr>
        <p:grpSpPr>
          <a:xfrm>
            <a:off x="2538937" y="3639625"/>
            <a:ext cx="3807963" cy="487650"/>
            <a:chOff x="2538937" y="3639625"/>
            <a:chExt cx="3807963" cy="487650"/>
          </a:xfrm>
        </p:grpSpPr>
        <p:cxnSp>
          <p:nvCxnSpPr>
            <p:cNvPr id="1715" name="Google Shape;1715;p134"/>
            <p:cNvCxnSpPr>
              <a:stCxn id="1710" idx="5"/>
              <a:endCxn id="1716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7" name="Google Shape;1717;p134"/>
            <p:cNvCxnSpPr>
              <a:stCxn id="1716" idx="3"/>
              <a:endCxn id="1709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6" name="Google Shape;1716;p134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8" name="Google Shape;1718;p134"/>
          <p:cNvSpPr txBox="1"/>
          <p:nvPr/>
        </p:nvSpPr>
        <p:spPr>
          <a:xfrm>
            <a:off x="4156475" y="365855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35"/>
          <p:cNvSpPr txBox="1"/>
          <p:nvPr>
            <p:ph idx="1" type="body"/>
          </p:nvPr>
        </p:nvSpPr>
        <p:spPr>
          <a:xfrm>
            <a:off x="324000" y="759300"/>
            <a:ext cx="82377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an </a:t>
            </a:r>
            <a:r>
              <a:rPr lang="en-GB" sz="2000"/>
              <a:t>infinite</a:t>
            </a:r>
            <a:r>
              <a:rPr lang="en-GB" sz="2000"/>
              <a:t> number of ways you can do this for any two numbers. </a:t>
            </a:r>
            <a:endParaRPr sz="2000"/>
          </a:p>
        </p:txBody>
      </p:sp>
      <p:sp>
        <p:nvSpPr>
          <p:cNvPr id="1724" name="Google Shape;1724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725" name="Google Shape;1725;p135"/>
          <p:cNvSpPr txBox="1"/>
          <p:nvPr>
            <p:ph idx="1" type="body"/>
          </p:nvPr>
        </p:nvSpPr>
        <p:spPr>
          <a:xfrm>
            <a:off x="314341" y="4043375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But these will all be equivalent to a single additive step.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this case, plus 2.</a:t>
            </a:r>
            <a:endParaRPr sz="2000"/>
          </a:p>
        </p:txBody>
      </p:sp>
      <p:grpSp>
        <p:nvGrpSpPr>
          <p:cNvPr id="1726" name="Google Shape;1726;p135"/>
          <p:cNvGrpSpPr/>
          <p:nvPr/>
        </p:nvGrpSpPr>
        <p:grpSpPr>
          <a:xfrm>
            <a:off x="1947424" y="1376867"/>
            <a:ext cx="4990840" cy="687000"/>
            <a:chOff x="1947424" y="3053267"/>
            <a:chExt cx="4990840" cy="687000"/>
          </a:xfrm>
        </p:grpSpPr>
        <p:grpSp>
          <p:nvGrpSpPr>
            <p:cNvPr id="1727" name="Google Shape;1727;p135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728" name="Google Shape;1728;p135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9" name="Google Shape;1729;p135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30" name="Google Shape;1730;p135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135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2" name="Google Shape;1732;p135"/>
          <p:cNvSpPr txBox="1"/>
          <p:nvPr/>
        </p:nvSpPr>
        <p:spPr>
          <a:xfrm>
            <a:off x="2887200" y="19810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− 7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35"/>
          <p:cNvSpPr txBox="1"/>
          <p:nvPr/>
        </p:nvSpPr>
        <p:spPr>
          <a:xfrm>
            <a:off x="5241250" y="19810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35"/>
          <p:cNvSpPr txBox="1"/>
          <p:nvPr/>
        </p:nvSpPr>
        <p:spPr>
          <a:xfrm>
            <a:off x="4140950" y="1167900"/>
            <a:ext cx="603900" cy="452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5" name="Google Shape;1735;p135"/>
          <p:cNvGrpSpPr/>
          <p:nvPr/>
        </p:nvGrpSpPr>
        <p:grpSpPr>
          <a:xfrm>
            <a:off x="2538937" y="1963225"/>
            <a:ext cx="3807963" cy="487650"/>
            <a:chOff x="2538937" y="3639625"/>
            <a:chExt cx="3807963" cy="487650"/>
          </a:xfrm>
        </p:grpSpPr>
        <p:cxnSp>
          <p:nvCxnSpPr>
            <p:cNvPr id="1736" name="Google Shape;1736;p135"/>
            <p:cNvCxnSpPr>
              <a:stCxn id="1731" idx="5"/>
              <a:endCxn id="1737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8" name="Google Shape;1738;p135"/>
            <p:cNvCxnSpPr>
              <a:stCxn id="1737" idx="3"/>
              <a:endCxn id="1730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7" name="Google Shape;1737;p135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9" name="Google Shape;1739;p135"/>
          <p:cNvSpPr txBox="1"/>
          <p:nvPr/>
        </p:nvSpPr>
        <p:spPr>
          <a:xfrm>
            <a:off x="4156475" y="198215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0" name="Google Shape;1740;p135"/>
          <p:cNvGrpSpPr/>
          <p:nvPr/>
        </p:nvGrpSpPr>
        <p:grpSpPr>
          <a:xfrm>
            <a:off x="1942899" y="2738340"/>
            <a:ext cx="4990840" cy="687000"/>
            <a:chOff x="1947424" y="3053267"/>
            <a:chExt cx="4990840" cy="687000"/>
          </a:xfrm>
        </p:grpSpPr>
        <p:grpSp>
          <p:nvGrpSpPr>
            <p:cNvPr id="1741" name="Google Shape;1741;p135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742" name="Google Shape;1742;p135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3" name="Google Shape;1743;p135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44" name="Google Shape;1744;p135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5" name="Google Shape;1745;p135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6" name="Google Shape;1746;p135"/>
          <p:cNvSpPr txBox="1"/>
          <p:nvPr/>
        </p:nvSpPr>
        <p:spPr>
          <a:xfrm>
            <a:off x="2784300" y="3343625"/>
            <a:ext cx="794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35"/>
          <p:cNvSpPr txBox="1"/>
          <p:nvPr/>
        </p:nvSpPr>
        <p:spPr>
          <a:xfrm>
            <a:off x="5137325" y="3342548"/>
            <a:ext cx="748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− 98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35"/>
          <p:cNvSpPr txBox="1"/>
          <p:nvPr/>
        </p:nvSpPr>
        <p:spPr>
          <a:xfrm>
            <a:off x="4136425" y="2529373"/>
            <a:ext cx="603900" cy="452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135"/>
          <p:cNvGrpSpPr/>
          <p:nvPr/>
        </p:nvGrpSpPr>
        <p:grpSpPr>
          <a:xfrm>
            <a:off x="2534412" y="3324698"/>
            <a:ext cx="3807963" cy="487650"/>
            <a:chOff x="2538937" y="3639625"/>
            <a:chExt cx="3807963" cy="487650"/>
          </a:xfrm>
        </p:grpSpPr>
        <p:cxnSp>
          <p:nvCxnSpPr>
            <p:cNvPr id="1750" name="Google Shape;1750;p135"/>
            <p:cNvCxnSpPr>
              <a:stCxn id="1745" idx="5"/>
              <a:endCxn id="1751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2" name="Google Shape;1752;p135"/>
            <p:cNvCxnSpPr>
              <a:stCxn id="1751" idx="3"/>
              <a:endCxn id="1744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1" name="Google Shape;1751;p135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3" name="Google Shape;1753;p135"/>
          <p:cNvSpPr txBox="1"/>
          <p:nvPr/>
        </p:nvSpPr>
        <p:spPr>
          <a:xfrm>
            <a:off x="4151950" y="3343623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36"/>
          <p:cNvSpPr txBox="1"/>
          <p:nvPr>
            <p:ph idx="1" type="body"/>
          </p:nvPr>
        </p:nvSpPr>
        <p:spPr>
          <a:xfrm>
            <a:off x="324000" y="759300"/>
            <a:ext cx="82377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only </a:t>
            </a:r>
            <a:r>
              <a:rPr lang="en-GB" sz="2000">
                <a:solidFill>
                  <a:schemeClr val="accent4"/>
                </a:solidFill>
              </a:rPr>
              <a:t>multiplication and division</a:t>
            </a:r>
            <a:r>
              <a:rPr lang="en-GB" sz="2000"/>
              <a:t> how can you connect these two numbers?</a:t>
            </a:r>
            <a:endParaRPr sz="2000"/>
          </a:p>
        </p:txBody>
      </p:sp>
      <p:sp>
        <p:nvSpPr>
          <p:cNvPr id="1759" name="Google Shape;1759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pSp>
        <p:nvGrpSpPr>
          <p:cNvPr id="1760" name="Google Shape;1760;p136"/>
          <p:cNvGrpSpPr/>
          <p:nvPr/>
        </p:nvGrpSpPr>
        <p:grpSpPr>
          <a:xfrm flipH="1" rot="10800000">
            <a:off x="2615643" y="2020371"/>
            <a:ext cx="3604840" cy="0"/>
            <a:chOff x="2666874" y="1960292"/>
            <a:chExt cx="3604840" cy="0"/>
          </a:xfrm>
        </p:grpSpPr>
        <p:cxnSp>
          <p:nvCxnSpPr>
            <p:cNvPr id="1761" name="Google Shape;1761;p136"/>
            <p:cNvCxnSpPr/>
            <p:nvPr/>
          </p:nvCxnSpPr>
          <p:spPr>
            <a:xfrm>
              <a:off x="3881615" y="1960292"/>
              <a:ext cx="2390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2" name="Google Shape;1762;p136"/>
            <p:cNvCxnSpPr/>
            <p:nvPr/>
          </p:nvCxnSpPr>
          <p:spPr>
            <a:xfrm>
              <a:off x="2666874" y="1960292"/>
              <a:ext cx="195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63" name="Google Shape;1763;p136"/>
          <p:cNvSpPr/>
          <p:nvPr/>
        </p:nvSpPr>
        <p:spPr>
          <a:xfrm>
            <a:off x="1922649" y="16769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36"/>
          <p:cNvSpPr/>
          <p:nvPr/>
        </p:nvSpPr>
        <p:spPr>
          <a:xfrm>
            <a:off x="6220490" y="16769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36"/>
          <p:cNvSpPr txBox="1"/>
          <p:nvPr>
            <p:ph idx="1" type="body"/>
          </p:nvPr>
        </p:nvSpPr>
        <p:spPr>
          <a:xfrm>
            <a:off x="299213" y="2501400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could do it in two steps.</a:t>
            </a:r>
            <a:endParaRPr sz="2000"/>
          </a:p>
        </p:txBody>
      </p:sp>
      <p:grpSp>
        <p:nvGrpSpPr>
          <p:cNvPr id="1766" name="Google Shape;1766;p136"/>
          <p:cNvGrpSpPr/>
          <p:nvPr/>
        </p:nvGrpSpPr>
        <p:grpSpPr>
          <a:xfrm>
            <a:off x="1947424" y="3053267"/>
            <a:ext cx="4990840" cy="687000"/>
            <a:chOff x="1947424" y="3053267"/>
            <a:chExt cx="4990840" cy="687000"/>
          </a:xfrm>
        </p:grpSpPr>
        <p:grpSp>
          <p:nvGrpSpPr>
            <p:cNvPr id="1767" name="Google Shape;1767;p136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768" name="Google Shape;1768;p136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136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70" name="Google Shape;1770;p136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136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2" name="Google Shape;1772;p136"/>
          <p:cNvSpPr txBox="1"/>
          <p:nvPr/>
        </p:nvSpPr>
        <p:spPr>
          <a:xfrm>
            <a:off x="2887200" y="36574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36"/>
          <p:cNvSpPr txBox="1"/>
          <p:nvPr/>
        </p:nvSpPr>
        <p:spPr>
          <a:xfrm>
            <a:off x="5241250" y="36574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4" name="Google Shape;1774;p136"/>
          <p:cNvGrpSpPr/>
          <p:nvPr/>
        </p:nvGrpSpPr>
        <p:grpSpPr>
          <a:xfrm>
            <a:off x="2538937" y="3639625"/>
            <a:ext cx="3807963" cy="487650"/>
            <a:chOff x="2538937" y="3639625"/>
            <a:chExt cx="3807963" cy="487650"/>
          </a:xfrm>
        </p:grpSpPr>
        <p:cxnSp>
          <p:nvCxnSpPr>
            <p:cNvPr id="1775" name="Google Shape;1775;p136"/>
            <p:cNvCxnSpPr>
              <a:stCxn id="1771" idx="5"/>
              <a:endCxn id="1776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7" name="Google Shape;1777;p136"/>
            <p:cNvCxnSpPr>
              <a:stCxn id="1776" idx="3"/>
              <a:endCxn id="1770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6" name="Google Shape;1776;p136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8" name="Google Shape;1778;p136"/>
          <p:cNvSpPr txBox="1"/>
          <p:nvPr/>
        </p:nvSpPr>
        <p:spPr>
          <a:xfrm>
            <a:off x="4156475" y="365855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37"/>
          <p:cNvSpPr txBox="1"/>
          <p:nvPr>
            <p:ph idx="1" type="body"/>
          </p:nvPr>
        </p:nvSpPr>
        <p:spPr>
          <a:xfrm>
            <a:off x="324000" y="759300"/>
            <a:ext cx="82377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an infinite number of ways you can do this for any two numbers. </a:t>
            </a:r>
            <a:endParaRPr sz="2000"/>
          </a:p>
        </p:txBody>
      </p:sp>
      <p:sp>
        <p:nvSpPr>
          <p:cNvPr id="1784" name="Google Shape;1784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785" name="Google Shape;1785;p137"/>
          <p:cNvSpPr txBox="1"/>
          <p:nvPr>
            <p:ph idx="1" type="body"/>
          </p:nvPr>
        </p:nvSpPr>
        <p:spPr>
          <a:xfrm>
            <a:off x="314341" y="4099825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But these will all be equivalent to a single multiplicative step. </a:t>
            </a:r>
            <a:endParaRPr sz="2000"/>
          </a:p>
        </p:txBody>
      </p:sp>
      <p:grpSp>
        <p:nvGrpSpPr>
          <p:cNvPr id="1786" name="Google Shape;1786;p137"/>
          <p:cNvGrpSpPr/>
          <p:nvPr/>
        </p:nvGrpSpPr>
        <p:grpSpPr>
          <a:xfrm>
            <a:off x="1947424" y="1376867"/>
            <a:ext cx="4990840" cy="687000"/>
            <a:chOff x="1947424" y="3053267"/>
            <a:chExt cx="4990840" cy="687000"/>
          </a:xfrm>
        </p:grpSpPr>
        <p:grpSp>
          <p:nvGrpSpPr>
            <p:cNvPr id="1787" name="Google Shape;1787;p137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788" name="Google Shape;1788;p137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9" name="Google Shape;1789;p137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90" name="Google Shape;1790;p137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137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2" name="Google Shape;1792;p137"/>
          <p:cNvSpPr txBox="1"/>
          <p:nvPr/>
        </p:nvSpPr>
        <p:spPr>
          <a:xfrm>
            <a:off x="2887200" y="19810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37"/>
          <p:cNvSpPr txBox="1"/>
          <p:nvPr/>
        </p:nvSpPr>
        <p:spPr>
          <a:xfrm>
            <a:off x="5241250" y="19810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4" name="Google Shape;1794;p137"/>
          <p:cNvGrpSpPr/>
          <p:nvPr/>
        </p:nvGrpSpPr>
        <p:grpSpPr>
          <a:xfrm>
            <a:off x="2538937" y="1963225"/>
            <a:ext cx="3807963" cy="487650"/>
            <a:chOff x="2538937" y="3639625"/>
            <a:chExt cx="3807963" cy="487650"/>
          </a:xfrm>
        </p:grpSpPr>
        <p:cxnSp>
          <p:nvCxnSpPr>
            <p:cNvPr id="1795" name="Google Shape;1795;p137"/>
            <p:cNvCxnSpPr>
              <a:stCxn id="1791" idx="5"/>
              <a:endCxn id="1796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7" name="Google Shape;1797;p137"/>
            <p:cNvCxnSpPr>
              <a:stCxn id="1796" idx="3"/>
              <a:endCxn id="1790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96" name="Google Shape;1796;p137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8" name="Google Shape;1798;p137"/>
          <p:cNvSpPr txBox="1"/>
          <p:nvPr/>
        </p:nvSpPr>
        <p:spPr>
          <a:xfrm>
            <a:off x="4156475" y="198215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9" name="Google Shape;1799;p137"/>
          <p:cNvGrpSpPr/>
          <p:nvPr/>
        </p:nvGrpSpPr>
        <p:grpSpPr>
          <a:xfrm>
            <a:off x="1942899" y="2738340"/>
            <a:ext cx="4990840" cy="687000"/>
            <a:chOff x="1947424" y="3053267"/>
            <a:chExt cx="4990840" cy="687000"/>
          </a:xfrm>
        </p:grpSpPr>
        <p:grpSp>
          <p:nvGrpSpPr>
            <p:cNvPr id="1800" name="Google Shape;1800;p137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801" name="Google Shape;1801;p137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2" name="Google Shape;1802;p137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03" name="Google Shape;1803;p137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4" name="Google Shape;1804;p137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5" name="Google Shape;1805;p137"/>
          <p:cNvSpPr txBox="1"/>
          <p:nvPr/>
        </p:nvSpPr>
        <p:spPr>
          <a:xfrm>
            <a:off x="2882675" y="3342550"/>
            <a:ext cx="950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37"/>
          <p:cNvSpPr txBox="1"/>
          <p:nvPr/>
        </p:nvSpPr>
        <p:spPr>
          <a:xfrm>
            <a:off x="5137325" y="3342548"/>
            <a:ext cx="748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7" name="Google Shape;1807;p137"/>
          <p:cNvGrpSpPr/>
          <p:nvPr/>
        </p:nvGrpSpPr>
        <p:grpSpPr>
          <a:xfrm>
            <a:off x="2534412" y="3324698"/>
            <a:ext cx="3807963" cy="487650"/>
            <a:chOff x="2538937" y="3639625"/>
            <a:chExt cx="3807963" cy="487650"/>
          </a:xfrm>
        </p:grpSpPr>
        <p:cxnSp>
          <p:nvCxnSpPr>
            <p:cNvPr id="1808" name="Google Shape;1808;p137"/>
            <p:cNvCxnSpPr>
              <a:stCxn id="1804" idx="5"/>
              <a:endCxn id="1809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0" name="Google Shape;1810;p137"/>
            <p:cNvCxnSpPr>
              <a:stCxn id="1809" idx="3"/>
              <a:endCxn id="1803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09" name="Google Shape;1809;p137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1" name="Google Shape;1811;p137"/>
          <p:cNvSpPr txBox="1"/>
          <p:nvPr/>
        </p:nvSpPr>
        <p:spPr>
          <a:xfrm>
            <a:off x="4151950" y="3343623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38"/>
          <p:cNvSpPr txBox="1"/>
          <p:nvPr>
            <p:ph idx="1" type="body"/>
          </p:nvPr>
        </p:nvSpPr>
        <p:spPr>
          <a:xfrm>
            <a:off x="324000" y="750049"/>
            <a:ext cx="82377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write the divisions as multiplications.</a:t>
            </a:r>
            <a:endParaRPr sz="2000"/>
          </a:p>
        </p:txBody>
      </p:sp>
      <p:sp>
        <p:nvSpPr>
          <p:cNvPr id="1817" name="Google Shape;1817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818" name="Google Shape;1818;p138"/>
          <p:cNvSpPr txBox="1"/>
          <p:nvPr>
            <p:ph idx="1" type="body"/>
          </p:nvPr>
        </p:nvSpPr>
        <p:spPr>
          <a:xfrm>
            <a:off x="325785" y="4157523"/>
            <a:ext cx="8237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the </a:t>
            </a:r>
            <a:r>
              <a:rPr lang="en-GB" sz="2000"/>
              <a:t>single multiplicative step is ×    but using two or more multiplicative steps may be easier when calculating mentally. </a:t>
            </a:r>
            <a:endParaRPr sz="2000"/>
          </a:p>
        </p:txBody>
      </p:sp>
      <p:grpSp>
        <p:nvGrpSpPr>
          <p:cNvPr id="1819" name="Google Shape;1819;p138"/>
          <p:cNvGrpSpPr/>
          <p:nvPr/>
        </p:nvGrpSpPr>
        <p:grpSpPr>
          <a:xfrm>
            <a:off x="347224" y="1376867"/>
            <a:ext cx="4990840" cy="687000"/>
            <a:chOff x="1947424" y="3053267"/>
            <a:chExt cx="4990840" cy="687000"/>
          </a:xfrm>
        </p:grpSpPr>
        <p:grpSp>
          <p:nvGrpSpPr>
            <p:cNvPr id="1820" name="Google Shape;1820;p138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821" name="Google Shape;1821;p138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2" name="Google Shape;1822;p138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23" name="Google Shape;1823;p138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4" name="Google Shape;1824;p138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5" name="Google Shape;1825;p138"/>
          <p:cNvSpPr txBox="1"/>
          <p:nvPr/>
        </p:nvSpPr>
        <p:spPr>
          <a:xfrm>
            <a:off x="1287000" y="198107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6" name="Google Shape;1826;p138"/>
          <p:cNvGrpSpPr/>
          <p:nvPr/>
        </p:nvGrpSpPr>
        <p:grpSpPr>
          <a:xfrm>
            <a:off x="938737" y="1963253"/>
            <a:ext cx="3807943" cy="341404"/>
            <a:chOff x="2538957" y="3639625"/>
            <a:chExt cx="3807943" cy="487650"/>
          </a:xfrm>
        </p:grpSpPr>
        <p:cxnSp>
          <p:nvCxnSpPr>
            <p:cNvPr id="1827" name="Google Shape;1827;p138"/>
            <p:cNvCxnSpPr>
              <a:stCxn id="1824" idx="5"/>
              <a:endCxn id="1828" idx="1"/>
            </p:cNvCxnSpPr>
            <p:nvPr/>
          </p:nvCxnSpPr>
          <p:spPr>
            <a:xfrm>
              <a:off x="2538957" y="3639632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9" name="Google Shape;1829;p138"/>
            <p:cNvCxnSpPr>
              <a:stCxn id="1828" idx="3"/>
              <a:endCxn id="1823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28" name="Google Shape;1828;p138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0" name="Google Shape;1830;p138"/>
          <p:cNvSpPr txBox="1"/>
          <p:nvPr/>
        </p:nvSpPr>
        <p:spPr>
          <a:xfrm>
            <a:off x="2556275" y="1982150"/>
            <a:ext cx="563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1" name="Google Shape;1831;p138"/>
          <p:cNvGrpSpPr/>
          <p:nvPr/>
        </p:nvGrpSpPr>
        <p:grpSpPr>
          <a:xfrm>
            <a:off x="342699" y="2738340"/>
            <a:ext cx="4990840" cy="687000"/>
            <a:chOff x="1947424" y="3053267"/>
            <a:chExt cx="4990840" cy="687000"/>
          </a:xfrm>
        </p:grpSpPr>
        <p:grpSp>
          <p:nvGrpSpPr>
            <p:cNvPr id="1832" name="Google Shape;1832;p138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833" name="Google Shape;1833;p138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4" name="Google Shape;1834;p138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35" name="Google Shape;1835;p138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6" name="Google Shape;1836;p138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7" name="Google Shape;1837;p138"/>
          <p:cNvSpPr txBox="1"/>
          <p:nvPr/>
        </p:nvSpPr>
        <p:spPr>
          <a:xfrm>
            <a:off x="3537125" y="3342548"/>
            <a:ext cx="748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38"/>
          <p:cNvSpPr txBox="1"/>
          <p:nvPr/>
        </p:nvSpPr>
        <p:spPr>
          <a:xfrm>
            <a:off x="2598250" y="244710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9" name="Google Shape;1839;p138"/>
          <p:cNvGrpSpPr/>
          <p:nvPr/>
        </p:nvGrpSpPr>
        <p:grpSpPr>
          <a:xfrm>
            <a:off x="934212" y="3324716"/>
            <a:ext cx="3807927" cy="341355"/>
            <a:chOff x="2538973" y="3639625"/>
            <a:chExt cx="3807927" cy="487650"/>
          </a:xfrm>
        </p:grpSpPr>
        <p:cxnSp>
          <p:nvCxnSpPr>
            <p:cNvPr id="1840" name="Google Shape;1840;p138"/>
            <p:cNvCxnSpPr>
              <a:stCxn id="1836" idx="5"/>
              <a:endCxn id="1841" idx="1"/>
            </p:cNvCxnSpPr>
            <p:nvPr/>
          </p:nvCxnSpPr>
          <p:spPr>
            <a:xfrm>
              <a:off x="2538973" y="3639646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2" name="Google Shape;1842;p138"/>
            <p:cNvCxnSpPr>
              <a:stCxn id="1841" idx="3"/>
              <a:endCxn id="1835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41" name="Google Shape;1841;p138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3" name="Google Shape;1843;p138"/>
          <p:cNvSpPr txBox="1"/>
          <p:nvPr/>
        </p:nvSpPr>
        <p:spPr>
          <a:xfrm>
            <a:off x="2551750" y="3343624"/>
            <a:ext cx="563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4" name="Google Shape;1844;p138"/>
          <p:cNvGrpSpPr/>
          <p:nvPr/>
        </p:nvGrpSpPr>
        <p:grpSpPr>
          <a:xfrm>
            <a:off x="3716100" y="2102813"/>
            <a:ext cx="603900" cy="468946"/>
            <a:chOff x="3716100" y="2102813"/>
            <a:chExt cx="603900" cy="468946"/>
          </a:xfrm>
        </p:grpSpPr>
        <p:sp>
          <p:nvSpPr>
            <p:cNvPr id="1845" name="Google Shape;1845;p138"/>
            <p:cNvSpPr txBox="1"/>
            <p:nvPr/>
          </p:nvSpPr>
          <p:spPr>
            <a:xfrm>
              <a:off x="3716100" y="21094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846" name="Google Shape;1846;p138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20447" y="2102813"/>
              <a:ext cx="141703" cy="468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7" name="Google Shape;1847;p138"/>
          <p:cNvGrpSpPr/>
          <p:nvPr/>
        </p:nvGrpSpPr>
        <p:grpSpPr>
          <a:xfrm>
            <a:off x="1282475" y="3418750"/>
            <a:ext cx="950700" cy="493675"/>
            <a:chOff x="1282475" y="3418750"/>
            <a:chExt cx="950700" cy="493675"/>
          </a:xfrm>
        </p:grpSpPr>
        <p:sp>
          <p:nvSpPr>
            <p:cNvPr id="1848" name="Google Shape;1848;p138"/>
            <p:cNvSpPr txBox="1"/>
            <p:nvPr/>
          </p:nvSpPr>
          <p:spPr>
            <a:xfrm>
              <a:off x="1282475" y="3418750"/>
              <a:ext cx="9507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849" name="Google Shape;1849;p138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64525" y="3456974"/>
              <a:ext cx="141703" cy="455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0" name="Google Shape;1850;p138"/>
          <p:cNvSpPr txBox="1"/>
          <p:nvPr/>
        </p:nvSpPr>
        <p:spPr>
          <a:xfrm>
            <a:off x="6241500" y="1869625"/>
            <a:ext cx="19677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× 8 =    =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6}&quot;&gt;&lt;mfrac&gt;&lt;mn&gt;8&lt;/mn&gt;&lt;mn&gt;6&lt;/mn&gt;&lt;/mfrac&gt;&lt;/math&gt;" id="1851" name="Google Shape;1851;p138" title="eight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8050" y="2927688"/>
            <a:ext cx="153958" cy="494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852" name="Google Shape;1852;p138" title="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6942" y="1913951"/>
            <a:ext cx="153958" cy="513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853" name="Google Shape;1853;p138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897" y="1953550"/>
            <a:ext cx="141703" cy="468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854" name="Google Shape;1854;p138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975" y="2947399"/>
            <a:ext cx="141703" cy="45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855" name="Google Shape;1855;p138" title="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85567" y="2918526"/>
            <a:ext cx="153958" cy="513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856" name="Google Shape;1856;p138" title="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5125" y="4010329"/>
            <a:ext cx="153950" cy="513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857" name="Google Shape;1857;p138" title="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6362" y="2467575"/>
            <a:ext cx="141700" cy="4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138"/>
          <p:cNvSpPr txBox="1"/>
          <p:nvPr/>
        </p:nvSpPr>
        <p:spPr>
          <a:xfrm>
            <a:off x="2598250" y="108000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859" name="Google Shape;1859;p138" title="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6362" y="1100475"/>
            <a:ext cx="141700" cy="472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0" name="Google Shape;1860;p138"/>
          <p:cNvGrpSpPr/>
          <p:nvPr/>
        </p:nvGrpSpPr>
        <p:grpSpPr>
          <a:xfrm>
            <a:off x="1322850" y="2033325"/>
            <a:ext cx="2962475" cy="1813575"/>
            <a:chOff x="1322850" y="2033325"/>
            <a:chExt cx="2962475" cy="1813575"/>
          </a:xfrm>
        </p:grpSpPr>
        <p:sp>
          <p:nvSpPr>
            <p:cNvPr id="1861" name="Google Shape;1861;p138"/>
            <p:cNvSpPr txBox="1"/>
            <p:nvPr/>
          </p:nvSpPr>
          <p:spPr>
            <a:xfrm>
              <a:off x="3681425" y="2033325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3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2" name="Google Shape;1862;p138"/>
            <p:cNvSpPr txBox="1"/>
            <p:nvPr/>
          </p:nvSpPr>
          <p:spPr>
            <a:xfrm>
              <a:off x="1322850" y="3394800"/>
              <a:ext cx="9507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7" name="Google Shape;1867;p139"/>
          <p:cNvGrpSpPr/>
          <p:nvPr/>
        </p:nvGrpSpPr>
        <p:grpSpPr>
          <a:xfrm>
            <a:off x="2668087" y="1958938"/>
            <a:ext cx="3807963" cy="487650"/>
            <a:chOff x="2538937" y="3639625"/>
            <a:chExt cx="3807963" cy="487650"/>
          </a:xfrm>
        </p:grpSpPr>
        <p:cxnSp>
          <p:nvCxnSpPr>
            <p:cNvPr id="1868" name="Google Shape;1868;p139"/>
            <p:cNvCxnSpPr>
              <a:stCxn id="1869" idx="5"/>
              <a:endCxn id="1870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71" name="Google Shape;1871;p139"/>
            <p:cNvCxnSpPr>
              <a:stCxn id="1870" idx="3"/>
              <a:endCxn id="1872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0" name="Google Shape;1870;p139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139"/>
          <p:cNvGrpSpPr/>
          <p:nvPr/>
        </p:nvGrpSpPr>
        <p:grpSpPr>
          <a:xfrm>
            <a:off x="2668149" y="3364175"/>
            <a:ext cx="3807963" cy="487650"/>
            <a:chOff x="2538937" y="3639625"/>
            <a:chExt cx="3807963" cy="487650"/>
          </a:xfrm>
        </p:grpSpPr>
        <p:cxnSp>
          <p:nvCxnSpPr>
            <p:cNvPr id="1874" name="Google Shape;1874;p139"/>
            <p:cNvCxnSpPr>
              <a:stCxn id="1875" idx="5"/>
              <a:endCxn id="1876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77" name="Google Shape;1877;p139"/>
            <p:cNvCxnSpPr>
              <a:stCxn id="1876" idx="3"/>
              <a:endCxn id="1878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6" name="Google Shape;1876;p139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9" name="Google Shape;1879;p139"/>
          <p:cNvSpPr txBox="1"/>
          <p:nvPr>
            <p:ph idx="1" type="body"/>
          </p:nvPr>
        </p:nvSpPr>
        <p:spPr>
          <a:xfrm>
            <a:off x="324000" y="759300"/>
            <a:ext cx="82377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each of these in two steps. </a:t>
            </a:r>
            <a:endParaRPr/>
          </a:p>
        </p:txBody>
      </p:sp>
      <p:sp>
        <p:nvSpPr>
          <p:cNvPr id="1880" name="Google Shape;1880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pSp>
        <p:nvGrpSpPr>
          <p:cNvPr id="1881" name="Google Shape;1881;p139"/>
          <p:cNvGrpSpPr/>
          <p:nvPr/>
        </p:nvGrpSpPr>
        <p:grpSpPr>
          <a:xfrm>
            <a:off x="2076574" y="1372579"/>
            <a:ext cx="4990840" cy="687000"/>
            <a:chOff x="1947424" y="3053267"/>
            <a:chExt cx="4990840" cy="687000"/>
          </a:xfrm>
        </p:grpSpPr>
        <p:grpSp>
          <p:nvGrpSpPr>
            <p:cNvPr id="1882" name="Google Shape;1882;p139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883" name="Google Shape;1883;p139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4" name="Google Shape;1884;p139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72" name="Google Shape;1872;p139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139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5" name="Google Shape;1885;p139"/>
          <p:cNvSpPr txBox="1"/>
          <p:nvPr/>
        </p:nvSpPr>
        <p:spPr>
          <a:xfrm>
            <a:off x="4285625" y="1977863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6" name="Google Shape;1886;p139"/>
          <p:cNvGrpSpPr/>
          <p:nvPr/>
        </p:nvGrpSpPr>
        <p:grpSpPr>
          <a:xfrm>
            <a:off x="2076637" y="2777817"/>
            <a:ext cx="4990840" cy="687000"/>
            <a:chOff x="1947424" y="3053267"/>
            <a:chExt cx="4990840" cy="687000"/>
          </a:xfrm>
        </p:grpSpPr>
        <p:grpSp>
          <p:nvGrpSpPr>
            <p:cNvPr id="1887" name="Google Shape;1887;p139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888" name="Google Shape;1888;p139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9" name="Google Shape;1889;p139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78" name="Google Shape;1878;p139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5" name="Google Shape;1875;p139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0" name="Google Shape;1890;p139"/>
          <p:cNvSpPr txBox="1"/>
          <p:nvPr/>
        </p:nvSpPr>
        <p:spPr>
          <a:xfrm>
            <a:off x="4285688" y="338310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5" name="Google Shape;1895;p140"/>
          <p:cNvGrpSpPr/>
          <p:nvPr/>
        </p:nvGrpSpPr>
        <p:grpSpPr>
          <a:xfrm>
            <a:off x="2668087" y="1958938"/>
            <a:ext cx="3807963" cy="487650"/>
            <a:chOff x="2538937" y="3639625"/>
            <a:chExt cx="3807963" cy="487650"/>
          </a:xfrm>
        </p:grpSpPr>
        <p:cxnSp>
          <p:nvCxnSpPr>
            <p:cNvPr id="1896" name="Google Shape;1896;p140"/>
            <p:cNvCxnSpPr>
              <a:stCxn id="1897" idx="5"/>
              <a:endCxn id="1898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9" name="Google Shape;1899;p140"/>
            <p:cNvCxnSpPr>
              <a:stCxn id="1898" idx="3"/>
              <a:endCxn id="1900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98" name="Google Shape;1898;p140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1" name="Google Shape;1901;p140"/>
          <p:cNvGrpSpPr/>
          <p:nvPr/>
        </p:nvGrpSpPr>
        <p:grpSpPr>
          <a:xfrm>
            <a:off x="2668149" y="3364175"/>
            <a:ext cx="3807963" cy="487650"/>
            <a:chOff x="2538937" y="3639625"/>
            <a:chExt cx="3807963" cy="487650"/>
          </a:xfrm>
        </p:grpSpPr>
        <p:cxnSp>
          <p:nvCxnSpPr>
            <p:cNvPr id="1902" name="Google Shape;1902;p140"/>
            <p:cNvCxnSpPr>
              <a:stCxn id="1903" idx="5"/>
              <a:endCxn id="1904" idx="1"/>
            </p:cNvCxnSpPr>
            <p:nvPr/>
          </p:nvCxnSpPr>
          <p:spPr>
            <a:xfrm>
              <a:off x="2538937" y="3639658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5" name="Google Shape;1905;p140"/>
            <p:cNvCxnSpPr>
              <a:stCxn id="1904" idx="3"/>
              <a:endCxn id="1906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04" name="Google Shape;1904;p140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7" name="Google Shape;1907;p140"/>
          <p:cNvSpPr txBox="1"/>
          <p:nvPr>
            <p:ph idx="1" type="body"/>
          </p:nvPr>
        </p:nvSpPr>
        <p:spPr>
          <a:xfrm>
            <a:off x="324000" y="759300"/>
            <a:ext cx="82377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each of these in two steps. </a:t>
            </a:r>
            <a:endParaRPr/>
          </a:p>
        </p:txBody>
      </p:sp>
      <p:sp>
        <p:nvSpPr>
          <p:cNvPr id="1908" name="Google Shape;1908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pSp>
        <p:nvGrpSpPr>
          <p:cNvPr id="1909" name="Google Shape;1909;p140"/>
          <p:cNvGrpSpPr/>
          <p:nvPr/>
        </p:nvGrpSpPr>
        <p:grpSpPr>
          <a:xfrm>
            <a:off x="2076574" y="1372579"/>
            <a:ext cx="4990840" cy="687000"/>
            <a:chOff x="1947424" y="3053267"/>
            <a:chExt cx="4990840" cy="687000"/>
          </a:xfrm>
        </p:grpSpPr>
        <p:grpSp>
          <p:nvGrpSpPr>
            <p:cNvPr id="1910" name="Google Shape;1910;p140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911" name="Google Shape;1911;p140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2" name="Google Shape;1912;p140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00" name="Google Shape;1900;p140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7" name="Google Shape;1897;p140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3" name="Google Shape;1913;p140"/>
          <p:cNvSpPr txBox="1"/>
          <p:nvPr/>
        </p:nvSpPr>
        <p:spPr>
          <a:xfrm>
            <a:off x="3016350" y="1976788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6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4" name="Google Shape;1914;p140"/>
          <p:cNvSpPr txBox="1"/>
          <p:nvPr/>
        </p:nvSpPr>
        <p:spPr>
          <a:xfrm>
            <a:off x="5370400" y="1976800"/>
            <a:ext cx="7590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10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5" name="Google Shape;1915;p140"/>
          <p:cNvSpPr txBox="1"/>
          <p:nvPr/>
        </p:nvSpPr>
        <p:spPr>
          <a:xfrm>
            <a:off x="4285625" y="1977863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16" name="Google Shape;1916;p140"/>
          <p:cNvGrpSpPr/>
          <p:nvPr/>
        </p:nvGrpSpPr>
        <p:grpSpPr>
          <a:xfrm>
            <a:off x="2076637" y="2777817"/>
            <a:ext cx="4990840" cy="687000"/>
            <a:chOff x="1947424" y="3053267"/>
            <a:chExt cx="4990840" cy="687000"/>
          </a:xfrm>
        </p:grpSpPr>
        <p:grpSp>
          <p:nvGrpSpPr>
            <p:cNvPr id="1917" name="Google Shape;1917;p140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1918" name="Google Shape;1918;p140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9" name="Google Shape;1919;p140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06" name="Google Shape;1906;p140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3" name="Google Shape;1903;p140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0" name="Google Shape;1920;p140"/>
          <p:cNvSpPr txBox="1"/>
          <p:nvPr/>
        </p:nvSpPr>
        <p:spPr>
          <a:xfrm>
            <a:off x="3016413" y="338202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3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1" name="Google Shape;1921;p140"/>
          <p:cNvSpPr txBox="1"/>
          <p:nvPr/>
        </p:nvSpPr>
        <p:spPr>
          <a:xfrm>
            <a:off x="5370463" y="338202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140"/>
          <p:cNvSpPr txBox="1"/>
          <p:nvPr/>
        </p:nvSpPr>
        <p:spPr>
          <a:xfrm>
            <a:off x="4285688" y="3383100"/>
            <a:ext cx="563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3" name="Google Shape;1923;p140"/>
          <p:cNvSpPr txBox="1"/>
          <p:nvPr/>
        </p:nvSpPr>
        <p:spPr>
          <a:xfrm>
            <a:off x="403925" y="1400525"/>
            <a:ext cx="11112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4" name="Google Shape;1924;p140"/>
          <p:cNvSpPr txBox="1"/>
          <p:nvPr/>
        </p:nvSpPr>
        <p:spPr>
          <a:xfrm>
            <a:off x="403925" y="3968850"/>
            <a:ext cx="7995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lots of different ways, but check that they are equivalent to the single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multiplier shown.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40"/>
          <p:cNvSpPr/>
          <p:nvPr/>
        </p:nvSpPr>
        <p:spPr>
          <a:xfrm>
            <a:off x="2551450" y="4410725"/>
            <a:ext cx="1970400" cy="33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40"/>
          <p:cNvSpPr/>
          <p:nvPr/>
        </p:nvSpPr>
        <p:spPr>
          <a:xfrm>
            <a:off x="4285625" y="2539650"/>
            <a:ext cx="563700" cy="48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40"/>
          <p:cNvSpPr/>
          <p:nvPr/>
        </p:nvSpPr>
        <p:spPr>
          <a:xfrm>
            <a:off x="4290150" y="1139925"/>
            <a:ext cx="563700" cy="48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928" name="Google Shape;1928;p140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625" y="1166753"/>
            <a:ext cx="134241" cy="43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5630" y="2561404"/>
            <a:ext cx="134241" cy="444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41"/>
          <p:cNvSpPr txBox="1"/>
          <p:nvPr>
            <p:ph idx="1" type="body"/>
          </p:nvPr>
        </p:nvSpPr>
        <p:spPr>
          <a:xfrm>
            <a:off x="324000" y="683100"/>
            <a:ext cx="8237700" cy="4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working </a:t>
            </a:r>
            <a:r>
              <a:rPr lang="en-GB" sz="1800"/>
              <a:t>with</a:t>
            </a:r>
            <a:r>
              <a:rPr lang="en-GB" sz="1800"/>
              <a:t> proportional relationships, finding the multiplier in one direction makes it easy to work out the multiplier to go in the opposite direction. </a:t>
            </a:r>
            <a:endParaRPr sz="1800"/>
          </a:p>
        </p:txBody>
      </p:sp>
      <p:sp>
        <p:nvSpPr>
          <p:cNvPr id="1935" name="Google Shape;1935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pSp>
        <p:nvGrpSpPr>
          <p:cNvPr id="1936" name="Google Shape;1936;p141"/>
          <p:cNvGrpSpPr/>
          <p:nvPr/>
        </p:nvGrpSpPr>
        <p:grpSpPr>
          <a:xfrm>
            <a:off x="490449" y="1809215"/>
            <a:ext cx="3545831" cy="988800"/>
            <a:chOff x="490449" y="1809215"/>
            <a:chExt cx="3545831" cy="988800"/>
          </a:xfrm>
        </p:grpSpPr>
        <p:grpSp>
          <p:nvGrpSpPr>
            <p:cNvPr id="1937" name="Google Shape;1937;p141"/>
            <p:cNvGrpSpPr/>
            <p:nvPr/>
          </p:nvGrpSpPr>
          <p:grpSpPr>
            <a:xfrm>
              <a:off x="771476" y="2287638"/>
              <a:ext cx="2784748" cy="3625"/>
              <a:chOff x="771476" y="2287638"/>
              <a:chExt cx="2784748" cy="3625"/>
            </a:xfrm>
          </p:grpSpPr>
          <p:cxnSp>
            <p:nvCxnSpPr>
              <p:cNvPr id="1938" name="Google Shape;1938;p141"/>
              <p:cNvCxnSpPr/>
              <p:nvPr/>
            </p:nvCxnSpPr>
            <p:spPr>
              <a:xfrm>
                <a:off x="1008925" y="2291263"/>
                <a:ext cx="2547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9" name="Google Shape;1939;p141"/>
              <p:cNvCxnSpPr/>
              <p:nvPr/>
            </p:nvCxnSpPr>
            <p:spPr>
              <a:xfrm>
                <a:off x="771476" y="2287638"/>
                <a:ext cx="1649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40" name="Google Shape;1940;p141"/>
            <p:cNvSpPr/>
            <p:nvPr/>
          </p:nvSpPr>
          <p:spPr>
            <a:xfrm>
              <a:off x="490449" y="18092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1" name="Google Shape;1941;p141"/>
            <p:cNvSpPr/>
            <p:nvPr/>
          </p:nvSpPr>
          <p:spPr>
            <a:xfrm>
              <a:off x="3039080" y="18092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2" name="Google Shape;1942;p141"/>
          <p:cNvSpPr/>
          <p:nvPr/>
        </p:nvSpPr>
        <p:spPr>
          <a:xfrm>
            <a:off x="1982554" y="16200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3" name="Google Shape;1943;p141"/>
          <p:cNvGrpSpPr/>
          <p:nvPr/>
        </p:nvGrpSpPr>
        <p:grpSpPr>
          <a:xfrm>
            <a:off x="513800" y="3104615"/>
            <a:ext cx="3545831" cy="988800"/>
            <a:chOff x="513800" y="3104615"/>
            <a:chExt cx="3545831" cy="988800"/>
          </a:xfrm>
        </p:grpSpPr>
        <p:grpSp>
          <p:nvGrpSpPr>
            <p:cNvPr id="1944" name="Google Shape;1944;p141"/>
            <p:cNvGrpSpPr/>
            <p:nvPr/>
          </p:nvGrpSpPr>
          <p:grpSpPr>
            <a:xfrm flipH="1">
              <a:off x="1019251" y="3588351"/>
              <a:ext cx="2784748" cy="3625"/>
              <a:chOff x="771476" y="2287638"/>
              <a:chExt cx="2784748" cy="3625"/>
            </a:xfrm>
          </p:grpSpPr>
          <p:cxnSp>
            <p:nvCxnSpPr>
              <p:cNvPr id="1945" name="Google Shape;1945;p141"/>
              <p:cNvCxnSpPr/>
              <p:nvPr/>
            </p:nvCxnSpPr>
            <p:spPr>
              <a:xfrm>
                <a:off x="1008925" y="2291263"/>
                <a:ext cx="2547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6" name="Google Shape;1946;p141"/>
              <p:cNvCxnSpPr/>
              <p:nvPr/>
            </p:nvCxnSpPr>
            <p:spPr>
              <a:xfrm>
                <a:off x="771476" y="2287638"/>
                <a:ext cx="1649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47" name="Google Shape;1947;p141"/>
            <p:cNvSpPr/>
            <p:nvPr/>
          </p:nvSpPr>
          <p:spPr>
            <a:xfrm>
              <a:off x="513800" y="31046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8" name="Google Shape;1948;p141"/>
            <p:cNvSpPr/>
            <p:nvPr/>
          </p:nvSpPr>
          <p:spPr>
            <a:xfrm>
              <a:off x="3062431" y="31046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49" name="Google Shape;1949;p141"/>
          <p:cNvCxnSpPr/>
          <p:nvPr/>
        </p:nvCxnSpPr>
        <p:spPr>
          <a:xfrm>
            <a:off x="4454025" y="1468375"/>
            <a:ext cx="0" cy="26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50" name="Google Shape;1950;p141"/>
          <p:cNvGrpSpPr/>
          <p:nvPr/>
        </p:nvGrpSpPr>
        <p:grpSpPr>
          <a:xfrm>
            <a:off x="4757649" y="1809215"/>
            <a:ext cx="3545831" cy="988800"/>
            <a:chOff x="4757649" y="1809215"/>
            <a:chExt cx="3545831" cy="988800"/>
          </a:xfrm>
        </p:grpSpPr>
        <p:grpSp>
          <p:nvGrpSpPr>
            <p:cNvPr id="1951" name="Google Shape;1951;p141"/>
            <p:cNvGrpSpPr/>
            <p:nvPr/>
          </p:nvGrpSpPr>
          <p:grpSpPr>
            <a:xfrm>
              <a:off x="5048964" y="2301801"/>
              <a:ext cx="2784748" cy="3625"/>
              <a:chOff x="771476" y="2287638"/>
              <a:chExt cx="2784748" cy="3625"/>
            </a:xfrm>
          </p:grpSpPr>
          <p:cxnSp>
            <p:nvCxnSpPr>
              <p:cNvPr id="1952" name="Google Shape;1952;p141"/>
              <p:cNvCxnSpPr/>
              <p:nvPr/>
            </p:nvCxnSpPr>
            <p:spPr>
              <a:xfrm>
                <a:off x="1008925" y="2291263"/>
                <a:ext cx="2547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3" name="Google Shape;1953;p141"/>
              <p:cNvCxnSpPr/>
              <p:nvPr/>
            </p:nvCxnSpPr>
            <p:spPr>
              <a:xfrm>
                <a:off x="771476" y="2287638"/>
                <a:ext cx="1649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54" name="Google Shape;1954;p141"/>
            <p:cNvSpPr/>
            <p:nvPr/>
          </p:nvSpPr>
          <p:spPr>
            <a:xfrm>
              <a:off x="4757649" y="18092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5" name="Google Shape;1955;p141"/>
            <p:cNvSpPr/>
            <p:nvPr/>
          </p:nvSpPr>
          <p:spPr>
            <a:xfrm>
              <a:off x="7306280" y="18092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6" name="Google Shape;1956;p141"/>
          <p:cNvGrpSpPr/>
          <p:nvPr/>
        </p:nvGrpSpPr>
        <p:grpSpPr>
          <a:xfrm>
            <a:off x="4781000" y="3104615"/>
            <a:ext cx="3545831" cy="988800"/>
            <a:chOff x="4781000" y="3104615"/>
            <a:chExt cx="3545831" cy="988800"/>
          </a:xfrm>
        </p:grpSpPr>
        <p:grpSp>
          <p:nvGrpSpPr>
            <p:cNvPr id="1957" name="Google Shape;1957;p141"/>
            <p:cNvGrpSpPr/>
            <p:nvPr/>
          </p:nvGrpSpPr>
          <p:grpSpPr>
            <a:xfrm flipH="1">
              <a:off x="5284551" y="3588338"/>
              <a:ext cx="2784748" cy="3625"/>
              <a:chOff x="771476" y="2287638"/>
              <a:chExt cx="2784748" cy="3625"/>
            </a:xfrm>
          </p:grpSpPr>
          <p:cxnSp>
            <p:nvCxnSpPr>
              <p:cNvPr id="1958" name="Google Shape;1958;p141"/>
              <p:cNvCxnSpPr/>
              <p:nvPr/>
            </p:nvCxnSpPr>
            <p:spPr>
              <a:xfrm>
                <a:off x="1008925" y="2291263"/>
                <a:ext cx="2547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9" name="Google Shape;1959;p141"/>
              <p:cNvCxnSpPr/>
              <p:nvPr/>
            </p:nvCxnSpPr>
            <p:spPr>
              <a:xfrm>
                <a:off x="771476" y="2287638"/>
                <a:ext cx="1649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60" name="Google Shape;1960;p141"/>
            <p:cNvSpPr/>
            <p:nvPr/>
          </p:nvSpPr>
          <p:spPr>
            <a:xfrm>
              <a:off x="4781000" y="31046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1" name="Google Shape;1961;p141"/>
            <p:cNvSpPr/>
            <p:nvPr/>
          </p:nvSpPr>
          <p:spPr>
            <a:xfrm>
              <a:off x="7329631" y="3104615"/>
              <a:ext cx="997200" cy="988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2" name="Google Shape;1962;p141"/>
          <p:cNvSpPr txBox="1"/>
          <p:nvPr>
            <p:ph idx="1" type="body"/>
          </p:nvPr>
        </p:nvSpPr>
        <p:spPr>
          <a:xfrm>
            <a:off x="400200" y="4340700"/>
            <a:ext cx="8237700" cy="4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Multiplying</a:t>
            </a:r>
            <a:r>
              <a:rPr lang="en-GB" sz="1800"/>
              <a:t> by the reciprocal is the inverse of the multiplier.</a:t>
            </a:r>
            <a:endParaRPr sz="1800"/>
          </a:p>
        </p:txBody>
      </p:sp>
      <p:grpSp>
        <p:nvGrpSpPr>
          <p:cNvPr id="1963" name="Google Shape;1963;p141"/>
          <p:cNvGrpSpPr/>
          <p:nvPr/>
        </p:nvGrpSpPr>
        <p:grpSpPr>
          <a:xfrm>
            <a:off x="2005917" y="2937753"/>
            <a:ext cx="561600" cy="556800"/>
            <a:chOff x="2005917" y="2937753"/>
            <a:chExt cx="561600" cy="55680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964" name="Google Shape;1964;p141" title="one hal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74775" y="2974225"/>
              <a:ext cx="151861" cy="4838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5" name="Google Shape;1965;p141"/>
            <p:cNvSpPr/>
            <p:nvPr/>
          </p:nvSpPr>
          <p:spPr>
            <a:xfrm>
              <a:off x="2005917" y="2937753"/>
              <a:ext cx="561600" cy="556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5400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6" name="Google Shape;1966;p141"/>
          <p:cNvSpPr/>
          <p:nvPr/>
        </p:nvSpPr>
        <p:spPr>
          <a:xfrm>
            <a:off x="2005904" y="293775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÷ 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41"/>
          <p:cNvSpPr/>
          <p:nvPr/>
        </p:nvSpPr>
        <p:spPr>
          <a:xfrm>
            <a:off x="6268979" y="16200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141"/>
          <p:cNvSpPr/>
          <p:nvPr/>
        </p:nvSpPr>
        <p:spPr>
          <a:xfrm>
            <a:off x="6268979" y="293775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÷ 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9" name="Google Shape;1969;p141"/>
          <p:cNvGrpSpPr/>
          <p:nvPr/>
        </p:nvGrpSpPr>
        <p:grpSpPr>
          <a:xfrm>
            <a:off x="6273117" y="2937753"/>
            <a:ext cx="561600" cy="556800"/>
            <a:chOff x="6543779" y="3763203"/>
            <a:chExt cx="561600" cy="556800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970" name="Google Shape;1970;p141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30564" y="3799685"/>
              <a:ext cx="151861" cy="4838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1" name="Google Shape;1971;p141"/>
            <p:cNvSpPr/>
            <p:nvPr/>
          </p:nvSpPr>
          <p:spPr>
            <a:xfrm>
              <a:off x="6543779" y="3763203"/>
              <a:ext cx="561600" cy="556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" name="Google Shape;1976;p142"/>
          <p:cNvGrpSpPr/>
          <p:nvPr/>
        </p:nvGrpSpPr>
        <p:grpSpPr>
          <a:xfrm>
            <a:off x="741874" y="1967829"/>
            <a:ext cx="1766053" cy="0"/>
            <a:chOff x="3530574" y="2001704"/>
            <a:chExt cx="1766053" cy="0"/>
          </a:xfrm>
        </p:grpSpPr>
        <p:cxnSp>
          <p:nvCxnSpPr>
            <p:cNvPr id="1977" name="Google Shape;1977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8" name="Google Shape;1978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79" name="Google Shape;1979;p142"/>
          <p:cNvGrpSpPr/>
          <p:nvPr/>
        </p:nvGrpSpPr>
        <p:grpSpPr>
          <a:xfrm>
            <a:off x="6362499" y="1967829"/>
            <a:ext cx="1766053" cy="0"/>
            <a:chOff x="3530574" y="2001704"/>
            <a:chExt cx="1766053" cy="0"/>
          </a:xfrm>
        </p:grpSpPr>
        <p:cxnSp>
          <p:nvCxnSpPr>
            <p:cNvPr id="1980" name="Google Shape;1980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1" name="Google Shape;1981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82" name="Google Shape;1982;p142"/>
          <p:cNvGrpSpPr/>
          <p:nvPr/>
        </p:nvGrpSpPr>
        <p:grpSpPr>
          <a:xfrm flipH="1">
            <a:off x="894274" y="3368329"/>
            <a:ext cx="1766053" cy="0"/>
            <a:chOff x="3530574" y="2001704"/>
            <a:chExt cx="1766053" cy="0"/>
          </a:xfrm>
        </p:grpSpPr>
        <p:cxnSp>
          <p:nvCxnSpPr>
            <p:cNvPr id="1983" name="Google Shape;1983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4" name="Google Shape;1984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85" name="Google Shape;1985;p142"/>
          <p:cNvGrpSpPr/>
          <p:nvPr/>
        </p:nvGrpSpPr>
        <p:grpSpPr>
          <a:xfrm flipH="1">
            <a:off x="3802399" y="3368329"/>
            <a:ext cx="1766053" cy="0"/>
            <a:chOff x="3530574" y="2001704"/>
            <a:chExt cx="1766053" cy="0"/>
          </a:xfrm>
        </p:grpSpPr>
        <p:cxnSp>
          <p:nvCxnSpPr>
            <p:cNvPr id="1986" name="Google Shape;1986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7" name="Google Shape;1987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88" name="Google Shape;1988;p142"/>
          <p:cNvGrpSpPr/>
          <p:nvPr/>
        </p:nvGrpSpPr>
        <p:grpSpPr>
          <a:xfrm flipH="1">
            <a:off x="6591099" y="3368329"/>
            <a:ext cx="1766053" cy="0"/>
            <a:chOff x="3530574" y="2001704"/>
            <a:chExt cx="1766053" cy="0"/>
          </a:xfrm>
        </p:grpSpPr>
        <p:cxnSp>
          <p:nvCxnSpPr>
            <p:cNvPr id="1989" name="Google Shape;1989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0" name="Google Shape;1990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91" name="Google Shape;1991;p142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Use the given multipliers to work out the missing ones. </a:t>
            </a:r>
            <a:endParaRPr b="0"/>
          </a:p>
        </p:txBody>
      </p:sp>
      <p:sp>
        <p:nvSpPr>
          <p:cNvPr id="1992" name="Google Shape;199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1993" name="Google Shape;1993;p142"/>
          <p:cNvSpPr/>
          <p:nvPr/>
        </p:nvSpPr>
        <p:spPr>
          <a:xfrm>
            <a:off x="4201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42"/>
          <p:cNvSpPr/>
          <p:nvPr/>
        </p:nvSpPr>
        <p:spPr>
          <a:xfrm>
            <a:off x="21913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42"/>
          <p:cNvSpPr/>
          <p:nvPr/>
        </p:nvSpPr>
        <p:spPr>
          <a:xfrm>
            <a:off x="4364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42"/>
          <p:cNvSpPr/>
          <p:nvPr/>
        </p:nvSpPr>
        <p:spPr>
          <a:xfrm>
            <a:off x="22075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7" name="Google Shape;1997;p142"/>
          <p:cNvGrpSpPr/>
          <p:nvPr/>
        </p:nvGrpSpPr>
        <p:grpSpPr>
          <a:xfrm>
            <a:off x="3530574" y="1967829"/>
            <a:ext cx="1766053" cy="0"/>
            <a:chOff x="3530574" y="2001704"/>
            <a:chExt cx="1766053" cy="0"/>
          </a:xfrm>
        </p:grpSpPr>
        <p:cxnSp>
          <p:nvCxnSpPr>
            <p:cNvPr id="1998" name="Google Shape;1998;p142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9" name="Google Shape;1999;p142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00" name="Google Shape;2000;p142"/>
          <p:cNvSpPr/>
          <p:nvPr/>
        </p:nvSpPr>
        <p:spPr>
          <a:xfrm>
            <a:off x="33157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42"/>
          <p:cNvSpPr/>
          <p:nvPr/>
        </p:nvSpPr>
        <p:spPr>
          <a:xfrm>
            <a:off x="50869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42"/>
          <p:cNvSpPr/>
          <p:nvPr/>
        </p:nvSpPr>
        <p:spPr>
          <a:xfrm>
            <a:off x="33320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42"/>
          <p:cNvSpPr/>
          <p:nvPr/>
        </p:nvSpPr>
        <p:spPr>
          <a:xfrm>
            <a:off x="51031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42"/>
          <p:cNvSpPr/>
          <p:nvPr/>
        </p:nvSpPr>
        <p:spPr>
          <a:xfrm>
            <a:off x="61351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42"/>
          <p:cNvSpPr/>
          <p:nvPr/>
        </p:nvSpPr>
        <p:spPr>
          <a:xfrm>
            <a:off x="79063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42"/>
          <p:cNvSpPr/>
          <p:nvPr/>
        </p:nvSpPr>
        <p:spPr>
          <a:xfrm>
            <a:off x="61514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42"/>
          <p:cNvSpPr/>
          <p:nvPr/>
        </p:nvSpPr>
        <p:spPr>
          <a:xfrm>
            <a:off x="79225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frac{10}{25}=\frac{2}{5}&quot;&gt;&lt;mo&gt;=&lt;/mo&gt;&lt;mfrac&gt;&lt;mn&gt;10&lt;/mn&gt;&lt;mn&gt;25&lt;/mn&gt;&lt;/mfrac&gt;&lt;mo&gt;=&lt;/mo&gt;&lt;mfrac&gt;&lt;mn&gt;2&lt;/mn&gt;&lt;mn&gt;5&lt;/mn&gt;&lt;/mfrac&gt;&lt;/math&gt;" id="2008" name="Google Shape;2008;p142" title="equals 10 over 25 equals two fifths"/>
          <p:cNvPicPr preferRelativeResize="0"/>
          <p:nvPr/>
        </p:nvPicPr>
        <p:blipFill rotWithShape="1">
          <a:blip r:embed="rId3">
            <a:alphaModFix/>
          </a:blip>
          <a:srcRect b="0" l="80060" r="0" t="0"/>
          <a:stretch/>
        </p:blipFill>
        <p:spPr>
          <a:xfrm>
            <a:off x="7287675" y="1324277"/>
            <a:ext cx="189078" cy="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42"/>
          <p:cNvSpPr/>
          <p:nvPr/>
        </p:nvSpPr>
        <p:spPr>
          <a:xfrm>
            <a:off x="1434879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42"/>
          <p:cNvSpPr/>
          <p:nvPr/>
        </p:nvSpPr>
        <p:spPr>
          <a:xfrm>
            <a:off x="4223254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42"/>
          <p:cNvSpPr/>
          <p:nvPr/>
        </p:nvSpPr>
        <p:spPr>
          <a:xfrm>
            <a:off x="7086467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42"/>
          <p:cNvSpPr/>
          <p:nvPr/>
        </p:nvSpPr>
        <p:spPr>
          <a:xfrm>
            <a:off x="1436492" y="2683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142"/>
          <p:cNvSpPr/>
          <p:nvPr/>
        </p:nvSpPr>
        <p:spPr>
          <a:xfrm>
            <a:off x="4245192" y="2683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142"/>
          <p:cNvSpPr/>
          <p:nvPr/>
        </p:nvSpPr>
        <p:spPr>
          <a:xfrm>
            <a:off x="7102692" y="26972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015" name="Google Shape;2015;p142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375" y="1324273"/>
            <a:ext cx="140141" cy="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0" name="Google Shape;2020;p143"/>
          <p:cNvGrpSpPr/>
          <p:nvPr/>
        </p:nvGrpSpPr>
        <p:grpSpPr>
          <a:xfrm>
            <a:off x="741874" y="1967829"/>
            <a:ext cx="1766053" cy="0"/>
            <a:chOff x="3530574" y="2001704"/>
            <a:chExt cx="1766053" cy="0"/>
          </a:xfrm>
        </p:grpSpPr>
        <p:cxnSp>
          <p:nvCxnSpPr>
            <p:cNvPr id="2021" name="Google Shape;2021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2" name="Google Shape;2022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3" name="Google Shape;2023;p143"/>
          <p:cNvGrpSpPr/>
          <p:nvPr/>
        </p:nvGrpSpPr>
        <p:grpSpPr>
          <a:xfrm>
            <a:off x="6362499" y="1967829"/>
            <a:ext cx="1766053" cy="0"/>
            <a:chOff x="3530574" y="2001704"/>
            <a:chExt cx="1766053" cy="0"/>
          </a:xfrm>
        </p:grpSpPr>
        <p:cxnSp>
          <p:nvCxnSpPr>
            <p:cNvPr id="2024" name="Google Shape;2024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5" name="Google Shape;2025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6" name="Google Shape;2026;p143"/>
          <p:cNvGrpSpPr/>
          <p:nvPr/>
        </p:nvGrpSpPr>
        <p:grpSpPr>
          <a:xfrm flipH="1">
            <a:off x="894274" y="3368329"/>
            <a:ext cx="1766053" cy="0"/>
            <a:chOff x="3530574" y="2001704"/>
            <a:chExt cx="1766053" cy="0"/>
          </a:xfrm>
        </p:grpSpPr>
        <p:cxnSp>
          <p:nvCxnSpPr>
            <p:cNvPr id="2027" name="Google Shape;2027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8" name="Google Shape;2028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29" name="Google Shape;2029;p143"/>
          <p:cNvGrpSpPr/>
          <p:nvPr/>
        </p:nvGrpSpPr>
        <p:grpSpPr>
          <a:xfrm flipH="1">
            <a:off x="3802399" y="3368329"/>
            <a:ext cx="1766053" cy="0"/>
            <a:chOff x="3530574" y="2001704"/>
            <a:chExt cx="1766053" cy="0"/>
          </a:xfrm>
        </p:grpSpPr>
        <p:cxnSp>
          <p:nvCxnSpPr>
            <p:cNvPr id="2030" name="Google Shape;2030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1" name="Google Shape;2031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32" name="Google Shape;2032;p143"/>
          <p:cNvGrpSpPr/>
          <p:nvPr/>
        </p:nvGrpSpPr>
        <p:grpSpPr>
          <a:xfrm flipH="1">
            <a:off x="6591099" y="3368329"/>
            <a:ext cx="1766053" cy="0"/>
            <a:chOff x="3530574" y="2001704"/>
            <a:chExt cx="1766053" cy="0"/>
          </a:xfrm>
        </p:grpSpPr>
        <p:cxnSp>
          <p:nvCxnSpPr>
            <p:cNvPr id="2033" name="Google Shape;2033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4" name="Google Shape;2034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35" name="Google Shape;2035;p143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Use the given multipliers to work out the missing ones. </a:t>
            </a:r>
            <a:endParaRPr b="0"/>
          </a:p>
        </p:txBody>
      </p:sp>
      <p:sp>
        <p:nvSpPr>
          <p:cNvPr id="2036" name="Google Shape;2036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2037" name="Google Shape;2037;p143"/>
          <p:cNvSpPr/>
          <p:nvPr/>
        </p:nvSpPr>
        <p:spPr>
          <a:xfrm>
            <a:off x="4201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143"/>
          <p:cNvSpPr/>
          <p:nvPr/>
        </p:nvSpPr>
        <p:spPr>
          <a:xfrm>
            <a:off x="21913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43"/>
          <p:cNvSpPr/>
          <p:nvPr/>
        </p:nvSpPr>
        <p:spPr>
          <a:xfrm>
            <a:off x="4364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43"/>
          <p:cNvSpPr/>
          <p:nvPr/>
        </p:nvSpPr>
        <p:spPr>
          <a:xfrm>
            <a:off x="22075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1" name="Google Shape;2041;p143"/>
          <p:cNvGrpSpPr/>
          <p:nvPr/>
        </p:nvGrpSpPr>
        <p:grpSpPr>
          <a:xfrm>
            <a:off x="3530574" y="1967829"/>
            <a:ext cx="1766053" cy="0"/>
            <a:chOff x="3530574" y="2001704"/>
            <a:chExt cx="1766053" cy="0"/>
          </a:xfrm>
        </p:grpSpPr>
        <p:cxnSp>
          <p:nvCxnSpPr>
            <p:cNvPr id="2042" name="Google Shape;2042;p143"/>
            <p:cNvCxnSpPr/>
            <p:nvPr/>
          </p:nvCxnSpPr>
          <p:spPr>
            <a:xfrm>
              <a:off x="3881527" y="2001704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3" name="Google Shape;2043;p143"/>
            <p:cNvCxnSpPr/>
            <p:nvPr/>
          </p:nvCxnSpPr>
          <p:spPr>
            <a:xfrm>
              <a:off x="3530574" y="2001704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44" name="Google Shape;2044;p143"/>
          <p:cNvSpPr/>
          <p:nvPr/>
        </p:nvSpPr>
        <p:spPr>
          <a:xfrm>
            <a:off x="33157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43"/>
          <p:cNvSpPr/>
          <p:nvPr/>
        </p:nvSpPr>
        <p:spPr>
          <a:xfrm>
            <a:off x="50869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143"/>
          <p:cNvSpPr/>
          <p:nvPr/>
        </p:nvSpPr>
        <p:spPr>
          <a:xfrm>
            <a:off x="33320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43"/>
          <p:cNvSpPr/>
          <p:nvPr/>
        </p:nvSpPr>
        <p:spPr>
          <a:xfrm>
            <a:off x="51031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43"/>
          <p:cNvSpPr/>
          <p:nvPr/>
        </p:nvSpPr>
        <p:spPr>
          <a:xfrm>
            <a:off x="6135199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43"/>
          <p:cNvSpPr/>
          <p:nvPr/>
        </p:nvSpPr>
        <p:spPr>
          <a:xfrm>
            <a:off x="7906315" y="1648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43"/>
          <p:cNvSpPr/>
          <p:nvPr/>
        </p:nvSpPr>
        <p:spPr>
          <a:xfrm>
            <a:off x="6151427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43"/>
          <p:cNvSpPr/>
          <p:nvPr/>
        </p:nvSpPr>
        <p:spPr>
          <a:xfrm>
            <a:off x="7922543" y="3024813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frac{10}{25}=\frac{2}{5}&quot;&gt;&lt;mo&gt;=&lt;/mo&gt;&lt;mfrac&gt;&lt;mn&gt;10&lt;/mn&gt;&lt;mn&gt;25&lt;/mn&gt;&lt;/mfrac&gt;&lt;mo&gt;=&lt;/mo&gt;&lt;mfrac&gt;&lt;mn&gt;2&lt;/mn&gt;&lt;mn&gt;5&lt;/mn&gt;&lt;/mfrac&gt;&lt;/math&gt;" id="2052" name="Google Shape;2052;p143" title="equals 10 over 25 equals two fifths"/>
          <p:cNvPicPr preferRelativeResize="0"/>
          <p:nvPr/>
        </p:nvPicPr>
        <p:blipFill rotWithShape="1">
          <a:blip r:embed="rId3">
            <a:alphaModFix/>
          </a:blip>
          <a:srcRect b="0" l="80060" r="0" t="0"/>
          <a:stretch/>
        </p:blipFill>
        <p:spPr>
          <a:xfrm>
            <a:off x="7287675" y="1324277"/>
            <a:ext cx="189078" cy="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43"/>
          <p:cNvSpPr/>
          <p:nvPr/>
        </p:nvSpPr>
        <p:spPr>
          <a:xfrm>
            <a:off x="1434879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43"/>
          <p:cNvSpPr/>
          <p:nvPr/>
        </p:nvSpPr>
        <p:spPr>
          <a:xfrm>
            <a:off x="4223254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143"/>
          <p:cNvSpPr/>
          <p:nvPr/>
        </p:nvSpPr>
        <p:spPr>
          <a:xfrm>
            <a:off x="7086467" y="12775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143"/>
          <p:cNvSpPr/>
          <p:nvPr/>
        </p:nvSpPr>
        <p:spPr>
          <a:xfrm>
            <a:off x="1436492" y="2683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143"/>
          <p:cNvSpPr/>
          <p:nvPr/>
        </p:nvSpPr>
        <p:spPr>
          <a:xfrm>
            <a:off x="4245192" y="2683203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43"/>
          <p:cNvSpPr/>
          <p:nvPr/>
        </p:nvSpPr>
        <p:spPr>
          <a:xfrm>
            <a:off x="7102692" y="2697278"/>
            <a:ext cx="561600" cy="55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059" name="Google Shape;2059;p143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375" y="1324273"/>
            <a:ext cx="140141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060" name="Google Shape;2060;p143" title="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1925" y="2735513"/>
            <a:ext cx="150757" cy="480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2061" name="Google Shape;2061;p143" title="fiv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3006" y="2742528"/>
            <a:ext cx="143745" cy="46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144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multipliers for the following pairs of numbers.</a:t>
            </a:r>
            <a:endParaRPr sz="2000"/>
          </a:p>
        </p:txBody>
      </p:sp>
      <p:sp>
        <p:nvSpPr>
          <p:cNvPr id="2067" name="Google Shape;2067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cxnSp>
        <p:nvCxnSpPr>
          <p:cNvPr id="2068" name="Google Shape;2068;p144"/>
          <p:cNvCxnSpPr/>
          <p:nvPr/>
        </p:nvCxnSpPr>
        <p:spPr>
          <a:xfrm>
            <a:off x="18339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144"/>
          <p:cNvCxnSpPr/>
          <p:nvPr/>
        </p:nvCxnSpPr>
        <p:spPr>
          <a:xfrm>
            <a:off x="12385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0" name="Google Shape;2070;p144"/>
          <p:cNvCxnSpPr/>
          <p:nvPr/>
        </p:nvCxnSpPr>
        <p:spPr>
          <a:xfrm>
            <a:off x="17065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1" name="Google Shape;2071;p144"/>
          <p:cNvSpPr/>
          <p:nvPr/>
        </p:nvSpPr>
        <p:spPr>
          <a:xfrm>
            <a:off x="9535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44"/>
          <p:cNvSpPr/>
          <p:nvPr/>
        </p:nvSpPr>
        <p:spPr>
          <a:xfrm>
            <a:off x="27247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44"/>
          <p:cNvSpPr/>
          <p:nvPr/>
        </p:nvSpPr>
        <p:spPr>
          <a:xfrm>
            <a:off x="1963143" y="1073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44"/>
          <p:cNvSpPr txBox="1"/>
          <p:nvPr/>
        </p:nvSpPr>
        <p:spPr>
          <a:xfrm>
            <a:off x="1131167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44"/>
          <p:cNvSpPr txBox="1"/>
          <p:nvPr/>
        </p:nvSpPr>
        <p:spPr>
          <a:xfrm>
            <a:off x="28515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44"/>
          <p:cNvSpPr txBox="1"/>
          <p:nvPr/>
        </p:nvSpPr>
        <p:spPr>
          <a:xfrm>
            <a:off x="18885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44"/>
          <p:cNvSpPr txBox="1"/>
          <p:nvPr/>
        </p:nvSpPr>
        <p:spPr>
          <a:xfrm>
            <a:off x="20504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8" name="Google Shape;2078;p144"/>
          <p:cNvCxnSpPr/>
          <p:nvPr/>
        </p:nvCxnSpPr>
        <p:spPr>
          <a:xfrm>
            <a:off x="1833977" y="2784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44"/>
          <p:cNvCxnSpPr/>
          <p:nvPr/>
        </p:nvCxnSpPr>
        <p:spPr>
          <a:xfrm>
            <a:off x="1238574" y="2784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0" name="Google Shape;2080;p144"/>
          <p:cNvCxnSpPr/>
          <p:nvPr/>
        </p:nvCxnSpPr>
        <p:spPr>
          <a:xfrm>
            <a:off x="1706589" y="2784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144"/>
          <p:cNvSpPr/>
          <p:nvPr/>
        </p:nvSpPr>
        <p:spPr>
          <a:xfrm>
            <a:off x="953599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144"/>
          <p:cNvSpPr/>
          <p:nvPr/>
        </p:nvSpPr>
        <p:spPr>
          <a:xfrm>
            <a:off x="2724715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44"/>
          <p:cNvSpPr/>
          <p:nvPr/>
        </p:nvSpPr>
        <p:spPr>
          <a:xfrm>
            <a:off x="1963143" y="2216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44"/>
          <p:cNvSpPr txBox="1"/>
          <p:nvPr/>
        </p:nvSpPr>
        <p:spPr>
          <a:xfrm>
            <a:off x="1131167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44"/>
          <p:cNvSpPr txBox="1"/>
          <p:nvPr/>
        </p:nvSpPr>
        <p:spPr>
          <a:xfrm>
            <a:off x="2851550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6" name="Google Shape;2086;p144"/>
          <p:cNvCxnSpPr/>
          <p:nvPr/>
        </p:nvCxnSpPr>
        <p:spPr>
          <a:xfrm>
            <a:off x="1833977" y="4080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44"/>
          <p:cNvCxnSpPr/>
          <p:nvPr/>
        </p:nvCxnSpPr>
        <p:spPr>
          <a:xfrm>
            <a:off x="1238574" y="4080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8" name="Google Shape;2088;p144"/>
          <p:cNvCxnSpPr/>
          <p:nvPr/>
        </p:nvCxnSpPr>
        <p:spPr>
          <a:xfrm>
            <a:off x="1706589" y="4080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9" name="Google Shape;2089;p144"/>
          <p:cNvSpPr/>
          <p:nvPr/>
        </p:nvSpPr>
        <p:spPr>
          <a:xfrm>
            <a:off x="953599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44"/>
          <p:cNvSpPr/>
          <p:nvPr/>
        </p:nvSpPr>
        <p:spPr>
          <a:xfrm>
            <a:off x="2724715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144"/>
          <p:cNvSpPr/>
          <p:nvPr/>
        </p:nvSpPr>
        <p:spPr>
          <a:xfrm>
            <a:off x="1963143" y="35118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144"/>
          <p:cNvSpPr txBox="1"/>
          <p:nvPr/>
        </p:nvSpPr>
        <p:spPr>
          <a:xfrm>
            <a:off x="1131167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144"/>
          <p:cNvSpPr txBox="1"/>
          <p:nvPr/>
        </p:nvSpPr>
        <p:spPr>
          <a:xfrm>
            <a:off x="2851550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4" name="Google Shape;2094;p144"/>
          <p:cNvCxnSpPr/>
          <p:nvPr/>
        </p:nvCxnSpPr>
        <p:spPr>
          <a:xfrm>
            <a:off x="62535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5" name="Google Shape;2095;p144"/>
          <p:cNvCxnSpPr/>
          <p:nvPr/>
        </p:nvCxnSpPr>
        <p:spPr>
          <a:xfrm>
            <a:off x="56581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6" name="Google Shape;2096;p144"/>
          <p:cNvCxnSpPr/>
          <p:nvPr/>
        </p:nvCxnSpPr>
        <p:spPr>
          <a:xfrm>
            <a:off x="61261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7" name="Google Shape;2097;p144"/>
          <p:cNvSpPr/>
          <p:nvPr/>
        </p:nvSpPr>
        <p:spPr>
          <a:xfrm>
            <a:off x="53731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44"/>
          <p:cNvSpPr/>
          <p:nvPr/>
        </p:nvSpPr>
        <p:spPr>
          <a:xfrm>
            <a:off x="71443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144"/>
          <p:cNvSpPr/>
          <p:nvPr/>
        </p:nvSpPr>
        <p:spPr>
          <a:xfrm>
            <a:off x="6382750" y="996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44"/>
          <p:cNvSpPr txBox="1"/>
          <p:nvPr/>
        </p:nvSpPr>
        <p:spPr>
          <a:xfrm>
            <a:off x="5432575" y="1361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1" name="Google Shape;2101;p144"/>
          <p:cNvSpPr txBox="1"/>
          <p:nvPr/>
        </p:nvSpPr>
        <p:spPr>
          <a:xfrm>
            <a:off x="72711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44"/>
          <p:cNvSpPr txBox="1"/>
          <p:nvPr/>
        </p:nvSpPr>
        <p:spPr>
          <a:xfrm>
            <a:off x="63081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144"/>
          <p:cNvSpPr txBox="1"/>
          <p:nvPr/>
        </p:nvSpPr>
        <p:spPr>
          <a:xfrm>
            <a:off x="64700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4" name="Google Shape;2104;p144"/>
          <p:cNvCxnSpPr/>
          <p:nvPr/>
        </p:nvCxnSpPr>
        <p:spPr>
          <a:xfrm>
            <a:off x="6253577" y="2784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144"/>
          <p:cNvCxnSpPr/>
          <p:nvPr/>
        </p:nvCxnSpPr>
        <p:spPr>
          <a:xfrm>
            <a:off x="5658174" y="2784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6" name="Google Shape;2106;p144"/>
          <p:cNvCxnSpPr/>
          <p:nvPr/>
        </p:nvCxnSpPr>
        <p:spPr>
          <a:xfrm>
            <a:off x="6126189" y="2784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144"/>
          <p:cNvSpPr/>
          <p:nvPr/>
        </p:nvSpPr>
        <p:spPr>
          <a:xfrm>
            <a:off x="5373199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44"/>
          <p:cNvSpPr/>
          <p:nvPr/>
        </p:nvSpPr>
        <p:spPr>
          <a:xfrm>
            <a:off x="7144315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44"/>
          <p:cNvSpPr/>
          <p:nvPr/>
        </p:nvSpPr>
        <p:spPr>
          <a:xfrm>
            <a:off x="6382743" y="2216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44"/>
          <p:cNvSpPr txBox="1"/>
          <p:nvPr/>
        </p:nvSpPr>
        <p:spPr>
          <a:xfrm>
            <a:off x="5474567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44"/>
          <p:cNvSpPr txBox="1"/>
          <p:nvPr/>
        </p:nvSpPr>
        <p:spPr>
          <a:xfrm>
            <a:off x="7194950" y="2504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2" name="Google Shape;2112;p144"/>
          <p:cNvCxnSpPr/>
          <p:nvPr/>
        </p:nvCxnSpPr>
        <p:spPr>
          <a:xfrm>
            <a:off x="6253577" y="4080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144"/>
          <p:cNvCxnSpPr/>
          <p:nvPr/>
        </p:nvCxnSpPr>
        <p:spPr>
          <a:xfrm>
            <a:off x="5658174" y="4080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4" name="Google Shape;2114;p144"/>
          <p:cNvCxnSpPr/>
          <p:nvPr/>
        </p:nvCxnSpPr>
        <p:spPr>
          <a:xfrm>
            <a:off x="6126189" y="4080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5" name="Google Shape;2115;p144"/>
          <p:cNvSpPr/>
          <p:nvPr/>
        </p:nvSpPr>
        <p:spPr>
          <a:xfrm>
            <a:off x="5373199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44"/>
          <p:cNvSpPr/>
          <p:nvPr/>
        </p:nvSpPr>
        <p:spPr>
          <a:xfrm>
            <a:off x="7144315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44"/>
          <p:cNvSpPr txBox="1"/>
          <p:nvPr/>
        </p:nvSpPr>
        <p:spPr>
          <a:xfrm>
            <a:off x="5466513" y="3816490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44"/>
          <p:cNvSpPr txBox="1"/>
          <p:nvPr/>
        </p:nvSpPr>
        <p:spPr>
          <a:xfrm>
            <a:off x="7271150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44"/>
          <p:cNvSpPr txBox="1"/>
          <p:nvPr/>
        </p:nvSpPr>
        <p:spPr>
          <a:xfrm>
            <a:off x="4676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44"/>
          <p:cNvSpPr txBox="1"/>
          <p:nvPr/>
        </p:nvSpPr>
        <p:spPr>
          <a:xfrm>
            <a:off x="467600" y="2488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44"/>
          <p:cNvSpPr txBox="1"/>
          <p:nvPr/>
        </p:nvSpPr>
        <p:spPr>
          <a:xfrm>
            <a:off x="467600" y="37081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44"/>
          <p:cNvSpPr txBox="1"/>
          <p:nvPr/>
        </p:nvSpPr>
        <p:spPr>
          <a:xfrm>
            <a:off x="48872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44"/>
          <p:cNvSpPr txBox="1"/>
          <p:nvPr/>
        </p:nvSpPr>
        <p:spPr>
          <a:xfrm>
            <a:off x="4887200" y="2488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144"/>
          <p:cNvSpPr txBox="1"/>
          <p:nvPr/>
        </p:nvSpPr>
        <p:spPr>
          <a:xfrm>
            <a:off x="4887200" y="37081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44"/>
          <p:cNvSpPr txBox="1"/>
          <p:nvPr/>
        </p:nvSpPr>
        <p:spPr>
          <a:xfrm>
            <a:off x="1888507" y="2151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44"/>
          <p:cNvSpPr txBox="1"/>
          <p:nvPr/>
        </p:nvSpPr>
        <p:spPr>
          <a:xfrm>
            <a:off x="2050463" y="2192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7" name="Google Shape;2127;p144"/>
          <p:cNvSpPr txBox="1"/>
          <p:nvPr/>
        </p:nvSpPr>
        <p:spPr>
          <a:xfrm>
            <a:off x="1888507" y="34468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8" name="Google Shape;2128;p144"/>
          <p:cNvSpPr txBox="1"/>
          <p:nvPr/>
        </p:nvSpPr>
        <p:spPr>
          <a:xfrm>
            <a:off x="2050463" y="3488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44"/>
          <p:cNvSpPr txBox="1"/>
          <p:nvPr/>
        </p:nvSpPr>
        <p:spPr>
          <a:xfrm>
            <a:off x="6308107" y="2151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44"/>
          <p:cNvSpPr txBox="1"/>
          <p:nvPr/>
        </p:nvSpPr>
        <p:spPr>
          <a:xfrm>
            <a:off x="6470063" y="2192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44"/>
          <p:cNvSpPr/>
          <p:nvPr/>
        </p:nvSpPr>
        <p:spPr>
          <a:xfrm>
            <a:off x="6382750" y="3358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44"/>
          <p:cNvSpPr txBox="1"/>
          <p:nvPr/>
        </p:nvSpPr>
        <p:spPr>
          <a:xfrm>
            <a:off x="6308107" y="33706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44"/>
          <p:cNvSpPr txBox="1"/>
          <p:nvPr/>
        </p:nvSpPr>
        <p:spPr>
          <a:xfrm>
            <a:off x="6470063" y="3412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45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Fill in the table.</a:t>
            </a:r>
            <a:endParaRPr sz="2000"/>
          </a:p>
        </p:txBody>
      </p:sp>
      <p:sp>
        <p:nvSpPr>
          <p:cNvPr id="2139" name="Google Shape;2139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aphicFrame>
        <p:nvGraphicFramePr>
          <p:cNvPr id="2140" name="Google Shape;2140;p145"/>
          <p:cNvGraphicFramePr/>
          <p:nvPr/>
        </p:nvGraphicFramePr>
        <p:xfrm>
          <a:off x="823350" y="119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{9C67FF2F-3F24-4458-9A83-C737E8758527}</a:tableStyleId>
              </a:tblPr>
              <a:tblGrid>
                <a:gridCol w="1251375"/>
                <a:gridCol w="1358375"/>
                <a:gridCol w="2674850"/>
                <a:gridCol w="2255200"/>
              </a:tblGrid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A to B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B to A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146"/>
          <p:cNvSpPr/>
          <p:nvPr/>
        </p:nvSpPr>
        <p:spPr>
          <a:xfrm>
            <a:off x="6382750" y="1834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46"/>
          <p:cNvSpPr txBox="1"/>
          <p:nvPr/>
        </p:nvSpPr>
        <p:spPr>
          <a:xfrm>
            <a:off x="6359395" y="1817343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46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Fill in the missing numbers</a:t>
            </a:r>
            <a:endParaRPr sz="2000"/>
          </a:p>
        </p:txBody>
      </p:sp>
      <p:sp>
        <p:nvSpPr>
          <p:cNvPr id="2148" name="Google Shape;2148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cxnSp>
        <p:nvCxnSpPr>
          <p:cNvPr id="2149" name="Google Shape;2149;p146"/>
          <p:cNvCxnSpPr/>
          <p:nvPr/>
        </p:nvCxnSpPr>
        <p:spPr>
          <a:xfrm>
            <a:off x="18339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0" name="Google Shape;2150;p146"/>
          <p:cNvCxnSpPr/>
          <p:nvPr/>
        </p:nvCxnSpPr>
        <p:spPr>
          <a:xfrm>
            <a:off x="12385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1" name="Google Shape;2151;p146"/>
          <p:cNvCxnSpPr/>
          <p:nvPr/>
        </p:nvCxnSpPr>
        <p:spPr>
          <a:xfrm>
            <a:off x="17065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2" name="Google Shape;2152;p146"/>
          <p:cNvSpPr/>
          <p:nvPr/>
        </p:nvSpPr>
        <p:spPr>
          <a:xfrm>
            <a:off x="9535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46"/>
          <p:cNvSpPr/>
          <p:nvPr/>
        </p:nvSpPr>
        <p:spPr>
          <a:xfrm>
            <a:off x="27247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46"/>
          <p:cNvSpPr txBox="1"/>
          <p:nvPr/>
        </p:nvSpPr>
        <p:spPr>
          <a:xfrm>
            <a:off x="1131167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46"/>
          <p:cNvSpPr txBox="1"/>
          <p:nvPr/>
        </p:nvSpPr>
        <p:spPr>
          <a:xfrm>
            <a:off x="28515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6" name="Google Shape;2156;p146"/>
          <p:cNvCxnSpPr/>
          <p:nvPr/>
        </p:nvCxnSpPr>
        <p:spPr>
          <a:xfrm>
            <a:off x="62535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146"/>
          <p:cNvCxnSpPr/>
          <p:nvPr/>
        </p:nvCxnSpPr>
        <p:spPr>
          <a:xfrm>
            <a:off x="56581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8" name="Google Shape;2158;p146"/>
          <p:cNvCxnSpPr/>
          <p:nvPr/>
        </p:nvCxnSpPr>
        <p:spPr>
          <a:xfrm>
            <a:off x="61261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9" name="Google Shape;2159;p146"/>
          <p:cNvSpPr/>
          <p:nvPr/>
        </p:nvSpPr>
        <p:spPr>
          <a:xfrm>
            <a:off x="53731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46"/>
          <p:cNvSpPr/>
          <p:nvPr/>
        </p:nvSpPr>
        <p:spPr>
          <a:xfrm>
            <a:off x="71443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46"/>
          <p:cNvSpPr/>
          <p:nvPr/>
        </p:nvSpPr>
        <p:spPr>
          <a:xfrm>
            <a:off x="6382750" y="996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46"/>
          <p:cNvSpPr txBox="1"/>
          <p:nvPr/>
        </p:nvSpPr>
        <p:spPr>
          <a:xfrm>
            <a:off x="5473631" y="1361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146"/>
          <p:cNvSpPr txBox="1"/>
          <p:nvPr/>
        </p:nvSpPr>
        <p:spPr>
          <a:xfrm>
            <a:off x="72711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46"/>
          <p:cNvSpPr txBox="1"/>
          <p:nvPr/>
        </p:nvSpPr>
        <p:spPr>
          <a:xfrm>
            <a:off x="63081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46"/>
          <p:cNvSpPr txBox="1"/>
          <p:nvPr/>
        </p:nvSpPr>
        <p:spPr>
          <a:xfrm>
            <a:off x="64700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46"/>
          <p:cNvSpPr txBox="1"/>
          <p:nvPr/>
        </p:nvSpPr>
        <p:spPr>
          <a:xfrm>
            <a:off x="4676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46"/>
          <p:cNvSpPr txBox="1"/>
          <p:nvPr/>
        </p:nvSpPr>
        <p:spPr>
          <a:xfrm>
            <a:off x="48872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8" name="Google Shape;2168;p146"/>
          <p:cNvCxnSpPr>
            <a:stCxn id="2147" idx="2"/>
          </p:cNvCxnSpPr>
          <p:nvPr/>
        </p:nvCxnSpPr>
        <p:spPr>
          <a:xfrm>
            <a:off x="4442850" y="1151700"/>
            <a:ext cx="0" cy="3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146"/>
          <p:cNvCxnSpPr/>
          <p:nvPr/>
        </p:nvCxnSpPr>
        <p:spPr>
          <a:xfrm rot="10800000">
            <a:off x="734000" y="2885125"/>
            <a:ext cx="754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146"/>
          <p:cNvCxnSpPr/>
          <p:nvPr/>
        </p:nvCxnSpPr>
        <p:spPr>
          <a:xfrm>
            <a:off x="1833977" y="2480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146"/>
          <p:cNvCxnSpPr/>
          <p:nvPr/>
        </p:nvCxnSpPr>
        <p:spPr>
          <a:xfrm>
            <a:off x="1238574" y="2480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2" name="Google Shape;2172;p146"/>
          <p:cNvCxnSpPr/>
          <p:nvPr/>
        </p:nvCxnSpPr>
        <p:spPr>
          <a:xfrm>
            <a:off x="1706589" y="2480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146"/>
          <p:cNvSpPr/>
          <p:nvPr/>
        </p:nvSpPr>
        <p:spPr>
          <a:xfrm>
            <a:off x="953599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46"/>
          <p:cNvSpPr/>
          <p:nvPr/>
        </p:nvSpPr>
        <p:spPr>
          <a:xfrm>
            <a:off x="2724715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46"/>
          <p:cNvSpPr txBox="1"/>
          <p:nvPr/>
        </p:nvSpPr>
        <p:spPr>
          <a:xfrm>
            <a:off x="1054967" y="2199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46"/>
          <p:cNvSpPr txBox="1"/>
          <p:nvPr/>
        </p:nvSpPr>
        <p:spPr>
          <a:xfrm>
            <a:off x="2927750" y="2199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7" name="Google Shape;2177;p146"/>
          <p:cNvCxnSpPr/>
          <p:nvPr/>
        </p:nvCxnSpPr>
        <p:spPr>
          <a:xfrm>
            <a:off x="6253577" y="2480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146"/>
          <p:cNvCxnSpPr/>
          <p:nvPr/>
        </p:nvCxnSpPr>
        <p:spPr>
          <a:xfrm>
            <a:off x="5658174" y="2480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9" name="Google Shape;2179;p146"/>
          <p:cNvCxnSpPr/>
          <p:nvPr/>
        </p:nvCxnSpPr>
        <p:spPr>
          <a:xfrm>
            <a:off x="6126189" y="2480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146"/>
          <p:cNvSpPr/>
          <p:nvPr/>
        </p:nvSpPr>
        <p:spPr>
          <a:xfrm>
            <a:off x="5373199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146"/>
          <p:cNvSpPr/>
          <p:nvPr/>
        </p:nvSpPr>
        <p:spPr>
          <a:xfrm>
            <a:off x="7144315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146"/>
          <p:cNvSpPr txBox="1"/>
          <p:nvPr/>
        </p:nvSpPr>
        <p:spPr>
          <a:xfrm>
            <a:off x="5432575" y="21997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46"/>
          <p:cNvSpPr txBox="1"/>
          <p:nvPr/>
        </p:nvSpPr>
        <p:spPr>
          <a:xfrm>
            <a:off x="7118750" y="2199725"/>
            <a:ext cx="693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46"/>
          <p:cNvSpPr/>
          <p:nvPr/>
        </p:nvSpPr>
        <p:spPr>
          <a:xfrm>
            <a:off x="1886950" y="101316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46"/>
          <p:cNvSpPr txBox="1"/>
          <p:nvPr/>
        </p:nvSpPr>
        <p:spPr>
          <a:xfrm>
            <a:off x="1888507" y="100251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46"/>
          <p:cNvSpPr txBox="1"/>
          <p:nvPr/>
        </p:nvSpPr>
        <p:spPr>
          <a:xfrm>
            <a:off x="2050463" y="10439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46"/>
          <p:cNvSpPr/>
          <p:nvPr/>
        </p:nvSpPr>
        <p:spPr>
          <a:xfrm>
            <a:off x="1886950" y="185136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46"/>
          <p:cNvSpPr txBox="1"/>
          <p:nvPr/>
        </p:nvSpPr>
        <p:spPr>
          <a:xfrm>
            <a:off x="1812307" y="186321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46"/>
          <p:cNvSpPr txBox="1"/>
          <p:nvPr/>
        </p:nvSpPr>
        <p:spPr>
          <a:xfrm>
            <a:off x="1974263" y="19046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46"/>
          <p:cNvSpPr txBox="1"/>
          <p:nvPr/>
        </p:nvSpPr>
        <p:spPr>
          <a:xfrm>
            <a:off x="6546263" y="19046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46"/>
          <p:cNvSpPr txBox="1"/>
          <p:nvPr/>
        </p:nvSpPr>
        <p:spPr>
          <a:xfrm>
            <a:off x="6231907" y="3675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2" name="Google Shape;2192;p146"/>
          <p:cNvCxnSpPr/>
          <p:nvPr/>
        </p:nvCxnSpPr>
        <p:spPr>
          <a:xfrm>
            <a:off x="6177377" y="34706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146"/>
          <p:cNvCxnSpPr/>
          <p:nvPr/>
        </p:nvCxnSpPr>
        <p:spPr>
          <a:xfrm>
            <a:off x="5581974" y="34706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4" name="Google Shape;2194;p146"/>
          <p:cNvCxnSpPr/>
          <p:nvPr/>
        </p:nvCxnSpPr>
        <p:spPr>
          <a:xfrm>
            <a:off x="6049989" y="34706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5" name="Google Shape;2195;p146"/>
          <p:cNvSpPr/>
          <p:nvPr/>
        </p:nvSpPr>
        <p:spPr>
          <a:xfrm>
            <a:off x="5296999" y="3095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46"/>
          <p:cNvSpPr/>
          <p:nvPr/>
        </p:nvSpPr>
        <p:spPr>
          <a:xfrm>
            <a:off x="7068115" y="3095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146"/>
          <p:cNvSpPr/>
          <p:nvPr/>
        </p:nvSpPr>
        <p:spPr>
          <a:xfrm>
            <a:off x="6306550" y="29154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46"/>
          <p:cNvSpPr txBox="1"/>
          <p:nvPr/>
        </p:nvSpPr>
        <p:spPr>
          <a:xfrm>
            <a:off x="5356375" y="3190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46"/>
          <p:cNvSpPr txBox="1"/>
          <p:nvPr/>
        </p:nvSpPr>
        <p:spPr>
          <a:xfrm>
            <a:off x="7194950" y="3190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46"/>
          <p:cNvSpPr txBox="1"/>
          <p:nvPr/>
        </p:nvSpPr>
        <p:spPr>
          <a:xfrm>
            <a:off x="6231907" y="28372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46"/>
          <p:cNvSpPr txBox="1"/>
          <p:nvPr/>
        </p:nvSpPr>
        <p:spPr>
          <a:xfrm>
            <a:off x="6393863" y="2878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46"/>
          <p:cNvSpPr txBox="1"/>
          <p:nvPr/>
        </p:nvSpPr>
        <p:spPr>
          <a:xfrm>
            <a:off x="4811000" y="3098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3" name="Google Shape;2203;p146"/>
          <p:cNvCxnSpPr/>
          <p:nvPr/>
        </p:nvCxnSpPr>
        <p:spPr>
          <a:xfrm>
            <a:off x="6177377" y="4308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146"/>
          <p:cNvCxnSpPr/>
          <p:nvPr/>
        </p:nvCxnSpPr>
        <p:spPr>
          <a:xfrm>
            <a:off x="5581974" y="4308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5" name="Google Shape;2205;p146"/>
          <p:cNvCxnSpPr/>
          <p:nvPr/>
        </p:nvCxnSpPr>
        <p:spPr>
          <a:xfrm>
            <a:off x="6049989" y="4308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6" name="Google Shape;2206;p146"/>
          <p:cNvSpPr/>
          <p:nvPr/>
        </p:nvSpPr>
        <p:spPr>
          <a:xfrm>
            <a:off x="5296999" y="3934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46"/>
          <p:cNvSpPr/>
          <p:nvPr/>
        </p:nvSpPr>
        <p:spPr>
          <a:xfrm>
            <a:off x="7068115" y="3934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46"/>
          <p:cNvSpPr/>
          <p:nvPr/>
        </p:nvSpPr>
        <p:spPr>
          <a:xfrm>
            <a:off x="6306550" y="3663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46"/>
          <p:cNvSpPr txBox="1"/>
          <p:nvPr/>
        </p:nvSpPr>
        <p:spPr>
          <a:xfrm>
            <a:off x="5397855" y="4028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46"/>
          <p:cNvSpPr txBox="1"/>
          <p:nvPr/>
        </p:nvSpPr>
        <p:spPr>
          <a:xfrm>
            <a:off x="7194950" y="4028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46"/>
          <p:cNvSpPr txBox="1"/>
          <p:nvPr/>
        </p:nvSpPr>
        <p:spPr>
          <a:xfrm>
            <a:off x="6317663" y="37334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46"/>
          <p:cNvSpPr txBox="1"/>
          <p:nvPr/>
        </p:nvSpPr>
        <p:spPr>
          <a:xfrm>
            <a:off x="6470063" y="3716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46"/>
          <p:cNvSpPr txBox="1"/>
          <p:nvPr/>
        </p:nvSpPr>
        <p:spPr>
          <a:xfrm>
            <a:off x="6408517" y="1888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46"/>
          <p:cNvSpPr txBox="1"/>
          <p:nvPr/>
        </p:nvSpPr>
        <p:spPr>
          <a:xfrm>
            <a:off x="1888507" y="38278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5" name="Google Shape;2215;p146"/>
          <p:cNvCxnSpPr/>
          <p:nvPr/>
        </p:nvCxnSpPr>
        <p:spPr>
          <a:xfrm>
            <a:off x="1833977" y="3623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146"/>
          <p:cNvCxnSpPr/>
          <p:nvPr/>
        </p:nvCxnSpPr>
        <p:spPr>
          <a:xfrm>
            <a:off x="1238574" y="3623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7" name="Google Shape;2217;p146"/>
          <p:cNvCxnSpPr/>
          <p:nvPr/>
        </p:nvCxnSpPr>
        <p:spPr>
          <a:xfrm>
            <a:off x="1706589" y="3623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8" name="Google Shape;2218;p146"/>
          <p:cNvSpPr/>
          <p:nvPr/>
        </p:nvSpPr>
        <p:spPr>
          <a:xfrm>
            <a:off x="953599" y="3248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146"/>
          <p:cNvSpPr/>
          <p:nvPr/>
        </p:nvSpPr>
        <p:spPr>
          <a:xfrm>
            <a:off x="2724715" y="3248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46"/>
          <p:cNvSpPr/>
          <p:nvPr/>
        </p:nvSpPr>
        <p:spPr>
          <a:xfrm>
            <a:off x="1963150" y="2977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46"/>
          <p:cNvSpPr txBox="1"/>
          <p:nvPr/>
        </p:nvSpPr>
        <p:spPr>
          <a:xfrm>
            <a:off x="1012975" y="33427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46"/>
          <p:cNvSpPr txBox="1"/>
          <p:nvPr/>
        </p:nvSpPr>
        <p:spPr>
          <a:xfrm>
            <a:off x="2851550" y="3342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46"/>
          <p:cNvSpPr txBox="1"/>
          <p:nvPr/>
        </p:nvSpPr>
        <p:spPr>
          <a:xfrm>
            <a:off x="1888507" y="29896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46"/>
          <p:cNvSpPr txBox="1"/>
          <p:nvPr/>
        </p:nvSpPr>
        <p:spPr>
          <a:xfrm>
            <a:off x="2065463" y="3031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46"/>
          <p:cNvSpPr txBox="1"/>
          <p:nvPr/>
        </p:nvSpPr>
        <p:spPr>
          <a:xfrm>
            <a:off x="467600" y="3250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6" name="Google Shape;2226;p146"/>
          <p:cNvCxnSpPr/>
          <p:nvPr/>
        </p:nvCxnSpPr>
        <p:spPr>
          <a:xfrm>
            <a:off x="1833977" y="4461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146"/>
          <p:cNvCxnSpPr/>
          <p:nvPr/>
        </p:nvCxnSpPr>
        <p:spPr>
          <a:xfrm>
            <a:off x="1238574" y="4461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8" name="Google Shape;2228;p146"/>
          <p:cNvCxnSpPr/>
          <p:nvPr/>
        </p:nvCxnSpPr>
        <p:spPr>
          <a:xfrm>
            <a:off x="1706589" y="4461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9" name="Google Shape;2229;p146"/>
          <p:cNvSpPr/>
          <p:nvPr/>
        </p:nvSpPr>
        <p:spPr>
          <a:xfrm>
            <a:off x="953599" y="4086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46"/>
          <p:cNvSpPr/>
          <p:nvPr/>
        </p:nvSpPr>
        <p:spPr>
          <a:xfrm>
            <a:off x="2724715" y="4086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46"/>
          <p:cNvSpPr/>
          <p:nvPr/>
        </p:nvSpPr>
        <p:spPr>
          <a:xfrm>
            <a:off x="1963150" y="38160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146"/>
          <p:cNvSpPr txBox="1"/>
          <p:nvPr/>
        </p:nvSpPr>
        <p:spPr>
          <a:xfrm>
            <a:off x="1012975" y="41809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46"/>
          <p:cNvSpPr txBox="1"/>
          <p:nvPr/>
        </p:nvSpPr>
        <p:spPr>
          <a:xfrm>
            <a:off x="2851550" y="4180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46"/>
          <p:cNvSpPr txBox="1"/>
          <p:nvPr/>
        </p:nvSpPr>
        <p:spPr>
          <a:xfrm>
            <a:off x="1974263" y="38858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46"/>
          <p:cNvSpPr txBox="1"/>
          <p:nvPr/>
        </p:nvSpPr>
        <p:spPr>
          <a:xfrm>
            <a:off x="2126663" y="3869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236" name="Google Shape;2236;p146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185447" y="3021100"/>
            <a:ext cx="145575" cy="37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237" name="Google Shape;2237;p146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45008" r="38210" t="0"/>
          <a:stretch/>
        </p:blipFill>
        <p:spPr>
          <a:xfrm>
            <a:off x="2075400" y="1846125"/>
            <a:ext cx="234667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238" name="Google Shape;2238;p146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026" y="1854420"/>
            <a:ext cx="132781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239" name="Google Shape;2239;p146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18121" r="61084" t="0"/>
          <a:stretch/>
        </p:blipFill>
        <p:spPr>
          <a:xfrm>
            <a:off x="2161378" y="3859300"/>
            <a:ext cx="234675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240" name="Google Shape;2240;p146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6518794" y="2944900"/>
            <a:ext cx="145575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241" name="Google Shape;2241;p146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84749" r="-5543" t="0"/>
          <a:stretch/>
        </p:blipFill>
        <p:spPr>
          <a:xfrm>
            <a:off x="6494730" y="3706900"/>
            <a:ext cx="234675" cy="37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46"/>
          <p:cNvSpPr/>
          <p:nvPr/>
        </p:nvSpPr>
        <p:spPr>
          <a:xfrm>
            <a:off x="1889725" y="1013165"/>
            <a:ext cx="5034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46"/>
          <p:cNvSpPr/>
          <p:nvPr/>
        </p:nvSpPr>
        <p:spPr>
          <a:xfrm>
            <a:off x="1889725" y="1851365"/>
            <a:ext cx="5034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146"/>
          <p:cNvSpPr/>
          <p:nvPr/>
        </p:nvSpPr>
        <p:spPr>
          <a:xfrm>
            <a:off x="1963963" y="3810265"/>
            <a:ext cx="5034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46"/>
          <p:cNvSpPr/>
          <p:nvPr/>
        </p:nvSpPr>
        <p:spPr>
          <a:xfrm>
            <a:off x="6390547" y="995989"/>
            <a:ext cx="4815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46"/>
          <p:cNvSpPr/>
          <p:nvPr/>
        </p:nvSpPr>
        <p:spPr>
          <a:xfrm>
            <a:off x="7228925" y="2224325"/>
            <a:ext cx="503400" cy="423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46"/>
          <p:cNvSpPr/>
          <p:nvPr/>
        </p:nvSpPr>
        <p:spPr>
          <a:xfrm>
            <a:off x="6303299" y="3657875"/>
            <a:ext cx="5040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146"/>
          <p:cNvSpPr/>
          <p:nvPr/>
        </p:nvSpPr>
        <p:spPr>
          <a:xfrm>
            <a:off x="5417373" y="4058949"/>
            <a:ext cx="439200" cy="423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147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multipliers for the following pairs of numbers.</a:t>
            </a:r>
            <a:endParaRPr sz="2000"/>
          </a:p>
        </p:txBody>
      </p:sp>
      <p:sp>
        <p:nvSpPr>
          <p:cNvPr id="2254" name="Google Shape;2254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2255" name="Google Shape;2255;p147"/>
          <p:cNvCxnSpPr/>
          <p:nvPr/>
        </p:nvCxnSpPr>
        <p:spPr>
          <a:xfrm>
            <a:off x="18339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147"/>
          <p:cNvCxnSpPr/>
          <p:nvPr/>
        </p:nvCxnSpPr>
        <p:spPr>
          <a:xfrm>
            <a:off x="12385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147"/>
          <p:cNvCxnSpPr/>
          <p:nvPr/>
        </p:nvCxnSpPr>
        <p:spPr>
          <a:xfrm>
            <a:off x="17065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8" name="Google Shape;2258;p147"/>
          <p:cNvSpPr/>
          <p:nvPr/>
        </p:nvSpPr>
        <p:spPr>
          <a:xfrm>
            <a:off x="9535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47"/>
          <p:cNvSpPr/>
          <p:nvPr/>
        </p:nvSpPr>
        <p:spPr>
          <a:xfrm>
            <a:off x="27247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47"/>
          <p:cNvSpPr/>
          <p:nvPr/>
        </p:nvSpPr>
        <p:spPr>
          <a:xfrm>
            <a:off x="1963143" y="1073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47"/>
          <p:cNvSpPr txBox="1"/>
          <p:nvPr/>
        </p:nvSpPr>
        <p:spPr>
          <a:xfrm>
            <a:off x="1131167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47"/>
          <p:cNvSpPr txBox="1"/>
          <p:nvPr/>
        </p:nvSpPr>
        <p:spPr>
          <a:xfrm>
            <a:off x="28515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47"/>
          <p:cNvSpPr txBox="1"/>
          <p:nvPr/>
        </p:nvSpPr>
        <p:spPr>
          <a:xfrm>
            <a:off x="18885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47"/>
          <p:cNvSpPr txBox="1"/>
          <p:nvPr/>
        </p:nvSpPr>
        <p:spPr>
          <a:xfrm>
            <a:off x="20504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5" name="Google Shape;2265;p147"/>
          <p:cNvCxnSpPr/>
          <p:nvPr/>
        </p:nvCxnSpPr>
        <p:spPr>
          <a:xfrm>
            <a:off x="1833977" y="2784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147"/>
          <p:cNvCxnSpPr/>
          <p:nvPr/>
        </p:nvCxnSpPr>
        <p:spPr>
          <a:xfrm>
            <a:off x="1238574" y="2784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7" name="Google Shape;2267;p147"/>
          <p:cNvCxnSpPr/>
          <p:nvPr/>
        </p:nvCxnSpPr>
        <p:spPr>
          <a:xfrm>
            <a:off x="1706589" y="2784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147"/>
          <p:cNvSpPr/>
          <p:nvPr/>
        </p:nvSpPr>
        <p:spPr>
          <a:xfrm>
            <a:off x="953599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47"/>
          <p:cNvSpPr/>
          <p:nvPr/>
        </p:nvSpPr>
        <p:spPr>
          <a:xfrm>
            <a:off x="2724715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147"/>
          <p:cNvSpPr/>
          <p:nvPr/>
        </p:nvSpPr>
        <p:spPr>
          <a:xfrm>
            <a:off x="1963143" y="2216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147"/>
          <p:cNvSpPr txBox="1"/>
          <p:nvPr/>
        </p:nvSpPr>
        <p:spPr>
          <a:xfrm>
            <a:off x="1131167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147"/>
          <p:cNvSpPr txBox="1"/>
          <p:nvPr/>
        </p:nvSpPr>
        <p:spPr>
          <a:xfrm>
            <a:off x="2851550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3" name="Google Shape;2273;p147"/>
          <p:cNvCxnSpPr/>
          <p:nvPr/>
        </p:nvCxnSpPr>
        <p:spPr>
          <a:xfrm>
            <a:off x="1833977" y="4080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4" name="Google Shape;2274;p147"/>
          <p:cNvCxnSpPr/>
          <p:nvPr/>
        </p:nvCxnSpPr>
        <p:spPr>
          <a:xfrm>
            <a:off x="1238574" y="4080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5" name="Google Shape;2275;p147"/>
          <p:cNvCxnSpPr/>
          <p:nvPr/>
        </p:nvCxnSpPr>
        <p:spPr>
          <a:xfrm>
            <a:off x="1706589" y="4080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6" name="Google Shape;2276;p147"/>
          <p:cNvSpPr/>
          <p:nvPr/>
        </p:nvSpPr>
        <p:spPr>
          <a:xfrm>
            <a:off x="953599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47"/>
          <p:cNvSpPr/>
          <p:nvPr/>
        </p:nvSpPr>
        <p:spPr>
          <a:xfrm>
            <a:off x="2724715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47"/>
          <p:cNvSpPr/>
          <p:nvPr/>
        </p:nvSpPr>
        <p:spPr>
          <a:xfrm>
            <a:off x="1963143" y="35118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9" name="Google Shape;2279;p147"/>
          <p:cNvSpPr txBox="1"/>
          <p:nvPr/>
        </p:nvSpPr>
        <p:spPr>
          <a:xfrm>
            <a:off x="1131167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0" name="Google Shape;2280;p147"/>
          <p:cNvSpPr txBox="1"/>
          <p:nvPr/>
        </p:nvSpPr>
        <p:spPr>
          <a:xfrm>
            <a:off x="2851550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1" name="Google Shape;2281;p147"/>
          <p:cNvCxnSpPr/>
          <p:nvPr/>
        </p:nvCxnSpPr>
        <p:spPr>
          <a:xfrm>
            <a:off x="62535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2" name="Google Shape;2282;p147"/>
          <p:cNvCxnSpPr/>
          <p:nvPr/>
        </p:nvCxnSpPr>
        <p:spPr>
          <a:xfrm>
            <a:off x="56581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3" name="Google Shape;2283;p147"/>
          <p:cNvCxnSpPr/>
          <p:nvPr/>
        </p:nvCxnSpPr>
        <p:spPr>
          <a:xfrm>
            <a:off x="61261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4" name="Google Shape;2284;p147"/>
          <p:cNvSpPr/>
          <p:nvPr/>
        </p:nvSpPr>
        <p:spPr>
          <a:xfrm>
            <a:off x="53731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147"/>
          <p:cNvSpPr/>
          <p:nvPr/>
        </p:nvSpPr>
        <p:spPr>
          <a:xfrm>
            <a:off x="71443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47"/>
          <p:cNvSpPr/>
          <p:nvPr/>
        </p:nvSpPr>
        <p:spPr>
          <a:xfrm>
            <a:off x="6382750" y="996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47"/>
          <p:cNvSpPr txBox="1"/>
          <p:nvPr/>
        </p:nvSpPr>
        <p:spPr>
          <a:xfrm>
            <a:off x="5432575" y="1361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47"/>
          <p:cNvSpPr txBox="1"/>
          <p:nvPr/>
        </p:nvSpPr>
        <p:spPr>
          <a:xfrm>
            <a:off x="72711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47"/>
          <p:cNvSpPr txBox="1"/>
          <p:nvPr/>
        </p:nvSpPr>
        <p:spPr>
          <a:xfrm>
            <a:off x="63081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47"/>
          <p:cNvSpPr txBox="1"/>
          <p:nvPr/>
        </p:nvSpPr>
        <p:spPr>
          <a:xfrm>
            <a:off x="64700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1" name="Google Shape;2291;p147"/>
          <p:cNvCxnSpPr/>
          <p:nvPr/>
        </p:nvCxnSpPr>
        <p:spPr>
          <a:xfrm>
            <a:off x="6253577" y="2784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147"/>
          <p:cNvCxnSpPr/>
          <p:nvPr/>
        </p:nvCxnSpPr>
        <p:spPr>
          <a:xfrm>
            <a:off x="5658174" y="2784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3" name="Google Shape;2293;p147"/>
          <p:cNvCxnSpPr/>
          <p:nvPr/>
        </p:nvCxnSpPr>
        <p:spPr>
          <a:xfrm>
            <a:off x="6126189" y="2784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4" name="Google Shape;2294;p147"/>
          <p:cNvSpPr/>
          <p:nvPr/>
        </p:nvSpPr>
        <p:spPr>
          <a:xfrm>
            <a:off x="5373199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47"/>
          <p:cNvSpPr/>
          <p:nvPr/>
        </p:nvSpPr>
        <p:spPr>
          <a:xfrm>
            <a:off x="7144315" y="2410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47"/>
          <p:cNvSpPr/>
          <p:nvPr/>
        </p:nvSpPr>
        <p:spPr>
          <a:xfrm>
            <a:off x="6382743" y="2216401"/>
            <a:ext cx="390300" cy="38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147"/>
          <p:cNvSpPr txBox="1"/>
          <p:nvPr/>
        </p:nvSpPr>
        <p:spPr>
          <a:xfrm>
            <a:off x="5474567" y="2504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47"/>
          <p:cNvSpPr txBox="1"/>
          <p:nvPr/>
        </p:nvSpPr>
        <p:spPr>
          <a:xfrm>
            <a:off x="7194950" y="2504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9" name="Google Shape;2299;p147"/>
          <p:cNvCxnSpPr/>
          <p:nvPr/>
        </p:nvCxnSpPr>
        <p:spPr>
          <a:xfrm>
            <a:off x="6253577" y="4080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0" name="Google Shape;2300;p147"/>
          <p:cNvCxnSpPr/>
          <p:nvPr/>
        </p:nvCxnSpPr>
        <p:spPr>
          <a:xfrm>
            <a:off x="5658174" y="4080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1" name="Google Shape;2301;p147"/>
          <p:cNvCxnSpPr/>
          <p:nvPr/>
        </p:nvCxnSpPr>
        <p:spPr>
          <a:xfrm>
            <a:off x="6126189" y="4080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2" name="Google Shape;2302;p147"/>
          <p:cNvSpPr/>
          <p:nvPr/>
        </p:nvSpPr>
        <p:spPr>
          <a:xfrm>
            <a:off x="5373199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47"/>
          <p:cNvSpPr/>
          <p:nvPr/>
        </p:nvSpPr>
        <p:spPr>
          <a:xfrm>
            <a:off x="7144315" y="3705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47"/>
          <p:cNvSpPr txBox="1"/>
          <p:nvPr/>
        </p:nvSpPr>
        <p:spPr>
          <a:xfrm>
            <a:off x="5466513" y="3816490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47"/>
          <p:cNvSpPr txBox="1"/>
          <p:nvPr/>
        </p:nvSpPr>
        <p:spPr>
          <a:xfrm>
            <a:off x="7271150" y="3799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47"/>
          <p:cNvSpPr txBox="1"/>
          <p:nvPr/>
        </p:nvSpPr>
        <p:spPr>
          <a:xfrm>
            <a:off x="4676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7" name="Google Shape;2307;p147"/>
          <p:cNvSpPr txBox="1"/>
          <p:nvPr/>
        </p:nvSpPr>
        <p:spPr>
          <a:xfrm>
            <a:off x="467600" y="2488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47"/>
          <p:cNvSpPr txBox="1"/>
          <p:nvPr/>
        </p:nvSpPr>
        <p:spPr>
          <a:xfrm>
            <a:off x="467600" y="37081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47"/>
          <p:cNvSpPr txBox="1"/>
          <p:nvPr/>
        </p:nvSpPr>
        <p:spPr>
          <a:xfrm>
            <a:off x="48872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147"/>
          <p:cNvSpPr txBox="1"/>
          <p:nvPr/>
        </p:nvSpPr>
        <p:spPr>
          <a:xfrm>
            <a:off x="4887200" y="2488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147"/>
          <p:cNvSpPr txBox="1"/>
          <p:nvPr/>
        </p:nvSpPr>
        <p:spPr>
          <a:xfrm>
            <a:off x="4887200" y="37081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147"/>
          <p:cNvSpPr txBox="1"/>
          <p:nvPr/>
        </p:nvSpPr>
        <p:spPr>
          <a:xfrm>
            <a:off x="1888507" y="2151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47"/>
          <p:cNvSpPr txBox="1"/>
          <p:nvPr/>
        </p:nvSpPr>
        <p:spPr>
          <a:xfrm>
            <a:off x="2050463" y="2192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147"/>
          <p:cNvSpPr txBox="1"/>
          <p:nvPr/>
        </p:nvSpPr>
        <p:spPr>
          <a:xfrm>
            <a:off x="1888507" y="34468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147"/>
          <p:cNvSpPr txBox="1"/>
          <p:nvPr/>
        </p:nvSpPr>
        <p:spPr>
          <a:xfrm>
            <a:off x="2050463" y="3488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147"/>
          <p:cNvSpPr txBox="1"/>
          <p:nvPr/>
        </p:nvSpPr>
        <p:spPr>
          <a:xfrm>
            <a:off x="6308107" y="2151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147"/>
          <p:cNvSpPr txBox="1"/>
          <p:nvPr/>
        </p:nvSpPr>
        <p:spPr>
          <a:xfrm>
            <a:off x="6470063" y="2192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3}{4}&quot;&gt;&lt;mfrac&gt;&lt;mn&gt;1&lt;/mn&gt;&lt;mn&gt;5&lt;/mn&gt;&lt;/mfrac&gt;&lt;mtext&gt;&lt;/mtext&gt;&lt;mtext&gt;&lt;/mtext&gt;&lt;mfrac&gt;&lt;mn&gt;3&lt;/mn&gt;&lt;mn&gt;4&lt;/mn&gt;&lt;/mfrac&gt;&lt;/math&gt;" id="2318" name="Google Shape;2318;p147" title="one fifth three fourths"/>
          <p:cNvPicPr preferRelativeResize="0"/>
          <p:nvPr/>
        </p:nvPicPr>
        <p:blipFill rotWithShape="1">
          <a:blip r:embed="rId3">
            <a:alphaModFix/>
          </a:blip>
          <a:srcRect b="0" l="0" r="44299" t="0"/>
          <a:stretch/>
        </p:blipFill>
        <p:spPr>
          <a:xfrm>
            <a:off x="6586770" y="1025775"/>
            <a:ext cx="217400" cy="4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9" name="Google Shape;2319;p147"/>
          <p:cNvSpPr/>
          <p:nvPr/>
        </p:nvSpPr>
        <p:spPr>
          <a:xfrm>
            <a:off x="6382750" y="3358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147"/>
          <p:cNvSpPr txBox="1"/>
          <p:nvPr/>
        </p:nvSpPr>
        <p:spPr>
          <a:xfrm>
            <a:off x="6308107" y="33706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1" name="Google Shape;2321;p147"/>
          <p:cNvSpPr txBox="1"/>
          <p:nvPr/>
        </p:nvSpPr>
        <p:spPr>
          <a:xfrm>
            <a:off x="6470063" y="3412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3}{4}&quot;&gt;&lt;mfrac&gt;&lt;mn&gt;1&lt;/mn&gt;&lt;mn&gt;5&lt;/mn&gt;&lt;/mfrac&gt;&lt;mtext&gt;&lt;/mtext&gt;&lt;mtext&gt;&lt;/mtext&gt;&lt;mfrac&gt;&lt;mn&gt;3&lt;/mn&gt;&lt;mn&gt;4&lt;/mn&gt;&lt;/mfrac&gt;&lt;/math&gt;" id="2322" name="Google Shape;2322;p147" title="one fifth three fourths"/>
          <p:cNvPicPr preferRelativeResize="0"/>
          <p:nvPr/>
        </p:nvPicPr>
        <p:blipFill rotWithShape="1">
          <a:blip r:embed="rId3">
            <a:alphaModFix/>
          </a:blip>
          <a:srcRect b="0" l="55701" r="0" t="0"/>
          <a:stretch/>
        </p:blipFill>
        <p:spPr>
          <a:xfrm>
            <a:off x="6575568" y="3387975"/>
            <a:ext cx="172900" cy="4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148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Fill in the table.</a:t>
            </a:r>
            <a:endParaRPr sz="2000"/>
          </a:p>
        </p:txBody>
      </p:sp>
      <p:sp>
        <p:nvSpPr>
          <p:cNvPr id="2328" name="Google Shape;2328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graphicFrame>
        <p:nvGraphicFramePr>
          <p:cNvPr id="2329" name="Google Shape;2329;p148"/>
          <p:cNvGraphicFramePr/>
          <p:nvPr/>
        </p:nvGraphicFramePr>
        <p:xfrm>
          <a:off x="823350" y="119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{9C67FF2F-3F24-4458-9A83-C737E8758527}</a:tableStyleId>
              </a:tblPr>
              <a:tblGrid>
                <a:gridCol w="1251375"/>
                <a:gridCol w="1358375"/>
                <a:gridCol w="2674850"/>
                <a:gridCol w="2255200"/>
              </a:tblGrid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A to B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B to A</a:t>
                      </a:r>
                      <a:endParaRPr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0" name="Google Shape;2330;p148"/>
          <p:cNvSpPr txBox="1"/>
          <p:nvPr/>
        </p:nvSpPr>
        <p:spPr>
          <a:xfrm>
            <a:off x="4386900" y="1820850"/>
            <a:ext cx="87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2331" name="Google Shape;2331;p148"/>
          <p:cNvSpPr txBox="1"/>
          <p:nvPr/>
        </p:nvSpPr>
        <p:spPr>
          <a:xfrm>
            <a:off x="4386900" y="2354250"/>
            <a:ext cx="87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332" name="Google Shape;2332;p148"/>
          <p:cNvSpPr txBox="1"/>
          <p:nvPr/>
        </p:nvSpPr>
        <p:spPr>
          <a:xfrm>
            <a:off x="6901500" y="3573450"/>
            <a:ext cx="87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333" name="Google Shape;2333;p148"/>
          <p:cNvSpPr txBox="1"/>
          <p:nvPr/>
        </p:nvSpPr>
        <p:spPr>
          <a:xfrm>
            <a:off x="4386900" y="4183050"/>
            <a:ext cx="87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334" name="Google Shape;2334;p148" title="one half six fourths equals three halves four sixths equals two thirds one fifth"/>
          <p:cNvPicPr preferRelativeResize="0"/>
          <p:nvPr/>
        </p:nvPicPr>
        <p:blipFill rotWithShape="1">
          <a:blip r:embed="rId3">
            <a:alphaModFix/>
          </a:blip>
          <a:srcRect b="734" l="0" r="92110" t="0"/>
          <a:stretch/>
        </p:blipFill>
        <p:spPr>
          <a:xfrm>
            <a:off x="7312546" y="1841150"/>
            <a:ext cx="158683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2}{1.2}=\frac{2}{12}=\frac{1}{6}&quot;&gt;&lt;mfrac&gt;&lt;mn&gt;0.2&lt;/mn&gt;&lt;mn&gt;1.2&lt;/mn&gt;&lt;/mfrac&gt;&lt;mo&gt;=&lt;/mo&gt;&lt;mfrac&gt;&lt;mn&gt;2&lt;/mn&gt;&lt;mn&gt;12&lt;/mn&gt;&lt;/mfrac&gt;&lt;mo&gt;=&lt;/mo&gt;&lt;mfrac&gt;&lt;mn&gt;1&lt;/mn&gt;&lt;mn&gt;6&lt;/mn&gt;&lt;/mfrac&gt;&lt;/math&gt;" id="2335" name="Google Shape;2335;p148" title="0.2 over 1.2 equals 2 over 12 equals one sixth"/>
          <p:cNvPicPr preferRelativeResize="0"/>
          <p:nvPr/>
        </p:nvPicPr>
        <p:blipFill rotWithShape="1">
          <a:blip r:embed="rId4">
            <a:alphaModFix/>
          </a:blip>
          <a:srcRect b="0" l="84262" r="0" t="0"/>
          <a:stretch/>
        </p:blipFill>
        <p:spPr>
          <a:xfrm>
            <a:off x="7216508" y="4145875"/>
            <a:ext cx="215225" cy="46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336" name="Google Shape;2336;p148" title="one half six fourths equals three halves four sixths equals two thirds one fifth"/>
          <p:cNvPicPr preferRelativeResize="0"/>
          <p:nvPr/>
        </p:nvPicPr>
        <p:blipFill rotWithShape="1">
          <a:blip r:embed="rId3">
            <a:alphaModFix/>
          </a:blip>
          <a:srcRect b="734" l="7481" r="58698" t="0"/>
          <a:stretch/>
        </p:blipFill>
        <p:spPr>
          <a:xfrm>
            <a:off x="4543123" y="3010842"/>
            <a:ext cx="680225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337" name="Google Shape;2337;p148" title="one half six fourths equals three halves four sixths equals two thirds one fifth"/>
          <p:cNvPicPr preferRelativeResize="0"/>
          <p:nvPr/>
        </p:nvPicPr>
        <p:blipFill rotWithShape="1">
          <a:blip r:embed="rId3">
            <a:alphaModFix/>
          </a:blip>
          <a:srcRect b="734" l="71914" r="14871" t="0"/>
          <a:stretch/>
        </p:blipFill>
        <p:spPr>
          <a:xfrm>
            <a:off x="7286926" y="3010850"/>
            <a:ext cx="265774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6}{4}=\frac{3}{2}\ \ \ \ \ \frac{4}{6}=\frac{2}{3}\ \ \ \ \ \frac{1}{5}&quot;&gt;&lt;mfrac&gt;&lt;mn&gt;1&lt;/mn&gt;&lt;mn&gt;2&lt;/mn&gt;&lt;/mfrac&gt;&lt;mtext&gt;&lt;/mtext&gt;&lt;mfrac&gt;&lt;mn&gt;6&lt;/mn&gt;&lt;mn&gt;4&lt;/mn&gt;&lt;/mfrac&gt;&lt;mo&gt;=&lt;/mo&gt;&lt;mfrac&gt;&lt;mn&gt;3&lt;/mn&gt;&lt;mn&gt;2&lt;/mn&gt;&lt;/mfrac&gt;&lt;mtext&gt;&lt;/mtext&gt;&lt;mtext&gt;&lt;/mtext&gt;&lt;mtext&gt;&lt;/mtext&gt;&lt;mtext&gt;&lt;/mtext&gt;&lt;mtext&gt;&lt;/mtext&gt;&lt;mfrac&gt;&lt;mn&gt;4&lt;/mn&gt;&lt;mn&gt;6&lt;/mn&gt;&lt;/mfrac&gt;&lt;mo&gt;=&lt;/mo&gt;&lt;mfrac&gt;&lt;mn&gt;2&lt;/mn&gt;&lt;mn&gt;3&lt;/mn&gt;&lt;/mfrac&gt;&lt;mtext&gt;&lt;/mtext&gt;&lt;mtext&gt;&lt;/mtext&gt;&lt;mtext&gt;&lt;/mtext&gt;&lt;mtext&gt;&lt;/mtext&gt;&lt;mtext&gt;&lt;/mtext&gt;&lt;mfrac&gt;&lt;mn&gt;1&lt;/mn&gt;&lt;mn&gt;5&lt;/mn&gt;&lt;/mfrac&gt;&lt;/math&gt;" id="2338" name="Google Shape;2338;p148" title="one half six fourths equals three halves four sixths equals two thirds one fifth"/>
          <p:cNvPicPr preferRelativeResize="0"/>
          <p:nvPr/>
        </p:nvPicPr>
        <p:blipFill rotWithShape="1">
          <a:blip r:embed="rId3">
            <a:alphaModFix/>
          </a:blip>
          <a:srcRect b="734" l="88500" r="-8654" t="0"/>
          <a:stretch/>
        </p:blipFill>
        <p:spPr>
          <a:xfrm>
            <a:off x="4651205" y="3558850"/>
            <a:ext cx="405350" cy="40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0}=\frac{1}{4}&quot;&gt;&lt;mfrac&gt;&lt;mn&gt;5&lt;/mn&gt;&lt;mn&gt;20&lt;/mn&gt;&lt;/mfrac&gt;&lt;mo&gt;=&lt;/mo&gt;&lt;mfrac&gt;&lt;mn&gt;1&lt;/mn&gt;&lt;mn&gt;4&lt;/mn&gt;&lt;/mfrac&gt;&lt;/math&gt;" id="2339" name="Google Shape;2339;p148" title="5 over 20 equals one fourth"/>
          <p:cNvPicPr preferRelativeResize="0"/>
          <p:nvPr/>
        </p:nvPicPr>
        <p:blipFill rotWithShape="1">
          <a:blip r:embed="rId5">
            <a:alphaModFix/>
          </a:blip>
          <a:srcRect b="0" l="70855" r="0" t="0"/>
          <a:stretch/>
        </p:blipFill>
        <p:spPr>
          <a:xfrm>
            <a:off x="7224103" y="2386025"/>
            <a:ext cx="215225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49"/>
          <p:cNvSpPr txBox="1"/>
          <p:nvPr/>
        </p:nvSpPr>
        <p:spPr>
          <a:xfrm>
            <a:off x="6308107" y="18466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149"/>
          <p:cNvSpPr txBox="1"/>
          <p:nvPr>
            <p:ph idx="4294967295" type="body"/>
          </p:nvPr>
        </p:nvSpPr>
        <p:spPr>
          <a:xfrm>
            <a:off x="324000" y="6831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Fill in the missing multipliers. </a:t>
            </a:r>
            <a:endParaRPr sz="2000"/>
          </a:p>
        </p:txBody>
      </p:sp>
      <p:sp>
        <p:nvSpPr>
          <p:cNvPr id="2346" name="Google Shape;2346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cxnSp>
        <p:nvCxnSpPr>
          <p:cNvPr id="2347" name="Google Shape;2347;p149"/>
          <p:cNvCxnSpPr/>
          <p:nvPr/>
        </p:nvCxnSpPr>
        <p:spPr>
          <a:xfrm>
            <a:off x="18339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149"/>
          <p:cNvCxnSpPr/>
          <p:nvPr/>
        </p:nvCxnSpPr>
        <p:spPr>
          <a:xfrm>
            <a:off x="12385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9" name="Google Shape;2349;p149"/>
          <p:cNvCxnSpPr/>
          <p:nvPr/>
        </p:nvCxnSpPr>
        <p:spPr>
          <a:xfrm>
            <a:off x="17065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0" name="Google Shape;2350;p149"/>
          <p:cNvSpPr/>
          <p:nvPr/>
        </p:nvSpPr>
        <p:spPr>
          <a:xfrm>
            <a:off x="9535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149"/>
          <p:cNvSpPr/>
          <p:nvPr/>
        </p:nvSpPr>
        <p:spPr>
          <a:xfrm>
            <a:off x="27247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49"/>
          <p:cNvSpPr txBox="1"/>
          <p:nvPr/>
        </p:nvSpPr>
        <p:spPr>
          <a:xfrm>
            <a:off x="1131167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3" name="Google Shape;2353;p149"/>
          <p:cNvSpPr txBox="1"/>
          <p:nvPr/>
        </p:nvSpPr>
        <p:spPr>
          <a:xfrm>
            <a:off x="28515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4" name="Google Shape;2354;p149"/>
          <p:cNvCxnSpPr/>
          <p:nvPr/>
        </p:nvCxnSpPr>
        <p:spPr>
          <a:xfrm>
            <a:off x="6253577" y="1641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5" name="Google Shape;2355;p149"/>
          <p:cNvCxnSpPr/>
          <p:nvPr/>
        </p:nvCxnSpPr>
        <p:spPr>
          <a:xfrm>
            <a:off x="5658174" y="1641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6" name="Google Shape;2356;p149"/>
          <p:cNvCxnSpPr/>
          <p:nvPr/>
        </p:nvCxnSpPr>
        <p:spPr>
          <a:xfrm>
            <a:off x="6126189" y="1641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7" name="Google Shape;2357;p149"/>
          <p:cNvSpPr/>
          <p:nvPr/>
        </p:nvSpPr>
        <p:spPr>
          <a:xfrm>
            <a:off x="5373199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49"/>
          <p:cNvSpPr/>
          <p:nvPr/>
        </p:nvSpPr>
        <p:spPr>
          <a:xfrm>
            <a:off x="7144315" y="1267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49"/>
          <p:cNvSpPr/>
          <p:nvPr/>
        </p:nvSpPr>
        <p:spPr>
          <a:xfrm>
            <a:off x="6382750" y="996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149"/>
          <p:cNvSpPr txBox="1"/>
          <p:nvPr/>
        </p:nvSpPr>
        <p:spPr>
          <a:xfrm>
            <a:off x="5473631" y="1361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1" name="Google Shape;2361;p149"/>
          <p:cNvSpPr txBox="1"/>
          <p:nvPr/>
        </p:nvSpPr>
        <p:spPr>
          <a:xfrm>
            <a:off x="7271150" y="1361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2" name="Google Shape;2362;p149"/>
          <p:cNvSpPr txBox="1"/>
          <p:nvPr/>
        </p:nvSpPr>
        <p:spPr>
          <a:xfrm>
            <a:off x="6308107" y="1008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3" name="Google Shape;2363;p149"/>
          <p:cNvSpPr txBox="1"/>
          <p:nvPr/>
        </p:nvSpPr>
        <p:spPr>
          <a:xfrm>
            <a:off x="6470063" y="1049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4" name="Google Shape;2364;p149"/>
          <p:cNvSpPr txBox="1"/>
          <p:nvPr/>
        </p:nvSpPr>
        <p:spPr>
          <a:xfrm>
            <a:off x="4676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5" name="Google Shape;2365;p149"/>
          <p:cNvSpPr txBox="1"/>
          <p:nvPr/>
        </p:nvSpPr>
        <p:spPr>
          <a:xfrm>
            <a:off x="4887200" y="12697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6" name="Google Shape;2366;p149"/>
          <p:cNvCxnSpPr>
            <a:stCxn id="2345" idx="2"/>
          </p:cNvCxnSpPr>
          <p:nvPr/>
        </p:nvCxnSpPr>
        <p:spPr>
          <a:xfrm>
            <a:off x="4442850" y="1151700"/>
            <a:ext cx="0" cy="3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149"/>
          <p:cNvCxnSpPr/>
          <p:nvPr/>
        </p:nvCxnSpPr>
        <p:spPr>
          <a:xfrm rot="10800000">
            <a:off x="734000" y="2885125"/>
            <a:ext cx="7545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8" name="Google Shape;2368;p149"/>
          <p:cNvCxnSpPr/>
          <p:nvPr/>
        </p:nvCxnSpPr>
        <p:spPr>
          <a:xfrm>
            <a:off x="1833977" y="2480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9" name="Google Shape;2369;p149"/>
          <p:cNvCxnSpPr/>
          <p:nvPr/>
        </p:nvCxnSpPr>
        <p:spPr>
          <a:xfrm>
            <a:off x="1238574" y="2480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0" name="Google Shape;2370;p149"/>
          <p:cNvCxnSpPr/>
          <p:nvPr/>
        </p:nvCxnSpPr>
        <p:spPr>
          <a:xfrm>
            <a:off x="1706589" y="2480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1" name="Google Shape;2371;p149"/>
          <p:cNvSpPr/>
          <p:nvPr/>
        </p:nvSpPr>
        <p:spPr>
          <a:xfrm>
            <a:off x="953599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2" name="Google Shape;2372;p149"/>
          <p:cNvSpPr/>
          <p:nvPr/>
        </p:nvSpPr>
        <p:spPr>
          <a:xfrm>
            <a:off x="2724715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149"/>
          <p:cNvSpPr txBox="1"/>
          <p:nvPr/>
        </p:nvSpPr>
        <p:spPr>
          <a:xfrm>
            <a:off x="1054967" y="2199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149"/>
          <p:cNvSpPr txBox="1"/>
          <p:nvPr/>
        </p:nvSpPr>
        <p:spPr>
          <a:xfrm>
            <a:off x="2851550" y="2199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5" name="Google Shape;2375;p149"/>
          <p:cNvCxnSpPr/>
          <p:nvPr/>
        </p:nvCxnSpPr>
        <p:spPr>
          <a:xfrm>
            <a:off x="6253577" y="2480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6" name="Google Shape;2376;p149"/>
          <p:cNvCxnSpPr/>
          <p:nvPr/>
        </p:nvCxnSpPr>
        <p:spPr>
          <a:xfrm>
            <a:off x="5658174" y="2480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7" name="Google Shape;2377;p149"/>
          <p:cNvCxnSpPr/>
          <p:nvPr/>
        </p:nvCxnSpPr>
        <p:spPr>
          <a:xfrm>
            <a:off x="6126189" y="2480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8" name="Google Shape;2378;p149"/>
          <p:cNvSpPr/>
          <p:nvPr/>
        </p:nvSpPr>
        <p:spPr>
          <a:xfrm>
            <a:off x="5373199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9" name="Google Shape;2379;p149"/>
          <p:cNvSpPr/>
          <p:nvPr/>
        </p:nvSpPr>
        <p:spPr>
          <a:xfrm>
            <a:off x="7144315" y="2105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0" name="Google Shape;2380;p149"/>
          <p:cNvSpPr/>
          <p:nvPr/>
        </p:nvSpPr>
        <p:spPr>
          <a:xfrm>
            <a:off x="6382750" y="1834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1" name="Google Shape;2381;p149"/>
          <p:cNvSpPr txBox="1"/>
          <p:nvPr/>
        </p:nvSpPr>
        <p:spPr>
          <a:xfrm>
            <a:off x="5432575" y="21997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2" name="Google Shape;2382;p149"/>
          <p:cNvSpPr txBox="1"/>
          <p:nvPr/>
        </p:nvSpPr>
        <p:spPr>
          <a:xfrm>
            <a:off x="7118750" y="2199725"/>
            <a:ext cx="693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3" name="Google Shape;2383;p149"/>
          <p:cNvSpPr/>
          <p:nvPr/>
        </p:nvSpPr>
        <p:spPr>
          <a:xfrm>
            <a:off x="1886950" y="101316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4" name="Google Shape;2384;p149"/>
          <p:cNvSpPr txBox="1"/>
          <p:nvPr/>
        </p:nvSpPr>
        <p:spPr>
          <a:xfrm>
            <a:off x="1888507" y="100251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5" name="Google Shape;2385;p149"/>
          <p:cNvSpPr txBox="1"/>
          <p:nvPr/>
        </p:nvSpPr>
        <p:spPr>
          <a:xfrm>
            <a:off x="2050463" y="10439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6" name="Google Shape;2386;p149"/>
          <p:cNvSpPr/>
          <p:nvPr/>
        </p:nvSpPr>
        <p:spPr>
          <a:xfrm>
            <a:off x="1886950" y="185136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149"/>
          <p:cNvSpPr txBox="1"/>
          <p:nvPr/>
        </p:nvSpPr>
        <p:spPr>
          <a:xfrm>
            <a:off x="1812307" y="186321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149"/>
          <p:cNvSpPr txBox="1"/>
          <p:nvPr/>
        </p:nvSpPr>
        <p:spPr>
          <a:xfrm>
            <a:off x="1974263" y="19046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9" name="Google Shape;2389;p149"/>
          <p:cNvSpPr txBox="1"/>
          <p:nvPr/>
        </p:nvSpPr>
        <p:spPr>
          <a:xfrm>
            <a:off x="6393863" y="19046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0" name="Google Shape;2390;p149"/>
          <p:cNvSpPr txBox="1"/>
          <p:nvPr/>
        </p:nvSpPr>
        <p:spPr>
          <a:xfrm>
            <a:off x="6231907" y="36754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1" name="Google Shape;2391;p149"/>
          <p:cNvCxnSpPr/>
          <p:nvPr/>
        </p:nvCxnSpPr>
        <p:spPr>
          <a:xfrm>
            <a:off x="6177377" y="34706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149"/>
          <p:cNvCxnSpPr/>
          <p:nvPr/>
        </p:nvCxnSpPr>
        <p:spPr>
          <a:xfrm>
            <a:off x="5581974" y="34706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3" name="Google Shape;2393;p149"/>
          <p:cNvCxnSpPr/>
          <p:nvPr/>
        </p:nvCxnSpPr>
        <p:spPr>
          <a:xfrm>
            <a:off x="6049989" y="34706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4" name="Google Shape;2394;p149"/>
          <p:cNvSpPr/>
          <p:nvPr/>
        </p:nvSpPr>
        <p:spPr>
          <a:xfrm>
            <a:off x="5296999" y="3095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5" name="Google Shape;2395;p149"/>
          <p:cNvSpPr/>
          <p:nvPr/>
        </p:nvSpPr>
        <p:spPr>
          <a:xfrm>
            <a:off x="7068115" y="3095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6" name="Google Shape;2396;p149"/>
          <p:cNvSpPr/>
          <p:nvPr/>
        </p:nvSpPr>
        <p:spPr>
          <a:xfrm>
            <a:off x="6306550" y="29154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149"/>
          <p:cNvSpPr txBox="1"/>
          <p:nvPr/>
        </p:nvSpPr>
        <p:spPr>
          <a:xfrm>
            <a:off x="5356375" y="3190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8" name="Google Shape;2398;p149"/>
          <p:cNvSpPr txBox="1"/>
          <p:nvPr/>
        </p:nvSpPr>
        <p:spPr>
          <a:xfrm>
            <a:off x="7194950" y="3190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9" name="Google Shape;2399;p149"/>
          <p:cNvSpPr txBox="1"/>
          <p:nvPr/>
        </p:nvSpPr>
        <p:spPr>
          <a:xfrm>
            <a:off x="6231907" y="28372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0" name="Google Shape;2400;p149"/>
          <p:cNvSpPr txBox="1"/>
          <p:nvPr/>
        </p:nvSpPr>
        <p:spPr>
          <a:xfrm>
            <a:off x="6393863" y="2878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1" name="Google Shape;2401;p149"/>
          <p:cNvSpPr txBox="1"/>
          <p:nvPr/>
        </p:nvSpPr>
        <p:spPr>
          <a:xfrm>
            <a:off x="4811000" y="3098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2" name="Google Shape;2402;p149"/>
          <p:cNvCxnSpPr/>
          <p:nvPr/>
        </p:nvCxnSpPr>
        <p:spPr>
          <a:xfrm>
            <a:off x="6177377" y="4308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3" name="Google Shape;2403;p149"/>
          <p:cNvCxnSpPr/>
          <p:nvPr/>
        </p:nvCxnSpPr>
        <p:spPr>
          <a:xfrm>
            <a:off x="5581974" y="4308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4" name="Google Shape;2404;p149"/>
          <p:cNvCxnSpPr/>
          <p:nvPr/>
        </p:nvCxnSpPr>
        <p:spPr>
          <a:xfrm>
            <a:off x="6049989" y="4308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5" name="Google Shape;2405;p149"/>
          <p:cNvSpPr/>
          <p:nvPr/>
        </p:nvSpPr>
        <p:spPr>
          <a:xfrm>
            <a:off x="5296999" y="3934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6" name="Google Shape;2406;p149"/>
          <p:cNvSpPr/>
          <p:nvPr/>
        </p:nvSpPr>
        <p:spPr>
          <a:xfrm>
            <a:off x="7068115" y="3934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7" name="Google Shape;2407;p149"/>
          <p:cNvSpPr/>
          <p:nvPr/>
        </p:nvSpPr>
        <p:spPr>
          <a:xfrm>
            <a:off x="6306550" y="36636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8" name="Google Shape;2408;p149"/>
          <p:cNvSpPr txBox="1"/>
          <p:nvPr/>
        </p:nvSpPr>
        <p:spPr>
          <a:xfrm>
            <a:off x="5432575" y="40285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9" name="Google Shape;2409;p149"/>
          <p:cNvSpPr txBox="1"/>
          <p:nvPr/>
        </p:nvSpPr>
        <p:spPr>
          <a:xfrm>
            <a:off x="7194950" y="4028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149"/>
          <p:cNvSpPr txBox="1"/>
          <p:nvPr/>
        </p:nvSpPr>
        <p:spPr>
          <a:xfrm>
            <a:off x="6317663" y="37334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1" name="Google Shape;2411;p149"/>
          <p:cNvSpPr txBox="1"/>
          <p:nvPr/>
        </p:nvSpPr>
        <p:spPr>
          <a:xfrm>
            <a:off x="6470063" y="3716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149"/>
          <p:cNvSpPr txBox="1"/>
          <p:nvPr/>
        </p:nvSpPr>
        <p:spPr>
          <a:xfrm>
            <a:off x="6546274" y="1888125"/>
            <a:ext cx="363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149"/>
          <p:cNvSpPr txBox="1"/>
          <p:nvPr/>
        </p:nvSpPr>
        <p:spPr>
          <a:xfrm>
            <a:off x="1888507" y="38278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4" name="Google Shape;2414;p149"/>
          <p:cNvCxnSpPr/>
          <p:nvPr/>
        </p:nvCxnSpPr>
        <p:spPr>
          <a:xfrm>
            <a:off x="1833977" y="36230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5" name="Google Shape;2415;p149"/>
          <p:cNvCxnSpPr/>
          <p:nvPr/>
        </p:nvCxnSpPr>
        <p:spPr>
          <a:xfrm>
            <a:off x="1238574" y="36230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6" name="Google Shape;2416;p149"/>
          <p:cNvCxnSpPr/>
          <p:nvPr/>
        </p:nvCxnSpPr>
        <p:spPr>
          <a:xfrm>
            <a:off x="1706589" y="36230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7" name="Google Shape;2417;p149"/>
          <p:cNvSpPr/>
          <p:nvPr/>
        </p:nvSpPr>
        <p:spPr>
          <a:xfrm>
            <a:off x="953599" y="3248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8" name="Google Shape;2418;p149"/>
          <p:cNvSpPr/>
          <p:nvPr/>
        </p:nvSpPr>
        <p:spPr>
          <a:xfrm>
            <a:off x="2724715" y="32482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9" name="Google Shape;2419;p149"/>
          <p:cNvSpPr/>
          <p:nvPr/>
        </p:nvSpPr>
        <p:spPr>
          <a:xfrm>
            <a:off x="1963150" y="29778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0" name="Google Shape;2420;p149"/>
          <p:cNvSpPr txBox="1"/>
          <p:nvPr/>
        </p:nvSpPr>
        <p:spPr>
          <a:xfrm>
            <a:off x="1012975" y="33427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1" name="Google Shape;2421;p149"/>
          <p:cNvSpPr txBox="1"/>
          <p:nvPr/>
        </p:nvSpPr>
        <p:spPr>
          <a:xfrm>
            <a:off x="2851550" y="33427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2" name="Google Shape;2422;p149"/>
          <p:cNvSpPr txBox="1"/>
          <p:nvPr/>
        </p:nvSpPr>
        <p:spPr>
          <a:xfrm>
            <a:off x="1888507" y="298965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149"/>
          <p:cNvSpPr txBox="1"/>
          <p:nvPr/>
        </p:nvSpPr>
        <p:spPr>
          <a:xfrm>
            <a:off x="2065463" y="3031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4" name="Google Shape;2424;p149"/>
          <p:cNvSpPr txBox="1"/>
          <p:nvPr/>
        </p:nvSpPr>
        <p:spPr>
          <a:xfrm>
            <a:off x="467600" y="32509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5" name="Google Shape;2425;p149"/>
          <p:cNvCxnSpPr/>
          <p:nvPr/>
        </p:nvCxnSpPr>
        <p:spPr>
          <a:xfrm>
            <a:off x="1833977" y="44612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6" name="Google Shape;2426;p149"/>
          <p:cNvCxnSpPr/>
          <p:nvPr/>
        </p:nvCxnSpPr>
        <p:spPr>
          <a:xfrm>
            <a:off x="1238574" y="44612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7" name="Google Shape;2427;p149"/>
          <p:cNvCxnSpPr/>
          <p:nvPr/>
        </p:nvCxnSpPr>
        <p:spPr>
          <a:xfrm>
            <a:off x="1706589" y="44612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8" name="Google Shape;2428;p149"/>
          <p:cNvSpPr/>
          <p:nvPr/>
        </p:nvSpPr>
        <p:spPr>
          <a:xfrm>
            <a:off x="953599" y="4086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9" name="Google Shape;2429;p149"/>
          <p:cNvSpPr/>
          <p:nvPr/>
        </p:nvSpPr>
        <p:spPr>
          <a:xfrm>
            <a:off x="2724715" y="4086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149"/>
          <p:cNvSpPr/>
          <p:nvPr/>
        </p:nvSpPr>
        <p:spPr>
          <a:xfrm>
            <a:off x="1963150" y="381600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1" name="Google Shape;2431;p149"/>
          <p:cNvSpPr txBox="1"/>
          <p:nvPr/>
        </p:nvSpPr>
        <p:spPr>
          <a:xfrm>
            <a:off x="1012975" y="41809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2" name="Google Shape;2432;p149"/>
          <p:cNvSpPr txBox="1"/>
          <p:nvPr/>
        </p:nvSpPr>
        <p:spPr>
          <a:xfrm>
            <a:off x="2851550" y="4180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3" name="Google Shape;2433;p149"/>
          <p:cNvSpPr txBox="1"/>
          <p:nvPr/>
        </p:nvSpPr>
        <p:spPr>
          <a:xfrm>
            <a:off x="1974263" y="38858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4" name="Google Shape;2434;p149"/>
          <p:cNvSpPr txBox="1"/>
          <p:nvPr/>
        </p:nvSpPr>
        <p:spPr>
          <a:xfrm>
            <a:off x="2126663" y="3869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435" name="Google Shape;2435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185447" y="3021100"/>
            <a:ext cx="145575" cy="37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436" name="Google Shape;2436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45008" r="38210" t="0"/>
          <a:stretch/>
        </p:blipFill>
        <p:spPr>
          <a:xfrm>
            <a:off x="2075400" y="1846125"/>
            <a:ext cx="234667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437" name="Google Shape;2437;p149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017" y="1835592"/>
            <a:ext cx="145572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438" name="Google Shape;2438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18121" r="61084" t="0"/>
          <a:stretch/>
        </p:blipFill>
        <p:spPr>
          <a:xfrm>
            <a:off x="2161378" y="3859300"/>
            <a:ext cx="234675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439" name="Google Shape;2439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6518794" y="2944900"/>
            <a:ext cx="145575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440" name="Google Shape;2440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84749" r="-5543" t="0"/>
          <a:stretch/>
        </p:blipFill>
        <p:spPr>
          <a:xfrm>
            <a:off x="6494730" y="3706900"/>
            <a:ext cx="234675" cy="374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1" name="Google Shape;2441;p149"/>
          <p:cNvGrpSpPr/>
          <p:nvPr/>
        </p:nvGrpSpPr>
        <p:grpSpPr>
          <a:xfrm>
            <a:off x="1889725" y="1013165"/>
            <a:ext cx="503400" cy="1302000"/>
            <a:chOff x="1889725" y="1013165"/>
            <a:chExt cx="503400" cy="1302000"/>
          </a:xfrm>
        </p:grpSpPr>
        <p:sp>
          <p:nvSpPr>
            <p:cNvPr id="2442" name="Google Shape;2442;p149"/>
            <p:cNvSpPr/>
            <p:nvPr/>
          </p:nvSpPr>
          <p:spPr>
            <a:xfrm>
              <a:off x="1889725" y="1013165"/>
              <a:ext cx="503400" cy="463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3" name="Google Shape;2443;p149"/>
            <p:cNvSpPr/>
            <p:nvPr/>
          </p:nvSpPr>
          <p:spPr>
            <a:xfrm>
              <a:off x="1889725" y="1851365"/>
              <a:ext cx="503400" cy="4638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44" name="Google Shape;2444;p149"/>
          <p:cNvSpPr/>
          <p:nvPr/>
        </p:nvSpPr>
        <p:spPr>
          <a:xfrm>
            <a:off x="1963963" y="3810265"/>
            <a:ext cx="5034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5" name="Google Shape;2445;p149"/>
          <p:cNvSpPr/>
          <p:nvPr/>
        </p:nvSpPr>
        <p:spPr>
          <a:xfrm>
            <a:off x="6390547" y="995989"/>
            <a:ext cx="4815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6" name="Google Shape;2446;p149"/>
          <p:cNvSpPr/>
          <p:nvPr/>
        </p:nvSpPr>
        <p:spPr>
          <a:xfrm>
            <a:off x="7228925" y="2224325"/>
            <a:ext cx="503400" cy="423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7" name="Google Shape;2447;p149"/>
          <p:cNvSpPr/>
          <p:nvPr/>
        </p:nvSpPr>
        <p:spPr>
          <a:xfrm>
            <a:off x="5417373" y="4058949"/>
            <a:ext cx="439200" cy="423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149"/>
          <p:cNvSpPr/>
          <p:nvPr/>
        </p:nvSpPr>
        <p:spPr>
          <a:xfrm>
            <a:off x="6303299" y="3657875"/>
            <a:ext cx="504000" cy="463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5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numbers multiplicatively</a:t>
            </a:r>
            <a:endParaRPr/>
          </a:p>
        </p:txBody>
      </p:sp>
      <p:sp>
        <p:nvSpPr>
          <p:cNvPr id="2454" name="Google Shape;2454;p15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455" name="Google Shape;2455;p15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pic>
        <p:nvPicPr>
          <p:cNvPr id="2456" name="Google Shape;245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8" y="298838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1" name="Google Shape;2461;p151"/>
          <p:cNvGrpSpPr/>
          <p:nvPr/>
        </p:nvGrpSpPr>
        <p:grpSpPr>
          <a:xfrm>
            <a:off x="2681987" y="2502403"/>
            <a:ext cx="3807943" cy="341404"/>
            <a:chOff x="2538957" y="3639625"/>
            <a:chExt cx="3807943" cy="487650"/>
          </a:xfrm>
        </p:grpSpPr>
        <p:cxnSp>
          <p:nvCxnSpPr>
            <p:cNvPr id="2462" name="Google Shape;2462;p151"/>
            <p:cNvCxnSpPr>
              <a:stCxn id="2463" idx="5"/>
              <a:endCxn id="2464" idx="1"/>
            </p:cNvCxnSpPr>
            <p:nvPr/>
          </p:nvCxnSpPr>
          <p:spPr>
            <a:xfrm>
              <a:off x="2538957" y="3639632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65" name="Google Shape;2465;p151"/>
            <p:cNvCxnSpPr>
              <a:stCxn id="2464" idx="3"/>
              <a:endCxn id="2466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64" name="Google Shape;2464;p151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67" name="Google Shape;2467;p15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have looked at how the multiplier </a:t>
            </a:r>
            <a:r>
              <a:rPr lang="en-GB" sz="2000"/>
              <a:t>between</a:t>
            </a:r>
            <a:r>
              <a:rPr lang="en-GB" sz="2000"/>
              <a:t> two numbers can be found using multiple steps and combining them. </a:t>
            </a:r>
            <a:endParaRPr sz="2000"/>
          </a:p>
        </p:txBody>
      </p:sp>
      <p:sp>
        <p:nvSpPr>
          <p:cNvPr id="2468" name="Google Shape;246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grpSp>
        <p:nvGrpSpPr>
          <p:cNvPr id="2469" name="Google Shape;2469;p151"/>
          <p:cNvGrpSpPr/>
          <p:nvPr/>
        </p:nvGrpSpPr>
        <p:grpSpPr>
          <a:xfrm>
            <a:off x="2090474" y="1916017"/>
            <a:ext cx="4990840" cy="687000"/>
            <a:chOff x="1947424" y="3053267"/>
            <a:chExt cx="4990840" cy="687000"/>
          </a:xfrm>
        </p:grpSpPr>
        <p:grpSp>
          <p:nvGrpSpPr>
            <p:cNvPr id="2470" name="Google Shape;2470;p151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2471" name="Google Shape;2471;p151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2" name="Google Shape;2472;p151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66" name="Google Shape;2466;p151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3" name="Google Shape;2463;p151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73" name="Google Shape;2473;p151"/>
          <p:cNvSpPr txBox="1"/>
          <p:nvPr/>
        </p:nvSpPr>
        <p:spPr>
          <a:xfrm>
            <a:off x="3030250" y="2520225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4" name="Google Shape;2474;p151"/>
          <p:cNvSpPr txBox="1"/>
          <p:nvPr/>
        </p:nvSpPr>
        <p:spPr>
          <a:xfrm>
            <a:off x="4299525" y="2521300"/>
            <a:ext cx="563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5" name="Google Shape;2475;p151"/>
          <p:cNvGrpSpPr/>
          <p:nvPr/>
        </p:nvGrpSpPr>
        <p:grpSpPr>
          <a:xfrm>
            <a:off x="5459350" y="2641963"/>
            <a:ext cx="603900" cy="468946"/>
            <a:chOff x="3716100" y="2102813"/>
            <a:chExt cx="603900" cy="468946"/>
          </a:xfrm>
        </p:grpSpPr>
        <p:sp>
          <p:nvSpPr>
            <p:cNvPr id="2476" name="Google Shape;2476;p151"/>
            <p:cNvSpPr txBox="1"/>
            <p:nvPr/>
          </p:nvSpPr>
          <p:spPr>
            <a:xfrm>
              <a:off x="3716100" y="21094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2477" name="Google Shape;2477;p151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20447" y="2102813"/>
              <a:ext cx="141703" cy="468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8" name="Google Shape;2478;p151"/>
          <p:cNvGrpSpPr/>
          <p:nvPr/>
        </p:nvGrpSpPr>
        <p:grpSpPr>
          <a:xfrm>
            <a:off x="3780975" y="3137550"/>
            <a:ext cx="1455300" cy="687000"/>
            <a:chOff x="6232150" y="2332575"/>
            <a:chExt cx="1455300" cy="687000"/>
          </a:xfrm>
        </p:grpSpPr>
        <p:sp>
          <p:nvSpPr>
            <p:cNvPr id="2479" name="Google Shape;2479;p151"/>
            <p:cNvSpPr txBox="1"/>
            <p:nvPr/>
          </p:nvSpPr>
          <p:spPr>
            <a:xfrm>
              <a:off x="6232150" y="2332575"/>
              <a:ext cx="14553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×    = 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3}&quot;&gt;&lt;mfrac&gt;&lt;mn&gt;4&lt;/mn&gt;&lt;mn&gt;3&lt;/mn&gt;&lt;/mfrac&gt;&lt;/math&gt;" id="2480" name="Google Shape;2480;p151" title="four third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7592" y="2376901"/>
              <a:ext cx="153958" cy="513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2481" name="Google Shape;2481;p151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90300" y="2375960"/>
              <a:ext cx="153950" cy="5094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2" name="Google Shape;2482;p151"/>
          <p:cNvGrpSpPr/>
          <p:nvPr/>
        </p:nvGrpSpPr>
        <p:grpSpPr>
          <a:xfrm>
            <a:off x="4341500" y="1619150"/>
            <a:ext cx="470700" cy="513300"/>
            <a:chOff x="4341500" y="1619150"/>
            <a:chExt cx="470700" cy="513300"/>
          </a:xfrm>
        </p:grpSpPr>
        <p:sp>
          <p:nvSpPr>
            <p:cNvPr id="2483" name="Google Shape;2483;p151"/>
            <p:cNvSpPr txBox="1"/>
            <p:nvPr/>
          </p:nvSpPr>
          <p:spPr>
            <a:xfrm>
              <a:off x="4341500" y="1619150"/>
              <a:ext cx="470700" cy="5133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7200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3}&quot;&gt;&lt;mfrac&gt;&lt;mn&gt;4&lt;/mn&gt;&lt;mn&gt;3&lt;/mn&gt;&lt;/mfrac&gt;&lt;/math&gt;" id="2484" name="Google Shape;2484;p151" title="four third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59612" y="1639625"/>
              <a:ext cx="141700" cy="472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152"/>
          <p:cNvSpPr txBox="1"/>
          <p:nvPr>
            <p:ph idx="1" type="body"/>
          </p:nvPr>
        </p:nvSpPr>
        <p:spPr>
          <a:xfrm>
            <a:off x="324000" y="759300"/>
            <a:ext cx="8237700" cy="7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the middle value suggested, fill in the missing multipliers in each of the following:</a:t>
            </a:r>
            <a:endParaRPr sz="2000"/>
          </a:p>
        </p:txBody>
      </p:sp>
      <p:sp>
        <p:nvSpPr>
          <p:cNvPr id="2490" name="Google Shape;2490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491" name="Google Shape;2491;p152"/>
          <p:cNvSpPr txBox="1"/>
          <p:nvPr/>
        </p:nvSpPr>
        <p:spPr>
          <a:xfrm>
            <a:off x="324000" y="15604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2" name="Google Shape;2492;p152"/>
          <p:cNvSpPr txBox="1"/>
          <p:nvPr/>
        </p:nvSpPr>
        <p:spPr>
          <a:xfrm>
            <a:off x="324000" y="295850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93" name="Google Shape;2493;p152"/>
          <p:cNvGrpSpPr/>
          <p:nvPr/>
        </p:nvGrpSpPr>
        <p:grpSpPr>
          <a:xfrm>
            <a:off x="1341412" y="2386154"/>
            <a:ext cx="3908318" cy="353438"/>
            <a:chOff x="2417582" y="3473579"/>
            <a:chExt cx="3908318" cy="504839"/>
          </a:xfrm>
        </p:grpSpPr>
        <p:cxnSp>
          <p:nvCxnSpPr>
            <p:cNvPr id="2494" name="Google Shape;2494;p152"/>
            <p:cNvCxnSpPr>
              <a:stCxn id="2495" idx="5"/>
              <a:endCxn id="2496" idx="1"/>
            </p:cNvCxnSpPr>
            <p:nvPr/>
          </p:nvCxnSpPr>
          <p:spPr>
            <a:xfrm>
              <a:off x="2417582" y="3473579"/>
              <a:ext cx="17181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97" name="Google Shape;2497;p152"/>
            <p:cNvCxnSpPr>
              <a:stCxn id="2496" idx="3"/>
              <a:endCxn id="2498" idx="3"/>
            </p:cNvCxnSpPr>
            <p:nvPr/>
          </p:nvCxnSpPr>
          <p:spPr>
            <a:xfrm flipH="1" rot="10800000">
              <a:off x="4739500" y="3473668"/>
              <a:ext cx="15864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6" name="Google Shape;2496;p152"/>
            <p:cNvSpPr/>
            <p:nvPr/>
          </p:nvSpPr>
          <p:spPr>
            <a:xfrm>
              <a:off x="4135600" y="3490918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9" name="Google Shape;2499;p152"/>
          <p:cNvGrpSpPr/>
          <p:nvPr/>
        </p:nvGrpSpPr>
        <p:grpSpPr>
          <a:xfrm>
            <a:off x="871274" y="1916017"/>
            <a:ext cx="4848640" cy="550800"/>
            <a:chOff x="1947424" y="3053267"/>
            <a:chExt cx="4848640" cy="550800"/>
          </a:xfrm>
        </p:grpSpPr>
        <p:grpSp>
          <p:nvGrpSpPr>
            <p:cNvPr id="2500" name="Google Shape;2500;p152"/>
            <p:cNvGrpSpPr/>
            <p:nvPr/>
          </p:nvGrpSpPr>
          <p:grpSpPr>
            <a:xfrm flipH="1" rot="10800000">
              <a:off x="2340200" y="3331138"/>
              <a:ext cx="3905058" cy="4"/>
              <a:chOff x="2366656" y="2088752"/>
              <a:chExt cx="3905058" cy="8"/>
            </a:xfrm>
          </p:grpSpPr>
          <p:cxnSp>
            <p:nvCxnSpPr>
              <p:cNvPr id="2501" name="Google Shape;2501;p152"/>
              <p:cNvCxnSpPr/>
              <p:nvPr/>
            </p:nvCxnSpPr>
            <p:spPr>
              <a:xfrm>
                <a:off x="3881615" y="2088761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2" name="Google Shape;2502;p152"/>
              <p:cNvCxnSpPr/>
              <p:nvPr/>
            </p:nvCxnSpPr>
            <p:spPr>
              <a:xfrm>
                <a:off x="2366656" y="2088752"/>
                <a:ext cx="2254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498" name="Google Shape;2498;p152"/>
            <p:cNvSpPr/>
            <p:nvPr/>
          </p:nvSpPr>
          <p:spPr>
            <a:xfrm>
              <a:off x="6245265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5" name="Google Shape;2495;p15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03" name="Google Shape;2503;p152"/>
          <p:cNvSpPr txBox="1"/>
          <p:nvPr/>
        </p:nvSpPr>
        <p:spPr>
          <a:xfrm>
            <a:off x="1811050" y="2499851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4" name="Google Shape;2504;p152"/>
          <p:cNvSpPr txBox="1"/>
          <p:nvPr/>
        </p:nvSpPr>
        <p:spPr>
          <a:xfrm>
            <a:off x="3081950" y="2466825"/>
            <a:ext cx="55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5" name="Google Shape;2505;p152"/>
          <p:cNvSpPr txBox="1"/>
          <p:nvPr/>
        </p:nvSpPr>
        <p:spPr>
          <a:xfrm>
            <a:off x="3122300" y="156045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06" name="Google Shape;2506;p152"/>
          <p:cNvGrpSpPr/>
          <p:nvPr/>
        </p:nvGrpSpPr>
        <p:grpSpPr>
          <a:xfrm>
            <a:off x="1341412" y="3877704"/>
            <a:ext cx="3908318" cy="353438"/>
            <a:chOff x="2417582" y="3473579"/>
            <a:chExt cx="3908318" cy="504839"/>
          </a:xfrm>
        </p:grpSpPr>
        <p:cxnSp>
          <p:nvCxnSpPr>
            <p:cNvPr id="2507" name="Google Shape;2507;p152"/>
            <p:cNvCxnSpPr>
              <a:stCxn id="2508" idx="5"/>
              <a:endCxn id="2509" idx="1"/>
            </p:cNvCxnSpPr>
            <p:nvPr/>
          </p:nvCxnSpPr>
          <p:spPr>
            <a:xfrm>
              <a:off x="2417582" y="3473579"/>
              <a:ext cx="17181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10" name="Google Shape;2510;p152"/>
            <p:cNvCxnSpPr>
              <a:stCxn id="2509" idx="3"/>
              <a:endCxn id="2511" idx="3"/>
            </p:cNvCxnSpPr>
            <p:nvPr/>
          </p:nvCxnSpPr>
          <p:spPr>
            <a:xfrm flipH="1" rot="10800000">
              <a:off x="4739500" y="3473668"/>
              <a:ext cx="15864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09" name="Google Shape;2509;p152"/>
            <p:cNvSpPr/>
            <p:nvPr/>
          </p:nvSpPr>
          <p:spPr>
            <a:xfrm>
              <a:off x="4135600" y="3490918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12" name="Google Shape;2512;p152"/>
          <p:cNvSpPr txBox="1"/>
          <p:nvPr/>
        </p:nvSpPr>
        <p:spPr>
          <a:xfrm>
            <a:off x="4240150" y="249616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3" name="Google Shape;2513;p152"/>
          <p:cNvGrpSpPr/>
          <p:nvPr/>
        </p:nvGrpSpPr>
        <p:grpSpPr>
          <a:xfrm>
            <a:off x="871274" y="3407567"/>
            <a:ext cx="4848640" cy="550800"/>
            <a:chOff x="1947424" y="3053267"/>
            <a:chExt cx="4848640" cy="550800"/>
          </a:xfrm>
        </p:grpSpPr>
        <p:grpSp>
          <p:nvGrpSpPr>
            <p:cNvPr id="2514" name="Google Shape;2514;p152"/>
            <p:cNvGrpSpPr/>
            <p:nvPr/>
          </p:nvGrpSpPr>
          <p:grpSpPr>
            <a:xfrm flipH="1" rot="10800000">
              <a:off x="2340200" y="3331138"/>
              <a:ext cx="3905058" cy="4"/>
              <a:chOff x="2366656" y="2088752"/>
              <a:chExt cx="3905058" cy="8"/>
            </a:xfrm>
          </p:grpSpPr>
          <p:cxnSp>
            <p:nvCxnSpPr>
              <p:cNvPr id="2515" name="Google Shape;2515;p152"/>
              <p:cNvCxnSpPr/>
              <p:nvPr/>
            </p:nvCxnSpPr>
            <p:spPr>
              <a:xfrm>
                <a:off x="3881615" y="2088761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6" name="Google Shape;2516;p152"/>
              <p:cNvCxnSpPr/>
              <p:nvPr/>
            </p:nvCxnSpPr>
            <p:spPr>
              <a:xfrm>
                <a:off x="2366656" y="2088752"/>
                <a:ext cx="2254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11" name="Google Shape;2511;p152"/>
            <p:cNvSpPr/>
            <p:nvPr/>
          </p:nvSpPr>
          <p:spPr>
            <a:xfrm>
              <a:off x="6245265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8" name="Google Shape;2508;p15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17" name="Google Shape;2517;p152"/>
          <p:cNvSpPr txBox="1"/>
          <p:nvPr/>
        </p:nvSpPr>
        <p:spPr>
          <a:xfrm>
            <a:off x="1811050" y="3991401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8" name="Google Shape;2518;p152"/>
          <p:cNvSpPr txBox="1"/>
          <p:nvPr/>
        </p:nvSpPr>
        <p:spPr>
          <a:xfrm>
            <a:off x="3081950" y="3958375"/>
            <a:ext cx="55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9" name="Google Shape;2519;p152"/>
          <p:cNvSpPr txBox="1"/>
          <p:nvPr/>
        </p:nvSpPr>
        <p:spPr>
          <a:xfrm>
            <a:off x="4240150" y="398771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0" name="Google Shape;2520;p152"/>
          <p:cNvSpPr txBox="1"/>
          <p:nvPr/>
        </p:nvSpPr>
        <p:spPr>
          <a:xfrm>
            <a:off x="3122300" y="305200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526" name="Google Shape;2526;p153"/>
          <p:cNvSpPr txBox="1"/>
          <p:nvPr/>
        </p:nvSpPr>
        <p:spPr>
          <a:xfrm>
            <a:off x="324000" y="15604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7" name="Google Shape;2527;p153"/>
          <p:cNvSpPr txBox="1"/>
          <p:nvPr/>
        </p:nvSpPr>
        <p:spPr>
          <a:xfrm>
            <a:off x="324000" y="295850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28" name="Google Shape;2528;p153"/>
          <p:cNvGrpSpPr/>
          <p:nvPr/>
        </p:nvGrpSpPr>
        <p:grpSpPr>
          <a:xfrm>
            <a:off x="1341412" y="2386154"/>
            <a:ext cx="3908318" cy="353438"/>
            <a:chOff x="2417582" y="3473579"/>
            <a:chExt cx="3908318" cy="504839"/>
          </a:xfrm>
        </p:grpSpPr>
        <p:cxnSp>
          <p:nvCxnSpPr>
            <p:cNvPr id="2529" name="Google Shape;2529;p153"/>
            <p:cNvCxnSpPr>
              <a:stCxn id="2530" idx="5"/>
              <a:endCxn id="2531" idx="1"/>
            </p:cNvCxnSpPr>
            <p:nvPr/>
          </p:nvCxnSpPr>
          <p:spPr>
            <a:xfrm>
              <a:off x="2417582" y="3473579"/>
              <a:ext cx="17181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32" name="Google Shape;2532;p153"/>
            <p:cNvCxnSpPr>
              <a:stCxn id="2531" idx="3"/>
              <a:endCxn id="2533" idx="3"/>
            </p:cNvCxnSpPr>
            <p:nvPr/>
          </p:nvCxnSpPr>
          <p:spPr>
            <a:xfrm flipH="1" rot="10800000">
              <a:off x="4739500" y="3473668"/>
              <a:ext cx="15864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1" name="Google Shape;2531;p153"/>
            <p:cNvSpPr/>
            <p:nvPr/>
          </p:nvSpPr>
          <p:spPr>
            <a:xfrm>
              <a:off x="4135600" y="3490918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34" name="Google Shape;2534;p153"/>
          <p:cNvGrpSpPr/>
          <p:nvPr/>
        </p:nvGrpSpPr>
        <p:grpSpPr>
          <a:xfrm>
            <a:off x="871274" y="1916017"/>
            <a:ext cx="4848640" cy="550800"/>
            <a:chOff x="1947424" y="3053267"/>
            <a:chExt cx="4848640" cy="550800"/>
          </a:xfrm>
        </p:grpSpPr>
        <p:grpSp>
          <p:nvGrpSpPr>
            <p:cNvPr id="2535" name="Google Shape;2535;p153"/>
            <p:cNvGrpSpPr/>
            <p:nvPr/>
          </p:nvGrpSpPr>
          <p:grpSpPr>
            <a:xfrm flipH="1" rot="10800000">
              <a:off x="2340200" y="3331138"/>
              <a:ext cx="3905058" cy="4"/>
              <a:chOff x="2366656" y="2088752"/>
              <a:chExt cx="3905058" cy="8"/>
            </a:xfrm>
          </p:grpSpPr>
          <p:cxnSp>
            <p:nvCxnSpPr>
              <p:cNvPr id="2536" name="Google Shape;2536;p153"/>
              <p:cNvCxnSpPr/>
              <p:nvPr/>
            </p:nvCxnSpPr>
            <p:spPr>
              <a:xfrm>
                <a:off x="3881615" y="2088761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7" name="Google Shape;2537;p153"/>
              <p:cNvCxnSpPr/>
              <p:nvPr/>
            </p:nvCxnSpPr>
            <p:spPr>
              <a:xfrm>
                <a:off x="2366656" y="2088752"/>
                <a:ext cx="2254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33" name="Google Shape;2533;p153"/>
            <p:cNvSpPr/>
            <p:nvPr/>
          </p:nvSpPr>
          <p:spPr>
            <a:xfrm>
              <a:off x="6245265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0" name="Google Shape;2530;p153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38" name="Google Shape;2538;p153"/>
          <p:cNvSpPr txBox="1"/>
          <p:nvPr/>
        </p:nvSpPr>
        <p:spPr>
          <a:xfrm>
            <a:off x="1811050" y="2499851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9" name="Google Shape;2539;p153"/>
          <p:cNvSpPr txBox="1"/>
          <p:nvPr/>
        </p:nvSpPr>
        <p:spPr>
          <a:xfrm>
            <a:off x="3081950" y="2466825"/>
            <a:ext cx="55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0" name="Google Shape;2540;p153"/>
          <p:cNvSpPr txBox="1"/>
          <p:nvPr/>
        </p:nvSpPr>
        <p:spPr>
          <a:xfrm>
            <a:off x="3122300" y="156045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41" name="Google Shape;2541;p153"/>
          <p:cNvGrpSpPr/>
          <p:nvPr/>
        </p:nvGrpSpPr>
        <p:grpSpPr>
          <a:xfrm>
            <a:off x="1341412" y="3877704"/>
            <a:ext cx="3908318" cy="353438"/>
            <a:chOff x="2417582" y="3473579"/>
            <a:chExt cx="3908318" cy="504839"/>
          </a:xfrm>
        </p:grpSpPr>
        <p:cxnSp>
          <p:nvCxnSpPr>
            <p:cNvPr id="2542" name="Google Shape;2542;p153"/>
            <p:cNvCxnSpPr>
              <a:stCxn id="2543" idx="5"/>
              <a:endCxn id="2544" idx="1"/>
            </p:cNvCxnSpPr>
            <p:nvPr/>
          </p:nvCxnSpPr>
          <p:spPr>
            <a:xfrm>
              <a:off x="2417582" y="3473579"/>
              <a:ext cx="17181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45" name="Google Shape;2545;p153"/>
            <p:cNvCxnSpPr>
              <a:stCxn id="2544" idx="3"/>
              <a:endCxn id="2546" idx="3"/>
            </p:cNvCxnSpPr>
            <p:nvPr/>
          </p:nvCxnSpPr>
          <p:spPr>
            <a:xfrm flipH="1" rot="10800000">
              <a:off x="4739500" y="3473668"/>
              <a:ext cx="1586400" cy="2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4" name="Google Shape;2544;p153"/>
            <p:cNvSpPr/>
            <p:nvPr/>
          </p:nvSpPr>
          <p:spPr>
            <a:xfrm>
              <a:off x="4135600" y="3490918"/>
              <a:ext cx="6039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7" name="Google Shape;2547;p153"/>
          <p:cNvSpPr txBox="1"/>
          <p:nvPr/>
        </p:nvSpPr>
        <p:spPr>
          <a:xfrm>
            <a:off x="4240150" y="249616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48" name="Google Shape;2548;p153"/>
          <p:cNvGrpSpPr/>
          <p:nvPr/>
        </p:nvGrpSpPr>
        <p:grpSpPr>
          <a:xfrm>
            <a:off x="871274" y="3407567"/>
            <a:ext cx="4848640" cy="550800"/>
            <a:chOff x="1947424" y="3053267"/>
            <a:chExt cx="4848640" cy="550800"/>
          </a:xfrm>
        </p:grpSpPr>
        <p:grpSp>
          <p:nvGrpSpPr>
            <p:cNvPr id="2549" name="Google Shape;2549;p153"/>
            <p:cNvGrpSpPr/>
            <p:nvPr/>
          </p:nvGrpSpPr>
          <p:grpSpPr>
            <a:xfrm flipH="1" rot="10800000">
              <a:off x="2340200" y="3331138"/>
              <a:ext cx="3905058" cy="4"/>
              <a:chOff x="2366656" y="2088752"/>
              <a:chExt cx="3905058" cy="8"/>
            </a:xfrm>
          </p:grpSpPr>
          <p:cxnSp>
            <p:nvCxnSpPr>
              <p:cNvPr id="2550" name="Google Shape;2550;p153"/>
              <p:cNvCxnSpPr/>
              <p:nvPr/>
            </p:nvCxnSpPr>
            <p:spPr>
              <a:xfrm>
                <a:off x="3881615" y="2088761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1" name="Google Shape;2551;p153"/>
              <p:cNvCxnSpPr/>
              <p:nvPr/>
            </p:nvCxnSpPr>
            <p:spPr>
              <a:xfrm>
                <a:off x="2366656" y="2088752"/>
                <a:ext cx="2254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46" name="Google Shape;2546;p153"/>
            <p:cNvSpPr/>
            <p:nvPr/>
          </p:nvSpPr>
          <p:spPr>
            <a:xfrm>
              <a:off x="6245265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3" name="Google Shape;2543;p153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52" name="Google Shape;2552;p153"/>
          <p:cNvSpPr txBox="1"/>
          <p:nvPr/>
        </p:nvSpPr>
        <p:spPr>
          <a:xfrm>
            <a:off x="1811050" y="3991401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3" name="Google Shape;2553;p153"/>
          <p:cNvSpPr txBox="1"/>
          <p:nvPr/>
        </p:nvSpPr>
        <p:spPr>
          <a:xfrm>
            <a:off x="3081950" y="3958375"/>
            <a:ext cx="55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153"/>
          <p:cNvSpPr txBox="1"/>
          <p:nvPr/>
        </p:nvSpPr>
        <p:spPr>
          <a:xfrm>
            <a:off x="4240150" y="398771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5" name="Google Shape;2555;p153"/>
          <p:cNvSpPr txBox="1"/>
          <p:nvPr/>
        </p:nvSpPr>
        <p:spPr>
          <a:xfrm>
            <a:off x="3122300" y="3052000"/>
            <a:ext cx="470700" cy="51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556" name="Google Shape;2556;p153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949" y="2529464"/>
            <a:ext cx="131840" cy="423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2557" name="Google Shape;2557;p153" title="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605214"/>
            <a:ext cx="131840" cy="423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2558" name="Google Shape;2558;p153" title="one eigh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2962" y="4043099"/>
            <a:ext cx="131840" cy="436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559" name="Google Shape;2559;p153" title="three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610" y="3090477"/>
            <a:ext cx="131840" cy="436328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153"/>
          <p:cNvSpPr txBox="1"/>
          <p:nvPr>
            <p:ph idx="1" type="body"/>
          </p:nvPr>
        </p:nvSpPr>
        <p:spPr>
          <a:xfrm>
            <a:off x="324000" y="759300"/>
            <a:ext cx="8237700" cy="7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the middle value suggested, fill in the missing multipliers in each of the following: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154"/>
          <p:cNvSpPr txBox="1"/>
          <p:nvPr/>
        </p:nvSpPr>
        <p:spPr>
          <a:xfrm>
            <a:off x="3030250" y="2884300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66" name="Google Shape;2566;p154"/>
          <p:cNvGrpSpPr/>
          <p:nvPr/>
        </p:nvGrpSpPr>
        <p:grpSpPr>
          <a:xfrm>
            <a:off x="2090474" y="2220817"/>
            <a:ext cx="4990840" cy="687000"/>
            <a:chOff x="1947424" y="3053267"/>
            <a:chExt cx="4990840" cy="687000"/>
          </a:xfrm>
        </p:grpSpPr>
        <p:grpSp>
          <p:nvGrpSpPr>
            <p:cNvPr id="2567" name="Google Shape;2567;p154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2568" name="Google Shape;2568;p154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9" name="Google Shape;2569;p154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70" name="Google Shape;2570;p154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1" name="Google Shape;2571;p154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72" name="Google Shape;2572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573" name="Google Shape;2573;p154"/>
          <p:cNvSpPr txBox="1"/>
          <p:nvPr>
            <p:ph idx="1" type="body"/>
          </p:nvPr>
        </p:nvSpPr>
        <p:spPr>
          <a:xfrm>
            <a:off x="324000" y="759300"/>
            <a:ext cx="8702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82828"/>
                </a:solidFill>
              </a:rPr>
              <a:t>Using the knowledge that a n</a:t>
            </a:r>
            <a:r>
              <a:rPr lang="en-GB" sz="1800">
                <a:solidFill>
                  <a:srgbClr val="282828"/>
                </a:solidFill>
              </a:rPr>
              <a:t>umber multiplied by its reciprocal is equal to 1, we can easily </a:t>
            </a:r>
            <a:r>
              <a:rPr lang="en-GB" sz="1800"/>
              <a:t>work out the multiplicative relationship between all numbers using 1 as the middle step.</a:t>
            </a:r>
            <a:endParaRPr sz="1800"/>
          </a:p>
        </p:txBody>
      </p:sp>
      <p:sp>
        <p:nvSpPr>
          <p:cNvPr id="2574" name="Google Shape;2574;p154"/>
          <p:cNvSpPr txBox="1"/>
          <p:nvPr>
            <p:ph idx="1" type="body"/>
          </p:nvPr>
        </p:nvSpPr>
        <p:spPr>
          <a:xfrm>
            <a:off x="324000" y="2700000"/>
            <a:ext cx="20079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are the multipliers?</a:t>
            </a:r>
            <a:endParaRPr sz="1800"/>
          </a:p>
        </p:txBody>
      </p:sp>
      <p:sp>
        <p:nvSpPr>
          <p:cNvPr id="2575" name="Google Shape;2575;p154"/>
          <p:cNvSpPr txBox="1"/>
          <p:nvPr>
            <p:ph idx="1" type="body"/>
          </p:nvPr>
        </p:nvSpPr>
        <p:spPr>
          <a:xfrm>
            <a:off x="324000" y="4202975"/>
            <a:ext cx="7947000" cy="6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next multiplier will then always be the same as the value you are trying to get to.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576" name="Google Shape;2576;p154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2331870" y="2277804"/>
            <a:ext cx="316500" cy="57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577" name="Google Shape;2577;p154" title="two fifths five halves"/>
          <p:cNvPicPr preferRelativeResize="0"/>
          <p:nvPr/>
        </p:nvPicPr>
        <p:blipFill rotWithShape="1">
          <a:blip r:embed="rId3">
            <a:alphaModFix/>
          </a:blip>
          <a:srcRect b="0" l="58232" r="-9575" t="0"/>
          <a:stretch/>
        </p:blipFill>
        <p:spPr>
          <a:xfrm>
            <a:off x="3241521" y="2900038"/>
            <a:ext cx="256172" cy="46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8" name="Google Shape;2578;p154"/>
          <p:cNvGrpSpPr/>
          <p:nvPr/>
        </p:nvGrpSpPr>
        <p:grpSpPr>
          <a:xfrm>
            <a:off x="2681987" y="2807203"/>
            <a:ext cx="3807943" cy="341404"/>
            <a:chOff x="2538957" y="3639625"/>
            <a:chExt cx="3807943" cy="487650"/>
          </a:xfrm>
        </p:grpSpPr>
        <p:cxnSp>
          <p:nvCxnSpPr>
            <p:cNvPr id="2579" name="Google Shape;2579;p154"/>
            <p:cNvCxnSpPr>
              <a:stCxn id="2571" idx="5"/>
              <a:endCxn id="2580" idx="1"/>
            </p:cNvCxnSpPr>
            <p:nvPr/>
          </p:nvCxnSpPr>
          <p:spPr>
            <a:xfrm>
              <a:off x="2538957" y="3639632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81" name="Google Shape;2581;p154"/>
            <p:cNvCxnSpPr>
              <a:stCxn id="2580" idx="3"/>
              <a:endCxn id="2570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0" name="Google Shape;2580;p154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82" name="Google Shape;2582;p154"/>
          <p:cNvSpPr txBox="1"/>
          <p:nvPr/>
        </p:nvSpPr>
        <p:spPr>
          <a:xfrm>
            <a:off x="4295000" y="2884300"/>
            <a:ext cx="56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3" name="Google Shape;2583;p154"/>
          <p:cNvSpPr txBox="1"/>
          <p:nvPr/>
        </p:nvSpPr>
        <p:spPr>
          <a:xfrm>
            <a:off x="5378575" y="288431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4" name="Google Shape;2584;p154"/>
          <p:cNvSpPr txBox="1"/>
          <p:nvPr>
            <p:ph idx="1" type="body"/>
          </p:nvPr>
        </p:nvSpPr>
        <p:spPr>
          <a:xfrm>
            <a:off x="324000" y="3623900"/>
            <a:ext cx="59328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    by its reciprocal     to get to 1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585" name="Google Shape;2585;p154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1265461" y="3543242"/>
            <a:ext cx="256175" cy="463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586" name="Google Shape;2586;p154" title="two fifths five halves"/>
          <p:cNvPicPr preferRelativeResize="0"/>
          <p:nvPr/>
        </p:nvPicPr>
        <p:blipFill rotWithShape="1">
          <a:blip r:embed="rId3">
            <a:alphaModFix/>
          </a:blip>
          <a:srcRect b="0" l="58232" r="-9575" t="0"/>
          <a:stretch/>
        </p:blipFill>
        <p:spPr>
          <a:xfrm>
            <a:off x="3277821" y="3543238"/>
            <a:ext cx="256172" cy="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155"/>
          <p:cNvSpPr txBox="1"/>
          <p:nvPr/>
        </p:nvSpPr>
        <p:spPr>
          <a:xfrm>
            <a:off x="5328725" y="3778800"/>
            <a:ext cx="14553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× 7 =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2" name="Google Shape;2592;p155"/>
          <p:cNvSpPr txBox="1"/>
          <p:nvPr/>
        </p:nvSpPr>
        <p:spPr>
          <a:xfrm>
            <a:off x="3030250" y="2884300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93" name="Google Shape;2593;p155"/>
          <p:cNvGrpSpPr/>
          <p:nvPr/>
        </p:nvGrpSpPr>
        <p:grpSpPr>
          <a:xfrm>
            <a:off x="2090474" y="2220817"/>
            <a:ext cx="4990840" cy="687000"/>
            <a:chOff x="1947424" y="3053267"/>
            <a:chExt cx="4990840" cy="687000"/>
          </a:xfrm>
        </p:grpSpPr>
        <p:grpSp>
          <p:nvGrpSpPr>
            <p:cNvPr id="2594" name="Google Shape;2594;p155"/>
            <p:cNvGrpSpPr/>
            <p:nvPr/>
          </p:nvGrpSpPr>
          <p:grpSpPr>
            <a:xfrm flipH="1" rot="10800000">
              <a:off x="2640418" y="3396696"/>
              <a:ext cx="3604840" cy="0"/>
              <a:chOff x="2666874" y="1960292"/>
              <a:chExt cx="3604840" cy="0"/>
            </a:xfrm>
          </p:grpSpPr>
          <p:cxnSp>
            <p:nvCxnSpPr>
              <p:cNvPr id="2595" name="Google Shape;2595;p155"/>
              <p:cNvCxnSpPr/>
              <p:nvPr/>
            </p:nvCxnSpPr>
            <p:spPr>
              <a:xfrm>
                <a:off x="3881615" y="1960292"/>
                <a:ext cx="2390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6" name="Google Shape;2596;p155"/>
              <p:cNvCxnSpPr/>
              <p:nvPr/>
            </p:nvCxnSpPr>
            <p:spPr>
              <a:xfrm>
                <a:off x="2666874" y="1960292"/>
                <a:ext cx="19539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597" name="Google Shape;2597;p155"/>
            <p:cNvSpPr/>
            <p:nvPr/>
          </p:nvSpPr>
          <p:spPr>
            <a:xfrm>
              <a:off x="6245265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8" name="Google Shape;2598;p155"/>
            <p:cNvSpPr/>
            <p:nvPr/>
          </p:nvSpPr>
          <p:spPr>
            <a:xfrm>
              <a:off x="1947424" y="305326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9" name="Google Shape;2599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600" name="Google Shape;2600;p155"/>
          <p:cNvSpPr txBox="1"/>
          <p:nvPr>
            <p:ph idx="1" type="body"/>
          </p:nvPr>
        </p:nvSpPr>
        <p:spPr>
          <a:xfrm>
            <a:off x="324000" y="759300"/>
            <a:ext cx="87021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82828"/>
                </a:solidFill>
              </a:rPr>
              <a:t>Using the knowledge that a number multiplied by its reciprocal is equal to 1, we can easily </a:t>
            </a:r>
            <a:r>
              <a:rPr lang="en-GB" sz="1800"/>
              <a:t>work out the multiplicative relationship between all numbers using 1 as the middle step.</a:t>
            </a:r>
            <a:endParaRPr sz="1800"/>
          </a:p>
        </p:txBody>
      </p:sp>
      <p:sp>
        <p:nvSpPr>
          <p:cNvPr id="2601" name="Google Shape;2601;p155"/>
          <p:cNvSpPr txBox="1"/>
          <p:nvPr>
            <p:ph idx="1" type="body"/>
          </p:nvPr>
        </p:nvSpPr>
        <p:spPr>
          <a:xfrm>
            <a:off x="303800" y="4000500"/>
            <a:ext cx="75789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Now you can work out the single multiplier.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5}{2}&quot;&gt;&lt;mfrac&gt;&lt;mn&gt;35&lt;/mn&gt;&lt;mn&gt;2&lt;/mn&gt;&lt;/mfrac&gt;&lt;/math&gt;" id="2602" name="Google Shape;2602;p155" title="35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9949" y="3813251"/>
            <a:ext cx="281742" cy="51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603" name="Google Shape;2603;p155" title="two fifths five halves"/>
          <p:cNvPicPr preferRelativeResize="0"/>
          <p:nvPr/>
        </p:nvPicPr>
        <p:blipFill rotWithShape="1">
          <a:blip r:embed="rId4">
            <a:alphaModFix/>
          </a:blip>
          <a:srcRect b="0" l="0" r="48657" t="0"/>
          <a:stretch/>
        </p:blipFill>
        <p:spPr>
          <a:xfrm>
            <a:off x="2331870" y="2277804"/>
            <a:ext cx="316500" cy="57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604" name="Google Shape;2604;p155" title="two fifths five halves"/>
          <p:cNvPicPr preferRelativeResize="0"/>
          <p:nvPr/>
        </p:nvPicPr>
        <p:blipFill rotWithShape="1">
          <a:blip r:embed="rId4">
            <a:alphaModFix/>
          </a:blip>
          <a:srcRect b="0" l="58232" r="-9575" t="0"/>
          <a:stretch/>
        </p:blipFill>
        <p:spPr>
          <a:xfrm>
            <a:off x="3241521" y="2900038"/>
            <a:ext cx="256172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2605" name="Google Shape;2605;p155" title="two fifths five halves"/>
          <p:cNvPicPr preferRelativeResize="0"/>
          <p:nvPr/>
        </p:nvPicPr>
        <p:blipFill rotWithShape="1">
          <a:blip r:embed="rId4">
            <a:alphaModFix/>
          </a:blip>
          <a:srcRect b="0" l="58232" r="-9575" t="0"/>
          <a:stretch/>
        </p:blipFill>
        <p:spPr>
          <a:xfrm>
            <a:off x="5379359" y="3845088"/>
            <a:ext cx="256172" cy="46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6" name="Google Shape;2606;p155"/>
          <p:cNvGrpSpPr/>
          <p:nvPr/>
        </p:nvGrpSpPr>
        <p:grpSpPr>
          <a:xfrm>
            <a:off x="2681987" y="2807203"/>
            <a:ext cx="3807943" cy="341404"/>
            <a:chOff x="2538957" y="3639625"/>
            <a:chExt cx="3807943" cy="487650"/>
          </a:xfrm>
        </p:grpSpPr>
        <p:cxnSp>
          <p:nvCxnSpPr>
            <p:cNvPr id="2607" name="Google Shape;2607;p155"/>
            <p:cNvCxnSpPr>
              <a:stCxn id="2598" idx="5"/>
              <a:endCxn id="2608" idx="1"/>
            </p:cNvCxnSpPr>
            <p:nvPr/>
          </p:nvCxnSpPr>
          <p:spPr>
            <a:xfrm>
              <a:off x="2538957" y="3639632"/>
              <a:ext cx="15966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09" name="Google Shape;2609;p155"/>
            <p:cNvCxnSpPr>
              <a:stCxn id="2608" idx="3"/>
              <a:endCxn id="2597" idx="3"/>
            </p:cNvCxnSpPr>
            <p:nvPr/>
          </p:nvCxnSpPr>
          <p:spPr>
            <a:xfrm flipH="1" rot="10800000">
              <a:off x="4739500" y="3639625"/>
              <a:ext cx="1607400" cy="243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08" name="Google Shape;2608;p155"/>
            <p:cNvSpPr/>
            <p:nvPr/>
          </p:nvSpPr>
          <p:spPr>
            <a:xfrm>
              <a:off x="4135600" y="3639775"/>
              <a:ext cx="603900" cy="487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0" name="Google Shape;2610;p155"/>
          <p:cNvSpPr txBox="1"/>
          <p:nvPr/>
        </p:nvSpPr>
        <p:spPr>
          <a:xfrm>
            <a:off x="4295000" y="2884300"/>
            <a:ext cx="5637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1" name="Google Shape;2611;p155"/>
          <p:cNvSpPr txBox="1"/>
          <p:nvPr/>
        </p:nvSpPr>
        <p:spPr>
          <a:xfrm>
            <a:off x="5378575" y="2884312"/>
            <a:ext cx="603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2" name="Google Shape;2612;p155"/>
          <p:cNvSpPr txBox="1"/>
          <p:nvPr/>
        </p:nvSpPr>
        <p:spPr>
          <a:xfrm>
            <a:off x="4341500" y="1864025"/>
            <a:ext cx="563700" cy="57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5}{2}&quot;&gt;&lt;mfrac&gt;&lt;mn&gt;35&lt;/mn&gt;&lt;mn&gt;2&lt;/mn&gt;&lt;/mfrac&gt;&lt;/math&gt;" id="2613" name="Google Shape;2613;p155" title="35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903351"/>
            <a:ext cx="281742" cy="5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155"/>
          <p:cNvSpPr txBox="1"/>
          <p:nvPr>
            <p:ph idx="1" type="body"/>
          </p:nvPr>
        </p:nvSpPr>
        <p:spPr>
          <a:xfrm>
            <a:off x="324000" y="4465800"/>
            <a:ext cx="75789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use 1 like this, it is sometimes called the unitary method.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620" name="Google Shape;2620;p156"/>
          <p:cNvSpPr txBox="1"/>
          <p:nvPr>
            <p:ph idx="1" type="body"/>
          </p:nvPr>
        </p:nvSpPr>
        <p:spPr>
          <a:xfrm>
            <a:off x="4002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Here are some numbers connected </a:t>
            </a:r>
            <a:r>
              <a:rPr lang="en-GB" sz="1900"/>
              <a:t>multiplicatively</a:t>
            </a:r>
            <a:r>
              <a:rPr lang="en-GB" sz="1900"/>
              <a:t> using 1 as the middle step. Work out the single multiplier that connects each number.</a:t>
            </a:r>
            <a:endParaRPr sz="1900"/>
          </a:p>
        </p:txBody>
      </p:sp>
      <p:grpSp>
        <p:nvGrpSpPr>
          <p:cNvPr id="2621" name="Google Shape;2621;p156"/>
          <p:cNvGrpSpPr/>
          <p:nvPr/>
        </p:nvGrpSpPr>
        <p:grpSpPr>
          <a:xfrm>
            <a:off x="650436" y="1835593"/>
            <a:ext cx="4225680" cy="953849"/>
            <a:chOff x="2325199" y="1609768"/>
            <a:chExt cx="4225680" cy="953849"/>
          </a:xfrm>
        </p:grpSpPr>
        <p:cxnSp>
          <p:nvCxnSpPr>
            <p:cNvPr id="2622" name="Google Shape;2622;p156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3" name="Google Shape;2623;p156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4" name="Google Shape;2624;p156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25" name="Google Shape;2625;p156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6" name="Google Shape;2626;p156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7" name="Google Shape;2627;p156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8" name="Google Shape;2628;p156"/>
            <p:cNvSpPr/>
            <p:nvPr/>
          </p:nvSpPr>
          <p:spPr>
            <a:xfrm>
              <a:off x="3258550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9" name="Google Shape;2629;p156"/>
            <p:cNvSpPr txBox="1"/>
            <p:nvPr/>
          </p:nvSpPr>
          <p:spPr>
            <a:xfrm>
              <a:off x="3260107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0" name="Google Shape;2630;p156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1" name="Google Shape;2631;p156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32" name="Google Shape;2632;p156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33" name="Google Shape;2633;p156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4" name="Google Shape;2634;p156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5" name="Google Shape;2635;p156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6" name="Google Shape;2636;p156"/>
            <p:cNvSpPr/>
            <p:nvPr/>
          </p:nvSpPr>
          <p:spPr>
            <a:xfrm>
              <a:off x="5020115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7" name="Google Shape;2637;p156"/>
            <p:cNvSpPr txBox="1"/>
            <p:nvPr/>
          </p:nvSpPr>
          <p:spPr>
            <a:xfrm>
              <a:off x="5021672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8" name="Google Shape;2638;p156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9" name="Google Shape;2639;p156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40" name="Google Shape;2640;p156"/>
          <p:cNvSpPr txBox="1"/>
          <p:nvPr/>
        </p:nvSpPr>
        <p:spPr>
          <a:xfrm>
            <a:off x="1737373" y="187707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1" name="Google Shape;2641;p156"/>
          <p:cNvSpPr txBox="1"/>
          <p:nvPr/>
        </p:nvSpPr>
        <p:spPr>
          <a:xfrm>
            <a:off x="3515515" y="1860488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2" name="Google Shape;2642;p156"/>
          <p:cNvCxnSpPr/>
          <p:nvPr/>
        </p:nvCxnSpPr>
        <p:spPr>
          <a:xfrm>
            <a:off x="1563945" y="4281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3" name="Google Shape;2643;p156"/>
          <p:cNvCxnSpPr/>
          <p:nvPr/>
        </p:nvCxnSpPr>
        <p:spPr>
          <a:xfrm>
            <a:off x="968541" y="4281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4" name="Google Shape;2644;p156"/>
          <p:cNvCxnSpPr/>
          <p:nvPr/>
        </p:nvCxnSpPr>
        <p:spPr>
          <a:xfrm>
            <a:off x="1436557" y="4281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5" name="Google Shape;2645;p156"/>
          <p:cNvSpPr/>
          <p:nvPr/>
        </p:nvSpPr>
        <p:spPr>
          <a:xfrm>
            <a:off x="683567" y="38301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6" name="Google Shape;2646;p156"/>
          <p:cNvSpPr txBox="1"/>
          <p:nvPr/>
        </p:nvSpPr>
        <p:spPr>
          <a:xfrm>
            <a:off x="861134" y="39247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7" name="Google Shape;2647;p156"/>
          <p:cNvSpPr txBox="1"/>
          <p:nvPr/>
        </p:nvSpPr>
        <p:spPr>
          <a:xfrm>
            <a:off x="2581517" y="39247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8" name="Google Shape;2648;p156"/>
          <p:cNvCxnSpPr/>
          <p:nvPr/>
        </p:nvCxnSpPr>
        <p:spPr>
          <a:xfrm>
            <a:off x="3325509" y="4281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9" name="Google Shape;2649;p156"/>
          <p:cNvCxnSpPr/>
          <p:nvPr/>
        </p:nvCxnSpPr>
        <p:spPr>
          <a:xfrm>
            <a:off x="2730106" y="4281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0" name="Google Shape;2650;p156"/>
          <p:cNvCxnSpPr/>
          <p:nvPr/>
        </p:nvCxnSpPr>
        <p:spPr>
          <a:xfrm>
            <a:off x="3198122" y="4281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1" name="Google Shape;2651;p156"/>
          <p:cNvSpPr/>
          <p:nvPr/>
        </p:nvSpPr>
        <p:spPr>
          <a:xfrm>
            <a:off x="4216247" y="38301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2" name="Google Shape;2652;p156"/>
          <p:cNvSpPr txBox="1"/>
          <p:nvPr/>
        </p:nvSpPr>
        <p:spPr>
          <a:xfrm>
            <a:off x="2546499" y="39247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3" name="Google Shape;2653;p156"/>
          <p:cNvSpPr txBox="1"/>
          <p:nvPr/>
        </p:nvSpPr>
        <p:spPr>
          <a:xfrm>
            <a:off x="4419282" y="39247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4" name="Google Shape;2654;p156"/>
          <p:cNvSpPr/>
          <p:nvPr/>
        </p:nvSpPr>
        <p:spPr>
          <a:xfrm>
            <a:off x="2454682" y="38301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5" name="Google Shape;2655;p156"/>
          <p:cNvSpPr txBox="1"/>
          <p:nvPr/>
        </p:nvSpPr>
        <p:spPr>
          <a:xfrm>
            <a:off x="2527498" y="3913495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56" name="Google Shape;2656;p156"/>
          <p:cNvCxnSpPr/>
          <p:nvPr/>
        </p:nvCxnSpPr>
        <p:spPr>
          <a:xfrm>
            <a:off x="6110726" y="24449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7" name="Google Shape;2657;p156"/>
          <p:cNvCxnSpPr/>
          <p:nvPr/>
        </p:nvCxnSpPr>
        <p:spPr>
          <a:xfrm>
            <a:off x="6578742" y="24449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8" name="Google Shape;2658;p156"/>
          <p:cNvSpPr/>
          <p:nvPr/>
        </p:nvSpPr>
        <p:spPr>
          <a:xfrm>
            <a:off x="5825752" y="20700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59" name="Google Shape;2659;p156"/>
          <p:cNvCxnSpPr/>
          <p:nvPr/>
        </p:nvCxnSpPr>
        <p:spPr>
          <a:xfrm>
            <a:off x="6715094" y="24449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0" name="Google Shape;2660;p156"/>
          <p:cNvSpPr/>
          <p:nvPr/>
        </p:nvSpPr>
        <p:spPr>
          <a:xfrm>
            <a:off x="7605832" y="20700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1" name="Google Shape;2661;p156"/>
          <p:cNvSpPr txBox="1"/>
          <p:nvPr/>
        </p:nvSpPr>
        <p:spPr>
          <a:xfrm>
            <a:off x="7774080" y="21645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2" name="Google Shape;2662;p156"/>
          <p:cNvCxnSpPr/>
          <p:nvPr/>
        </p:nvCxnSpPr>
        <p:spPr>
          <a:xfrm>
            <a:off x="6143857" y="41726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3" name="Google Shape;2663;p156"/>
          <p:cNvCxnSpPr/>
          <p:nvPr/>
        </p:nvCxnSpPr>
        <p:spPr>
          <a:xfrm>
            <a:off x="6611872" y="41726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4" name="Google Shape;2664;p156"/>
          <p:cNvSpPr/>
          <p:nvPr/>
        </p:nvSpPr>
        <p:spPr>
          <a:xfrm>
            <a:off x="5858882" y="3797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5" name="Google Shape;2665;p156"/>
          <p:cNvCxnSpPr/>
          <p:nvPr/>
        </p:nvCxnSpPr>
        <p:spPr>
          <a:xfrm>
            <a:off x="6748225" y="41726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6" name="Google Shape;2666;p156"/>
          <p:cNvSpPr/>
          <p:nvPr/>
        </p:nvSpPr>
        <p:spPr>
          <a:xfrm>
            <a:off x="7638962" y="3797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7" name="Google Shape;2667;p156"/>
          <p:cNvSpPr txBox="1"/>
          <p:nvPr/>
        </p:nvSpPr>
        <p:spPr>
          <a:xfrm>
            <a:off x="6013197" y="3892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8" name="Google Shape;2668;p156"/>
          <p:cNvSpPr txBox="1"/>
          <p:nvPr/>
        </p:nvSpPr>
        <p:spPr>
          <a:xfrm>
            <a:off x="241850" y="20938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9" name="Google Shape;2669;p156"/>
          <p:cNvSpPr txBox="1"/>
          <p:nvPr/>
        </p:nvSpPr>
        <p:spPr>
          <a:xfrm>
            <a:off x="241850" y="38464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0" name="Google Shape;2670;p156"/>
          <p:cNvSpPr/>
          <p:nvPr/>
        </p:nvSpPr>
        <p:spPr>
          <a:xfrm>
            <a:off x="1563909" y="35846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1" name="Google Shape;2671;p156"/>
          <p:cNvSpPr txBox="1"/>
          <p:nvPr/>
        </p:nvSpPr>
        <p:spPr>
          <a:xfrm>
            <a:off x="1538961" y="35633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2" name="Google Shape;2672;p156"/>
          <p:cNvSpPr/>
          <p:nvPr/>
        </p:nvSpPr>
        <p:spPr>
          <a:xfrm>
            <a:off x="3325473" y="35846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3" name="Google Shape;2673;p156"/>
          <p:cNvSpPr txBox="1"/>
          <p:nvPr/>
        </p:nvSpPr>
        <p:spPr>
          <a:xfrm>
            <a:off x="3300526" y="35633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4" name="Google Shape;2674;p156"/>
          <p:cNvSpPr txBox="1"/>
          <p:nvPr/>
        </p:nvSpPr>
        <p:spPr>
          <a:xfrm>
            <a:off x="1700929" y="36048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5" name="Google Shape;2675;p156"/>
          <p:cNvSpPr txBox="1"/>
          <p:nvPr/>
        </p:nvSpPr>
        <p:spPr>
          <a:xfrm>
            <a:off x="3479071" y="3588240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6" name="Google Shape;2676;p156"/>
          <p:cNvSpPr txBox="1"/>
          <p:nvPr/>
        </p:nvSpPr>
        <p:spPr>
          <a:xfrm>
            <a:off x="5980067" y="21645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156"/>
          <p:cNvSpPr/>
          <p:nvPr/>
        </p:nvSpPr>
        <p:spPr>
          <a:xfrm>
            <a:off x="6915158" y="35369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8" name="Google Shape;2678;p156"/>
          <p:cNvSpPr/>
          <p:nvPr/>
        </p:nvSpPr>
        <p:spPr>
          <a:xfrm>
            <a:off x="6805827" y="1809225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9" name="Google Shape;2679;p156"/>
          <p:cNvSpPr txBox="1"/>
          <p:nvPr/>
        </p:nvSpPr>
        <p:spPr>
          <a:xfrm>
            <a:off x="6947134" y="183400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0" name="Google Shape;2680;p156"/>
          <p:cNvSpPr txBox="1"/>
          <p:nvPr/>
        </p:nvSpPr>
        <p:spPr>
          <a:xfrm>
            <a:off x="6826579" y="179252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1" name="Google Shape;2681;p156"/>
          <p:cNvSpPr txBox="1"/>
          <p:nvPr/>
        </p:nvSpPr>
        <p:spPr>
          <a:xfrm>
            <a:off x="6859709" y="35202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2" name="Google Shape;2682;p156"/>
          <p:cNvSpPr txBox="1"/>
          <p:nvPr/>
        </p:nvSpPr>
        <p:spPr>
          <a:xfrm>
            <a:off x="7841997" y="3892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2683" name="Google Shape;2683;p156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0" r="71884" t="0"/>
          <a:stretch/>
        </p:blipFill>
        <p:spPr>
          <a:xfrm>
            <a:off x="1855472" y="1874700"/>
            <a:ext cx="259075" cy="3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2684" name="Google Shape;2684;p156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68977" r="-6471" t="0"/>
          <a:stretch/>
        </p:blipFill>
        <p:spPr>
          <a:xfrm>
            <a:off x="759046" y="3890517"/>
            <a:ext cx="503400" cy="5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\ \ \frac{10}{9}&quot;&gt;&lt;mfrac&gt;&lt;mn&gt;7&lt;/mn&gt;&lt;mn&gt;4&lt;/mn&gt;&lt;/mfrac&gt;&lt;mtext&gt;&lt;/mtext&gt;&lt;mtext&gt;&lt;/mtext&gt;&lt;mfrac&gt;&lt;mn&gt;10&lt;/mn&gt;&lt;mn&gt;9&lt;/mn&gt;&lt;/mfrac&gt;&lt;/math&gt;" id="2685" name="Google Shape;2685;p156" title="seven fourths ten ninths"/>
          <p:cNvPicPr preferRelativeResize="0"/>
          <p:nvPr/>
        </p:nvPicPr>
        <p:blipFill rotWithShape="1">
          <a:blip r:embed="rId4">
            <a:alphaModFix/>
          </a:blip>
          <a:srcRect b="0" l="36825" r="-120" t="0"/>
          <a:stretch/>
        </p:blipFill>
        <p:spPr>
          <a:xfrm>
            <a:off x="1674759" y="3601375"/>
            <a:ext cx="318625" cy="42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quot;&gt;&lt;mfrac&gt;&lt;mn&gt;8&lt;/mn&gt;&lt;mn&gt;3&lt;/mn&gt;&lt;/mfrac&gt;&lt;/math&gt;" id="2686" name="Google Shape;2686;p156" title="eight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9925" y="1831400"/>
            <a:ext cx="140142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0}{9}&quot;&gt;&lt;mfrac&gt;&lt;mn&gt;50&lt;/mn&gt;&lt;mn&gt;9&lt;/mn&gt;&lt;/mfrac&gt;&lt;/math&gt;" id="2687" name="Google Shape;2687;p156" title="50 over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4700" y="3548067"/>
            <a:ext cx="259075" cy="471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2688" name="Google Shape;2688;p156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68977" r="-6471" t="0"/>
          <a:stretch/>
        </p:blipFill>
        <p:spPr>
          <a:xfrm>
            <a:off x="5940646" y="3857387"/>
            <a:ext cx="503400" cy="5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3" name="Google Shape;2693;p157"/>
          <p:cNvGrpSpPr/>
          <p:nvPr/>
        </p:nvGrpSpPr>
        <p:grpSpPr>
          <a:xfrm>
            <a:off x="401188" y="2191250"/>
            <a:ext cx="3950725" cy="927051"/>
            <a:chOff x="401188" y="2191250"/>
            <a:chExt cx="3950725" cy="927051"/>
          </a:xfrm>
        </p:grpSpPr>
        <p:sp>
          <p:nvSpPr>
            <p:cNvPr id="2694" name="Google Shape;2694;p157"/>
            <p:cNvSpPr/>
            <p:nvPr/>
          </p:nvSpPr>
          <p:spPr>
            <a:xfrm>
              <a:off x="2892763" y="2191250"/>
              <a:ext cx="514800" cy="549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95" name="Google Shape;2695;p157"/>
            <p:cNvCxnSpPr/>
            <p:nvPr/>
          </p:nvCxnSpPr>
          <p:spPr>
            <a:xfrm>
              <a:off x="1224259" y="2897697"/>
              <a:ext cx="1323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6" name="Google Shape;2696;p157"/>
            <p:cNvCxnSpPr/>
            <p:nvPr/>
          </p:nvCxnSpPr>
          <p:spPr>
            <a:xfrm>
              <a:off x="667612" y="2897697"/>
              <a:ext cx="10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97" name="Google Shape;2697;p157"/>
            <p:cNvCxnSpPr/>
            <p:nvPr/>
          </p:nvCxnSpPr>
          <p:spPr>
            <a:xfrm>
              <a:off x="1105163" y="2897697"/>
              <a:ext cx="4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8" name="Google Shape;2698;p157"/>
            <p:cNvSpPr/>
            <p:nvPr/>
          </p:nvSpPr>
          <p:spPr>
            <a:xfrm>
              <a:off x="401188" y="24760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9" name="Google Shape;2699;p157"/>
            <p:cNvSpPr txBox="1"/>
            <p:nvPr/>
          </p:nvSpPr>
          <p:spPr>
            <a:xfrm>
              <a:off x="567197" y="25643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0" name="Google Shape;2700;p157"/>
            <p:cNvSpPr txBox="1"/>
            <p:nvPr/>
          </p:nvSpPr>
          <p:spPr>
            <a:xfrm>
              <a:off x="2175594" y="25643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1" name="Google Shape;2701;p157"/>
            <p:cNvCxnSpPr/>
            <p:nvPr/>
          </p:nvCxnSpPr>
          <p:spPr>
            <a:xfrm>
              <a:off x="2871157" y="2897697"/>
              <a:ext cx="1323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2" name="Google Shape;2702;p157"/>
            <p:cNvCxnSpPr/>
            <p:nvPr/>
          </p:nvCxnSpPr>
          <p:spPr>
            <a:xfrm>
              <a:off x="2314510" y="2897697"/>
              <a:ext cx="10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03" name="Google Shape;2703;p157"/>
            <p:cNvCxnSpPr/>
            <p:nvPr/>
          </p:nvCxnSpPr>
          <p:spPr>
            <a:xfrm>
              <a:off x="2752061" y="2897697"/>
              <a:ext cx="4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04" name="Google Shape;2704;p157"/>
            <p:cNvSpPr/>
            <p:nvPr/>
          </p:nvSpPr>
          <p:spPr>
            <a:xfrm>
              <a:off x="3703913" y="24760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5" name="Google Shape;2705;p157"/>
            <p:cNvSpPr txBox="1"/>
            <p:nvPr/>
          </p:nvSpPr>
          <p:spPr>
            <a:xfrm>
              <a:off x="2142855" y="25643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6" name="Google Shape;2706;p157"/>
            <p:cNvSpPr txBox="1"/>
            <p:nvPr/>
          </p:nvSpPr>
          <p:spPr>
            <a:xfrm>
              <a:off x="3817531" y="25643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7" name="Google Shape;2707;p157"/>
            <p:cNvSpPr/>
            <p:nvPr/>
          </p:nvSpPr>
          <p:spPr>
            <a:xfrm>
              <a:off x="2057015" y="24760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8" name="Google Shape;2708;p157"/>
            <p:cNvSpPr txBox="1"/>
            <p:nvPr/>
          </p:nvSpPr>
          <p:spPr>
            <a:xfrm>
              <a:off x="2125090" y="2553878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9" name="Google Shape;2709;p157"/>
            <p:cNvSpPr/>
            <p:nvPr/>
          </p:nvSpPr>
          <p:spPr>
            <a:xfrm>
              <a:off x="1224225" y="2191250"/>
              <a:ext cx="514800" cy="549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0" name="Google Shape;2710;p157"/>
            <p:cNvSpPr txBox="1"/>
            <p:nvPr/>
          </p:nvSpPr>
          <p:spPr>
            <a:xfrm>
              <a:off x="1200902" y="2226525"/>
              <a:ext cx="4107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1" name="Google Shape;2711;p157"/>
            <p:cNvSpPr txBox="1"/>
            <p:nvPr/>
          </p:nvSpPr>
          <p:spPr>
            <a:xfrm>
              <a:off x="2847799" y="2226525"/>
              <a:ext cx="4107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2" name="Google Shape;2712;p157"/>
            <p:cNvSpPr txBox="1"/>
            <p:nvPr/>
          </p:nvSpPr>
          <p:spPr>
            <a:xfrm>
              <a:off x="1352327" y="2265309"/>
              <a:ext cx="4107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3" name="Google Shape;2713;p157"/>
          <p:cNvSpPr txBox="1"/>
          <p:nvPr>
            <p:ph idx="1" type="subTitle"/>
          </p:nvPr>
        </p:nvSpPr>
        <p:spPr>
          <a:xfrm>
            <a:off x="324000" y="768600"/>
            <a:ext cx="39822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Work o</a:t>
            </a:r>
            <a:r>
              <a:rPr lang="en-GB" sz="2000"/>
              <a:t>ut the single multiplier between 8 and 15.</a:t>
            </a:r>
            <a:endParaRPr sz="2000"/>
          </a:p>
        </p:txBody>
      </p:sp>
      <p:sp>
        <p:nvSpPr>
          <p:cNvPr id="2714" name="Google Shape;2714;p157"/>
          <p:cNvSpPr txBox="1"/>
          <p:nvPr>
            <p:ph idx="2" type="subTitle"/>
          </p:nvPr>
        </p:nvSpPr>
        <p:spPr>
          <a:xfrm>
            <a:off x="4824000" y="810000"/>
            <a:ext cx="3982200" cy="10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Work out the single multiplier between 6 and 14.</a:t>
            </a:r>
            <a:endParaRPr sz="1600"/>
          </a:p>
        </p:txBody>
      </p:sp>
      <p:sp>
        <p:nvSpPr>
          <p:cNvPr id="2715" name="Google Shape;2715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</p:txBody>
      </p:sp>
      <p:sp>
        <p:nvSpPr>
          <p:cNvPr id="2716" name="Google Shape;2716;p157"/>
          <p:cNvSpPr txBox="1"/>
          <p:nvPr/>
        </p:nvSpPr>
        <p:spPr>
          <a:xfrm>
            <a:off x="1200900" y="3938875"/>
            <a:ext cx="26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multiplier is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2717" name="Google Shape;2717;p157" title="one eigh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475" y="2212607"/>
            <a:ext cx="137400" cy="4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157"/>
          <p:cNvSpPr txBox="1"/>
          <p:nvPr/>
        </p:nvSpPr>
        <p:spPr>
          <a:xfrm>
            <a:off x="2914220" y="2249800"/>
            <a:ext cx="5388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5}{8}&quot;&gt;&lt;mfrac&gt;&lt;mn&gt;15&lt;/mn&gt;&lt;mn&gt;8&lt;/mn&gt;&lt;/mfrac&gt;&lt;/math&gt;" id="2719" name="Google Shape;2719;p157" title="fifteen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568" y="3780000"/>
            <a:ext cx="301261" cy="5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0" name="Google Shape;2720;p157"/>
          <p:cNvSpPr txBox="1"/>
          <p:nvPr/>
        </p:nvSpPr>
        <p:spPr>
          <a:xfrm>
            <a:off x="5315700" y="3938875"/>
            <a:ext cx="26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multiplier is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\ \ \ \frac{14}{6}=\frac{7}{3}&quot;&gt;&lt;mfrac&gt;&lt;mn&gt;1&lt;/mn&gt;&lt;mn&gt;6&lt;/mn&gt;&lt;/mfrac&gt;&lt;mtext&gt;&lt;/mtext&gt;&lt;mtext&gt;&lt;/mtext&gt;&lt;mtext&gt;&lt;/mtext&gt;&lt;mfrac&gt;&lt;mn&gt;14&lt;/mn&gt;&lt;mn&gt;6&lt;/mn&gt;&lt;/mfrac&gt;&lt;mo&gt;=&lt;/mo&gt;&lt;mfrac&gt;&lt;mn&gt;7&lt;/mn&gt;&lt;mn&gt;3&lt;/mn&gt;&lt;/mfrac&gt;&lt;/math&gt;" id="2721" name="Google Shape;2721;p157" title="one sixth fourteen sixths equals seven thirds"/>
          <p:cNvPicPr preferRelativeResize="0"/>
          <p:nvPr/>
        </p:nvPicPr>
        <p:blipFill rotWithShape="1">
          <a:blip r:embed="rId5">
            <a:alphaModFix/>
          </a:blip>
          <a:srcRect b="0" l="32062" r="-11998" t="0"/>
          <a:stretch/>
        </p:blipFill>
        <p:spPr>
          <a:xfrm>
            <a:off x="7327715" y="3800588"/>
            <a:ext cx="944275" cy="508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2" name="Google Shape;2722;p157"/>
          <p:cNvGrpSpPr/>
          <p:nvPr/>
        </p:nvGrpSpPr>
        <p:grpSpPr>
          <a:xfrm>
            <a:off x="4896988" y="2115050"/>
            <a:ext cx="3950725" cy="927051"/>
            <a:chOff x="4896988" y="2115050"/>
            <a:chExt cx="3950725" cy="927051"/>
          </a:xfrm>
        </p:grpSpPr>
        <p:sp>
          <p:nvSpPr>
            <p:cNvPr id="2723" name="Google Shape;2723;p157"/>
            <p:cNvSpPr/>
            <p:nvPr/>
          </p:nvSpPr>
          <p:spPr>
            <a:xfrm>
              <a:off x="5720025" y="2115050"/>
              <a:ext cx="514800" cy="549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4" name="Google Shape;2724;p157"/>
            <p:cNvSpPr txBox="1"/>
            <p:nvPr/>
          </p:nvSpPr>
          <p:spPr>
            <a:xfrm>
              <a:off x="5848127" y="2189109"/>
              <a:ext cx="4107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5" name="Google Shape;2725;p157"/>
            <p:cNvSpPr txBox="1"/>
            <p:nvPr/>
          </p:nvSpPr>
          <p:spPr>
            <a:xfrm>
              <a:off x="5696702" y="2150325"/>
              <a:ext cx="4107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6" name="Google Shape;2726;p157"/>
            <p:cNvSpPr txBox="1"/>
            <p:nvPr/>
          </p:nvSpPr>
          <p:spPr>
            <a:xfrm>
              <a:off x="7343599" y="2150325"/>
              <a:ext cx="4107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7" name="Google Shape;2727;p157"/>
            <p:cNvSpPr/>
            <p:nvPr/>
          </p:nvSpPr>
          <p:spPr>
            <a:xfrm>
              <a:off x="7388563" y="2115050"/>
              <a:ext cx="514800" cy="549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28" name="Google Shape;2728;p157"/>
            <p:cNvCxnSpPr/>
            <p:nvPr/>
          </p:nvCxnSpPr>
          <p:spPr>
            <a:xfrm>
              <a:off x="5720059" y="2821497"/>
              <a:ext cx="1323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9" name="Google Shape;2729;p157"/>
            <p:cNvCxnSpPr/>
            <p:nvPr/>
          </p:nvCxnSpPr>
          <p:spPr>
            <a:xfrm>
              <a:off x="5163412" y="2821497"/>
              <a:ext cx="10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30" name="Google Shape;2730;p157"/>
            <p:cNvCxnSpPr/>
            <p:nvPr/>
          </p:nvCxnSpPr>
          <p:spPr>
            <a:xfrm>
              <a:off x="5600963" y="2821497"/>
              <a:ext cx="4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31" name="Google Shape;2731;p157"/>
            <p:cNvSpPr/>
            <p:nvPr/>
          </p:nvSpPr>
          <p:spPr>
            <a:xfrm>
              <a:off x="4896988" y="23998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2" name="Google Shape;2732;p157"/>
            <p:cNvSpPr txBox="1"/>
            <p:nvPr/>
          </p:nvSpPr>
          <p:spPr>
            <a:xfrm>
              <a:off x="5062997" y="24881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3" name="Google Shape;2733;p157"/>
            <p:cNvSpPr txBox="1"/>
            <p:nvPr/>
          </p:nvSpPr>
          <p:spPr>
            <a:xfrm>
              <a:off x="6671394" y="24881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34" name="Google Shape;2734;p157"/>
            <p:cNvCxnSpPr/>
            <p:nvPr/>
          </p:nvCxnSpPr>
          <p:spPr>
            <a:xfrm>
              <a:off x="7366957" y="2821497"/>
              <a:ext cx="1323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5" name="Google Shape;2735;p157"/>
            <p:cNvCxnSpPr/>
            <p:nvPr/>
          </p:nvCxnSpPr>
          <p:spPr>
            <a:xfrm>
              <a:off x="6810310" y="2821497"/>
              <a:ext cx="10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36" name="Google Shape;2736;p157"/>
            <p:cNvCxnSpPr/>
            <p:nvPr/>
          </p:nvCxnSpPr>
          <p:spPr>
            <a:xfrm>
              <a:off x="7247861" y="2821497"/>
              <a:ext cx="471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37" name="Google Shape;2737;p157"/>
            <p:cNvSpPr/>
            <p:nvPr/>
          </p:nvSpPr>
          <p:spPr>
            <a:xfrm>
              <a:off x="8199713" y="23998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8" name="Google Shape;2738;p157"/>
            <p:cNvSpPr txBox="1"/>
            <p:nvPr/>
          </p:nvSpPr>
          <p:spPr>
            <a:xfrm>
              <a:off x="6638655" y="24881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9" name="Google Shape;2739;p157"/>
            <p:cNvSpPr txBox="1"/>
            <p:nvPr/>
          </p:nvSpPr>
          <p:spPr>
            <a:xfrm>
              <a:off x="8313331" y="2488155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0" name="Google Shape;2740;p157"/>
            <p:cNvSpPr/>
            <p:nvPr/>
          </p:nvSpPr>
          <p:spPr>
            <a:xfrm>
              <a:off x="6552815" y="2399801"/>
              <a:ext cx="648000" cy="6423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1" name="Google Shape;2741;p157"/>
            <p:cNvSpPr txBox="1"/>
            <p:nvPr/>
          </p:nvSpPr>
          <p:spPr>
            <a:xfrm>
              <a:off x="6620890" y="2477678"/>
              <a:ext cx="4713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6}\ \ \ \frac{14}{6}=\frac{7}{3}&quot;&gt;&lt;mfrac&gt;&lt;mn&gt;1&lt;/mn&gt;&lt;mn&gt;6&lt;/mn&gt;&lt;/mfrac&gt;&lt;mtext&gt;&lt;/mtext&gt;&lt;mtext&gt;&lt;/mtext&gt;&lt;mtext&gt;&lt;/mtext&gt;&lt;mfrac&gt;&lt;mn&gt;14&lt;/mn&gt;&lt;mn&gt;6&lt;/mn&gt;&lt;/mfrac&gt;&lt;mo&gt;=&lt;/mo&gt;&lt;mfrac&gt;&lt;mn&gt;7&lt;/mn&gt;&lt;mn&gt;3&lt;/mn&gt;&lt;/mfrac&gt;&lt;/math&gt;" id="2742" name="Google Shape;2742;p157" title="one sixth fourteen sixths equals seven thirds"/>
          <p:cNvPicPr preferRelativeResize="0"/>
          <p:nvPr/>
        </p:nvPicPr>
        <p:blipFill rotWithShape="1">
          <a:blip r:embed="rId5">
            <a:alphaModFix/>
          </a:blip>
          <a:srcRect b="0" l="0" r="67941" t="0"/>
          <a:stretch/>
        </p:blipFill>
        <p:spPr>
          <a:xfrm>
            <a:off x="5986346" y="2135516"/>
            <a:ext cx="378725" cy="5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3" name="Google Shape;2743;p157"/>
          <p:cNvSpPr txBox="1"/>
          <p:nvPr/>
        </p:nvSpPr>
        <p:spPr>
          <a:xfrm>
            <a:off x="7410020" y="2173600"/>
            <a:ext cx="5388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749" name="Google Shape;2749;p158"/>
          <p:cNvGrpSpPr/>
          <p:nvPr/>
        </p:nvGrpSpPr>
        <p:grpSpPr>
          <a:xfrm>
            <a:off x="650436" y="1606993"/>
            <a:ext cx="4225680" cy="953849"/>
            <a:chOff x="2325199" y="1609768"/>
            <a:chExt cx="4225680" cy="953849"/>
          </a:xfrm>
        </p:grpSpPr>
        <p:cxnSp>
          <p:nvCxnSpPr>
            <p:cNvPr id="2750" name="Google Shape;2750;p158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1" name="Google Shape;2751;p158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52" name="Google Shape;2752;p158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3" name="Google Shape;2753;p158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4" name="Google Shape;2754;p158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5" name="Google Shape;2755;p158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6" name="Google Shape;2756;p158"/>
            <p:cNvSpPr/>
            <p:nvPr/>
          </p:nvSpPr>
          <p:spPr>
            <a:xfrm>
              <a:off x="3258550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7" name="Google Shape;2757;p158"/>
            <p:cNvSpPr txBox="1"/>
            <p:nvPr/>
          </p:nvSpPr>
          <p:spPr>
            <a:xfrm>
              <a:off x="3260107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58" name="Google Shape;2758;p158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9" name="Google Shape;2759;p158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60" name="Google Shape;2760;p158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61" name="Google Shape;2761;p158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2" name="Google Shape;2762;p158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3" name="Google Shape;2763;p158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4" name="Google Shape;2764;p158"/>
            <p:cNvSpPr/>
            <p:nvPr/>
          </p:nvSpPr>
          <p:spPr>
            <a:xfrm>
              <a:off x="5020115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5" name="Google Shape;2765;p158"/>
            <p:cNvSpPr txBox="1"/>
            <p:nvPr/>
          </p:nvSpPr>
          <p:spPr>
            <a:xfrm>
              <a:off x="5021672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6" name="Google Shape;2766;p158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7" name="Google Shape;2767;p158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8" name="Google Shape;2768;p158"/>
          <p:cNvSpPr txBox="1"/>
          <p:nvPr/>
        </p:nvSpPr>
        <p:spPr>
          <a:xfrm>
            <a:off x="1737373" y="164847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9" name="Google Shape;2769;p158"/>
          <p:cNvCxnSpPr/>
          <p:nvPr/>
        </p:nvCxnSpPr>
        <p:spPr>
          <a:xfrm>
            <a:off x="1361849" y="33917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0" name="Google Shape;2770;p158"/>
          <p:cNvCxnSpPr/>
          <p:nvPr/>
        </p:nvCxnSpPr>
        <p:spPr>
          <a:xfrm>
            <a:off x="766446" y="33917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1" name="Google Shape;2771;p158"/>
          <p:cNvCxnSpPr/>
          <p:nvPr/>
        </p:nvCxnSpPr>
        <p:spPr>
          <a:xfrm>
            <a:off x="1234461" y="33917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2" name="Google Shape;2772;p158"/>
          <p:cNvSpPr/>
          <p:nvPr/>
        </p:nvSpPr>
        <p:spPr>
          <a:xfrm>
            <a:off x="657062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3" name="Google Shape;2773;p158"/>
          <p:cNvSpPr txBox="1"/>
          <p:nvPr/>
        </p:nvSpPr>
        <p:spPr>
          <a:xfrm>
            <a:off x="834630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4" name="Google Shape;2774;p158"/>
          <p:cNvSpPr txBox="1"/>
          <p:nvPr/>
        </p:nvSpPr>
        <p:spPr>
          <a:xfrm>
            <a:off x="2379422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5" name="Google Shape;2775;p158"/>
          <p:cNvSpPr/>
          <p:nvPr/>
        </p:nvSpPr>
        <p:spPr>
          <a:xfrm>
            <a:off x="1563909" y="2670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6" name="Google Shape;2776;p158"/>
          <p:cNvSpPr txBox="1"/>
          <p:nvPr/>
        </p:nvSpPr>
        <p:spPr>
          <a:xfrm>
            <a:off x="1538961" y="2648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7" name="Google Shape;2777;p158"/>
          <p:cNvCxnSpPr/>
          <p:nvPr/>
        </p:nvCxnSpPr>
        <p:spPr>
          <a:xfrm>
            <a:off x="3123414" y="33917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8" name="Google Shape;2778;p158"/>
          <p:cNvCxnSpPr/>
          <p:nvPr/>
        </p:nvCxnSpPr>
        <p:spPr>
          <a:xfrm>
            <a:off x="2528010" y="33917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9" name="Google Shape;2779;p158"/>
          <p:cNvCxnSpPr/>
          <p:nvPr/>
        </p:nvCxnSpPr>
        <p:spPr>
          <a:xfrm>
            <a:off x="2996026" y="33917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0" name="Google Shape;2780;p158"/>
          <p:cNvSpPr/>
          <p:nvPr/>
        </p:nvSpPr>
        <p:spPr>
          <a:xfrm>
            <a:off x="3861751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1" name="Google Shape;2781;p158"/>
          <p:cNvSpPr txBox="1"/>
          <p:nvPr/>
        </p:nvSpPr>
        <p:spPr>
          <a:xfrm>
            <a:off x="2344403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2" name="Google Shape;2782;p158"/>
          <p:cNvSpPr txBox="1"/>
          <p:nvPr/>
        </p:nvSpPr>
        <p:spPr>
          <a:xfrm>
            <a:off x="3988586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3" name="Google Shape;2783;p158"/>
          <p:cNvSpPr/>
          <p:nvPr/>
        </p:nvSpPr>
        <p:spPr>
          <a:xfrm>
            <a:off x="3325473" y="2670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4" name="Google Shape;2784;p158"/>
          <p:cNvSpPr txBox="1"/>
          <p:nvPr/>
        </p:nvSpPr>
        <p:spPr>
          <a:xfrm>
            <a:off x="3300526" y="2648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5" name="Google Shape;2785;p158"/>
          <p:cNvSpPr/>
          <p:nvPr/>
        </p:nvSpPr>
        <p:spPr>
          <a:xfrm>
            <a:off x="2252587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6" name="Google Shape;2786;p158"/>
          <p:cNvSpPr txBox="1"/>
          <p:nvPr/>
        </p:nvSpPr>
        <p:spPr>
          <a:xfrm>
            <a:off x="2341967" y="3023943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87" name="Google Shape;2787;p158"/>
          <p:cNvCxnSpPr/>
          <p:nvPr/>
        </p:nvCxnSpPr>
        <p:spPr>
          <a:xfrm>
            <a:off x="1563945" y="45098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8" name="Google Shape;2788;p158"/>
          <p:cNvCxnSpPr/>
          <p:nvPr/>
        </p:nvCxnSpPr>
        <p:spPr>
          <a:xfrm>
            <a:off x="968541" y="45098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9" name="Google Shape;2789;p158"/>
          <p:cNvCxnSpPr/>
          <p:nvPr/>
        </p:nvCxnSpPr>
        <p:spPr>
          <a:xfrm>
            <a:off x="1436557" y="45098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0" name="Google Shape;2790;p158"/>
          <p:cNvSpPr/>
          <p:nvPr/>
        </p:nvSpPr>
        <p:spPr>
          <a:xfrm>
            <a:off x="683567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1" name="Google Shape;2791;p158"/>
          <p:cNvSpPr txBox="1"/>
          <p:nvPr/>
        </p:nvSpPr>
        <p:spPr>
          <a:xfrm>
            <a:off x="861134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2" name="Google Shape;2792;p158"/>
          <p:cNvSpPr txBox="1"/>
          <p:nvPr/>
        </p:nvSpPr>
        <p:spPr>
          <a:xfrm>
            <a:off x="2581517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3" name="Google Shape;2793;p158"/>
          <p:cNvCxnSpPr/>
          <p:nvPr/>
        </p:nvCxnSpPr>
        <p:spPr>
          <a:xfrm>
            <a:off x="3325509" y="45098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158"/>
          <p:cNvCxnSpPr/>
          <p:nvPr/>
        </p:nvCxnSpPr>
        <p:spPr>
          <a:xfrm>
            <a:off x="2730106" y="45098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5" name="Google Shape;2795;p158"/>
          <p:cNvCxnSpPr/>
          <p:nvPr/>
        </p:nvCxnSpPr>
        <p:spPr>
          <a:xfrm>
            <a:off x="3198122" y="45098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6" name="Google Shape;2796;p158"/>
          <p:cNvSpPr/>
          <p:nvPr/>
        </p:nvSpPr>
        <p:spPr>
          <a:xfrm>
            <a:off x="4216247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7" name="Google Shape;2797;p158"/>
          <p:cNvSpPr txBox="1"/>
          <p:nvPr/>
        </p:nvSpPr>
        <p:spPr>
          <a:xfrm>
            <a:off x="2546499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8" name="Google Shape;2798;p158"/>
          <p:cNvSpPr txBox="1"/>
          <p:nvPr/>
        </p:nvSpPr>
        <p:spPr>
          <a:xfrm>
            <a:off x="4419282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9" name="Google Shape;2799;p158"/>
          <p:cNvSpPr/>
          <p:nvPr/>
        </p:nvSpPr>
        <p:spPr>
          <a:xfrm>
            <a:off x="2454682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0" name="Google Shape;2800;p158"/>
          <p:cNvSpPr txBox="1"/>
          <p:nvPr/>
        </p:nvSpPr>
        <p:spPr>
          <a:xfrm>
            <a:off x="2527498" y="4142095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1" name="Google Shape;2801;p158"/>
          <p:cNvCxnSpPr/>
          <p:nvPr/>
        </p:nvCxnSpPr>
        <p:spPr>
          <a:xfrm>
            <a:off x="5958326" y="22163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2" name="Google Shape;2802;p158"/>
          <p:cNvCxnSpPr/>
          <p:nvPr/>
        </p:nvCxnSpPr>
        <p:spPr>
          <a:xfrm>
            <a:off x="6426342" y="22163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3" name="Google Shape;2803;p158"/>
          <p:cNvSpPr/>
          <p:nvPr/>
        </p:nvSpPr>
        <p:spPr>
          <a:xfrm>
            <a:off x="5673352" y="18414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4" name="Google Shape;2804;p158"/>
          <p:cNvCxnSpPr/>
          <p:nvPr/>
        </p:nvCxnSpPr>
        <p:spPr>
          <a:xfrm>
            <a:off x="6562694" y="22163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5" name="Google Shape;2805;p158"/>
          <p:cNvSpPr/>
          <p:nvPr/>
        </p:nvSpPr>
        <p:spPr>
          <a:xfrm>
            <a:off x="7453432" y="18414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6" name="Google Shape;2806;p158"/>
          <p:cNvSpPr txBox="1"/>
          <p:nvPr/>
        </p:nvSpPr>
        <p:spPr>
          <a:xfrm>
            <a:off x="7621680" y="19359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7" name="Google Shape;2807;p158"/>
          <p:cNvCxnSpPr/>
          <p:nvPr/>
        </p:nvCxnSpPr>
        <p:spPr>
          <a:xfrm>
            <a:off x="5991457" y="4401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8" name="Google Shape;2808;p158"/>
          <p:cNvCxnSpPr/>
          <p:nvPr/>
        </p:nvCxnSpPr>
        <p:spPr>
          <a:xfrm>
            <a:off x="6459472" y="4401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9" name="Google Shape;2809;p158"/>
          <p:cNvSpPr/>
          <p:nvPr/>
        </p:nvSpPr>
        <p:spPr>
          <a:xfrm>
            <a:off x="5706482" y="4026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0" name="Google Shape;2810;p158"/>
          <p:cNvCxnSpPr/>
          <p:nvPr/>
        </p:nvCxnSpPr>
        <p:spPr>
          <a:xfrm>
            <a:off x="6595825" y="4401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1" name="Google Shape;2811;p158"/>
          <p:cNvSpPr/>
          <p:nvPr/>
        </p:nvSpPr>
        <p:spPr>
          <a:xfrm>
            <a:off x="7486562" y="4026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2" name="Google Shape;2812;p158"/>
          <p:cNvSpPr txBox="1"/>
          <p:nvPr/>
        </p:nvSpPr>
        <p:spPr>
          <a:xfrm>
            <a:off x="5860797" y="4120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3" name="Google Shape;2813;p158"/>
          <p:cNvCxnSpPr/>
          <p:nvPr/>
        </p:nvCxnSpPr>
        <p:spPr>
          <a:xfrm>
            <a:off x="5958326" y="3258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4" name="Google Shape;2814;p158"/>
          <p:cNvCxnSpPr/>
          <p:nvPr/>
        </p:nvCxnSpPr>
        <p:spPr>
          <a:xfrm>
            <a:off x="6426342" y="3258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5" name="Google Shape;2815;p158"/>
          <p:cNvSpPr/>
          <p:nvPr/>
        </p:nvSpPr>
        <p:spPr>
          <a:xfrm>
            <a:off x="5673352" y="2883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6" name="Google Shape;2816;p158"/>
          <p:cNvCxnSpPr/>
          <p:nvPr/>
        </p:nvCxnSpPr>
        <p:spPr>
          <a:xfrm>
            <a:off x="6562694" y="3258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7" name="Google Shape;2817;p158"/>
          <p:cNvSpPr/>
          <p:nvPr/>
        </p:nvSpPr>
        <p:spPr>
          <a:xfrm>
            <a:off x="7453432" y="2883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8" name="Google Shape;2818;p158"/>
          <p:cNvSpPr txBox="1"/>
          <p:nvPr/>
        </p:nvSpPr>
        <p:spPr>
          <a:xfrm>
            <a:off x="7484501" y="2977902"/>
            <a:ext cx="618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9" name="Google Shape;2819;p158"/>
          <p:cNvSpPr txBox="1"/>
          <p:nvPr/>
        </p:nvSpPr>
        <p:spPr>
          <a:xfrm>
            <a:off x="241850" y="18652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0" name="Google Shape;2820;p158"/>
          <p:cNvSpPr txBox="1"/>
          <p:nvPr/>
        </p:nvSpPr>
        <p:spPr>
          <a:xfrm>
            <a:off x="241850" y="30082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1" name="Google Shape;2821;p158"/>
          <p:cNvSpPr txBox="1"/>
          <p:nvPr/>
        </p:nvSpPr>
        <p:spPr>
          <a:xfrm>
            <a:off x="241850" y="40750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2" name="Google Shape;2822;p158"/>
          <p:cNvSpPr/>
          <p:nvPr/>
        </p:nvSpPr>
        <p:spPr>
          <a:xfrm>
            <a:off x="1563909" y="3813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3" name="Google Shape;2823;p158"/>
          <p:cNvSpPr txBox="1"/>
          <p:nvPr/>
        </p:nvSpPr>
        <p:spPr>
          <a:xfrm>
            <a:off x="1538961" y="3791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4" name="Google Shape;2824;p158"/>
          <p:cNvSpPr/>
          <p:nvPr/>
        </p:nvSpPr>
        <p:spPr>
          <a:xfrm>
            <a:off x="3325473" y="3813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5" name="Google Shape;2825;p158"/>
          <p:cNvSpPr txBox="1"/>
          <p:nvPr/>
        </p:nvSpPr>
        <p:spPr>
          <a:xfrm>
            <a:off x="3300526" y="3791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6" name="Google Shape;2826;p158"/>
          <p:cNvSpPr txBox="1"/>
          <p:nvPr/>
        </p:nvSpPr>
        <p:spPr>
          <a:xfrm>
            <a:off x="1700929" y="38334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7" name="Google Shape;2827;p158"/>
          <p:cNvSpPr txBox="1"/>
          <p:nvPr/>
        </p:nvSpPr>
        <p:spPr>
          <a:xfrm>
            <a:off x="5827667" y="19359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8" name="Google Shape;2828;p158"/>
          <p:cNvSpPr txBox="1"/>
          <p:nvPr/>
        </p:nvSpPr>
        <p:spPr>
          <a:xfrm>
            <a:off x="5827667" y="2977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9" name="Google Shape;2829;p158"/>
          <p:cNvSpPr/>
          <p:nvPr/>
        </p:nvSpPr>
        <p:spPr>
          <a:xfrm>
            <a:off x="6653427" y="26225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0" name="Google Shape;2830;p158"/>
          <p:cNvSpPr/>
          <p:nvPr/>
        </p:nvSpPr>
        <p:spPr>
          <a:xfrm>
            <a:off x="6762758" y="37655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1" name="Google Shape;2831;p158"/>
          <p:cNvSpPr/>
          <p:nvPr/>
        </p:nvSpPr>
        <p:spPr>
          <a:xfrm>
            <a:off x="6653427" y="1580625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2" name="Google Shape;2832;p158"/>
          <p:cNvSpPr txBox="1"/>
          <p:nvPr/>
        </p:nvSpPr>
        <p:spPr>
          <a:xfrm>
            <a:off x="6794734" y="160540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3" name="Google Shape;2833;p158"/>
          <p:cNvSpPr txBox="1"/>
          <p:nvPr/>
        </p:nvSpPr>
        <p:spPr>
          <a:xfrm>
            <a:off x="6674179" y="156392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4" name="Google Shape;2834;p158"/>
          <p:cNvSpPr txBox="1"/>
          <p:nvPr/>
        </p:nvSpPr>
        <p:spPr>
          <a:xfrm>
            <a:off x="6778168" y="2647362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5" name="Google Shape;2835;p158"/>
          <p:cNvSpPr txBox="1"/>
          <p:nvPr/>
        </p:nvSpPr>
        <p:spPr>
          <a:xfrm>
            <a:off x="6597979" y="26058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6" name="Google Shape;2836;p158"/>
          <p:cNvSpPr txBox="1"/>
          <p:nvPr/>
        </p:nvSpPr>
        <p:spPr>
          <a:xfrm>
            <a:off x="6707309" y="37488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7" name="Google Shape;2837;p158"/>
          <p:cNvSpPr txBox="1"/>
          <p:nvPr/>
        </p:nvSpPr>
        <p:spPr>
          <a:xfrm>
            <a:off x="7689597" y="4120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2838" name="Google Shape;2838;p158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30240" r="39789" t="0"/>
          <a:stretch/>
        </p:blipFill>
        <p:spPr>
          <a:xfrm>
            <a:off x="807195" y="2984400"/>
            <a:ext cx="402407" cy="5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2839" name="Google Shape;2839;p158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30240" r="39789" t="0"/>
          <a:stretch/>
        </p:blipFill>
        <p:spPr>
          <a:xfrm>
            <a:off x="5818420" y="2924775"/>
            <a:ext cx="402407" cy="5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0" name="Google Shape;2840;p158"/>
          <p:cNvSpPr txBox="1"/>
          <p:nvPr>
            <p:ph idx="4294967295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AutoNum type="arabicParenR"/>
            </a:pPr>
            <a:r>
              <a:rPr lang="en-GB" sz="1800"/>
              <a:t>Here are some numbers connected multiplicatively using 1 as the middle step. Work out the single multiplier that connects each number.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159"/>
          <p:cNvSpPr txBox="1"/>
          <p:nvPr/>
        </p:nvSpPr>
        <p:spPr>
          <a:xfrm>
            <a:off x="318050" y="14080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7" name="Google Shape;2847;p159"/>
          <p:cNvSpPr txBox="1"/>
          <p:nvPr/>
        </p:nvSpPr>
        <p:spPr>
          <a:xfrm>
            <a:off x="318050" y="30844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8" name="Google Shape;2848;p159"/>
          <p:cNvSpPr txBox="1"/>
          <p:nvPr/>
        </p:nvSpPr>
        <p:spPr>
          <a:xfrm>
            <a:off x="5586150" y="14080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9" name="Google Shape;2849;p159"/>
          <p:cNvSpPr txBox="1"/>
          <p:nvPr>
            <p:ph idx="4294967295" type="body"/>
          </p:nvPr>
        </p:nvSpPr>
        <p:spPr>
          <a:xfrm>
            <a:off x="4002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Write the number in the box to make the calculation correct.</a:t>
            </a:r>
            <a:endParaRPr sz="1800"/>
          </a:p>
        </p:txBody>
      </p:sp>
      <p:sp>
        <p:nvSpPr>
          <p:cNvPr id="2850" name="Google Shape;2850;p159"/>
          <p:cNvSpPr txBox="1"/>
          <p:nvPr/>
        </p:nvSpPr>
        <p:spPr>
          <a:xfrm>
            <a:off x="5586150" y="3152380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1" name="Google Shape;2851;p159"/>
          <p:cNvSpPr txBox="1"/>
          <p:nvPr/>
        </p:nvSpPr>
        <p:spPr>
          <a:xfrm>
            <a:off x="790150" y="148425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2  = 16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2" name="Google Shape;2852;p159"/>
          <p:cNvSpPr txBox="1"/>
          <p:nvPr/>
        </p:nvSpPr>
        <p:spPr>
          <a:xfrm>
            <a:off x="790150" y="319542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12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3" name="Google Shape;2853;p159"/>
          <p:cNvSpPr txBox="1"/>
          <p:nvPr/>
        </p:nvSpPr>
        <p:spPr>
          <a:xfrm>
            <a:off x="6040028" y="148425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10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4" name="Google Shape;2854;p159"/>
          <p:cNvSpPr txBox="1"/>
          <p:nvPr/>
        </p:nvSpPr>
        <p:spPr>
          <a:xfrm>
            <a:off x="6040028" y="3263350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9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2855" name="Google Shape;2855;p159" title="three halves five fourths"/>
          <p:cNvPicPr preferRelativeResize="0"/>
          <p:nvPr/>
        </p:nvPicPr>
        <p:blipFill rotWithShape="1">
          <a:blip r:embed="rId3">
            <a:alphaModFix/>
          </a:blip>
          <a:srcRect b="0" l="0" r="71743" t="0"/>
          <a:stretch/>
        </p:blipFill>
        <p:spPr>
          <a:xfrm>
            <a:off x="1380000" y="3133400"/>
            <a:ext cx="235100" cy="5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2856" name="Google Shape;2856;p159" title="nin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4524" y="3185950"/>
            <a:ext cx="159969" cy="5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2857" name="Google Shape;2857;p159" title="three halves five fourths"/>
          <p:cNvPicPr preferRelativeResize="0"/>
          <p:nvPr/>
        </p:nvPicPr>
        <p:blipFill rotWithShape="1">
          <a:blip r:embed="rId3">
            <a:alphaModFix/>
          </a:blip>
          <a:srcRect b="0" l="69508" r="-8331" t="0"/>
          <a:stretch/>
        </p:blipFill>
        <p:spPr>
          <a:xfrm>
            <a:off x="6495575" y="1484255"/>
            <a:ext cx="323025" cy="5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8" name="Google Shape;2858;p159"/>
          <p:cNvSpPr/>
          <p:nvPr/>
        </p:nvSpPr>
        <p:spPr>
          <a:xfrm>
            <a:off x="1262865" y="1398115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9" name="Google Shape;2859;p159"/>
          <p:cNvSpPr/>
          <p:nvPr/>
        </p:nvSpPr>
        <p:spPr>
          <a:xfrm>
            <a:off x="1244045" y="3134150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0" name="Google Shape;2860;p159"/>
          <p:cNvSpPr/>
          <p:nvPr/>
        </p:nvSpPr>
        <p:spPr>
          <a:xfrm>
            <a:off x="6517659" y="3128753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1" name="Google Shape;2861;p159"/>
          <p:cNvSpPr/>
          <p:nvPr/>
        </p:nvSpPr>
        <p:spPr>
          <a:xfrm>
            <a:off x="6521710" y="1414101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160"/>
          <p:cNvSpPr txBox="1"/>
          <p:nvPr>
            <p:ph idx="4294967295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Fill in the blanks.</a:t>
            </a:r>
            <a:endParaRPr sz="2000"/>
          </a:p>
        </p:txBody>
      </p:sp>
      <p:grpSp>
        <p:nvGrpSpPr>
          <p:cNvPr id="2868" name="Google Shape;2868;p160"/>
          <p:cNvGrpSpPr/>
          <p:nvPr/>
        </p:nvGrpSpPr>
        <p:grpSpPr>
          <a:xfrm>
            <a:off x="665361" y="1457893"/>
            <a:ext cx="4225680" cy="953849"/>
            <a:chOff x="2325199" y="1609768"/>
            <a:chExt cx="4225680" cy="953849"/>
          </a:xfrm>
        </p:grpSpPr>
        <p:cxnSp>
          <p:nvCxnSpPr>
            <p:cNvPr id="2869" name="Google Shape;2869;p160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0" name="Google Shape;2870;p160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1" name="Google Shape;2871;p160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72" name="Google Shape;2872;p160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3" name="Google Shape;2873;p160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4" name="Google Shape;2874;p160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5" name="Google Shape;2875;p160"/>
            <p:cNvSpPr/>
            <p:nvPr/>
          </p:nvSpPr>
          <p:spPr>
            <a:xfrm>
              <a:off x="3258550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6" name="Google Shape;2876;p160"/>
            <p:cNvSpPr txBox="1"/>
            <p:nvPr/>
          </p:nvSpPr>
          <p:spPr>
            <a:xfrm>
              <a:off x="3260107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77" name="Google Shape;2877;p160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8" name="Google Shape;2878;p160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9" name="Google Shape;2879;p160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80" name="Google Shape;2880;p160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1" name="Google Shape;2881;p160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2" name="Google Shape;2882;p160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3" name="Google Shape;2883;p160"/>
            <p:cNvSpPr/>
            <p:nvPr/>
          </p:nvSpPr>
          <p:spPr>
            <a:xfrm>
              <a:off x="5020115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4" name="Google Shape;2884;p160"/>
            <p:cNvSpPr txBox="1"/>
            <p:nvPr/>
          </p:nvSpPr>
          <p:spPr>
            <a:xfrm>
              <a:off x="5021672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5" name="Google Shape;2885;p160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6" name="Google Shape;2886;p160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87" name="Google Shape;2887;p160"/>
          <p:cNvSpPr txBox="1"/>
          <p:nvPr/>
        </p:nvSpPr>
        <p:spPr>
          <a:xfrm>
            <a:off x="1752298" y="149937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8" name="Google Shape;2888;p160"/>
          <p:cNvSpPr txBox="1"/>
          <p:nvPr/>
        </p:nvSpPr>
        <p:spPr>
          <a:xfrm>
            <a:off x="3530440" y="1482788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89" name="Google Shape;2889;p160"/>
          <p:cNvCxnSpPr/>
          <p:nvPr/>
        </p:nvCxnSpPr>
        <p:spPr>
          <a:xfrm>
            <a:off x="1578870" y="38273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0" name="Google Shape;2890;p160"/>
          <p:cNvCxnSpPr/>
          <p:nvPr/>
        </p:nvCxnSpPr>
        <p:spPr>
          <a:xfrm>
            <a:off x="983466" y="38273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1" name="Google Shape;2891;p160"/>
          <p:cNvCxnSpPr/>
          <p:nvPr/>
        </p:nvCxnSpPr>
        <p:spPr>
          <a:xfrm>
            <a:off x="1451482" y="38273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2" name="Google Shape;2892;p160"/>
          <p:cNvSpPr/>
          <p:nvPr/>
        </p:nvSpPr>
        <p:spPr>
          <a:xfrm>
            <a:off x="698492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3" name="Google Shape;2893;p160"/>
          <p:cNvSpPr txBox="1"/>
          <p:nvPr/>
        </p:nvSpPr>
        <p:spPr>
          <a:xfrm>
            <a:off x="876059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4" name="Google Shape;2894;p160"/>
          <p:cNvSpPr txBox="1"/>
          <p:nvPr/>
        </p:nvSpPr>
        <p:spPr>
          <a:xfrm>
            <a:off x="2596442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5" name="Google Shape;2895;p160"/>
          <p:cNvCxnSpPr/>
          <p:nvPr/>
        </p:nvCxnSpPr>
        <p:spPr>
          <a:xfrm>
            <a:off x="3340434" y="38273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6" name="Google Shape;2896;p160"/>
          <p:cNvCxnSpPr/>
          <p:nvPr/>
        </p:nvCxnSpPr>
        <p:spPr>
          <a:xfrm>
            <a:off x="2745031" y="38273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7" name="Google Shape;2897;p160"/>
          <p:cNvCxnSpPr/>
          <p:nvPr/>
        </p:nvCxnSpPr>
        <p:spPr>
          <a:xfrm>
            <a:off x="3213047" y="38273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8" name="Google Shape;2898;p160"/>
          <p:cNvSpPr/>
          <p:nvPr/>
        </p:nvSpPr>
        <p:spPr>
          <a:xfrm>
            <a:off x="4231172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9" name="Google Shape;2899;p160"/>
          <p:cNvSpPr txBox="1"/>
          <p:nvPr/>
        </p:nvSpPr>
        <p:spPr>
          <a:xfrm>
            <a:off x="2561424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0" name="Google Shape;2900;p160"/>
          <p:cNvSpPr txBox="1"/>
          <p:nvPr/>
        </p:nvSpPr>
        <p:spPr>
          <a:xfrm>
            <a:off x="4434207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1" name="Google Shape;2901;p160"/>
          <p:cNvSpPr/>
          <p:nvPr/>
        </p:nvSpPr>
        <p:spPr>
          <a:xfrm>
            <a:off x="2469607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2" name="Google Shape;2902;p160"/>
          <p:cNvSpPr txBox="1"/>
          <p:nvPr/>
        </p:nvSpPr>
        <p:spPr>
          <a:xfrm>
            <a:off x="2542423" y="3459595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3" name="Google Shape;2903;p160"/>
          <p:cNvCxnSpPr/>
          <p:nvPr/>
        </p:nvCxnSpPr>
        <p:spPr>
          <a:xfrm>
            <a:off x="5973251" y="20672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4" name="Google Shape;2904;p160"/>
          <p:cNvCxnSpPr/>
          <p:nvPr/>
        </p:nvCxnSpPr>
        <p:spPr>
          <a:xfrm>
            <a:off x="6441267" y="20672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5" name="Google Shape;2905;p160"/>
          <p:cNvSpPr/>
          <p:nvPr/>
        </p:nvSpPr>
        <p:spPr>
          <a:xfrm>
            <a:off x="5688277" y="16923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6" name="Google Shape;2906;p160"/>
          <p:cNvCxnSpPr/>
          <p:nvPr/>
        </p:nvCxnSpPr>
        <p:spPr>
          <a:xfrm>
            <a:off x="6577619" y="20672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7" name="Google Shape;2907;p160"/>
          <p:cNvSpPr/>
          <p:nvPr/>
        </p:nvSpPr>
        <p:spPr>
          <a:xfrm>
            <a:off x="7468357" y="16923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8" name="Google Shape;2908;p160"/>
          <p:cNvCxnSpPr/>
          <p:nvPr/>
        </p:nvCxnSpPr>
        <p:spPr>
          <a:xfrm>
            <a:off x="6006382" y="37187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9" name="Google Shape;2909;p160"/>
          <p:cNvCxnSpPr/>
          <p:nvPr/>
        </p:nvCxnSpPr>
        <p:spPr>
          <a:xfrm>
            <a:off x="6474397" y="37187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0" name="Google Shape;2910;p160"/>
          <p:cNvSpPr/>
          <p:nvPr/>
        </p:nvSpPr>
        <p:spPr>
          <a:xfrm>
            <a:off x="5721407" y="33438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1" name="Google Shape;2911;p160"/>
          <p:cNvCxnSpPr/>
          <p:nvPr/>
        </p:nvCxnSpPr>
        <p:spPr>
          <a:xfrm>
            <a:off x="6610750" y="37187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2" name="Google Shape;2912;p160"/>
          <p:cNvSpPr/>
          <p:nvPr/>
        </p:nvSpPr>
        <p:spPr>
          <a:xfrm>
            <a:off x="7501487" y="33438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3" name="Google Shape;2913;p160"/>
          <p:cNvSpPr txBox="1"/>
          <p:nvPr/>
        </p:nvSpPr>
        <p:spPr>
          <a:xfrm>
            <a:off x="5875722" y="34384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4" name="Google Shape;2914;p160"/>
          <p:cNvSpPr txBox="1"/>
          <p:nvPr/>
        </p:nvSpPr>
        <p:spPr>
          <a:xfrm>
            <a:off x="256775" y="17161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5" name="Google Shape;2915;p160"/>
          <p:cNvSpPr txBox="1"/>
          <p:nvPr/>
        </p:nvSpPr>
        <p:spPr>
          <a:xfrm>
            <a:off x="256775" y="33925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6" name="Google Shape;2916;p160"/>
          <p:cNvSpPr/>
          <p:nvPr/>
        </p:nvSpPr>
        <p:spPr>
          <a:xfrm>
            <a:off x="1578834" y="31307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7" name="Google Shape;2917;p160"/>
          <p:cNvSpPr txBox="1"/>
          <p:nvPr/>
        </p:nvSpPr>
        <p:spPr>
          <a:xfrm>
            <a:off x="1553886" y="31094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8" name="Google Shape;2918;p160"/>
          <p:cNvSpPr/>
          <p:nvPr/>
        </p:nvSpPr>
        <p:spPr>
          <a:xfrm>
            <a:off x="3340398" y="31307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9" name="Google Shape;2919;p160"/>
          <p:cNvSpPr txBox="1"/>
          <p:nvPr/>
        </p:nvSpPr>
        <p:spPr>
          <a:xfrm>
            <a:off x="3315451" y="31094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0" name="Google Shape;2920;p160"/>
          <p:cNvSpPr txBox="1"/>
          <p:nvPr/>
        </p:nvSpPr>
        <p:spPr>
          <a:xfrm>
            <a:off x="1715854" y="31509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1" name="Google Shape;2921;p160"/>
          <p:cNvSpPr txBox="1"/>
          <p:nvPr/>
        </p:nvSpPr>
        <p:spPr>
          <a:xfrm>
            <a:off x="3493996" y="3134340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2" name="Google Shape;2922;p160"/>
          <p:cNvSpPr txBox="1"/>
          <p:nvPr/>
        </p:nvSpPr>
        <p:spPr>
          <a:xfrm>
            <a:off x="5842592" y="17868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3" name="Google Shape;2923;p160"/>
          <p:cNvSpPr/>
          <p:nvPr/>
        </p:nvSpPr>
        <p:spPr>
          <a:xfrm>
            <a:off x="6777683" y="30830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4" name="Google Shape;2924;p160"/>
          <p:cNvSpPr/>
          <p:nvPr/>
        </p:nvSpPr>
        <p:spPr>
          <a:xfrm>
            <a:off x="6668352" y="1431525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5" name="Google Shape;2925;p160"/>
          <p:cNvSpPr txBox="1"/>
          <p:nvPr/>
        </p:nvSpPr>
        <p:spPr>
          <a:xfrm>
            <a:off x="6809659" y="145630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6" name="Google Shape;2926;p160"/>
          <p:cNvSpPr txBox="1"/>
          <p:nvPr/>
        </p:nvSpPr>
        <p:spPr>
          <a:xfrm>
            <a:off x="6689104" y="141482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7" name="Google Shape;2927;p160"/>
          <p:cNvSpPr txBox="1"/>
          <p:nvPr/>
        </p:nvSpPr>
        <p:spPr>
          <a:xfrm>
            <a:off x="6722234" y="30663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8" name="Google Shape;2928;p160"/>
          <p:cNvSpPr txBox="1"/>
          <p:nvPr/>
        </p:nvSpPr>
        <p:spPr>
          <a:xfrm>
            <a:off x="7704522" y="34384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2929" name="Google Shape;2929;p160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0" r="85699" t="0"/>
          <a:stretch/>
        </p:blipFill>
        <p:spPr>
          <a:xfrm>
            <a:off x="1847298" y="1454365"/>
            <a:ext cx="181787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2930" name="Google Shape;2930;p160" title="one tenth four fifths"/>
          <p:cNvPicPr preferRelativeResize="0"/>
          <p:nvPr/>
        </p:nvPicPr>
        <p:blipFill rotWithShape="1">
          <a:blip r:embed="rId4">
            <a:alphaModFix/>
          </a:blip>
          <a:srcRect b="0" l="62459" r="-12129" t="0"/>
          <a:stretch/>
        </p:blipFill>
        <p:spPr>
          <a:xfrm>
            <a:off x="6885676" y="3126025"/>
            <a:ext cx="306975" cy="4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2931" name="Google Shape;2931;p160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52378" r="23472" t="0"/>
          <a:stretch/>
        </p:blipFill>
        <p:spPr>
          <a:xfrm>
            <a:off x="6835977" y="1444504"/>
            <a:ext cx="306975" cy="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937" name="Google Shape;2937;p161"/>
          <p:cNvGrpSpPr/>
          <p:nvPr/>
        </p:nvGrpSpPr>
        <p:grpSpPr>
          <a:xfrm>
            <a:off x="650436" y="1606993"/>
            <a:ext cx="4225680" cy="953849"/>
            <a:chOff x="2325199" y="1609768"/>
            <a:chExt cx="4225680" cy="953849"/>
          </a:xfrm>
        </p:grpSpPr>
        <p:cxnSp>
          <p:nvCxnSpPr>
            <p:cNvPr id="2938" name="Google Shape;2938;p161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9" name="Google Shape;2939;p161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40" name="Google Shape;2940;p161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41" name="Google Shape;2941;p161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2" name="Google Shape;2942;p161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3" name="Google Shape;2943;p161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4" name="Google Shape;2944;p161"/>
            <p:cNvSpPr/>
            <p:nvPr/>
          </p:nvSpPr>
          <p:spPr>
            <a:xfrm>
              <a:off x="3258550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5" name="Google Shape;2945;p161"/>
            <p:cNvSpPr txBox="1"/>
            <p:nvPr/>
          </p:nvSpPr>
          <p:spPr>
            <a:xfrm>
              <a:off x="3260107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46" name="Google Shape;2946;p161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7" name="Google Shape;2947;p161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48" name="Google Shape;2948;p161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49" name="Google Shape;2949;p161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0" name="Google Shape;2950;p161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1" name="Google Shape;2951;p161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2" name="Google Shape;2952;p161"/>
            <p:cNvSpPr/>
            <p:nvPr/>
          </p:nvSpPr>
          <p:spPr>
            <a:xfrm>
              <a:off x="5020115" y="1622765"/>
              <a:ext cx="503400" cy="463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3" name="Google Shape;2953;p161"/>
            <p:cNvSpPr txBox="1"/>
            <p:nvPr/>
          </p:nvSpPr>
          <p:spPr>
            <a:xfrm>
              <a:off x="5021672" y="16097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4" name="Google Shape;2954;p161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5" name="Google Shape;2955;p161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56" name="Google Shape;2956;p161"/>
          <p:cNvSpPr txBox="1"/>
          <p:nvPr/>
        </p:nvSpPr>
        <p:spPr>
          <a:xfrm>
            <a:off x="1737373" y="164847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7" name="Google Shape;2957;p161"/>
          <p:cNvSpPr txBox="1"/>
          <p:nvPr/>
        </p:nvSpPr>
        <p:spPr>
          <a:xfrm>
            <a:off x="3515515" y="1631888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8" name="Google Shape;2958;p161"/>
          <p:cNvCxnSpPr/>
          <p:nvPr/>
        </p:nvCxnSpPr>
        <p:spPr>
          <a:xfrm>
            <a:off x="1361849" y="33917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9" name="Google Shape;2959;p161"/>
          <p:cNvCxnSpPr/>
          <p:nvPr/>
        </p:nvCxnSpPr>
        <p:spPr>
          <a:xfrm>
            <a:off x="766446" y="33917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0" name="Google Shape;2960;p161"/>
          <p:cNvCxnSpPr/>
          <p:nvPr/>
        </p:nvCxnSpPr>
        <p:spPr>
          <a:xfrm>
            <a:off x="1234461" y="33917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1" name="Google Shape;2961;p161"/>
          <p:cNvSpPr/>
          <p:nvPr/>
        </p:nvSpPr>
        <p:spPr>
          <a:xfrm>
            <a:off x="657062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2" name="Google Shape;2962;p161"/>
          <p:cNvSpPr txBox="1"/>
          <p:nvPr/>
        </p:nvSpPr>
        <p:spPr>
          <a:xfrm>
            <a:off x="834630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3" name="Google Shape;2963;p161"/>
          <p:cNvSpPr txBox="1"/>
          <p:nvPr/>
        </p:nvSpPr>
        <p:spPr>
          <a:xfrm>
            <a:off x="2379422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4" name="Google Shape;2964;p161"/>
          <p:cNvSpPr/>
          <p:nvPr/>
        </p:nvSpPr>
        <p:spPr>
          <a:xfrm>
            <a:off x="1563909" y="2670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5" name="Google Shape;2965;p161"/>
          <p:cNvSpPr txBox="1"/>
          <p:nvPr/>
        </p:nvSpPr>
        <p:spPr>
          <a:xfrm>
            <a:off x="1538961" y="2648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6" name="Google Shape;2966;p161"/>
          <p:cNvCxnSpPr/>
          <p:nvPr/>
        </p:nvCxnSpPr>
        <p:spPr>
          <a:xfrm>
            <a:off x="3123414" y="33917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7" name="Google Shape;2967;p161"/>
          <p:cNvCxnSpPr/>
          <p:nvPr/>
        </p:nvCxnSpPr>
        <p:spPr>
          <a:xfrm>
            <a:off x="2528010" y="33917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8" name="Google Shape;2968;p161"/>
          <p:cNvCxnSpPr/>
          <p:nvPr/>
        </p:nvCxnSpPr>
        <p:spPr>
          <a:xfrm>
            <a:off x="2996026" y="33917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9" name="Google Shape;2969;p161"/>
          <p:cNvSpPr/>
          <p:nvPr/>
        </p:nvSpPr>
        <p:spPr>
          <a:xfrm>
            <a:off x="3861751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0" name="Google Shape;2970;p161"/>
          <p:cNvSpPr txBox="1"/>
          <p:nvPr/>
        </p:nvSpPr>
        <p:spPr>
          <a:xfrm>
            <a:off x="2344403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1" name="Google Shape;2971;p161"/>
          <p:cNvSpPr txBox="1"/>
          <p:nvPr/>
        </p:nvSpPr>
        <p:spPr>
          <a:xfrm>
            <a:off x="3988586" y="30351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2" name="Google Shape;2972;p161"/>
          <p:cNvSpPr/>
          <p:nvPr/>
        </p:nvSpPr>
        <p:spPr>
          <a:xfrm>
            <a:off x="3325473" y="2670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3" name="Google Shape;2973;p161"/>
          <p:cNvSpPr txBox="1"/>
          <p:nvPr/>
        </p:nvSpPr>
        <p:spPr>
          <a:xfrm>
            <a:off x="3300526" y="2648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4" name="Google Shape;2974;p161"/>
          <p:cNvSpPr/>
          <p:nvPr/>
        </p:nvSpPr>
        <p:spPr>
          <a:xfrm>
            <a:off x="2252587" y="29406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5" name="Google Shape;2975;p161"/>
          <p:cNvSpPr txBox="1"/>
          <p:nvPr/>
        </p:nvSpPr>
        <p:spPr>
          <a:xfrm>
            <a:off x="2341967" y="3023943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6" name="Google Shape;2976;p161"/>
          <p:cNvSpPr txBox="1"/>
          <p:nvPr/>
        </p:nvSpPr>
        <p:spPr>
          <a:xfrm>
            <a:off x="1700929" y="26904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7" name="Google Shape;2977;p161"/>
          <p:cNvSpPr txBox="1"/>
          <p:nvPr/>
        </p:nvSpPr>
        <p:spPr>
          <a:xfrm>
            <a:off x="3479071" y="2673840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78" name="Google Shape;2978;p161"/>
          <p:cNvCxnSpPr/>
          <p:nvPr/>
        </p:nvCxnSpPr>
        <p:spPr>
          <a:xfrm>
            <a:off x="1563945" y="45098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9" name="Google Shape;2979;p161"/>
          <p:cNvCxnSpPr/>
          <p:nvPr/>
        </p:nvCxnSpPr>
        <p:spPr>
          <a:xfrm>
            <a:off x="968541" y="45098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0" name="Google Shape;2980;p161"/>
          <p:cNvCxnSpPr/>
          <p:nvPr/>
        </p:nvCxnSpPr>
        <p:spPr>
          <a:xfrm>
            <a:off x="1436557" y="45098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1" name="Google Shape;2981;p161"/>
          <p:cNvSpPr/>
          <p:nvPr/>
        </p:nvSpPr>
        <p:spPr>
          <a:xfrm>
            <a:off x="683567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2" name="Google Shape;2982;p161"/>
          <p:cNvSpPr txBox="1"/>
          <p:nvPr/>
        </p:nvSpPr>
        <p:spPr>
          <a:xfrm>
            <a:off x="861134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3" name="Google Shape;2983;p161"/>
          <p:cNvSpPr txBox="1"/>
          <p:nvPr/>
        </p:nvSpPr>
        <p:spPr>
          <a:xfrm>
            <a:off x="2581517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4" name="Google Shape;2984;p161"/>
          <p:cNvCxnSpPr/>
          <p:nvPr/>
        </p:nvCxnSpPr>
        <p:spPr>
          <a:xfrm>
            <a:off x="3325509" y="45098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5" name="Google Shape;2985;p161"/>
          <p:cNvCxnSpPr/>
          <p:nvPr/>
        </p:nvCxnSpPr>
        <p:spPr>
          <a:xfrm>
            <a:off x="2730106" y="45098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6" name="Google Shape;2986;p161"/>
          <p:cNvCxnSpPr/>
          <p:nvPr/>
        </p:nvCxnSpPr>
        <p:spPr>
          <a:xfrm>
            <a:off x="3198122" y="45098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7" name="Google Shape;2987;p161"/>
          <p:cNvSpPr/>
          <p:nvPr/>
        </p:nvSpPr>
        <p:spPr>
          <a:xfrm>
            <a:off x="4216247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8" name="Google Shape;2988;p161"/>
          <p:cNvSpPr txBox="1"/>
          <p:nvPr/>
        </p:nvSpPr>
        <p:spPr>
          <a:xfrm>
            <a:off x="2546499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9" name="Google Shape;2989;p161"/>
          <p:cNvSpPr txBox="1"/>
          <p:nvPr/>
        </p:nvSpPr>
        <p:spPr>
          <a:xfrm>
            <a:off x="4419282" y="41533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0" name="Google Shape;2990;p161"/>
          <p:cNvSpPr/>
          <p:nvPr/>
        </p:nvSpPr>
        <p:spPr>
          <a:xfrm>
            <a:off x="2454682" y="40587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1" name="Google Shape;2991;p161"/>
          <p:cNvSpPr txBox="1"/>
          <p:nvPr/>
        </p:nvSpPr>
        <p:spPr>
          <a:xfrm>
            <a:off x="2527498" y="4142095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2" name="Google Shape;2992;p161"/>
          <p:cNvCxnSpPr/>
          <p:nvPr/>
        </p:nvCxnSpPr>
        <p:spPr>
          <a:xfrm>
            <a:off x="5958326" y="22163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3" name="Google Shape;2993;p161"/>
          <p:cNvCxnSpPr/>
          <p:nvPr/>
        </p:nvCxnSpPr>
        <p:spPr>
          <a:xfrm>
            <a:off x="6426342" y="22163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4" name="Google Shape;2994;p161"/>
          <p:cNvSpPr/>
          <p:nvPr/>
        </p:nvSpPr>
        <p:spPr>
          <a:xfrm>
            <a:off x="5673352" y="18414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5" name="Google Shape;2995;p161"/>
          <p:cNvCxnSpPr/>
          <p:nvPr/>
        </p:nvCxnSpPr>
        <p:spPr>
          <a:xfrm>
            <a:off x="6562694" y="22163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6" name="Google Shape;2996;p161"/>
          <p:cNvSpPr/>
          <p:nvPr/>
        </p:nvSpPr>
        <p:spPr>
          <a:xfrm>
            <a:off x="7453432" y="18414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7" name="Google Shape;2997;p161"/>
          <p:cNvSpPr txBox="1"/>
          <p:nvPr/>
        </p:nvSpPr>
        <p:spPr>
          <a:xfrm>
            <a:off x="7621680" y="19359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8" name="Google Shape;2998;p161"/>
          <p:cNvCxnSpPr/>
          <p:nvPr/>
        </p:nvCxnSpPr>
        <p:spPr>
          <a:xfrm>
            <a:off x="5991457" y="4401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9" name="Google Shape;2999;p161"/>
          <p:cNvCxnSpPr/>
          <p:nvPr/>
        </p:nvCxnSpPr>
        <p:spPr>
          <a:xfrm>
            <a:off x="6459472" y="4401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0" name="Google Shape;3000;p161"/>
          <p:cNvSpPr/>
          <p:nvPr/>
        </p:nvSpPr>
        <p:spPr>
          <a:xfrm>
            <a:off x="5706482" y="4026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1" name="Google Shape;3001;p161"/>
          <p:cNvCxnSpPr/>
          <p:nvPr/>
        </p:nvCxnSpPr>
        <p:spPr>
          <a:xfrm>
            <a:off x="6595825" y="4401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2" name="Google Shape;3002;p161"/>
          <p:cNvSpPr/>
          <p:nvPr/>
        </p:nvSpPr>
        <p:spPr>
          <a:xfrm>
            <a:off x="7486562" y="4026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3" name="Google Shape;3003;p161"/>
          <p:cNvSpPr txBox="1"/>
          <p:nvPr/>
        </p:nvSpPr>
        <p:spPr>
          <a:xfrm>
            <a:off x="5860797" y="4120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4" name="Google Shape;3004;p161"/>
          <p:cNvCxnSpPr/>
          <p:nvPr/>
        </p:nvCxnSpPr>
        <p:spPr>
          <a:xfrm>
            <a:off x="5958326" y="32582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5" name="Google Shape;3005;p161"/>
          <p:cNvCxnSpPr/>
          <p:nvPr/>
        </p:nvCxnSpPr>
        <p:spPr>
          <a:xfrm>
            <a:off x="6426342" y="32582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6" name="Google Shape;3006;p161"/>
          <p:cNvSpPr/>
          <p:nvPr/>
        </p:nvSpPr>
        <p:spPr>
          <a:xfrm>
            <a:off x="5673352" y="2883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7" name="Google Shape;3007;p161"/>
          <p:cNvCxnSpPr/>
          <p:nvPr/>
        </p:nvCxnSpPr>
        <p:spPr>
          <a:xfrm>
            <a:off x="6562694" y="32582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8" name="Google Shape;3008;p161"/>
          <p:cNvSpPr/>
          <p:nvPr/>
        </p:nvSpPr>
        <p:spPr>
          <a:xfrm>
            <a:off x="7453432" y="28833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9" name="Google Shape;3009;p161"/>
          <p:cNvSpPr txBox="1"/>
          <p:nvPr/>
        </p:nvSpPr>
        <p:spPr>
          <a:xfrm>
            <a:off x="7484501" y="2977902"/>
            <a:ext cx="618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0" name="Google Shape;3010;p161"/>
          <p:cNvSpPr/>
          <p:nvPr/>
        </p:nvSpPr>
        <p:spPr>
          <a:xfrm>
            <a:off x="1563909" y="3813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1" name="Google Shape;3011;p161"/>
          <p:cNvSpPr txBox="1"/>
          <p:nvPr/>
        </p:nvSpPr>
        <p:spPr>
          <a:xfrm>
            <a:off x="1538961" y="3791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2" name="Google Shape;3012;p161"/>
          <p:cNvSpPr/>
          <p:nvPr/>
        </p:nvSpPr>
        <p:spPr>
          <a:xfrm>
            <a:off x="3325473" y="38132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3" name="Google Shape;3013;p161"/>
          <p:cNvSpPr txBox="1"/>
          <p:nvPr/>
        </p:nvSpPr>
        <p:spPr>
          <a:xfrm>
            <a:off x="3300526" y="37919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4" name="Google Shape;3014;p161"/>
          <p:cNvSpPr txBox="1"/>
          <p:nvPr/>
        </p:nvSpPr>
        <p:spPr>
          <a:xfrm>
            <a:off x="1700929" y="38334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5" name="Google Shape;3015;p161"/>
          <p:cNvSpPr txBox="1"/>
          <p:nvPr/>
        </p:nvSpPr>
        <p:spPr>
          <a:xfrm>
            <a:off x="3479071" y="3816840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6" name="Google Shape;3016;p161"/>
          <p:cNvSpPr txBox="1"/>
          <p:nvPr/>
        </p:nvSpPr>
        <p:spPr>
          <a:xfrm>
            <a:off x="5827667" y="19359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7" name="Google Shape;3017;p161"/>
          <p:cNvSpPr txBox="1"/>
          <p:nvPr/>
        </p:nvSpPr>
        <p:spPr>
          <a:xfrm>
            <a:off x="5827667" y="2977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8" name="Google Shape;3018;p161"/>
          <p:cNvSpPr/>
          <p:nvPr/>
        </p:nvSpPr>
        <p:spPr>
          <a:xfrm>
            <a:off x="6653427" y="26225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9" name="Google Shape;3019;p161"/>
          <p:cNvSpPr/>
          <p:nvPr/>
        </p:nvSpPr>
        <p:spPr>
          <a:xfrm>
            <a:off x="6762758" y="37655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0" name="Google Shape;3020;p161"/>
          <p:cNvSpPr/>
          <p:nvPr/>
        </p:nvSpPr>
        <p:spPr>
          <a:xfrm>
            <a:off x="6653427" y="1580625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1" name="Google Shape;3021;p161"/>
          <p:cNvSpPr txBox="1"/>
          <p:nvPr/>
        </p:nvSpPr>
        <p:spPr>
          <a:xfrm>
            <a:off x="6794734" y="160540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2" name="Google Shape;3022;p161"/>
          <p:cNvSpPr txBox="1"/>
          <p:nvPr/>
        </p:nvSpPr>
        <p:spPr>
          <a:xfrm>
            <a:off x="6674179" y="156392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3" name="Google Shape;3023;p161"/>
          <p:cNvSpPr txBox="1"/>
          <p:nvPr/>
        </p:nvSpPr>
        <p:spPr>
          <a:xfrm>
            <a:off x="6778168" y="2647362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4" name="Google Shape;3024;p161"/>
          <p:cNvSpPr txBox="1"/>
          <p:nvPr/>
        </p:nvSpPr>
        <p:spPr>
          <a:xfrm>
            <a:off x="6597979" y="26058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5" name="Google Shape;3025;p161"/>
          <p:cNvSpPr txBox="1"/>
          <p:nvPr/>
        </p:nvSpPr>
        <p:spPr>
          <a:xfrm>
            <a:off x="6707309" y="37488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6" name="Google Shape;3026;p161"/>
          <p:cNvSpPr txBox="1"/>
          <p:nvPr/>
        </p:nvSpPr>
        <p:spPr>
          <a:xfrm>
            <a:off x="7689597" y="41209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3027" name="Google Shape;3027;p161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0" r="71884" t="0"/>
          <a:stretch/>
        </p:blipFill>
        <p:spPr>
          <a:xfrm>
            <a:off x="1855472" y="1646100"/>
            <a:ext cx="259075" cy="3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3028" name="Google Shape;3028;p161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30240" r="39789" t="0"/>
          <a:stretch/>
        </p:blipFill>
        <p:spPr>
          <a:xfrm>
            <a:off x="807195" y="2984400"/>
            <a:ext cx="402407" cy="5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\ \ \frac{10}{9}&quot;&gt;&lt;mfrac&gt;&lt;mn&gt;7&lt;/mn&gt;&lt;mn&gt;4&lt;/mn&gt;&lt;/mfrac&gt;&lt;mtext&gt;&lt;/mtext&gt;&lt;mtext&gt;&lt;/mtext&gt;&lt;mfrac&gt;&lt;mn&gt;10&lt;/mn&gt;&lt;mn&gt;9&lt;/mn&gt;&lt;/mfrac&gt;&lt;/math&gt;" id="3029" name="Google Shape;3029;p161" title="seven fourths ten ninths"/>
          <p:cNvPicPr preferRelativeResize="0"/>
          <p:nvPr/>
        </p:nvPicPr>
        <p:blipFill rotWithShape="1">
          <a:blip r:embed="rId4">
            <a:alphaModFix/>
          </a:blip>
          <a:srcRect b="0" l="0" r="63175" t="0"/>
          <a:stretch/>
        </p:blipFill>
        <p:spPr>
          <a:xfrm>
            <a:off x="1837245" y="2686975"/>
            <a:ext cx="185375" cy="42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4}\ \ \frac{21}{2}&quot;&gt;&lt;mfrac&gt;&lt;mn&gt;42&lt;/mn&gt;&lt;mn&gt;4&lt;/mn&gt;&lt;/mfrac&gt;&lt;mtext&gt;&lt;/mtext&gt;&lt;mtext&gt;&lt;/mtext&gt;&lt;mfrac&gt;&lt;mn&gt;21&lt;/mn&gt;&lt;mn&gt;2&lt;/mn&gt;&lt;/mfrac&gt;&lt;/math&gt;" id="3030" name="Google Shape;3030;p161" title="42 over 4 21 over 2"/>
          <p:cNvPicPr preferRelativeResize="0"/>
          <p:nvPr/>
        </p:nvPicPr>
        <p:blipFill rotWithShape="1">
          <a:blip r:embed="rId5">
            <a:alphaModFix/>
          </a:blip>
          <a:srcRect b="0" l="0" r="58078" t="0"/>
          <a:stretch/>
        </p:blipFill>
        <p:spPr>
          <a:xfrm>
            <a:off x="6837845" y="2658800"/>
            <a:ext cx="259075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4}\ \ \frac{21}{2}&quot;&gt;&lt;mfrac&gt;&lt;mn&gt;42&lt;/mn&gt;&lt;mn&gt;4&lt;/mn&gt;&lt;/mfrac&gt;&lt;mtext&gt;&lt;/mtext&gt;&lt;mtext&gt;&lt;/mtext&gt;&lt;mfrac&gt;&lt;mn&gt;21&lt;/mn&gt;&lt;mn&gt;2&lt;/mn&gt;&lt;/mfrac&gt;&lt;/math&gt;" id="3031" name="Google Shape;3031;p161" title="42 over 4 21 over 2"/>
          <p:cNvPicPr preferRelativeResize="0"/>
          <p:nvPr/>
        </p:nvPicPr>
        <p:blipFill rotWithShape="1">
          <a:blip r:embed="rId5">
            <a:alphaModFix/>
          </a:blip>
          <a:srcRect b="0" l="54189" r="-12133" t="0"/>
          <a:stretch/>
        </p:blipFill>
        <p:spPr>
          <a:xfrm>
            <a:off x="6746379" y="2640125"/>
            <a:ext cx="358100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3032" name="Google Shape;3032;p161" title="one third four sevenths nine tenths"/>
          <p:cNvPicPr preferRelativeResize="0"/>
          <p:nvPr/>
        </p:nvPicPr>
        <p:blipFill rotWithShape="1">
          <a:blip r:embed="rId3">
            <a:alphaModFix/>
          </a:blip>
          <a:srcRect b="0" l="30240" r="39789" t="0"/>
          <a:stretch/>
        </p:blipFill>
        <p:spPr>
          <a:xfrm>
            <a:off x="5818420" y="2924775"/>
            <a:ext cx="402407" cy="5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3033" name="Google Shape;3033;p161" title="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6210" y="1599176"/>
            <a:ext cx="146650" cy="47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 \frac{1}{5}\ \ \ \frac{2}{5}&quot;&gt;&lt;mn&gt;5&lt;/mn&gt;&lt;mtext&gt;&lt;/mtext&gt;&lt;mtext&gt;&lt;/mtext&gt;&lt;mfrac&gt;&lt;mn&gt;1&lt;/mn&gt;&lt;mn&gt;5&lt;/mn&gt;&lt;/mfrac&gt;&lt;mtext&gt;&lt;/mtext&gt;&lt;mtext&gt;&lt;/mtext&gt;&lt;mtext&gt;&lt;/mtext&gt;&lt;mfrac&gt;&lt;mn&gt;2&lt;/mn&gt;&lt;mn&gt;5&lt;/mn&gt;&lt;/mfrac&gt;&lt;/math&gt;" id="3034" name="Google Shape;3034;p161" title="5 one fifth two fifths"/>
          <p:cNvPicPr preferRelativeResize="0"/>
          <p:nvPr/>
        </p:nvPicPr>
        <p:blipFill rotWithShape="1">
          <a:blip r:embed="rId7">
            <a:alphaModFix/>
          </a:blip>
          <a:srcRect b="0" l="27097" r="42864" t="0"/>
          <a:stretch/>
        </p:blipFill>
        <p:spPr>
          <a:xfrm>
            <a:off x="1824117" y="3858635"/>
            <a:ext cx="185375" cy="3857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 \frac{1}{5}\ \ \ \frac{2}{5}&quot;&gt;&lt;mn&gt;5&lt;/mn&gt;&lt;mtext&gt;&lt;/mtext&gt;&lt;mtext&gt;&lt;/mtext&gt;&lt;mfrac&gt;&lt;mn&gt;1&lt;/mn&gt;&lt;mn&gt;5&lt;/mn&gt;&lt;/mfrac&gt;&lt;mtext&gt;&lt;/mtext&gt;&lt;mtext&gt;&lt;/mtext&gt;&lt;mtext&gt;&lt;/mtext&gt;&lt;mfrac&gt;&lt;mn&gt;2&lt;/mn&gt;&lt;mn&gt;5&lt;/mn&gt;&lt;/mfrac&gt;&lt;/math&gt;" id="3035" name="Google Shape;3035;p161" title="5 one fifth two fifths"/>
          <p:cNvPicPr preferRelativeResize="0"/>
          <p:nvPr/>
        </p:nvPicPr>
        <p:blipFill rotWithShape="1">
          <a:blip r:embed="rId7">
            <a:alphaModFix/>
          </a:blip>
          <a:srcRect b="0" l="69076" r="-27104" t="0"/>
          <a:stretch/>
        </p:blipFill>
        <p:spPr>
          <a:xfrm>
            <a:off x="6964920" y="3825267"/>
            <a:ext cx="358100" cy="38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6" name="Google Shape;3036;p161"/>
          <p:cNvSpPr txBox="1"/>
          <p:nvPr/>
        </p:nvSpPr>
        <p:spPr>
          <a:xfrm>
            <a:off x="241850" y="18652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7" name="Google Shape;3037;p161"/>
          <p:cNvSpPr txBox="1"/>
          <p:nvPr/>
        </p:nvSpPr>
        <p:spPr>
          <a:xfrm>
            <a:off x="241850" y="30082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8" name="Google Shape;3038;p161"/>
          <p:cNvSpPr txBox="1"/>
          <p:nvPr/>
        </p:nvSpPr>
        <p:spPr>
          <a:xfrm>
            <a:off x="241850" y="40750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9" name="Google Shape;3039;p161"/>
          <p:cNvSpPr txBox="1"/>
          <p:nvPr>
            <p:ph idx="4294967295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800"/>
              <a:buAutoNum type="arabicParenR"/>
            </a:pPr>
            <a:r>
              <a:rPr lang="en-GB" sz="1800"/>
              <a:t>Here are some numbers connected multiplicatively using 1 as the middle step. Work out the single multiplier that connects each number.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162"/>
          <p:cNvSpPr txBox="1"/>
          <p:nvPr/>
        </p:nvSpPr>
        <p:spPr>
          <a:xfrm>
            <a:off x="5586150" y="1431007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6" name="Google Shape;3046;p162"/>
          <p:cNvSpPr txBox="1"/>
          <p:nvPr/>
        </p:nvSpPr>
        <p:spPr>
          <a:xfrm>
            <a:off x="5357550" y="3152380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7" name="Google Shape;3047;p162"/>
          <p:cNvSpPr txBox="1"/>
          <p:nvPr/>
        </p:nvSpPr>
        <p:spPr>
          <a:xfrm>
            <a:off x="790150" y="148425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2 = 16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8" name="Google Shape;3048;p162"/>
          <p:cNvSpPr txBox="1"/>
          <p:nvPr/>
        </p:nvSpPr>
        <p:spPr>
          <a:xfrm>
            <a:off x="790150" y="319542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12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9" name="Google Shape;3049;p162"/>
          <p:cNvSpPr txBox="1"/>
          <p:nvPr/>
        </p:nvSpPr>
        <p:spPr>
          <a:xfrm>
            <a:off x="6040028" y="1484255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10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0" name="Google Shape;3050;p162"/>
          <p:cNvSpPr txBox="1"/>
          <p:nvPr/>
        </p:nvSpPr>
        <p:spPr>
          <a:xfrm>
            <a:off x="5811428" y="3263350"/>
            <a:ext cx="2385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    = 9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3051" name="Google Shape;3051;p162" title="three halves five fourths"/>
          <p:cNvPicPr preferRelativeResize="0"/>
          <p:nvPr/>
        </p:nvPicPr>
        <p:blipFill rotWithShape="1">
          <a:blip r:embed="rId3">
            <a:alphaModFix/>
          </a:blip>
          <a:srcRect b="0" l="0" r="71743" t="0"/>
          <a:stretch/>
        </p:blipFill>
        <p:spPr>
          <a:xfrm>
            <a:off x="1380000" y="3101912"/>
            <a:ext cx="235100" cy="5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8}&quot;&gt;&lt;mfrac&gt;&lt;mn&gt;9&lt;/mn&gt;&lt;mn&gt;8&lt;/mn&gt;&lt;/mfrac&gt;&lt;/math&gt;" id="3052" name="Google Shape;3052;p162" title="nin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924" y="3185950"/>
            <a:ext cx="159969" cy="5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\ \ \ \ \ \ \ \frac{5}{4}\ \ \ \ \ &quot;&gt;&lt;mfrac&gt;&lt;mn&gt;3&lt;/mn&gt;&lt;mn&gt;2&lt;/mn&gt;&lt;/mfrac&gt;&lt;mtext&gt;&lt;/mtext&gt;&lt;mtext&gt;&lt;/mtext&gt;&lt;mtext&gt;&lt;/mtext&gt;&lt;mtext&gt;&lt;/mtext&gt;&lt;mtext&gt;&lt;/mtext&gt;&lt;mtext&gt;&lt;/mtext&gt;&lt;mtext&gt;&lt;/mtext&gt;&lt;mfrac&gt;&lt;mn&gt;5&lt;/mn&gt;&lt;mn&gt;4&lt;/mn&gt;&lt;/mfrac&gt;&lt;mtext&gt;&lt;/mtext&gt;&lt;mtext&gt;&lt;/mtext&gt;&lt;mtext&gt;&lt;/mtext&gt;&lt;mtext&gt;&lt;/mtext&gt;&lt;mtext&gt;&lt;/mtext&gt;&lt;/math&gt;" id="3053" name="Google Shape;3053;p162" title="three halves five fourths"/>
          <p:cNvPicPr preferRelativeResize="0"/>
          <p:nvPr/>
        </p:nvPicPr>
        <p:blipFill rotWithShape="1">
          <a:blip r:embed="rId3">
            <a:alphaModFix/>
          </a:blip>
          <a:srcRect b="0" l="69508" r="-8331" t="0"/>
          <a:stretch/>
        </p:blipFill>
        <p:spPr>
          <a:xfrm>
            <a:off x="6495575" y="1484255"/>
            <a:ext cx="323025" cy="5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4" name="Google Shape;3054;p162"/>
          <p:cNvSpPr/>
          <p:nvPr/>
        </p:nvSpPr>
        <p:spPr>
          <a:xfrm>
            <a:off x="1233270" y="1418840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5" name="Google Shape;3055;p162"/>
          <p:cNvSpPr/>
          <p:nvPr/>
        </p:nvSpPr>
        <p:spPr>
          <a:xfrm>
            <a:off x="6266107" y="3163180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6" name="Google Shape;3056;p162"/>
          <p:cNvSpPr/>
          <p:nvPr/>
        </p:nvSpPr>
        <p:spPr>
          <a:xfrm>
            <a:off x="6506195" y="1414101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57" name="Google Shape;3057;p162"/>
          <p:cNvGrpSpPr/>
          <p:nvPr/>
        </p:nvGrpSpPr>
        <p:grpSpPr>
          <a:xfrm>
            <a:off x="355906" y="1944200"/>
            <a:ext cx="4295494" cy="980532"/>
            <a:chOff x="279706" y="1944200"/>
            <a:chExt cx="4295494" cy="980532"/>
          </a:xfrm>
        </p:grpSpPr>
        <p:sp>
          <p:nvSpPr>
            <p:cNvPr id="3058" name="Google Shape;3058;p162"/>
            <p:cNvSpPr/>
            <p:nvPr/>
          </p:nvSpPr>
          <p:spPr>
            <a:xfrm>
              <a:off x="3329439" y="1983332"/>
              <a:ext cx="1188300" cy="94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059" name="Google Shape;3059;p162"/>
            <p:cNvGrpSpPr/>
            <p:nvPr/>
          </p:nvGrpSpPr>
          <p:grpSpPr>
            <a:xfrm>
              <a:off x="279706" y="2055696"/>
              <a:ext cx="2970832" cy="716345"/>
              <a:chOff x="2325199" y="1509703"/>
              <a:chExt cx="4236179" cy="1053914"/>
            </a:xfrm>
          </p:grpSpPr>
          <p:cxnSp>
            <p:nvCxnSpPr>
              <p:cNvPr id="3060" name="Google Shape;3060;p16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1" name="Google Shape;3061;p16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62" name="Google Shape;3062;p16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63" name="Google Shape;3063;p16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4" name="Google Shape;3064;p16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5" name="Google Shape;3065;p16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6" name="Google Shape;3066;p16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67" name="Google Shape;3067;p162"/>
              <p:cNvSpPr txBox="1"/>
              <p:nvPr/>
            </p:nvSpPr>
            <p:spPr>
              <a:xfrm>
                <a:off x="3165083" y="1536621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068" name="Google Shape;3068;p16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9" name="Google Shape;3069;p16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70" name="Google Shape;3070;p16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71" name="Google Shape;3071;p16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2" name="Google Shape;3072;p16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3" name="Google Shape;3073;p16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4" name="Google Shape;3074;p16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5" name="Google Shape;3075;p162"/>
              <p:cNvSpPr txBox="1"/>
              <p:nvPr/>
            </p:nvSpPr>
            <p:spPr>
              <a:xfrm>
                <a:off x="4926647" y="150970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6" name="Google Shape;3076;p16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7" name="Google Shape;3077;p16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78" name="Google Shape;3078;p162"/>
            <p:cNvSpPr txBox="1"/>
            <p:nvPr/>
          </p:nvSpPr>
          <p:spPr>
            <a:xfrm>
              <a:off x="2210528" y="2082975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9" name="Google Shape;3079;p162"/>
            <p:cNvSpPr txBox="1"/>
            <p:nvPr/>
          </p:nvSpPr>
          <p:spPr>
            <a:xfrm>
              <a:off x="3623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3080" name="Google Shape;3080;p16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79159" y="209168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6}{8}=2&quot;&gt;&lt;mfrac&gt;&lt;mn&gt;16&lt;/mn&gt;&lt;mn&gt;8&lt;/mn&gt;&lt;/mfrac&gt;&lt;mo&gt;=&lt;/mo&gt;&lt;mn&gt;2&lt;/mn&gt;&lt;/math&gt;" id="3081" name="Google Shape;3081;p162" title="sixteen eighths equals 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93463" y="2391992"/>
              <a:ext cx="663229" cy="46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2" name="Google Shape;3082;p162"/>
            <p:cNvSpPr txBox="1"/>
            <p:nvPr/>
          </p:nvSpPr>
          <p:spPr>
            <a:xfrm>
              <a:off x="3386900" y="1944200"/>
              <a:ext cx="1188300" cy="3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3" name="Google Shape;3083;p162"/>
          <p:cNvGrpSpPr/>
          <p:nvPr/>
        </p:nvGrpSpPr>
        <p:grpSpPr>
          <a:xfrm>
            <a:off x="4623106" y="1944200"/>
            <a:ext cx="4295494" cy="980532"/>
            <a:chOff x="4623106" y="1944200"/>
            <a:chExt cx="4295494" cy="980532"/>
          </a:xfrm>
        </p:grpSpPr>
        <p:sp>
          <p:nvSpPr>
            <p:cNvPr id="3084" name="Google Shape;3084;p162"/>
            <p:cNvSpPr/>
            <p:nvPr/>
          </p:nvSpPr>
          <p:spPr>
            <a:xfrm>
              <a:off x="7672839" y="1983332"/>
              <a:ext cx="1188300" cy="94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085" name="Google Shape;3085;p162"/>
            <p:cNvGrpSpPr/>
            <p:nvPr/>
          </p:nvGrpSpPr>
          <p:grpSpPr>
            <a:xfrm>
              <a:off x="4623106" y="2055696"/>
              <a:ext cx="2970832" cy="716345"/>
              <a:chOff x="2325199" y="1509703"/>
              <a:chExt cx="4236179" cy="1053914"/>
            </a:xfrm>
          </p:grpSpPr>
          <p:cxnSp>
            <p:nvCxnSpPr>
              <p:cNvPr id="3086" name="Google Shape;3086;p16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7" name="Google Shape;3087;p16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88" name="Google Shape;3088;p16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89" name="Google Shape;3089;p16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0" name="Google Shape;3090;p16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1" name="Google Shape;3091;p16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2" name="Google Shape;3092;p16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3" name="Google Shape;3093;p162"/>
              <p:cNvSpPr txBox="1"/>
              <p:nvPr/>
            </p:nvSpPr>
            <p:spPr>
              <a:xfrm>
                <a:off x="3165083" y="1536621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094" name="Google Shape;3094;p16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5" name="Google Shape;3095;p16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096" name="Google Shape;3096;p16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97" name="Google Shape;3097;p16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8" name="Google Shape;3098;p16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99" name="Google Shape;3099;p16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0" name="Google Shape;3100;p16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1" name="Google Shape;3101;p162"/>
              <p:cNvSpPr txBox="1"/>
              <p:nvPr/>
            </p:nvSpPr>
            <p:spPr>
              <a:xfrm>
                <a:off x="4926647" y="150970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2" name="Google Shape;3102;p16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03" name="Google Shape;3103;p16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04" name="Google Shape;3104;p162"/>
            <p:cNvSpPr txBox="1"/>
            <p:nvPr/>
          </p:nvSpPr>
          <p:spPr>
            <a:xfrm>
              <a:off x="6553928" y="2082975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5" name="Google Shape;3105;p162"/>
            <p:cNvSpPr txBox="1"/>
            <p:nvPr/>
          </p:nvSpPr>
          <p:spPr>
            <a:xfrm>
              <a:off x="47057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3106" name="Google Shape;3106;p16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22559" y="209168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7" name="Google Shape;3107;p162"/>
            <p:cNvSpPr txBox="1"/>
            <p:nvPr/>
          </p:nvSpPr>
          <p:spPr>
            <a:xfrm>
              <a:off x="7615400" y="1944200"/>
              <a:ext cx="13032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}{8}=\frac{5}{4}&quot;&gt;&lt;mfrac&gt;&lt;mn&gt;10&lt;/mn&gt;&lt;mn&gt;8&lt;/mn&gt;&lt;/mfrac&gt;&lt;mo&gt;=&lt;/mo&gt;&lt;mfrac&gt;&lt;mn&gt;5&lt;/mn&gt;&lt;mn&gt;4&lt;/mn&gt;&lt;/mfrac&gt;&lt;/math&gt;" id="3108" name="Google Shape;3108;p162" title="ten eighths equals five four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57174" y="2307026"/>
              <a:ext cx="819650" cy="529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9" name="Google Shape;3109;p162"/>
          <p:cNvSpPr/>
          <p:nvPr/>
        </p:nvSpPr>
        <p:spPr>
          <a:xfrm>
            <a:off x="1259788" y="3073694"/>
            <a:ext cx="339600" cy="55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10" name="Google Shape;3110;p162"/>
          <p:cNvGrpSpPr/>
          <p:nvPr/>
        </p:nvGrpSpPr>
        <p:grpSpPr>
          <a:xfrm>
            <a:off x="222081" y="3586650"/>
            <a:ext cx="4295494" cy="980532"/>
            <a:chOff x="222081" y="3586650"/>
            <a:chExt cx="4295494" cy="980532"/>
          </a:xfrm>
        </p:grpSpPr>
        <p:sp>
          <p:nvSpPr>
            <p:cNvPr id="3111" name="Google Shape;3111;p162"/>
            <p:cNvSpPr/>
            <p:nvPr/>
          </p:nvSpPr>
          <p:spPr>
            <a:xfrm>
              <a:off x="3271814" y="3625782"/>
              <a:ext cx="1188300" cy="94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112" name="Google Shape;3112;p162"/>
            <p:cNvGrpSpPr/>
            <p:nvPr/>
          </p:nvGrpSpPr>
          <p:grpSpPr>
            <a:xfrm>
              <a:off x="222081" y="3698146"/>
              <a:ext cx="2970832" cy="716345"/>
              <a:chOff x="2325199" y="1509703"/>
              <a:chExt cx="4236179" cy="1053914"/>
            </a:xfrm>
          </p:grpSpPr>
          <p:cxnSp>
            <p:nvCxnSpPr>
              <p:cNvPr id="3113" name="Google Shape;3113;p16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4" name="Google Shape;3114;p16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15" name="Google Shape;3115;p16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6" name="Google Shape;3116;p16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17" name="Google Shape;3117;p16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18" name="Google Shape;3118;p16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19" name="Google Shape;3119;p16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0" name="Google Shape;3120;p162"/>
              <p:cNvSpPr txBox="1"/>
              <p:nvPr/>
            </p:nvSpPr>
            <p:spPr>
              <a:xfrm>
                <a:off x="3165083" y="1536621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21" name="Google Shape;3121;p16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2" name="Google Shape;3122;p16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23" name="Google Shape;3123;p16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24" name="Google Shape;3124;p16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5" name="Google Shape;3125;p16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6" name="Google Shape;3126;p16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7" name="Google Shape;3127;p16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8" name="Google Shape;3128;p162"/>
              <p:cNvSpPr txBox="1"/>
              <p:nvPr/>
            </p:nvSpPr>
            <p:spPr>
              <a:xfrm>
                <a:off x="4926647" y="150970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29" name="Google Shape;3129;p16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30" name="Google Shape;3130;p16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31" name="Google Shape;3131;p162"/>
            <p:cNvSpPr txBox="1"/>
            <p:nvPr/>
          </p:nvSpPr>
          <p:spPr>
            <a:xfrm>
              <a:off x="2152903" y="3725425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32" name="Google Shape;3132;p162"/>
            <p:cNvSpPr txBox="1"/>
            <p:nvPr/>
          </p:nvSpPr>
          <p:spPr>
            <a:xfrm>
              <a:off x="304731" y="396474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3133" name="Google Shape;3133;p16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21534" y="373413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4" name="Google Shape;3134;p162"/>
            <p:cNvSpPr txBox="1"/>
            <p:nvPr/>
          </p:nvSpPr>
          <p:spPr>
            <a:xfrm>
              <a:off x="3214375" y="3586650"/>
              <a:ext cx="13032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2}{8}=\frac{3}{2}&quot;&gt;&lt;mfrac&gt;&lt;mn&gt;12&lt;/mn&gt;&lt;mn&gt;8&lt;/mn&gt;&lt;/mfrac&gt;&lt;mo&gt;=&lt;/mo&gt;&lt;mfrac&gt;&lt;mn&gt;3&lt;/mn&gt;&lt;mn&gt;2&lt;/mn&gt;&lt;/mfrac&gt;&lt;/math&gt;" id="3135" name="Google Shape;3135;p162" title="twelve eighths equals three halve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21601" y="3972894"/>
              <a:ext cx="723533" cy="46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36" name="Google Shape;3136;p162"/>
          <p:cNvGrpSpPr/>
          <p:nvPr/>
        </p:nvGrpSpPr>
        <p:grpSpPr>
          <a:xfrm>
            <a:off x="4794081" y="3712311"/>
            <a:ext cx="3010192" cy="778380"/>
            <a:chOff x="5022681" y="3712311"/>
            <a:chExt cx="3010192" cy="778380"/>
          </a:xfrm>
        </p:grpSpPr>
        <p:grpSp>
          <p:nvGrpSpPr>
            <p:cNvPr id="3137" name="Google Shape;3137;p162"/>
            <p:cNvGrpSpPr/>
            <p:nvPr/>
          </p:nvGrpSpPr>
          <p:grpSpPr>
            <a:xfrm>
              <a:off x="5022681" y="3712311"/>
              <a:ext cx="3010192" cy="778380"/>
              <a:chOff x="2325199" y="1418435"/>
              <a:chExt cx="4292302" cy="1145182"/>
            </a:xfrm>
          </p:grpSpPr>
          <p:cxnSp>
            <p:nvCxnSpPr>
              <p:cNvPr id="3138" name="Google Shape;3138;p16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9" name="Google Shape;3139;p16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40" name="Google Shape;3140;p16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41" name="Google Shape;3141;p16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2" name="Google Shape;3142;p16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3" name="Google Shape;3143;p16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4" name="Google Shape;3144;p16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45" name="Google Shape;3145;p162"/>
              <p:cNvSpPr txBox="1"/>
              <p:nvPr/>
            </p:nvSpPr>
            <p:spPr>
              <a:xfrm>
                <a:off x="3214174" y="1418435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46" name="Google Shape;3146;p16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7" name="Google Shape;3147;p16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48" name="Google Shape;3148;p16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49" name="Google Shape;3149;p16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0" name="Google Shape;3150;p16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1" name="Google Shape;3151;p162"/>
              <p:cNvSpPr txBox="1"/>
              <p:nvPr/>
            </p:nvSpPr>
            <p:spPr>
              <a:xfrm>
                <a:off x="5945802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2" name="Google Shape;3152;p16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3" name="Google Shape;3153;p162"/>
              <p:cNvSpPr txBox="1"/>
              <p:nvPr/>
            </p:nvSpPr>
            <p:spPr>
              <a:xfrm>
                <a:off x="4975739" y="1475935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4" name="Google Shape;3154;p16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55" name="Google Shape;3155;p16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56" name="Google Shape;3156;p162"/>
            <p:cNvSpPr txBox="1"/>
            <p:nvPr/>
          </p:nvSpPr>
          <p:spPr>
            <a:xfrm>
              <a:off x="7022358" y="3790149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7" name="Google Shape;3157;p162"/>
            <p:cNvSpPr txBox="1"/>
            <p:nvPr/>
          </p:nvSpPr>
          <p:spPr>
            <a:xfrm>
              <a:off x="5105331" y="404094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3158" name="Google Shape;3158;p162" title="one eigh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22134" y="3810332"/>
              <a:ext cx="106692" cy="353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9" name="Google Shape;3159;p162"/>
          <p:cNvSpPr txBox="1"/>
          <p:nvPr/>
        </p:nvSpPr>
        <p:spPr>
          <a:xfrm>
            <a:off x="318050" y="14080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0" name="Google Shape;3160;p162"/>
          <p:cNvSpPr txBox="1"/>
          <p:nvPr/>
        </p:nvSpPr>
        <p:spPr>
          <a:xfrm>
            <a:off x="318050" y="30844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1" name="Google Shape;3161;p162"/>
          <p:cNvSpPr txBox="1"/>
          <p:nvPr>
            <p:ph idx="4294967295" type="body"/>
          </p:nvPr>
        </p:nvSpPr>
        <p:spPr>
          <a:xfrm>
            <a:off x="4002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Write the number in the box to make the calculation correct.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Efficiently calculating a single multiplier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163"/>
          <p:cNvSpPr txBox="1"/>
          <p:nvPr>
            <p:ph idx="4294967295" type="body"/>
          </p:nvPr>
        </p:nvSpPr>
        <p:spPr>
          <a:xfrm>
            <a:off x="4002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Fill in the blanks.</a:t>
            </a:r>
            <a:endParaRPr sz="2000"/>
          </a:p>
        </p:txBody>
      </p:sp>
      <p:cxnSp>
        <p:nvCxnSpPr>
          <p:cNvPr id="3168" name="Google Shape;3168;p163"/>
          <p:cNvCxnSpPr/>
          <p:nvPr/>
        </p:nvCxnSpPr>
        <p:spPr>
          <a:xfrm>
            <a:off x="1545739" y="21758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9" name="Google Shape;3169;p163"/>
          <p:cNvCxnSpPr/>
          <p:nvPr/>
        </p:nvCxnSpPr>
        <p:spPr>
          <a:xfrm>
            <a:off x="950336" y="21758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63"/>
          <p:cNvCxnSpPr/>
          <p:nvPr/>
        </p:nvCxnSpPr>
        <p:spPr>
          <a:xfrm>
            <a:off x="1418351" y="21758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1" name="Google Shape;3171;p163"/>
          <p:cNvSpPr/>
          <p:nvPr/>
        </p:nvSpPr>
        <p:spPr>
          <a:xfrm>
            <a:off x="665361" y="17247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2" name="Google Shape;3172;p163"/>
          <p:cNvSpPr txBox="1"/>
          <p:nvPr/>
        </p:nvSpPr>
        <p:spPr>
          <a:xfrm>
            <a:off x="842929" y="18192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3" name="Google Shape;3173;p163"/>
          <p:cNvSpPr txBox="1"/>
          <p:nvPr/>
        </p:nvSpPr>
        <p:spPr>
          <a:xfrm>
            <a:off x="2563312" y="18192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4" name="Google Shape;3174;p163"/>
          <p:cNvSpPr/>
          <p:nvPr/>
        </p:nvSpPr>
        <p:spPr>
          <a:xfrm>
            <a:off x="1598712" y="147089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5" name="Google Shape;3175;p163"/>
          <p:cNvSpPr txBox="1"/>
          <p:nvPr/>
        </p:nvSpPr>
        <p:spPr>
          <a:xfrm>
            <a:off x="1600269" y="1457893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6" name="Google Shape;3176;p163"/>
          <p:cNvCxnSpPr/>
          <p:nvPr/>
        </p:nvCxnSpPr>
        <p:spPr>
          <a:xfrm>
            <a:off x="3307304" y="21758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7" name="Google Shape;3177;p163"/>
          <p:cNvCxnSpPr/>
          <p:nvPr/>
        </p:nvCxnSpPr>
        <p:spPr>
          <a:xfrm>
            <a:off x="2711901" y="21758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8" name="Google Shape;3178;p163"/>
          <p:cNvCxnSpPr/>
          <p:nvPr/>
        </p:nvCxnSpPr>
        <p:spPr>
          <a:xfrm>
            <a:off x="3179916" y="21758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9" name="Google Shape;3179;p163"/>
          <p:cNvSpPr/>
          <p:nvPr/>
        </p:nvSpPr>
        <p:spPr>
          <a:xfrm>
            <a:off x="4198042" y="17247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0" name="Google Shape;3180;p163"/>
          <p:cNvSpPr txBox="1"/>
          <p:nvPr/>
        </p:nvSpPr>
        <p:spPr>
          <a:xfrm>
            <a:off x="2528293" y="18192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1" name="Google Shape;3181;p163"/>
          <p:cNvSpPr txBox="1"/>
          <p:nvPr/>
        </p:nvSpPr>
        <p:spPr>
          <a:xfrm>
            <a:off x="4324877" y="18192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2" name="Google Shape;3182;p163"/>
          <p:cNvSpPr/>
          <p:nvPr/>
        </p:nvSpPr>
        <p:spPr>
          <a:xfrm>
            <a:off x="3360277" y="1470890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3" name="Google Shape;3183;p163"/>
          <p:cNvSpPr txBox="1"/>
          <p:nvPr/>
        </p:nvSpPr>
        <p:spPr>
          <a:xfrm>
            <a:off x="3361834" y="1457893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4" name="Google Shape;3184;p163"/>
          <p:cNvSpPr/>
          <p:nvPr/>
        </p:nvSpPr>
        <p:spPr>
          <a:xfrm>
            <a:off x="2436477" y="17247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5" name="Google Shape;3185;p163"/>
          <p:cNvSpPr txBox="1"/>
          <p:nvPr/>
        </p:nvSpPr>
        <p:spPr>
          <a:xfrm>
            <a:off x="2525857" y="1808043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6" name="Google Shape;3186;p163"/>
          <p:cNvSpPr txBox="1"/>
          <p:nvPr/>
        </p:nvSpPr>
        <p:spPr>
          <a:xfrm>
            <a:off x="1752298" y="149937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7" name="Google Shape;3187;p163"/>
          <p:cNvSpPr txBox="1"/>
          <p:nvPr/>
        </p:nvSpPr>
        <p:spPr>
          <a:xfrm>
            <a:off x="3530440" y="1482788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8" name="Google Shape;3188;p163"/>
          <p:cNvCxnSpPr/>
          <p:nvPr/>
        </p:nvCxnSpPr>
        <p:spPr>
          <a:xfrm>
            <a:off x="1578870" y="38273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63"/>
          <p:cNvCxnSpPr/>
          <p:nvPr/>
        </p:nvCxnSpPr>
        <p:spPr>
          <a:xfrm>
            <a:off x="983466" y="38273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0" name="Google Shape;3190;p163"/>
          <p:cNvCxnSpPr/>
          <p:nvPr/>
        </p:nvCxnSpPr>
        <p:spPr>
          <a:xfrm>
            <a:off x="1451482" y="38273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1" name="Google Shape;3191;p163"/>
          <p:cNvSpPr/>
          <p:nvPr/>
        </p:nvSpPr>
        <p:spPr>
          <a:xfrm>
            <a:off x="698492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2" name="Google Shape;3192;p163"/>
          <p:cNvSpPr txBox="1"/>
          <p:nvPr/>
        </p:nvSpPr>
        <p:spPr>
          <a:xfrm>
            <a:off x="876059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3" name="Google Shape;3193;p163"/>
          <p:cNvSpPr txBox="1"/>
          <p:nvPr/>
        </p:nvSpPr>
        <p:spPr>
          <a:xfrm>
            <a:off x="2596442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4" name="Google Shape;3194;p163"/>
          <p:cNvCxnSpPr/>
          <p:nvPr/>
        </p:nvCxnSpPr>
        <p:spPr>
          <a:xfrm>
            <a:off x="3340434" y="38273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5" name="Google Shape;3195;p163"/>
          <p:cNvCxnSpPr/>
          <p:nvPr/>
        </p:nvCxnSpPr>
        <p:spPr>
          <a:xfrm>
            <a:off x="2745031" y="38273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6" name="Google Shape;3196;p163"/>
          <p:cNvCxnSpPr/>
          <p:nvPr/>
        </p:nvCxnSpPr>
        <p:spPr>
          <a:xfrm>
            <a:off x="3213047" y="38273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7" name="Google Shape;3197;p163"/>
          <p:cNvSpPr/>
          <p:nvPr/>
        </p:nvSpPr>
        <p:spPr>
          <a:xfrm>
            <a:off x="4231172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8" name="Google Shape;3198;p163"/>
          <p:cNvSpPr txBox="1"/>
          <p:nvPr/>
        </p:nvSpPr>
        <p:spPr>
          <a:xfrm>
            <a:off x="2561424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9" name="Google Shape;3199;p163"/>
          <p:cNvSpPr txBox="1"/>
          <p:nvPr/>
        </p:nvSpPr>
        <p:spPr>
          <a:xfrm>
            <a:off x="4434207" y="34708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0" name="Google Shape;3200;p163"/>
          <p:cNvSpPr/>
          <p:nvPr/>
        </p:nvSpPr>
        <p:spPr>
          <a:xfrm>
            <a:off x="2469607" y="33762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1" name="Google Shape;3201;p163"/>
          <p:cNvSpPr txBox="1"/>
          <p:nvPr/>
        </p:nvSpPr>
        <p:spPr>
          <a:xfrm>
            <a:off x="2542423" y="3459595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2" name="Google Shape;3202;p163"/>
          <p:cNvCxnSpPr/>
          <p:nvPr/>
        </p:nvCxnSpPr>
        <p:spPr>
          <a:xfrm>
            <a:off x="5973251" y="2067204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3" name="Google Shape;3203;p163"/>
          <p:cNvCxnSpPr/>
          <p:nvPr/>
        </p:nvCxnSpPr>
        <p:spPr>
          <a:xfrm>
            <a:off x="6441267" y="2067204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4" name="Google Shape;3204;p163"/>
          <p:cNvSpPr/>
          <p:nvPr/>
        </p:nvSpPr>
        <p:spPr>
          <a:xfrm>
            <a:off x="5688277" y="16923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5" name="Google Shape;3205;p163"/>
          <p:cNvCxnSpPr/>
          <p:nvPr/>
        </p:nvCxnSpPr>
        <p:spPr>
          <a:xfrm>
            <a:off x="6577619" y="2067204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6" name="Google Shape;3206;p163"/>
          <p:cNvSpPr/>
          <p:nvPr/>
        </p:nvSpPr>
        <p:spPr>
          <a:xfrm>
            <a:off x="7468357" y="1692342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7" name="Google Shape;3207;p163"/>
          <p:cNvSpPr txBox="1"/>
          <p:nvPr/>
        </p:nvSpPr>
        <p:spPr>
          <a:xfrm>
            <a:off x="7636605" y="17868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8" name="Google Shape;3208;p163"/>
          <p:cNvCxnSpPr/>
          <p:nvPr/>
        </p:nvCxnSpPr>
        <p:spPr>
          <a:xfrm>
            <a:off x="6006382" y="3718756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9" name="Google Shape;3209;p163"/>
          <p:cNvCxnSpPr/>
          <p:nvPr/>
        </p:nvCxnSpPr>
        <p:spPr>
          <a:xfrm>
            <a:off x="6474397" y="3718756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0" name="Google Shape;3210;p163"/>
          <p:cNvSpPr/>
          <p:nvPr/>
        </p:nvSpPr>
        <p:spPr>
          <a:xfrm>
            <a:off x="5721407" y="33438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1" name="Google Shape;3211;p163"/>
          <p:cNvCxnSpPr/>
          <p:nvPr/>
        </p:nvCxnSpPr>
        <p:spPr>
          <a:xfrm>
            <a:off x="6610750" y="3718756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2" name="Google Shape;3212;p163"/>
          <p:cNvSpPr/>
          <p:nvPr/>
        </p:nvSpPr>
        <p:spPr>
          <a:xfrm>
            <a:off x="7501487" y="3343894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3" name="Google Shape;3213;p163"/>
          <p:cNvSpPr txBox="1"/>
          <p:nvPr/>
        </p:nvSpPr>
        <p:spPr>
          <a:xfrm>
            <a:off x="5875722" y="34384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4" name="Google Shape;3214;p163"/>
          <p:cNvSpPr txBox="1"/>
          <p:nvPr/>
        </p:nvSpPr>
        <p:spPr>
          <a:xfrm>
            <a:off x="256775" y="17161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5" name="Google Shape;3215;p163"/>
          <p:cNvSpPr txBox="1"/>
          <p:nvPr/>
        </p:nvSpPr>
        <p:spPr>
          <a:xfrm>
            <a:off x="256775" y="3392555"/>
            <a:ext cx="6180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6" name="Google Shape;3216;p163"/>
          <p:cNvSpPr/>
          <p:nvPr/>
        </p:nvSpPr>
        <p:spPr>
          <a:xfrm>
            <a:off x="1578834" y="31307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7" name="Google Shape;3217;p163"/>
          <p:cNvSpPr txBox="1"/>
          <p:nvPr/>
        </p:nvSpPr>
        <p:spPr>
          <a:xfrm>
            <a:off x="1553886" y="31094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8" name="Google Shape;3218;p163"/>
          <p:cNvSpPr/>
          <p:nvPr/>
        </p:nvSpPr>
        <p:spPr>
          <a:xfrm>
            <a:off x="3340398" y="3130725"/>
            <a:ext cx="503400" cy="46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9" name="Google Shape;3219;p163"/>
          <p:cNvSpPr txBox="1"/>
          <p:nvPr/>
        </p:nvSpPr>
        <p:spPr>
          <a:xfrm>
            <a:off x="3315451" y="310944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0" name="Google Shape;3220;p163"/>
          <p:cNvSpPr txBox="1"/>
          <p:nvPr/>
        </p:nvSpPr>
        <p:spPr>
          <a:xfrm>
            <a:off x="1715854" y="3150931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1" name="Google Shape;3221;p163"/>
          <p:cNvSpPr txBox="1"/>
          <p:nvPr/>
        </p:nvSpPr>
        <p:spPr>
          <a:xfrm>
            <a:off x="3493996" y="3134340"/>
            <a:ext cx="439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2" name="Google Shape;3222;p163"/>
          <p:cNvSpPr txBox="1"/>
          <p:nvPr/>
        </p:nvSpPr>
        <p:spPr>
          <a:xfrm>
            <a:off x="5842592" y="1786849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3" name="Google Shape;3223;p163"/>
          <p:cNvSpPr/>
          <p:nvPr/>
        </p:nvSpPr>
        <p:spPr>
          <a:xfrm>
            <a:off x="6777683" y="3083077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4" name="Google Shape;3224;p163"/>
          <p:cNvSpPr/>
          <p:nvPr/>
        </p:nvSpPr>
        <p:spPr>
          <a:xfrm>
            <a:off x="6668352" y="1431525"/>
            <a:ext cx="503400" cy="486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5" name="Google Shape;3225;p163"/>
          <p:cNvSpPr txBox="1"/>
          <p:nvPr/>
        </p:nvSpPr>
        <p:spPr>
          <a:xfrm>
            <a:off x="6809659" y="1456309"/>
            <a:ext cx="439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6" name="Google Shape;3226;p163"/>
          <p:cNvSpPr txBox="1"/>
          <p:nvPr/>
        </p:nvSpPr>
        <p:spPr>
          <a:xfrm>
            <a:off x="6689104" y="141482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7" name="Google Shape;3227;p163"/>
          <p:cNvSpPr txBox="1"/>
          <p:nvPr/>
        </p:nvSpPr>
        <p:spPr>
          <a:xfrm>
            <a:off x="6722234" y="306637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8" name="Google Shape;3228;p163"/>
          <p:cNvSpPr txBox="1"/>
          <p:nvPr/>
        </p:nvSpPr>
        <p:spPr>
          <a:xfrm>
            <a:off x="7704522" y="343840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3229" name="Google Shape;3229;p163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0" r="85699" t="0"/>
          <a:stretch/>
        </p:blipFill>
        <p:spPr>
          <a:xfrm>
            <a:off x="1847298" y="1454365"/>
            <a:ext cx="181787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3230" name="Google Shape;3230;p163" title="one tenth four fifths"/>
          <p:cNvPicPr preferRelativeResize="0"/>
          <p:nvPr/>
        </p:nvPicPr>
        <p:blipFill rotWithShape="1">
          <a:blip r:embed="rId4">
            <a:alphaModFix/>
          </a:blip>
          <a:srcRect b="0" l="0" r="50327" t="0"/>
          <a:stretch/>
        </p:blipFill>
        <p:spPr>
          <a:xfrm>
            <a:off x="1775248" y="3126025"/>
            <a:ext cx="306975" cy="4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3231" name="Google Shape;3231;p163" title="one tenth four fifths"/>
          <p:cNvPicPr preferRelativeResize="0"/>
          <p:nvPr/>
        </p:nvPicPr>
        <p:blipFill rotWithShape="1">
          <a:blip r:embed="rId4">
            <a:alphaModFix/>
          </a:blip>
          <a:srcRect b="0" l="62459" r="-12129" t="0"/>
          <a:stretch/>
        </p:blipFill>
        <p:spPr>
          <a:xfrm>
            <a:off x="6885676" y="3126025"/>
            <a:ext cx="306975" cy="4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3232" name="Google Shape;3232;p163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52378" r="23472" t="0"/>
          <a:stretch/>
        </p:blipFill>
        <p:spPr>
          <a:xfrm>
            <a:off x="6835977" y="1444504"/>
            <a:ext cx="306975" cy="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6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p164"/>
          <p:cNvSpPr txBox="1"/>
          <p:nvPr>
            <p:ph idx="1" type="body"/>
          </p:nvPr>
        </p:nvSpPr>
        <p:spPr>
          <a:xfrm>
            <a:off x="400200" y="7752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exists a multiplier for any pair of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 number by its reciprocal will always have a product of 1, which can then be used with a multiplier to connect 1 to another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multiplicative</a:t>
            </a:r>
            <a:r>
              <a:rPr lang="en-GB"/>
              <a:t> relationship can be shown in multiple steps, where the single multiplier is the product of the multipliers.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p16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16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244" name="Google Shape;3244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