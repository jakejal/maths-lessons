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F5C632-9BB2-4B45-AA40-142E0C93BEBB}">
  <a:tblStyle styleId="{F4F5C632-9BB2-4B45-AA40-142E0C93BE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918bf75b6_0_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918bf75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10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1813109" y="4216227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94781"/>
            <a:ext cx="530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Connecting numbers multiplicatively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42550"/>
            <a:ext cx="6759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multipliers for the following pairs of numbers.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1707114" y="268173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1218515" y="268173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1602577" y="268173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/>
          <p:nvPr/>
        </p:nvSpPr>
        <p:spPr>
          <a:xfrm>
            <a:off x="984660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438068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813109" y="2215237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130375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542151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751862" y="2115850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884766" y="2172933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1707114" y="3619703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1218515" y="3619703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1602577" y="3619703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/>
          <p:nvPr/>
        </p:nvSpPr>
        <p:spPr>
          <a:xfrm>
            <a:off x="984660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438068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813109" y="3153201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130375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542151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1707114" y="468272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1218515" y="468272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1602577" y="468272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984660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438068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130375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542151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5333914" y="268173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4845316" y="268173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5229378" y="268173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/>
          <p:nvPr/>
        </p:nvSpPr>
        <p:spPr>
          <a:xfrm>
            <a:off x="4611461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064869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439916" y="2152213"/>
            <a:ext cx="413100" cy="38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60185" y="2451676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168952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429689" y="2085738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>
            <a:off x="5333914" y="3619703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4845316" y="3619703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5229378" y="3619703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0"/>
          <p:cNvSpPr/>
          <p:nvPr/>
        </p:nvSpPr>
        <p:spPr>
          <a:xfrm>
            <a:off x="4611461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064869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439910" y="3153201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694645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106421" y="3389641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>
            <a:off x="5333914" y="468272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4845316" y="468272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0"/>
          <p:cNvCxnSpPr/>
          <p:nvPr/>
        </p:nvCxnSpPr>
        <p:spPr>
          <a:xfrm>
            <a:off x="5229378" y="468272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0"/>
          <p:cNvSpPr/>
          <p:nvPr/>
        </p:nvSpPr>
        <p:spPr>
          <a:xfrm>
            <a:off x="4611461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064869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688036" y="4466260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168952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85841" y="237634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85841" y="3376838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85841" y="437733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212641" y="237634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212641" y="3376838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212641" y="437733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1751862" y="3044524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884766" y="3110897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751862" y="4118626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884766" y="4181605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378662" y="3054428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511566" y="3110897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3}{4}&quot;&gt;&lt;mfrac&gt;&lt;mn&gt;1&lt;/mn&gt;&lt;mn&gt;5&lt;/mn&gt;&lt;/mfrac&gt;&lt;mtext&gt;&lt;/mtext&gt;&lt;mtext&gt;&lt;/mtext&gt;&lt;mfrac&gt;&lt;mn&gt;3&lt;/mn&gt;&lt;mn&gt;4&lt;/mn&gt;&lt;/mfrac&gt;&lt;/math&gt;" id="237" name="Google Shape;237;p20" title="one fifth three fourths"/>
          <p:cNvPicPr preferRelativeResize="0"/>
          <p:nvPr/>
        </p:nvPicPr>
        <p:blipFill rotWithShape="1">
          <a:blip r:embed="rId3">
            <a:alphaModFix/>
          </a:blip>
          <a:srcRect b="0" l="0" r="44299" t="0"/>
          <a:stretch/>
        </p:blipFill>
        <p:spPr>
          <a:xfrm>
            <a:off x="5658365" y="2176155"/>
            <a:ext cx="178402" cy="3325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/>
          <p:nvPr/>
        </p:nvSpPr>
        <p:spPr>
          <a:xfrm>
            <a:off x="5439916" y="4090672"/>
            <a:ext cx="413100" cy="38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395671" y="3998344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3}{4}&quot;&gt;&lt;mfrac&gt;&lt;mn&gt;1&lt;/mn&gt;&lt;mn&gt;5&lt;/mn&gt;&lt;/mfrac&gt;&lt;mtext&gt;&lt;/mtext&gt;&lt;mtext&gt;&lt;/mtext&gt;&lt;mfrac&gt;&lt;mn&gt;3&lt;/mn&gt;&lt;mn&gt;4&lt;/mn&gt;&lt;/mfrac&gt;&lt;/math&gt;" id="240" name="Google Shape;240;p20" title="one fifth three fourths"/>
          <p:cNvPicPr preferRelativeResize="0"/>
          <p:nvPr/>
        </p:nvPicPr>
        <p:blipFill rotWithShape="1">
          <a:blip r:embed="rId3">
            <a:alphaModFix/>
          </a:blip>
          <a:srcRect b="0" l="55701" r="0" t="0"/>
          <a:stretch/>
        </p:blipFill>
        <p:spPr>
          <a:xfrm>
            <a:off x="5598146" y="4114614"/>
            <a:ext cx="141885" cy="33259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468000" y="5501275"/>
            <a:ext cx="62880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table.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2" name="Google Shape;242;p20"/>
          <p:cNvGraphicFramePr/>
          <p:nvPr/>
        </p:nvGraphicFramePr>
        <p:xfrm>
          <a:off x="967350" y="5923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{F4F5C632-9BB2-4B45-AA40-142E0C93BEBB}</a:tableStyleId>
              </a:tblPr>
              <a:tblGrid>
                <a:gridCol w="937675"/>
                <a:gridCol w="1017850"/>
                <a:gridCol w="2004300"/>
                <a:gridCol w="1689850"/>
              </a:tblGrid>
              <a:tr h="41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A to B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B to A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20"/>
          <p:cNvSpPr txBox="1"/>
          <p:nvPr/>
        </p:nvSpPr>
        <p:spPr>
          <a:xfrm>
            <a:off x="3464100" y="6471813"/>
            <a:ext cx="8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3464100" y="7081413"/>
            <a:ext cx="8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336812" y="8344524"/>
            <a:ext cx="8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3464100" y="8971050"/>
            <a:ext cx="8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47" name="Google Shape;247;p20" title="one half six fourths equals three halves four sixths equals two thirds one fifth"/>
          <p:cNvPicPr preferRelativeResize="0"/>
          <p:nvPr/>
        </p:nvPicPr>
        <p:blipFill rotWithShape="1">
          <a:blip r:embed="rId4">
            <a:alphaModFix/>
          </a:blip>
          <a:srcRect b="734" l="0" r="92110" t="0"/>
          <a:stretch/>
        </p:blipFill>
        <p:spPr>
          <a:xfrm>
            <a:off x="5703946" y="6438342"/>
            <a:ext cx="158683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2}{1.2}=\frac{2}{12}=\frac{1}{6}&quot;&gt;&lt;mfrac&gt;&lt;mn&gt;0.2&lt;/mn&gt;&lt;mn&gt;1.2&lt;/mn&gt;&lt;/mfrac&gt;&lt;mo&gt;=&lt;/mo&gt;&lt;mfrac&gt;&lt;mn&gt;2&lt;/mn&gt;&lt;mn&gt;12&lt;/mn&gt;&lt;/mfrac&gt;&lt;mo&gt;=&lt;/mo&gt;&lt;mfrac&gt;&lt;mn&gt;1&lt;/mn&gt;&lt;mn&gt;6&lt;/mn&gt;&lt;/mfrac&gt;&lt;/math&gt;" id="248" name="Google Shape;248;p20" title="0.2 over 1.2 equals 2 over 12 equals one sixth"/>
          <p:cNvPicPr preferRelativeResize="0"/>
          <p:nvPr/>
        </p:nvPicPr>
        <p:blipFill rotWithShape="1">
          <a:blip r:embed="rId5">
            <a:alphaModFix/>
          </a:blip>
          <a:srcRect b="0" l="84262" r="0" t="0"/>
          <a:stretch/>
        </p:blipFill>
        <p:spPr>
          <a:xfrm>
            <a:off x="5668650" y="8993174"/>
            <a:ext cx="158675" cy="345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49" name="Google Shape;249;p20" title="one half six fourths equals three halves four sixths equals two thirds one fifth"/>
          <p:cNvPicPr preferRelativeResize="0"/>
          <p:nvPr/>
        </p:nvPicPr>
        <p:blipFill rotWithShape="1">
          <a:blip r:embed="rId4">
            <a:alphaModFix/>
          </a:blip>
          <a:srcRect b="734" l="7481" r="58698" t="0"/>
          <a:stretch/>
        </p:blipFill>
        <p:spPr>
          <a:xfrm>
            <a:off x="3620323" y="7703050"/>
            <a:ext cx="680225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50" name="Google Shape;250;p20" title="one half six fourths equals three halves four sixths equals two thirds one fifth"/>
          <p:cNvPicPr preferRelativeResize="0"/>
          <p:nvPr/>
        </p:nvPicPr>
        <p:blipFill rotWithShape="1">
          <a:blip r:embed="rId4">
            <a:alphaModFix/>
          </a:blip>
          <a:srcRect b="734" l="71914" r="14871" t="0"/>
          <a:stretch/>
        </p:blipFill>
        <p:spPr>
          <a:xfrm>
            <a:off x="5696669" y="7690051"/>
            <a:ext cx="247431" cy="38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51" name="Google Shape;251;p20" title="one half six fourths equals three halves four sixths equals two thirds one fifth"/>
          <p:cNvPicPr preferRelativeResize="0"/>
          <p:nvPr/>
        </p:nvPicPr>
        <p:blipFill rotWithShape="1">
          <a:blip r:embed="rId4">
            <a:alphaModFix/>
          </a:blip>
          <a:srcRect b="734" l="88500" r="-8654" t="0"/>
          <a:stretch/>
        </p:blipFill>
        <p:spPr>
          <a:xfrm>
            <a:off x="3728405" y="8309781"/>
            <a:ext cx="405350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0}=\frac{1}{4}&quot;&gt;&lt;mfrac&gt;&lt;mn&gt;5&lt;/mn&gt;&lt;mn&gt;20&lt;/mn&gt;&lt;/mfrac&gt;&lt;mo&gt;=&lt;/mo&gt;&lt;mfrac&gt;&lt;mn&gt;1&lt;/mn&gt;&lt;mn&gt;4&lt;/mn&gt;&lt;/mfrac&gt;&lt;/math&gt;" id="252" name="Google Shape;252;p20" title="5 over 20 equals one fourth"/>
          <p:cNvPicPr preferRelativeResize="0"/>
          <p:nvPr/>
        </p:nvPicPr>
        <p:blipFill rotWithShape="1">
          <a:blip r:embed="rId6">
            <a:alphaModFix/>
          </a:blip>
          <a:srcRect b="0" l="70855" r="0" t="0"/>
          <a:stretch/>
        </p:blipFill>
        <p:spPr>
          <a:xfrm>
            <a:off x="5646182" y="7075567"/>
            <a:ext cx="178400" cy="395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/>
          <p:nvPr/>
        </p:nvSpPr>
        <p:spPr>
          <a:xfrm>
            <a:off x="1790408" y="3635537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336571" y="1802115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333224" y="1726920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5200" y="878025"/>
            <a:ext cx="66096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multipliers.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1686763" y="1647321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1209029" y="1647321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1584551" y="1647321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1"/>
          <p:cNvSpPr/>
          <p:nvPr/>
        </p:nvSpPr>
        <p:spPr>
          <a:xfrm>
            <a:off x="980373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401466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122848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503235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5232927" y="1647321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1"/>
          <p:cNvCxnSpPr/>
          <p:nvPr/>
        </p:nvCxnSpPr>
        <p:spPr>
          <a:xfrm>
            <a:off x="4755192" y="1647321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1"/>
          <p:cNvCxnSpPr/>
          <p:nvPr/>
        </p:nvCxnSpPr>
        <p:spPr>
          <a:xfrm>
            <a:off x="5130715" y="1647321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1"/>
          <p:cNvSpPr/>
          <p:nvPr/>
        </p:nvSpPr>
        <p:spPr>
          <a:xfrm>
            <a:off x="4526536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947630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336571" y="1129568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607120" y="1422373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049399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276680" y="1062877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418635" y="1120172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90421" y="1348715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136584" y="1348715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3780050" y="1489277"/>
            <a:ext cx="0" cy="2797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1"/>
          <p:cNvCxnSpPr/>
          <p:nvPr/>
        </p:nvCxnSpPr>
        <p:spPr>
          <a:xfrm rot="10800000">
            <a:off x="804310" y="2797265"/>
            <a:ext cx="6054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1"/>
          <p:cNvCxnSpPr/>
          <p:nvPr/>
        </p:nvCxnSpPr>
        <p:spPr>
          <a:xfrm>
            <a:off x="1686763" y="231986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1209029" y="231986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1584551" y="231986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1"/>
          <p:cNvSpPr/>
          <p:nvPr/>
        </p:nvSpPr>
        <p:spPr>
          <a:xfrm>
            <a:off x="980373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2401466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061707" y="2094919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503235" y="2094919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" name="Google Shape;290;p21"/>
          <p:cNvCxnSpPr/>
          <p:nvPr/>
        </p:nvCxnSpPr>
        <p:spPr>
          <a:xfrm>
            <a:off x="5232927" y="231986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1"/>
          <p:cNvCxnSpPr/>
          <p:nvPr/>
        </p:nvCxnSpPr>
        <p:spPr>
          <a:xfrm>
            <a:off x="4755192" y="231986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5130715" y="231986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1"/>
          <p:cNvSpPr/>
          <p:nvPr/>
        </p:nvSpPr>
        <p:spPr>
          <a:xfrm>
            <a:off x="4526536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5947630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574178" y="2094920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927117" y="2094920"/>
            <a:ext cx="555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1729267" y="1142860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686767" y="1095565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1860466" y="1167597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729267" y="1815407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669376" y="1748716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215539" y="3438060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>
            <a:off x="5171786" y="3349957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1"/>
          <p:cNvCxnSpPr/>
          <p:nvPr/>
        </p:nvCxnSpPr>
        <p:spPr>
          <a:xfrm>
            <a:off x="4694051" y="3349957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5069574" y="3349957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1"/>
          <p:cNvSpPr/>
          <p:nvPr/>
        </p:nvSpPr>
        <p:spPr>
          <a:xfrm>
            <a:off x="4465396" y="3049179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886489" y="3049179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275431" y="2904418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513037" y="3125009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988258" y="3125008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224044" y="2826888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345488" y="2792135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075443" y="3051351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4" name="Google Shape;314;p21"/>
          <p:cNvCxnSpPr/>
          <p:nvPr/>
        </p:nvCxnSpPr>
        <p:spPr>
          <a:xfrm>
            <a:off x="5171786" y="4022504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1"/>
          <p:cNvCxnSpPr/>
          <p:nvPr/>
        </p:nvCxnSpPr>
        <p:spPr>
          <a:xfrm>
            <a:off x="4694051" y="4022504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1"/>
          <p:cNvCxnSpPr/>
          <p:nvPr/>
        </p:nvCxnSpPr>
        <p:spPr>
          <a:xfrm>
            <a:off x="5069574" y="4022504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21"/>
          <p:cNvSpPr/>
          <p:nvPr/>
        </p:nvSpPr>
        <p:spPr>
          <a:xfrm>
            <a:off x="4465396" y="3721726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5886489" y="3721726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574178" y="3797556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5988258" y="3797556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5406629" y="3547542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1773039" y="3560342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3" name="Google Shape;323;p21"/>
          <p:cNvCxnSpPr/>
          <p:nvPr/>
        </p:nvCxnSpPr>
        <p:spPr>
          <a:xfrm>
            <a:off x="1686763" y="347223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1"/>
          <p:cNvCxnSpPr/>
          <p:nvPr/>
        </p:nvCxnSpPr>
        <p:spPr>
          <a:xfrm>
            <a:off x="1209029" y="347223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21"/>
          <p:cNvCxnSpPr/>
          <p:nvPr/>
        </p:nvCxnSpPr>
        <p:spPr>
          <a:xfrm>
            <a:off x="1584551" y="347223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1"/>
          <p:cNvSpPr/>
          <p:nvPr/>
        </p:nvSpPr>
        <p:spPr>
          <a:xfrm>
            <a:off x="980373" y="317146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2401466" y="317146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790408" y="2954486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1028014" y="3247291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2503235" y="3247290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730517" y="2881134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1872501" y="2997277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590421" y="3173632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>
            <a:off x="1686763" y="4144785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1"/>
          <p:cNvCxnSpPr/>
          <p:nvPr/>
        </p:nvCxnSpPr>
        <p:spPr>
          <a:xfrm>
            <a:off x="1209029" y="4144785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1"/>
          <p:cNvCxnSpPr/>
          <p:nvPr/>
        </p:nvCxnSpPr>
        <p:spPr>
          <a:xfrm>
            <a:off x="1584551" y="4144785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21"/>
          <p:cNvSpPr/>
          <p:nvPr/>
        </p:nvSpPr>
        <p:spPr>
          <a:xfrm>
            <a:off x="980373" y="3844007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2401466" y="3844007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028014" y="3919838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503235" y="3919837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921607" y="3669824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42" name="Google Shape;342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1968773" y="2989228"/>
            <a:ext cx="116806" cy="300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43" name="Google Shape;343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45008" r="38210" t="0"/>
          <a:stretch/>
        </p:blipFill>
        <p:spPr>
          <a:xfrm>
            <a:off x="1912725" y="1853980"/>
            <a:ext cx="146825" cy="290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344" name="Google Shape;344;p21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417" y="1833074"/>
            <a:ext cx="92700" cy="295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45" name="Google Shape;345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18121" r="61084" t="0"/>
          <a:stretch/>
        </p:blipFill>
        <p:spPr>
          <a:xfrm>
            <a:off x="1949461" y="3661775"/>
            <a:ext cx="188297" cy="300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46" name="Google Shape;346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5445730" y="2921427"/>
            <a:ext cx="116806" cy="300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47" name="Google Shape;347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84749" r="-5543" t="0"/>
          <a:stretch/>
        </p:blipFill>
        <p:spPr>
          <a:xfrm>
            <a:off x="5426421" y="3539494"/>
            <a:ext cx="188297" cy="30036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/>
          <p:nvPr/>
        </p:nvSpPr>
        <p:spPr>
          <a:xfrm>
            <a:off x="5275431" y="3504751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>
            <a:off x="468007" y="482558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21"/>
          <p:cNvSpPr txBox="1"/>
          <p:nvPr/>
        </p:nvSpPr>
        <p:spPr>
          <a:xfrm>
            <a:off x="475200" y="5152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Efficiently calculating a single multiplier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1659775" y="6418747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056215" y="6329405"/>
            <a:ext cx="348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3" name="Google Shape;353;p21"/>
          <p:cNvCxnSpPr/>
          <p:nvPr/>
        </p:nvCxnSpPr>
        <p:spPr>
          <a:xfrm>
            <a:off x="1410214" y="808422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1"/>
          <p:cNvCxnSpPr/>
          <p:nvPr/>
        </p:nvCxnSpPr>
        <p:spPr>
          <a:xfrm>
            <a:off x="938601" y="808422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1"/>
          <p:cNvCxnSpPr/>
          <p:nvPr/>
        </p:nvCxnSpPr>
        <p:spPr>
          <a:xfrm>
            <a:off x="1309311" y="808422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21"/>
          <p:cNvSpPr/>
          <p:nvPr/>
        </p:nvSpPr>
        <p:spPr>
          <a:xfrm>
            <a:off x="851960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992609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2216222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1570263" y="7512750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1550502" y="7423697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>
            <a:off x="2805530" y="808422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1"/>
          <p:cNvCxnSpPr/>
          <p:nvPr/>
        </p:nvCxnSpPr>
        <p:spPr>
          <a:xfrm>
            <a:off x="2333917" y="808422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2704627" y="808422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1"/>
          <p:cNvSpPr/>
          <p:nvPr/>
        </p:nvSpPr>
        <p:spPr>
          <a:xfrm>
            <a:off x="3390359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188484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3490823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2965579" y="7512750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2905797" y="7435863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2115757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186555" y="779292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678796" y="7528755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3075236" y="7471590"/>
            <a:ext cx="348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>
            <a:off x="1570292" y="927470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1098679" y="927470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1469389" y="927470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21"/>
          <p:cNvSpPr/>
          <p:nvPr/>
        </p:nvSpPr>
        <p:spPr>
          <a:xfrm>
            <a:off x="872954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1013603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2376300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9" name="Google Shape;379;p21"/>
          <p:cNvCxnSpPr/>
          <p:nvPr/>
        </p:nvCxnSpPr>
        <p:spPr>
          <a:xfrm>
            <a:off x="2965607" y="927470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21"/>
          <p:cNvCxnSpPr/>
          <p:nvPr/>
        </p:nvCxnSpPr>
        <p:spPr>
          <a:xfrm>
            <a:off x="2493995" y="927470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21"/>
          <p:cNvCxnSpPr/>
          <p:nvPr/>
        </p:nvCxnSpPr>
        <p:spPr>
          <a:xfrm>
            <a:off x="2864705" y="927470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1"/>
          <p:cNvSpPr/>
          <p:nvPr/>
        </p:nvSpPr>
        <p:spPr>
          <a:xfrm>
            <a:off x="3671151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2348562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3831973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2275835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333511" y="8983403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7" name="Google Shape;387;p21"/>
          <p:cNvCxnSpPr/>
          <p:nvPr/>
        </p:nvCxnSpPr>
        <p:spPr>
          <a:xfrm>
            <a:off x="5003145" y="686851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21"/>
          <p:cNvCxnSpPr/>
          <p:nvPr/>
        </p:nvCxnSpPr>
        <p:spPr>
          <a:xfrm>
            <a:off x="5373855" y="686851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21"/>
          <p:cNvSpPr/>
          <p:nvPr/>
        </p:nvSpPr>
        <p:spPr>
          <a:xfrm>
            <a:off x="4777420" y="6571591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>
            <a:off x="5481858" y="686851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21"/>
          <p:cNvSpPr/>
          <p:nvPr/>
        </p:nvSpPr>
        <p:spPr>
          <a:xfrm>
            <a:off x="6187402" y="6571591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6320669" y="6646449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3" name="Google Shape;393;p21"/>
          <p:cNvCxnSpPr/>
          <p:nvPr/>
        </p:nvCxnSpPr>
        <p:spPr>
          <a:xfrm>
            <a:off x="5077275" y="9188682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1"/>
          <p:cNvCxnSpPr/>
          <p:nvPr/>
        </p:nvCxnSpPr>
        <p:spPr>
          <a:xfrm>
            <a:off x="5447985" y="9188682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21"/>
          <p:cNvSpPr/>
          <p:nvPr/>
        </p:nvSpPr>
        <p:spPr>
          <a:xfrm>
            <a:off x="4851550" y="8891758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6" name="Google Shape;396;p21"/>
          <p:cNvCxnSpPr/>
          <p:nvPr/>
        </p:nvCxnSpPr>
        <p:spPr>
          <a:xfrm>
            <a:off x="5555988" y="9188682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1"/>
          <p:cNvSpPr/>
          <p:nvPr/>
        </p:nvSpPr>
        <p:spPr>
          <a:xfrm>
            <a:off x="6261531" y="8891758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4973781" y="896661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9" name="Google Shape;399;p21"/>
          <p:cNvCxnSpPr/>
          <p:nvPr/>
        </p:nvCxnSpPr>
        <p:spPr>
          <a:xfrm>
            <a:off x="5051032" y="797852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21"/>
          <p:cNvCxnSpPr/>
          <p:nvPr/>
        </p:nvCxnSpPr>
        <p:spPr>
          <a:xfrm>
            <a:off x="5421742" y="797852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21"/>
          <p:cNvSpPr/>
          <p:nvPr/>
        </p:nvSpPr>
        <p:spPr>
          <a:xfrm>
            <a:off x="4825307" y="7681599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2" name="Google Shape;402;p21"/>
          <p:cNvCxnSpPr/>
          <p:nvPr/>
        </p:nvCxnSpPr>
        <p:spPr>
          <a:xfrm>
            <a:off x="5529746" y="797852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1"/>
          <p:cNvSpPr/>
          <p:nvPr/>
        </p:nvSpPr>
        <p:spPr>
          <a:xfrm>
            <a:off x="6235289" y="7681599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259898" y="7756458"/>
            <a:ext cx="489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475188" y="6590454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523075" y="7780500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523075" y="8930302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570263" y="8722909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1550502" y="8629854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2965579" y="8722909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2933812" y="8629854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1678796" y="8738914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3087242" y="8661578"/>
            <a:ext cx="348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4899651" y="6646449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4947539" y="7756457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5601614" y="7475008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5688214" y="8685167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5553727" y="6365001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5665654" y="6384632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5501670" y="6315651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5700420" y="7494640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5557694" y="7461780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5644294" y="8599741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6422353" y="896661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425" name="Google Shape;425;p21" title="one third four sevenths nine tenths"/>
          <p:cNvPicPr preferRelativeResize="0"/>
          <p:nvPr/>
        </p:nvPicPr>
        <p:blipFill rotWithShape="1">
          <a:blip r:embed="rId5">
            <a:alphaModFix/>
          </a:blip>
          <a:srcRect b="0" l="0" r="71884" t="0"/>
          <a:stretch/>
        </p:blipFill>
        <p:spPr>
          <a:xfrm>
            <a:off x="1801207" y="6396750"/>
            <a:ext cx="205210" cy="3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426" name="Google Shape;426;p21" title="one third four sevenths nine tenths"/>
          <p:cNvPicPr preferRelativeResize="0"/>
          <p:nvPr/>
        </p:nvPicPr>
        <p:blipFill rotWithShape="1">
          <a:blip r:embed="rId5">
            <a:alphaModFix/>
          </a:blip>
          <a:srcRect b="0" l="30240" r="39789" t="0"/>
          <a:stretch/>
        </p:blipFill>
        <p:spPr>
          <a:xfrm>
            <a:off x="970878" y="7761605"/>
            <a:ext cx="318742" cy="456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\ \ \frac{10}{9}&quot;&gt;&lt;mfrac&gt;&lt;mn&gt;7&lt;/mn&gt;&lt;mn&gt;4&lt;/mn&gt;&lt;/mfrac&gt;&lt;mtext&gt;&lt;/mtext&gt;&lt;mtext&gt;&lt;/mtext&gt;&lt;mfrac&gt;&lt;mn&gt;10&lt;/mn&gt;&lt;mn&gt;9&lt;/mn&gt;&lt;/mfrac&gt;&lt;/math&gt;" id="427" name="Google Shape;427;p21" title="seven fourths ten ninths"/>
          <p:cNvPicPr preferRelativeResize="0"/>
          <p:nvPr/>
        </p:nvPicPr>
        <p:blipFill rotWithShape="1">
          <a:blip r:embed="rId6">
            <a:alphaModFix/>
          </a:blip>
          <a:srcRect b="0" l="0" r="63175" t="0"/>
          <a:stretch/>
        </p:blipFill>
        <p:spPr>
          <a:xfrm>
            <a:off x="1786769" y="7526017"/>
            <a:ext cx="146834" cy="334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4}\ \ \frac{21}{2}&quot;&gt;&lt;mfrac&gt;&lt;mn&gt;42&lt;/mn&gt;&lt;mn&gt;4&lt;/mn&gt;&lt;/mfrac&gt;&lt;mtext&gt;&lt;/mtext&gt;&lt;mtext&gt;&lt;/mtext&gt;&lt;mfrac&gt;&lt;mn&gt;21&lt;/mn&gt;&lt;mn&gt;2&lt;/mn&gt;&lt;/mfrac&gt;&lt;/math&gt;" id="428" name="Google Shape;428;p21" title="42 over 4 21 over 2"/>
          <p:cNvPicPr preferRelativeResize="0"/>
          <p:nvPr/>
        </p:nvPicPr>
        <p:blipFill rotWithShape="1">
          <a:blip r:embed="rId7">
            <a:alphaModFix/>
          </a:blip>
          <a:srcRect b="0" l="54189" r="-12133" t="0"/>
          <a:stretch/>
        </p:blipFill>
        <p:spPr>
          <a:xfrm>
            <a:off x="5747109" y="7492964"/>
            <a:ext cx="283647" cy="3369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429" name="Google Shape;429;p21" title="one third four sevenths nine tenths"/>
          <p:cNvPicPr preferRelativeResize="0"/>
          <p:nvPr/>
        </p:nvPicPr>
        <p:blipFill rotWithShape="1">
          <a:blip r:embed="rId5">
            <a:alphaModFix/>
          </a:blip>
          <a:srcRect b="0" l="30240" r="39789" t="0"/>
          <a:stretch/>
        </p:blipFill>
        <p:spPr>
          <a:xfrm>
            <a:off x="4940214" y="7714376"/>
            <a:ext cx="318742" cy="45671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1"/>
          <p:cNvSpPr txBox="1"/>
          <p:nvPr/>
        </p:nvSpPr>
        <p:spPr>
          <a:xfrm>
            <a:off x="404050" y="5541925"/>
            <a:ext cx="66813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functions machines with at least two multipliers.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single multiplier that connects each number.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431" name="Google Shape;431;p21" title="fiv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5628" y="6395707"/>
            <a:ext cx="92691" cy="29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 \frac{1}{5}\ \ \ \frac{2}{5}&quot;&gt;&lt;mn&gt;5&lt;/mn&gt;&lt;mtext&gt;&lt;/mtext&gt;&lt;mtext&gt;&lt;/mtext&gt;&lt;mfrac&gt;&lt;mn&gt;1&lt;/mn&gt;&lt;mn&gt;5&lt;/mn&gt;&lt;/mfrac&gt;&lt;mtext&gt;&lt;/mtext&gt;&lt;mtext&gt;&lt;/mtext&gt;&lt;mtext&gt;&lt;/mtext&gt;&lt;mfrac&gt;&lt;mn&gt;2&lt;/mn&gt;&lt;mn&gt;5&lt;/mn&gt;&lt;/mfrac&gt;&lt;/math&gt;" id="432" name="Google Shape;432;p21" title="5 one fifth two fifths"/>
          <p:cNvPicPr preferRelativeResize="0"/>
          <p:nvPr/>
        </p:nvPicPr>
        <p:blipFill rotWithShape="1">
          <a:blip r:embed="rId9">
            <a:alphaModFix/>
          </a:blip>
          <a:srcRect b="0" l="27097" r="42864" t="0"/>
          <a:stretch/>
        </p:blipFill>
        <p:spPr>
          <a:xfrm>
            <a:off x="1776371" y="8758877"/>
            <a:ext cx="146834" cy="305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 \frac{1}{5}\ \ \ \frac{2}{5}&quot;&gt;&lt;mn&gt;5&lt;/mn&gt;&lt;mtext&gt;&lt;/mtext&gt;&lt;mtext&gt;&lt;/mtext&gt;&lt;mfrac&gt;&lt;mn&gt;1&lt;/mn&gt;&lt;mn&gt;5&lt;/mn&gt;&lt;/mfrac&gt;&lt;mtext&gt;&lt;/mtext&gt;&lt;mtext&gt;&lt;/mtext&gt;&lt;mtext&gt;&lt;/mtext&gt;&lt;mfrac&gt;&lt;mn&gt;2&lt;/mn&gt;&lt;mn&gt;5&lt;/mn&gt;&lt;/mfrac&gt;&lt;/math&gt;" id="433" name="Google Shape;433;p21" title="5 one fifth two fifths"/>
          <p:cNvPicPr preferRelativeResize="0"/>
          <p:nvPr/>
        </p:nvPicPr>
        <p:blipFill rotWithShape="1">
          <a:blip r:embed="rId9">
            <a:alphaModFix/>
          </a:blip>
          <a:srcRect b="0" l="69076" r="-27104" t="0"/>
          <a:stretch/>
        </p:blipFill>
        <p:spPr>
          <a:xfrm>
            <a:off x="5848345" y="8732447"/>
            <a:ext cx="283647" cy="305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21"/>
          <p:cNvGrpSpPr/>
          <p:nvPr/>
        </p:nvGrpSpPr>
        <p:grpSpPr>
          <a:xfrm>
            <a:off x="798850" y="6309703"/>
            <a:ext cx="3347161" cy="831743"/>
            <a:chOff x="2325199" y="1513568"/>
            <a:chExt cx="4225680" cy="1050049"/>
          </a:xfrm>
        </p:grpSpPr>
        <p:cxnSp>
          <p:nvCxnSpPr>
            <p:cNvPr id="435" name="Google Shape;435;p21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21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7" name="Google Shape;437;p21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8" name="Google Shape;438;p21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9" name="Google Shape;439;p21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0" name="Google Shape;440;p21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3258550" y="1607608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2" name="Google Shape;442;p21"/>
            <p:cNvSpPr txBox="1"/>
            <p:nvPr/>
          </p:nvSpPr>
          <p:spPr>
            <a:xfrm>
              <a:off x="3260107" y="15135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43" name="Google Shape;443;p21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21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5" name="Google Shape;445;p21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" name="Google Shape;446;p21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7" name="Google Shape;447;p21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8" name="Google Shape;448;p21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0" name="Google Shape;450;p21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1" name="Google Shape;451;p21"/>
            <p:cNvSpPr txBox="1"/>
            <p:nvPr/>
          </p:nvSpPr>
          <p:spPr>
            <a:xfrm>
              <a:off x="4970944" y="15135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52" name="Google Shape;452;p21"/>
          <p:cNvSpPr/>
          <p:nvPr/>
        </p:nvSpPr>
        <p:spPr>
          <a:xfrm>
            <a:off x="2933492" y="6396198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9" name="Google Shape;459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sp>
        <p:nvSpPr>
          <p:cNvPr id="460" name="Google Shape;46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544936" y="1509581"/>
            <a:ext cx="495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560069" y="3710739"/>
            <a:ext cx="5928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4143826" y="1517816"/>
            <a:ext cx="495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458392" y="837100"/>
            <a:ext cx="660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number in the box to make the calculation correct.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You can use the functions machines to help.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4086273" y="3787244"/>
            <a:ext cx="5928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923398" y="1570667"/>
            <a:ext cx="1912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2 = 16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1012930" y="3830575"/>
            <a:ext cx="2288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= 12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4507681" y="1578902"/>
            <a:ext cx="1912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=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4521655" y="3907080"/>
            <a:ext cx="2288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471" name="Google Shape;471;p22" title="three halves five fourths"/>
          <p:cNvPicPr preferRelativeResize="0"/>
          <p:nvPr/>
        </p:nvPicPr>
        <p:blipFill rotWithShape="1">
          <a:blip r:embed="rId3">
            <a:alphaModFix/>
          </a:blip>
          <a:srcRect b="0" l="0" r="71743" t="0"/>
          <a:stretch/>
        </p:blipFill>
        <p:spPr>
          <a:xfrm>
            <a:off x="1320600" y="3710750"/>
            <a:ext cx="153450" cy="389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472" name="Google Shape;472;p22" title="nin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357" y="3831253"/>
            <a:ext cx="109600" cy="33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473" name="Google Shape;473;p22" title="three halves five fourths"/>
          <p:cNvPicPr preferRelativeResize="0"/>
          <p:nvPr/>
        </p:nvPicPr>
        <p:blipFill rotWithShape="1">
          <a:blip r:embed="rId3">
            <a:alphaModFix/>
          </a:blip>
          <a:srcRect b="0" l="69508" r="-8331" t="0"/>
          <a:stretch/>
        </p:blipFill>
        <p:spPr>
          <a:xfrm>
            <a:off x="4769482" y="1536736"/>
            <a:ext cx="227683" cy="37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22"/>
          <p:cNvGrpSpPr/>
          <p:nvPr/>
        </p:nvGrpSpPr>
        <p:grpSpPr>
          <a:xfrm>
            <a:off x="4139998" y="1948424"/>
            <a:ext cx="2874280" cy="1416656"/>
            <a:chOff x="4623106" y="1973953"/>
            <a:chExt cx="2970832" cy="1464244"/>
          </a:xfrm>
        </p:grpSpPr>
        <p:grpSp>
          <p:nvGrpSpPr>
            <p:cNvPr id="475" name="Google Shape;475;p22"/>
            <p:cNvGrpSpPr/>
            <p:nvPr/>
          </p:nvGrpSpPr>
          <p:grpSpPr>
            <a:xfrm>
              <a:off x="4623106" y="1973953"/>
              <a:ext cx="2970832" cy="798089"/>
              <a:chOff x="2325199" y="1389438"/>
              <a:chExt cx="4236179" cy="1174179"/>
            </a:xfrm>
          </p:grpSpPr>
          <p:cxnSp>
            <p:nvCxnSpPr>
              <p:cNvPr id="476" name="Google Shape;476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78" name="Google Shape;478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9" name="Google Shape;479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0" name="Google Shape;480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1" name="Google Shape;481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2" name="Google Shape;482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3" name="Google Shape;483;p22"/>
              <p:cNvSpPr txBox="1"/>
              <p:nvPr/>
            </p:nvSpPr>
            <p:spPr>
              <a:xfrm>
                <a:off x="3129207" y="1389438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84" name="Google Shape;484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86" name="Google Shape;486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7" name="Google Shape;487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8" name="Google Shape;488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9" name="Google Shape;489;p2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1" name="Google Shape;491;p22"/>
              <p:cNvSpPr txBox="1"/>
              <p:nvPr/>
            </p:nvSpPr>
            <p:spPr>
              <a:xfrm>
                <a:off x="4876820" y="1414225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3" name="Google Shape;493;p2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94" name="Google Shape;494;p22"/>
            <p:cNvSpPr txBox="1"/>
            <p:nvPr/>
          </p:nvSpPr>
          <p:spPr>
            <a:xfrm>
              <a:off x="6553924" y="2082980"/>
              <a:ext cx="5178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5" name="Google Shape;495;p22"/>
            <p:cNvSpPr txBox="1"/>
            <p:nvPr/>
          </p:nvSpPr>
          <p:spPr>
            <a:xfrm>
              <a:off x="47057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496" name="Google Shape;496;p2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22559" y="209168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22"/>
            <p:cNvSpPr txBox="1"/>
            <p:nvPr/>
          </p:nvSpPr>
          <p:spPr>
            <a:xfrm>
              <a:off x="5629264" y="2738379"/>
              <a:ext cx="13032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}{8}=\frac{5}{4}&quot;&gt;&lt;mfrac&gt;&lt;mn&gt;10&lt;/mn&gt;&lt;mn&gt;8&lt;/mn&gt;&lt;/mfrac&gt;&lt;mo&gt;=&lt;/mo&gt;&lt;mfrac&gt;&lt;mn&gt;5&lt;/mn&gt;&lt;mn&gt;4&lt;/mn&gt;&lt;/mfrac&gt;&lt;/math&gt;" id="498" name="Google Shape;498;p22" title="ten eighths equals five four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67368" y="3042406"/>
              <a:ext cx="612713" cy="3957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9" name="Google Shape;499;p22"/>
          <p:cNvGrpSpPr/>
          <p:nvPr/>
        </p:nvGrpSpPr>
        <p:grpSpPr>
          <a:xfrm>
            <a:off x="468000" y="4290437"/>
            <a:ext cx="4065121" cy="1453757"/>
            <a:chOff x="222081" y="3621395"/>
            <a:chExt cx="4238033" cy="1450132"/>
          </a:xfrm>
        </p:grpSpPr>
        <p:sp>
          <p:nvSpPr>
            <p:cNvPr id="500" name="Google Shape;500;p22"/>
            <p:cNvSpPr/>
            <p:nvPr/>
          </p:nvSpPr>
          <p:spPr>
            <a:xfrm>
              <a:off x="3271814" y="3625782"/>
              <a:ext cx="1188300" cy="9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501" name="Google Shape;501;p22"/>
            <p:cNvGrpSpPr/>
            <p:nvPr/>
          </p:nvGrpSpPr>
          <p:grpSpPr>
            <a:xfrm>
              <a:off x="222081" y="3621395"/>
              <a:ext cx="2977776" cy="793097"/>
              <a:chOff x="2325199" y="1396783"/>
              <a:chExt cx="4246081" cy="1166834"/>
            </a:xfrm>
          </p:grpSpPr>
          <p:cxnSp>
            <p:nvCxnSpPr>
              <p:cNvPr id="502" name="Google Shape;502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4" name="Google Shape;504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5" name="Google Shape;505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6" name="Google Shape;506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7" name="Google Shape;507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8" name="Google Shape;508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9" name="Google Shape;509;p22"/>
              <p:cNvSpPr txBox="1"/>
              <p:nvPr/>
            </p:nvSpPr>
            <p:spPr>
              <a:xfrm>
                <a:off x="3165083" y="139678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10" name="Google Shape;510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2" name="Google Shape;512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4" name="Google Shape;514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5" name="Google Shape;515;p22"/>
              <p:cNvSpPr txBox="1"/>
              <p:nvPr/>
            </p:nvSpPr>
            <p:spPr>
              <a:xfrm>
                <a:off x="5899580" y="1967553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6" name="Google Shape;516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7" name="Google Shape;517;p22"/>
              <p:cNvSpPr txBox="1"/>
              <p:nvPr/>
            </p:nvSpPr>
            <p:spPr>
              <a:xfrm>
                <a:off x="4921972" y="1466334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8" name="Google Shape;518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9" name="Google Shape;519;p22"/>
              <p:cNvSpPr txBox="1"/>
              <p:nvPr/>
            </p:nvSpPr>
            <p:spPr>
              <a:xfrm>
                <a:off x="4195597" y="195260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20" name="Google Shape;520;p22"/>
            <p:cNvSpPr txBox="1"/>
            <p:nvPr/>
          </p:nvSpPr>
          <p:spPr>
            <a:xfrm>
              <a:off x="2175912" y="3741923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1" name="Google Shape;521;p22"/>
            <p:cNvSpPr txBox="1"/>
            <p:nvPr/>
          </p:nvSpPr>
          <p:spPr>
            <a:xfrm>
              <a:off x="311675" y="4004469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522" name="Google Shape;522;p2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21528" y="3734133"/>
              <a:ext cx="100442" cy="332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22"/>
            <p:cNvSpPr txBox="1"/>
            <p:nvPr/>
          </p:nvSpPr>
          <p:spPr>
            <a:xfrm>
              <a:off x="1052221" y="4375913"/>
              <a:ext cx="13032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2}{8}=\frac{3}{2}&quot;&gt;&lt;mfrac&gt;&lt;mn&gt;12&lt;/mn&gt;&lt;mn&gt;8&lt;/mn&gt;&lt;/mfrac&gt;&lt;mo&gt;=&lt;/mo&gt;&lt;mfrac&gt;&lt;mn&gt;3&lt;/mn&gt;&lt;mn&gt;2&lt;/mn&gt;&lt;/mfrac&gt;&lt;/math&gt;" id="524" name="Google Shape;524;p22" title="twelve eighths equals three halve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96858" y="4673836"/>
              <a:ext cx="618015" cy="3976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" name="Google Shape;525;p22"/>
          <p:cNvGrpSpPr/>
          <p:nvPr/>
        </p:nvGrpSpPr>
        <p:grpSpPr>
          <a:xfrm>
            <a:off x="4175230" y="4314386"/>
            <a:ext cx="2887376" cy="756544"/>
            <a:chOff x="5022681" y="3736035"/>
            <a:chExt cx="3010192" cy="754657"/>
          </a:xfrm>
        </p:grpSpPr>
        <p:grpSp>
          <p:nvGrpSpPr>
            <p:cNvPr id="526" name="Google Shape;526;p22"/>
            <p:cNvGrpSpPr/>
            <p:nvPr/>
          </p:nvGrpSpPr>
          <p:grpSpPr>
            <a:xfrm>
              <a:off x="5022681" y="3736035"/>
              <a:ext cx="3010192" cy="754657"/>
              <a:chOff x="2325199" y="1453337"/>
              <a:chExt cx="4292302" cy="1110280"/>
            </a:xfrm>
          </p:grpSpPr>
          <p:cxnSp>
            <p:nvCxnSpPr>
              <p:cNvPr id="527" name="Google Shape;527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9" name="Google Shape;529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0" name="Google Shape;530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1" name="Google Shape;531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2" name="Google Shape;532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4" name="Google Shape;534;p22"/>
              <p:cNvSpPr txBox="1"/>
              <p:nvPr/>
            </p:nvSpPr>
            <p:spPr>
              <a:xfrm>
                <a:off x="3203881" y="1453337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35" name="Google Shape;535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37" name="Google Shape;537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38" name="Google Shape;538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9" name="Google Shape;539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0" name="Google Shape;540;p22"/>
              <p:cNvSpPr txBox="1"/>
              <p:nvPr/>
            </p:nvSpPr>
            <p:spPr>
              <a:xfrm>
                <a:off x="5945802" y="1963560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2" name="Google Shape;542;p22"/>
              <p:cNvSpPr txBox="1"/>
              <p:nvPr/>
            </p:nvSpPr>
            <p:spPr>
              <a:xfrm>
                <a:off x="4926647" y="1473678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4" name="Google Shape;544;p22"/>
              <p:cNvSpPr txBox="1"/>
              <p:nvPr/>
            </p:nvSpPr>
            <p:spPr>
              <a:xfrm>
                <a:off x="4185695" y="1948609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45" name="Google Shape;545;p22"/>
            <p:cNvSpPr txBox="1"/>
            <p:nvPr/>
          </p:nvSpPr>
          <p:spPr>
            <a:xfrm>
              <a:off x="7033575" y="3823278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6" name="Google Shape;546;p22"/>
            <p:cNvSpPr txBox="1"/>
            <p:nvPr/>
          </p:nvSpPr>
          <p:spPr>
            <a:xfrm>
              <a:off x="5105331" y="4077955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547" name="Google Shape;547;p2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22134" y="381033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8" name="Google Shape;548;p22"/>
          <p:cNvSpPr txBox="1"/>
          <p:nvPr/>
        </p:nvSpPr>
        <p:spPr>
          <a:xfrm>
            <a:off x="578996" y="6214872"/>
            <a:ext cx="6375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9" name="Google Shape;549;p22"/>
          <p:cNvCxnSpPr/>
          <p:nvPr/>
        </p:nvCxnSpPr>
        <p:spPr>
          <a:xfrm>
            <a:off x="1465526" y="715869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2"/>
          <p:cNvCxnSpPr/>
          <p:nvPr/>
        </p:nvCxnSpPr>
        <p:spPr>
          <a:xfrm>
            <a:off x="1004745" y="715869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2"/>
          <p:cNvCxnSpPr/>
          <p:nvPr/>
        </p:nvCxnSpPr>
        <p:spPr>
          <a:xfrm>
            <a:off x="1366941" y="715869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22"/>
          <p:cNvSpPr/>
          <p:nvPr/>
        </p:nvSpPr>
        <p:spPr>
          <a:xfrm>
            <a:off x="784204" y="68096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22"/>
          <p:cNvSpPr txBox="1"/>
          <p:nvPr/>
        </p:nvSpPr>
        <p:spPr>
          <a:xfrm>
            <a:off x="921623" y="688275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1506521" y="6613167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1443533" y="6526909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6" name="Google Shape;556;p22"/>
          <p:cNvCxnSpPr/>
          <p:nvPr/>
        </p:nvCxnSpPr>
        <p:spPr>
          <a:xfrm>
            <a:off x="2828796" y="715869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22"/>
          <p:cNvCxnSpPr/>
          <p:nvPr/>
        </p:nvCxnSpPr>
        <p:spPr>
          <a:xfrm>
            <a:off x="2368015" y="715869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22"/>
          <p:cNvCxnSpPr/>
          <p:nvPr/>
        </p:nvCxnSpPr>
        <p:spPr>
          <a:xfrm>
            <a:off x="2730211" y="715869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22"/>
          <p:cNvSpPr/>
          <p:nvPr/>
        </p:nvSpPr>
        <p:spPr>
          <a:xfrm>
            <a:off x="3518136" y="68096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3616293" y="688275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2869792" y="6613167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2870997" y="6526909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2"/>
          <p:cNvSpPr txBox="1"/>
          <p:nvPr/>
        </p:nvSpPr>
        <p:spPr>
          <a:xfrm>
            <a:off x="1625381" y="6635214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2"/>
          <p:cNvSpPr txBox="1"/>
          <p:nvPr/>
        </p:nvSpPr>
        <p:spPr>
          <a:xfrm>
            <a:off x="3001480" y="6546174"/>
            <a:ext cx="3399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65" name="Google Shape;565;p22"/>
          <p:cNvCxnSpPr/>
          <p:nvPr/>
        </p:nvCxnSpPr>
        <p:spPr>
          <a:xfrm>
            <a:off x="1491166" y="866541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22"/>
          <p:cNvCxnSpPr/>
          <p:nvPr/>
        </p:nvCxnSpPr>
        <p:spPr>
          <a:xfrm>
            <a:off x="1030384" y="866541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22"/>
          <p:cNvCxnSpPr/>
          <p:nvPr/>
        </p:nvCxnSpPr>
        <p:spPr>
          <a:xfrm>
            <a:off x="1392580" y="866541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22"/>
          <p:cNvSpPr/>
          <p:nvPr/>
        </p:nvSpPr>
        <p:spPr>
          <a:xfrm>
            <a:off x="809843" y="83163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2"/>
          <p:cNvSpPr txBox="1"/>
          <p:nvPr/>
        </p:nvSpPr>
        <p:spPr>
          <a:xfrm>
            <a:off x="947262" y="8389483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0" name="Google Shape;570;p22"/>
          <p:cNvCxnSpPr/>
          <p:nvPr/>
        </p:nvCxnSpPr>
        <p:spPr>
          <a:xfrm>
            <a:off x="2854436" y="866541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22"/>
          <p:cNvCxnSpPr/>
          <p:nvPr/>
        </p:nvCxnSpPr>
        <p:spPr>
          <a:xfrm>
            <a:off x="2393655" y="866541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22"/>
          <p:cNvCxnSpPr/>
          <p:nvPr/>
        </p:nvCxnSpPr>
        <p:spPr>
          <a:xfrm>
            <a:off x="2755851" y="866541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22"/>
          <p:cNvSpPr/>
          <p:nvPr/>
        </p:nvSpPr>
        <p:spPr>
          <a:xfrm>
            <a:off x="3543775" y="83163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2"/>
          <p:cNvSpPr txBox="1"/>
          <p:nvPr/>
        </p:nvSpPr>
        <p:spPr>
          <a:xfrm>
            <a:off x="3700904" y="8389483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5" name="Google Shape;575;p22"/>
          <p:cNvCxnSpPr/>
          <p:nvPr/>
        </p:nvCxnSpPr>
        <p:spPr>
          <a:xfrm>
            <a:off x="4891966" y="707464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22"/>
          <p:cNvCxnSpPr/>
          <p:nvPr/>
        </p:nvCxnSpPr>
        <p:spPr>
          <a:xfrm>
            <a:off x="5254162" y="707464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22"/>
          <p:cNvSpPr/>
          <p:nvPr/>
        </p:nvSpPr>
        <p:spPr>
          <a:xfrm>
            <a:off x="4671425" y="6784547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8" name="Google Shape;578;p22"/>
          <p:cNvCxnSpPr/>
          <p:nvPr/>
        </p:nvCxnSpPr>
        <p:spPr>
          <a:xfrm>
            <a:off x="5359685" y="707464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22"/>
          <p:cNvSpPr/>
          <p:nvPr/>
        </p:nvSpPr>
        <p:spPr>
          <a:xfrm>
            <a:off x="6049024" y="6784547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6179231" y="6857685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1" name="Google Shape;581;p22"/>
          <p:cNvCxnSpPr/>
          <p:nvPr/>
        </p:nvCxnSpPr>
        <p:spPr>
          <a:xfrm>
            <a:off x="4917605" y="858137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22"/>
          <p:cNvCxnSpPr/>
          <p:nvPr/>
        </p:nvCxnSpPr>
        <p:spPr>
          <a:xfrm>
            <a:off x="5279801" y="858137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2"/>
          <p:cNvSpPr/>
          <p:nvPr/>
        </p:nvSpPr>
        <p:spPr>
          <a:xfrm>
            <a:off x="4697064" y="829127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4" name="Google Shape;584;p22"/>
          <p:cNvCxnSpPr/>
          <p:nvPr/>
        </p:nvCxnSpPr>
        <p:spPr>
          <a:xfrm>
            <a:off x="5385324" y="858137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22"/>
          <p:cNvSpPr/>
          <p:nvPr/>
        </p:nvSpPr>
        <p:spPr>
          <a:xfrm>
            <a:off x="6074664" y="829127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4816488" y="836440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468000" y="6802976"/>
            <a:ext cx="478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468000" y="8328930"/>
            <a:ext cx="478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1491138" y="8126301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2"/>
          <p:cNvSpPr txBox="1"/>
          <p:nvPr/>
        </p:nvSpPr>
        <p:spPr>
          <a:xfrm>
            <a:off x="1451820" y="8033633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2854408" y="8126301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2"/>
          <p:cNvSpPr txBox="1"/>
          <p:nvPr/>
        </p:nvSpPr>
        <p:spPr>
          <a:xfrm>
            <a:off x="2823095" y="8041637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1597178" y="8141938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22"/>
          <p:cNvSpPr txBox="1"/>
          <p:nvPr/>
        </p:nvSpPr>
        <p:spPr>
          <a:xfrm>
            <a:off x="2973277" y="8109088"/>
            <a:ext cx="3399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2"/>
          <p:cNvSpPr txBox="1"/>
          <p:nvPr/>
        </p:nvSpPr>
        <p:spPr>
          <a:xfrm>
            <a:off x="4790849" y="6857685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5514513" y="8089427"/>
            <a:ext cx="389700" cy="37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5429903" y="6582702"/>
            <a:ext cx="389700" cy="37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22"/>
          <p:cNvSpPr txBox="1"/>
          <p:nvPr/>
        </p:nvSpPr>
        <p:spPr>
          <a:xfrm>
            <a:off x="5539259" y="6601883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22"/>
          <p:cNvSpPr txBox="1"/>
          <p:nvPr/>
        </p:nvSpPr>
        <p:spPr>
          <a:xfrm>
            <a:off x="5417947" y="6493577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22"/>
          <p:cNvSpPr txBox="1"/>
          <p:nvPr/>
        </p:nvSpPr>
        <p:spPr>
          <a:xfrm>
            <a:off x="5475604" y="8060493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6231792" y="836440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602" name="Google Shape;602;p22" title="one fourth one tenth nine fifths one fifth"/>
          <p:cNvPicPr preferRelativeResize="0"/>
          <p:nvPr/>
        </p:nvPicPr>
        <p:blipFill rotWithShape="1">
          <a:blip r:embed="rId8">
            <a:alphaModFix/>
          </a:blip>
          <a:srcRect b="0" l="0" r="85699" t="0"/>
          <a:stretch/>
        </p:blipFill>
        <p:spPr>
          <a:xfrm>
            <a:off x="1698901" y="6600378"/>
            <a:ext cx="140685" cy="358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603" name="Google Shape;603;p22" title="one tenth four fifths"/>
          <p:cNvPicPr preferRelativeResize="0"/>
          <p:nvPr/>
        </p:nvPicPr>
        <p:blipFill rotWithShape="1">
          <a:blip r:embed="rId9">
            <a:alphaModFix/>
          </a:blip>
          <a:srcRect b="0" l="0" r="50327" t="0"/>
          <a:stretch/>
        </p:blipFill>
        <p:spPr>
          <a:xfrm>
            <a:off x="1643143" y="8122664"/>
            <a:ext cx="237567" cy="33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604" name="Google Shape;604;p22" title="one tenth four fifths"/>
          <p:cNvPicPr preferRelativeResize="0"/>
          <p:nvPr/>
        </p:nvPicPr>
        <p:blipFill rotWithShape="1">
          <a:blip r:embed="rId9">
            <a:alphaModFix/>
          </a:blip>
          <a:srcRect b="0" l="62459" r="-12129" t="0"/>
          <a:stretch/>
        </p:blipFill>
        <p:spPr>
          <a:xfrm>
            <a:off x="5674289" y="8122664"/>
            <a:ext cx="237567" cy="33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605" name="Google Shape;605;p22" title="one fourth one tenth nine fifths one fifth"/>
          <p:cNvPicPr preferRelativeResize="0"/>
          <p:nvPr/>
        </p:nvPicPr>
        <p:blipFill rotWithShape="1">
          <a:blip r:embed="rId8">
            <a:alphaModFix/>
          </a:blip>
          <a:srcRect b="0" l="52378" r="23472" t="0"/>
          <a:stretch/>
        </p:blipFill>
        <p:spPr>
          <a:xfrm>
            <a:off x="5559627" y="6592747"/>
            <a:ext cx="237567" cy="35893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2"/>
          <p:cNvSpPr/>
          <p:nvPr/>
        </p:nvSpPr>
        <p:spPr>
          <a:xfrm>
            <a:off x="2154866" y="68096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22"/>
          <p:cNvSpPr txBox="1"/>
          <p:nvPr/>
        </p:nvSpPr>
        <p:spPr>
          <a:xfrm>
            <a:off x="2224037" y="6874087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2180505" y="83163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22"/>
          <p:cNvSpPr txBox="1"/>
          <p:nvPr/>
        </p:nvSpPr>
        <p:spPr>
          <a:xfrm>
            <a:off x="2236857" y="8380811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0" name="Google Shape;610;p22"/>
          <p:cNvGrpSpPr/>
          <p:nvPr/>
        </p:nvGrpSpPr>
        <p:grpSpPr>
          <a:xfrm>
            <a:off x="522197" y="1885101"/>
            <a:ext cx="4100297" cy="1450176"/>
            <a:chOff x="279706" y="1978945"/>
            <a:chExt cx="4238033" cy="1498890"/>
          </a:xfrm>
        </p:grpSpPr>
        <p:sp>
          <p:nvSpPr>
            <p:cNvPr id="611" name="Google Shape;611;p22"/>
            <p:cNvSpPr/>
            <p:nvPr/>
          </p:nvSpPr>
          <p:spPr>
            <a:xfrm>
              <a:off x="3329439" y="1983332"/>
              <a:ext cx="1188300" cy="9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2" name="Google Shape;612;p22"/>
            <p:cNvSpPr txBox="1"/>
            <p:nvPr/>
          </p:nvSpPr>
          <p:spPr>
            <a:xfrm>
              <a:off x="2276511" y="2089166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3" name="Google Shape;613;p22"/>
            <p:cNvSpPr txBox="1"/>
            <p:nvPr/>
          </p:nvSpPr>
          <p:spPr>
            <a:xfrm>
              <a:off x="3623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614" name="Google Shape;614;p2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79165" y="2069875"/>
              <a:ext cx="113282" cy="3749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6}{8}=2&quot;&gt;&lt;mfrac&gt;&lt;mn&gt;16&lt;/mn&gt;&lt;mn&gt;8&lt;/mn&gt;&lt;/mfrac&gt;&lt;mo&gt;=&lt;/mo&gt;&lt;mn&gt;2&lt;/mn&gt;&lt;/math&gt;" id="615" name="Google Shape;615;p22" title="sixteen eighths equals 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481117" y="3047692"/>
              <a:ext cx="612713" cy="430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22"/>
            <p:cNvSpPr txBox="1"/>
            <p:nvPr/>
          </p:nvSpPr>
          <p:spPr>
            <a:xfrm>
              <a:off x="1252516" y="2700414"/>
              <a:ext cx="13032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617" name="Google Shape;617;p22"/>
            <p:cNvGrpSpPr/>
            <p:nvPr/>
          </p:nvGrpSpPr>
          <p:grpSpPr>
            <a:xfrm>
              <a:off x="279706" y="1978945"/>
              <a:ext cx="2970832" cy="793097"/>
              <a:chOff x="2325199" y="1396783"/>
              <a:chExt cx="4236179" cy="1166834"/>
            </a:xfrm>
          </p:grpSpPr>
          <p:cxnSp>
            <p:nvCxnSpPr>
              <p:cNvPr id="618" name="Google Shape;618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0" name="Google Shape;620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22" name="Google Shape;622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23" name="Google Shape;623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24" name="Google Shape;624;p22"/>
              <p:cNvSpPr txBox="1"/>
              <p:nvPr/>
            </p:nvSpPr>
            <p:spPr>
              <a:xfrm>
                <a:off x="3165083" y="139678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625" name="Google Shape;625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7" name="Google Shape;627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8" name="Google Shape;628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29" name="Google Shape;629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0" name="Google Shape;630;p2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16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2" name="Google Shape;632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3" name="Google Shape;633;p2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4" name="Google Shape;634;p22"/>
              <p:cNvSpPr txBox="1"/>
              <p:nvPr/>
            </p:nvSpPr>
            <p:spPr>
              <a:xfrm>
                <a:off x="4935777" y="1446942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635" name="Google Shape;635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