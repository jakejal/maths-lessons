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2D66DB2-616D-4403-97CE-45B2A2D550C0}">
  <a:tblStyle styleId="{C2D66DB2-616D-4403-97CE-45B2A2D550C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a9217c9850_0_15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2a9217c9850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2a9217c9850_0_159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2a9217c9850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6.png"/><Relationship Id="rId7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a multiplicative relationship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161" name="Google Shape;161;p20"/>
          <p:cNvGrpSpPr/>
          <p:nvPr/>
        </p:nvGrpSpPr>
        <p:grpSpPr>
          <a:xfrm>
            <a:off x="4033278" y="1885724"/>
            <a:ext cx="2838925" cy="1245541"/>
            <a:chOff x="1068647" y="1398000"/>
            <a:chExt cx="3717817" cy="1631144"/>
          </a:xfrm>
        </p:grpSpPr>
        <p:grpSp>
          <p:nvGrpSpPr>
            <p:cNvPr id="162" name="Google Shape;162;p20"/>
            <p:cNvGrpSpPr/>
            <p:nvPr/>
          </p:nvGrpSpPr>
          <p:grpSpPr>
            <a:xfrm>
              <a:off x="1171164" y="1398000"/>
              <a:ext cx="3615300" cy="1631144"/>
              <a:chOff x="232050" y="2160000"/>
              <a:chExt cx="3615300" cy="1631144"/>
            </a:xfrm>
          </p:grpSpPr>
          <p:grpSp>
            <p:nvGrpSpPr>
              <p:cNvPr id="163" name="Google Shape;163;p20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164" name="Google Shape;164;p2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65" name="Google Shape;165;p2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66" name="Google Shape;166;p20"/>
              <p:cNvSpPr txBox="1"/>
              <p:nvPr/>
            </p:nvSpPr>
            <p:spPr>
              <a:xfrm>
                <a:off x="2445450" y="2574225"/>
                <a:ext cx="1401900" cy="24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 A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7" name="Google Shape;167;p20"/>
              <p:cNvSpPr txBox="1"/>
              <p:nvPr/>
            </p:nvSpPr>
            <p:spPr>
              <a:xfrm>
                <a:off x="2460186" y="3181550"/>
                <a:ext cx="1301700" cy="24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 B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8" name="Google Shape;168;p20"/>
              <p:cNvSpPr txBox="1"/>
              <p:nvPr/>
            </p:nvSpPr>
            <p:spPr>
              <a:xfrm>
                <a:off x="799918" y="2160000"/>
                <a:ext cx="199800" cy="24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9" name="Google Shape;169;p20"/>
              <p:cNvSpPr txBox="1"/>
              <p:nvPr/>
            </p:nvSpPr>
            <p:spPr>
              <a:xfrm>
                <a:off x="1435175" y="3508844"/>
                <a:ext cx="492900" cy="24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0" name="Google Shape;170;p20"/>
              <p:cNvSpPr txBox="1"/>
              <p:nvPr/>
            </p:nvSpPr>
            <p:spPr>
              <a:xfrm>
                <a:off x="802924" y="3508844"/>
                <a:ext cx="492900" cy="24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1" name="Google Shape;171;p20"/>
              <p:cNvSpPr txBox="1"/>
              <p:nvPr/>
            </p:nvSpPr>
            <p:spPr>
              <a:xfrm>
                <a:off x="1373213" y="2160000"/>
                <a:ext cx="253500" cy="28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2" name="Google Shape;172;p20"/>
              <p:cNvSpPr txBox="1"/>
              <p:nvPr/>
            </p:nvSpPr>
            <p:spPr>
              <a:xfrm>
                <a:off x="1949216" y="2160000"/>
                <a:ext cx="253500" cy="28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3" name="Google Shape;173;p20"/>
              <p:cNvSpPr txBox="1"/>
              <p:nvPr/>
            </p:nvSpPr>
            <p:spPr>
              <a:xfrm>
                <a:off x="1982159" y="3508844"/>
                <a:ext cx="492900" cy="28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74" name="Google Shape;174;p20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75" name="Google Shape;175;p20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176" name="Google Shape;176;p2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77" name="Google Shape;177;p2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78" name="Google Shape;178;p20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179" name="Google Shape;179;p2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80" name="Google Shape;180;p2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81" name="Google Shape;181;p20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182" name="Google Shape;182;p2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83" name="Google Shape;183;p2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184" name="Google Shape;184;p20"/>
              <p:cNvCxnSpPr>
                <a:endCxn id="166" idx="1"/>
              </p:cNvCxnSpPr>
              <p:nvPr/>
            </p:nvCxnSpPr>
            <p:spPr>
              <a:xfrm>
                <a:off x="344550" y="2692125"/>
                <a:ext cx="2100900" cy="30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85" name="Google Shape;185;p20"/>
              <p:cNvCxnSpPr/>
              <p:nvPr/>
            </p:nvCxnSpPr>
            <p:spPr>
              <a:xfrm>
                <a:off x="232050" y="3313300"/>
                <a:ext cx="21660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86" name="Google Shape;186;p20"/>
            <p:cNvSpPr/>
            <p:nvPr/>
          </p:nvSpPr>
          <p:spPr>
            <a:xfrm>
              <a:off x="1068647" y="1767125"/>
              <a:ext cx="244500" cy="10041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" name="Google Shape;187;p20"/>
            <p:cNvSpPr/>
            <p:nvPr/>
          </p:nvSpPr>
          <p:spPr>
            <a:xfrm>
              <a:off x="1752640" y="2028256"/>
              <a:ext cx="1272000" cy="5058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8" name="Google Shape;188;p20"/>
          <p:cNvSpPr txBox="1"/>
          <p:nvPr/>
        </p:nvSpPr>
        <p:spPr>
          <a:xfrm>
            <a:off x="468850" y="1606400"/>
            <a:ext cx="34536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Fill in the blanks.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3922425" y="2046981"/>
            <a:ext cx="64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graphicFrame>
        <p:nvGraphicFramePr>
          <p:cNvPr id="190" name="Google Shape;190;p20"/>
          <p:cNvGraphicFramePr/>
          <p:nvPr/>
        </p:nvGraphicFramePr>
        <p:xfrm>
          <a:off x="940975" y="31870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{C2D66DB2-616D-4403-97CE-45B2A2D550C0}</a:tableStyleId>
              </a:tblPr>
              <a:tblGrid>
                <a:gridCol w="989275"/>
                <a:gridCol w="989275"/>
              </a:tblGrid>
              <a:tr h="169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69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1" name="Google Shape;191;p20"/>
          <p:cNvSpPr txBox="1"/>
          <p:nvPr/>
        </p:nvSpPr>
        <p:spPr>
          <a:xfrm>
            <a:off x="468000" y="4030449"/>
            <a:ext cx="37908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1 A, there are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2" name="Google Shape;192;p20"/>
          <p:cNvGraphicFramePr/>
          <p:nvPr/>
        </p:nvGraphicFramePr>
        <p:xfrm>
          <a:off x="4140000" y="31969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{C2D66DB2-616D-4403-97CE-45B2A2D550C0}</a:tableStyleId>
              </a:tblPr>
              <a:tblGrid>
                <a:gridCol w="1045900"/>
                <a:gridCol w="1045900"/>
              </a:tblGrid>
              <a:tr h="324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24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3" name="Google Shape;193;p20"/>
          <p:cNvSpPr txBox="1"/>
          <p:nvPr/>
        </p:nvSpPr>
        <p:spPr>
          <a:xfrm>
            <a:off x="4140000" y="4030449"/>
            <a:ext cx="37908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1 A, there are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Bs.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4" name="Google Shape;194;p20"/>
          <p:cNvGrpSpPr/>
          <p:nvPr/>
        </p:nvGrpSpPr>
        <p:grpSpPr>
          <a:xfrm>
            <a:off x="756676" y="4570797"/>
            <a:ext cx="2993324" cy="1297189"/>
            <a:chOff x="1053674" y="1398000"/>
            <a:chExt cx="3732789" cy="1617644"/>
          </a:xfrm>
        </p:grpSpPr>
        <p:grpSp>
          <p:nvGrpSpPr>
            <p:cNvPr id="195" name="Google Shape;195;p20"/>
            <p:cNvGrpSpPr/>
            <p:nvPr/>
          </p:nvGrpSpPr>
          <p:grpSpPr>
            <a:xfrm>
              <a:off x="1171164" y="1398000"/>
              <a:ext cx="3615300" cy="1617644"/>
              <a:chOff x="232050" y="2160000"/>
              <a:chExt cx="3615300" cy="1617644"/>
            </a:xfrm>
          </p:grpSpPr>
          <p:grpSp>
            <p:nvGrpSpPr>
              <p:cNvPr id="196" name="Google Shape;196;p20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197" name="Google Shape;197;p2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98" name="Google Shape;198;p2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99" name="Google Shape;199;p20"/>
              <p:cNvSpPr txBox="1"/>
              <p:nvPr/>
            </p:nvSpPr>
            <p:spPr>
              <a:xfrm>
                <a:off x="2445450" y="2574225"/>
                <a:ext cx="1401900" cy="23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 A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0" name="Google Shape;200;p20"/>
              <p:cNvSpPr txBox="1"/>
              <p:nvPr/>
            </p:nvSpPr>
            <p:spPr>
              <a:xfrm>
                <a:off x="2460186" y="3181550"/>
                <a:ext cx="1301700" cy="23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 B</a:t>
                </a:r>
                <a:endParaRPr sz="11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1" name="Google Shape;201;p20"/>
              <p:cNvSpPr txBox="1"/>
              <p:nvPr/>
            </p:nvSpPr>
            <p:spPr>
              <a:xfrm>
                <a:off x="799918" y="2160000"/>
                <a:ext cx="199800" cy="26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2" name="Google Shape;202;p20"/>
              <p:cNvSpPr txBox="1"/>
              <p:nvPr/>
            </p:nvSpPr>
            <p:spPr>
              <a:xfrm>
                <a:off x="1353862" y="3508844"/>
                <a:ext cx="492900" cy="23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14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3" name="Google Shape;203;p20"/>
              <p:cNvSpPr txBox="1"/>
              <p:nvPr/>
            </p:nvSpPr>
            <p:spPr>
              <a:xfrm>
                <a:off x="772411" y="3508844"/>
                <a:ext cx="492900" cy="26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4" name="Google Shape;204;p20"/>
              <p:cNvSpPr txBox="1"/>
              <p:nvPr/>
            </p:nvSpPr>
            <p:spPr>
              <a:xfrm>
                <a:off x="1373213" y="2160000"/>
                <a:ext cx="253500" cy="23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5" name="Google Shape;205;p20"/>
              <p:cNvSpPr txBox="1"/>
              <p:nvPr/>
            </p:nvSpPr>
            <p:spPr>
              <a:xfrm>
                <a:off x="1949216" y="2160000"/>
                <a:ext cx="253500" cy="23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6" name="Google Shape;206;p20"/>
              <p:cNvSpPr txBox="1"/>
              <p:nvPr/>
            </p:nvSpPr>
            <p:spPr>
              <a:xfrm>
                <a:off x="1926246" y="3508844"/>
                <a:ext cx="492900" cy="23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21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207" name="Google Shape;207;p20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08" name="Google Shape;208;p20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09" name="Google Shape;209;p2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10" name="Google Shape;210;p2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11" name="Google Shape;211;p20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12" name="Google Shape;212;p2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13" name="Google Shape;213;p2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14" name="Google Shape;214;p20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15" name="Google Shape;215;p2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16" name="Google Shape;216;p2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217" name="Google Shape;217;p20"/>
              <p:cNvCxnSpPr>
                <a:endCxn id="199" idx="1"/>
              </p:cNvCxnSpPr>
              <p:nvPr/>
            </p:nvCxnSpPr>
            <p:spPr>
              <a:xfrm>
                <a:off x="344550" y="2686425"/>
                <a:ext cx="2100900" cy="30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18" name="Google Shape;218;p20"/>
              <p:cNvCxnSpPr/>
              <p:nvPr/>
            </p:nvCxnSpPr>
            <p:spPr>
              <a:xfrm>
                <a:off x="232050" y="3313300"/>
                <a:ext cx="21660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219" name="Google Shape;219;p20"/>
            <p:cNvSpPr/>
            <p:nvPr/>
          </p:nvSpPr>
          <p:spPr>
            <a:xfrm>
              <a:off x="1053674" y="1767125"/>
              <a:ext cx="244500" cy="10041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0" name="Google Shape;220;p20"/>
            <p:cNvSpPr/>
            <p:nvPr/>
          </p:nvSpPr>
          <p:spPr>
            <a:xfrm>
              <a:off x="1740854" y="2020678"/>
              <a:ext cx="1281300" cy="509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1" name="Google Shape;221;p20"/>
          <p:cNvGrpSpPr/>
          <p:nvPr/>
        </p:nvGrpSpPr>
        <p:grpSpPr>
          <a:xfrm>
            <a:off x="4167103" y="4544007"/>
            <a:ext cx="2965703" cy="1350713"/>
            <a:chOff x="1068647" y="1398000"/>
            <a:chExt cx="3717817" cy="1604744"/>
          </a:xfrm>
        </p:grpSpPr>
        <p:grpSp>
          <p:nvGrpSpPr>
            <p:cNvPr id="222" name="Google Shape;222;p20"/>
            <p:cNvGrpSpPr/>
            <p:nvPr/>
          </p:nvGrpSpPr>
          <p:grpSpPr>
            <a:xfrm>
              <a:off x="1171164" y="1398000"/>
              <a:ext cx="3615300" cy="1604744"/>
              <a:chOff x="232050" y="2160000"/>
              <a:chExt cx="3615300" cy="1604744"/>
            </a:xfrm>
          </p:grpSpPr>
          <p:grpSp>
            <p:nvGrpSpPr>
              <p:cNvPr id="223" name="Google Shape;223;p20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24" name="Google Shape;224;p2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25" name="Google Shape;225;p2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26" name="Google Shape;226;p20"/>
              <p:cNvSpPr txBox="1"/>
              <p:nvPr/>
            </p:nvSpPr>
            <p:spPr>
              <a:xfrm>
                <a:off x="2445450" y="2574225"/>
                <a:ext cx="1401900" cy="21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 A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7" name="Google Shape;227;p20"/>
              <p:cNvSpPr txBox="1"/>
              <p:nvPr/>
            </p:nvSpPr>
            <p:spPr>
              <a:xfrm>
                <a:off x="2460186" y="3181550"/>
                <a:ext cx="1301700" cy="21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 B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8" name="Google Shape;228;p20"/>
              <p:cNvSpPr txBox="1"/>
              <p:nvPr/>
            </p:nvSpPr>
            <p:spPr>
              <a:xfrm>
                <a:off x="799918" y="2160000"/>
                <a:ext cx="199800" cy="25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9" name="Google Shape;229;p20"/>
              <p:cNvSpPr txBox="1"/>
              <p:nvPr/>
            </p:nvSpPr>
            <p:spPr>
              <a:xfrm>
                <a:off x="772411" y="3508844"/>
                <a:ext cx="492900" cy="25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0" name="Google Shape;230;p20"/>
              <p:cNvSpPr txBox="1"/>
              <p:nvPr/>
            </p:nvSpPr>
            <p:spPr>
              <a:xfrm>
                <a:off x="1373213" y="2160000"/>
                <a:ext cx="253500" cy="25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1" name="Google Shape;231;p20"/>
              <p:cNvSpPr txBox="1"/>
              <p:nvPr/>
            </p:nvSpPr>
            <p:spPr>
              <a:xfrm>
                <a:off x="1949226" y="2160000"/>
                <a:ext cx="300300" cy="25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232" name="Google Shape;232;p20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33" name="Google Shape;233;p20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34" name="Google Shape;234;p2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35" name="Google Shape;235;p2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36" name="Google Shape;236;p20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37" name="Google Shape;237;p2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38" name="Google Shape;238;p2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39" name="Google Shape;239;p20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40" name="Google Shape;240;p2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41" name="Google Shape;241;p2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242" name="Google Shape;242;p20"/>
              <p:cNvCxnSpPr>
                <a:endCxn id="226" idx="1"/>
              </p:cNvCxnSpPr>
              <p:nvPr/>
            </p:nvCxnSpPr>
            <p:spPr>
              <a:xfrm>
                <a:off x="344550" y="2680875"/>
                <a:ext cx="2100900" cy="30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43" name="Google Shape;243;p20"/>
              <p:cNvCxnSpPr/>
              <p:nvPr/>
            </p:nvCxnSpPr>
            <p:spPr>
              <a:xfrm>
                <a:off x="232050" y="3313300"/>
                <a:ext cx="21660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244" name="Google Shape;244;p20"/>
            <p:cNvSpPr/>
            <p:nvPr/>
          </p:nvSpPr>
          <p:spPr>
            <a:xfrm>
              <a:off x="1068647" y="1767125"/>
              <a:ext cx="244500" cy="10041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5" name="Google Shape;245;p20"/>
            <p:cNvSpPr/>
            <p:nvPr/>
          </p:nvSpPr>
          <p:spPr>
            <a:xfrm>
              <a:off x="1751859" y="2014129"/>
              <a:ext cx="1278300" cy="511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46" name="Google Shape;246;p20"/>
          <p:cNvSpPr txBox="1"/>
          <p:nvPr/>
        </p:nvSpPr>
        <p:spPr>
          <a:xfrm>
            <a:off x="697450" y="4731088"/>
            <a:ext cx="64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/>
          </a:p>
        </p:txBody>
      </p:sp>
      <p:sp>
        <p:nvSpPr>
          <p:cNvPr id="247" name="Google Shape;247;p20"/>
          <p:cNvSpPr txBox="1"/>
          <p:nvPr/>
        </p:nvSpPr>
        <p:spPr>
          <a:xfrm>
            <a:off x="3998625" y="4731088"/>
            <a:ext cx="64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/>
          </a:p>
        </p:txBody>
      </p:sp>
      <p:graphicFrame>
        <p:nvGraphicFramePr>
          <p:cNvPr id="248" name="Google Shape;248;p20"/>
          <p:cNvGraphicFramePr/>
          <p:nvPr/>
        </p:nvGraphicFramePr>
        <p:xfrm>
          <a:off x="940975" y="59283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{C2D66DB2-616D-4403-97CE-45B2A2D550C0}</a:tableStyleId>
              </a:tblPr>
              <a:tblGrid>
                <a:gridCol w="1002600"/>
                <a:gridCol w="1002600"/>
              </a:tblGrid>
              <a:tr h="291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91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9" name="Google Shape;249;p20"/>
          <p:cNvSpPr txBox="1"/>
          <p:nvPr/>
        </p:nvSpPr>
        <p:spPr>
          <a:xfrm>
            <a:off x="913725" y="6745883"/>
            <a:ext cx="37908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1 A, there are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50" name="Google Shape;250;p20"/>
          <p:cNvGraphicFramePr/>
          <p:nvPr/>
        </p:nvGraphicFramePr>
        <p:xfrm>
          <a:off x="4372997" y="59655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{C2D66DB2-616D-4403-97CE-45B2A2D550C0}</a:tableStyleId>
              </a:tblPr>
              <a:tblGrid>
                <a:gridCol w="1002600"/>
                <a:gridCol w="1002600"/>
              </a:tblGrid>
              <a:tr h="244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44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1" name="Google Shape;251;p20"/>
          <p:cNvSpPr txBox="1"/>
          <p:nvPr/>
        </p:nvSpPr>
        <p:spPr>
          <a:xfrm>
            <a:off x="4368600" y="6745883"/>
            <a:ext cx="37908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1 A, there are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52" name="Google Shape;252;p20"/>
          <p:cNvGrpSpPr/>
          <p:nvPr/>
        </p:nvGrpSpPr>
        <p:grpSpPr>
          <a:xfrm>
            <a:off x="768681" y="1881237"/>
            <a:ext cx="2796914" cy="1211356"/>
            <a:chOff x="1068647" y="1398000"/>
            <a:chExt cx="3717817" cy="1610203"/>
          </a:xfrm>
        </p:grpSpPr>
        <p:sp>
          <p:nvSpPr>
            <p:cNvPr id="253" name="Google Shape;253;p20"/>
            <p:cNvSpPr/>
            <p:nvPr/>
          </p:nvSpPr>
          <p:spPr>
            <a:xfrm>
              <a:off x="1068647" y="1767125"/>
              <a:ext cx="244500" cy="10041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4" name="Google Shape;254;p20"/>
            <p:cNvSpPr/>
            <p:nvPr/>
          </p:nvSpPr>
          <p:spPr>
            <a:xfrm>
              <a:off x="1757891" y="1968733"/>
              <a:ext cx="1278600" cy="552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55" name="Google Shape;255;p20"/>
            <p:cNvGrpSpPr/>
            <p:nvPr/>
          </p:nvGrpSpPr>
          <p:grpSpPr>
            <a:xfrm>
              <a:off x="1171164" y="1398000"/>
              <a:ext cx="3615300" cy="1610203"/>
              <a:chOff x="232050" y="2160000"/>
              <a:chExt cx="3615300" cy="1610203"/>
            </a:xfrm>
          </p:grpSpPr>
          <p:grpSp>
            <p:nvGrpSpPr>
              <p:cNvPr id="256" name="Google Shape;256;p20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57" name="Google Shape;257;p2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8" name="Google Shape;258;p2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59" name="Google Shape;259;p20"/>
              <p:cNvSpPr txBox="1"/>
              <p:nvPr/>
            </p:nvSpPr>
            <p:spPr>
              <a:xfrm>
                <a:off x="2445450" y="2574225"/>
                <a:ext cx="1401900" cy="24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 A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0" name="Google Shape;260;p20"/>
              <p:cNvSpPr txBox="1"/>
              <p:nvPr/>
            </p:nvSpPr>
            <p:spPr>
              <a:xfrm>
                <a:off x="2460186" y="3181550"/>
                <a:ext cx="1301700" cy="24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 B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1" name="Google Shape;261;p20"/>
              <p:cNvSpPr txBox="1"/>
              <p:nvPr/>
            </p:nvSpPr>
            <p:spPr>
              <a:xfrm>
                <a:off x="799918" y="2160000"/>
                <a:ext cx="199800" cy="24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2" name="Google Shape;262;p20"/>
              <p:cNvSpPr txBox="1"/>
              <p:nvPr/>
            </p:nvSpPr>
            <p:spPr>
              <a:xfrm>
                <a:off x="1353862" y="3524803"/>
                <a:ext cx="492900" cy="24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8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3" name="Google Shape;263;p20"/>
              <p:cNvSpPr txBox="1"/>
              <p:nvPr/>
            </p:nvSpPr>
            <p:spPr>
              <a:xfrm>
                <a:off x="772411" y="3524803"/>
                <a:ext cx="492900" cy="24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4" name="Google Shape;264;p20"/>
              <p:cNvSpPr txBox="1"/>
              <p:nvPr/>
            </p:nvSpPr>
            <p:spPr>
              <a:xfrm>
                <a:off x="1373213" y="2160000"/>
                <a:ext cx="253500" cy="24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5" name="Google Shape;265;p20"/>
              <p:cNvSpPr txBox="1"/>
              <p:nvPr/>
            </p:nvSpPr>
            <p:spPr>
              <a:xfrm>
                <a:off x="1949216" y="2160000"/>
                <a:ext cx="253500" cy="24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6" name="Google Shape;266;p20"/>
              <p:cNvSpPr txBox="1"/>
              <p:nvPr/>
            </p:nvSpPr>
            <p:spPr>
              <a:xfrm>
                <a:off x="1926246" y="3524803"/>
                <a:ext cx="492900" cy="24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12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267" name="Google Shape;267;p20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68" name="Google Shape;268;p20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69" name="Google Shape;269;p2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70" name="Google Shape;270;p2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71" name="Google Shape;271;p20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72" name="Google Shape;272;p2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73" name="Google Shape;273;p2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274" name="Google Shape;274;p20"/>
              <p:cNvCxnSpPr>
                <a:endCxn id="259" idx="1"/>
              </p:cNvCxnSpPr>
              <p:nvPr/>
            </p:nvCxnSpPr>
            <p:spPr>
              <a:xfrm>
                <a:off x="344550" y="2693925"/>
                <a:ext cx="2100900" cy="30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75" name="Google Shape;275;p20"/>
              <p:cNvCxnSpPr/>
              <p:nvPr/>
            </p:nvCxnSpPr>
            <p:spPr>
              <a:xfrm>
                <a:off x="232050" y="3313300"/>
                <a:ext cx="21660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grpSp>
            <p:nvGrpSpPr>
              <p:cNvPr id="276" name="Google Shape;276;p20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77" name="Google Shape;277;p2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78" name="Google Shape;278;p2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279" name="Google Shape;279;p20"/>
          <p:cNvSpPr/>
          <p:nvPr/>
        </p:nvSpPr>
        <p:spPr>
          <a:xfrm>
            <a:off x="1242175" y="2327275"/>
            <a:ext cx="990900" cy="399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80" name="Google Shape;280;p20"/>
          <p:cNvGrpSpPr/>
          <p:nvPr/>
        </p:nvGrpSpPr>
        <p:grpSpPr>
          <a:xfrm>
            <a:off x="4729964" y="7359859"/>
            <a:ext cx="2373195" cy="770924"/>
            <a:chOff x="1108891" y="810000"/>
            <a:chExt cx="5778415" cy="1357500"/>
          </a:xfrm>
        </p:grpSpPr>
        <p:grpSp>
          <p:nvGrpSpPr>
            <p:cNvPr id="281" name="Google Shape;281;p20"/>
            <p:cNvGrpSpPr/>
            <p:nvPr/>
          </p:nvGrpSpPr>
          <p:grpSpPr>
            <a:xfrm>
              <a:off x="1137991" y="810000"/>
              <a:ext cx="5749315" cy="1357500"/>
              <a:chOff x="441900" y="3572013"/>
              <a:chExt cx="3074500" cy="1357500"/>
            </a:xfrm>
          </p:grpSpPr>
          <p:cxnSp>
            <p:nvCxnSpPr>
              <p:cNvPr id="282" name="Google Shape;282;p20"/>
              <p:cNvCxnSpPr/>
              <p:nvPr/>
            </p:nvCxnSpPr>
            <p:spPr>
              <a:xfrm>
                <a:off x="441900" y="3572013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3" name="Google Shape;283;p20"/>
              <p:cNvCxnSpPr/>
              <p:nvPr/>
            </p:nvCxnSpPr>
            <p:spPr>
              <a:xfrm>
                <a:off x="455200" y="3950800"/>
                <a:ext cx="3061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84" name="Google Shape;284;p20"/>
              <p:cNvCxnSpPr/>
              <p:nvPr/>
            </p:nvCxnSpPr>
            <p:spPr>
              <a:xfrm>
                <a:off x="455200" y="4555638"/>
                <a:ext cx="3061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cxnSp>
          <p:nvCxnSpPr>
            <p:cNvPr id="285" name="Google Shape;285;p20"/>
            <p:cNvCxnSpPr/>
            <p:nvPr/>
          </p:nvCxnSpPr>
          <p:spPr>
            <a:xfrm>
              <a:off x="1108891" y="1190950"/>
              <a:ext cx="28239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86" name="Google Shape;286;p20"/>
            <p:cNvGrpSpPr/>
            <p:nvPr/>
          </p:nvGrpSpPr>
          <p:grpSpPr>
            <a:xfrm>
              <a:off x="3369491" y="1045850"/>
              <a:ext cx="2823900" cy="288050"/>
              <a:chOff x="1185091" y="4170050"/>
              <a:chExt cx="2823900" cy="288050"/>
            </a:xfrm>
          </p:grpSpPr>
          <p:cxnSp>
            <p:nvCxnSpPr>
              <p:cNvPr id="287" name="Google Shape;287;p20"/>
              <p:cNvCxnSpPr/>
              <p:nvPr/>
            </p:nvCxnSpPr>
            <p:spPr>
              <a:xfrm>
                <a:off x="1185091" y="4315150"/>
                <a:ext cx="2823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8" name="Google Shape;288;p20"/>
              <p:cNvCxnSpPr/>
              <p:nvPr/>
            </p:nvCxnSpPr>
            <p:spPr>
              <a:xfrm>
                <a:off x="1185200" y="4170050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9" name="Google Shape;289;p20"/>
              <p:cNvCxnSpPr/>
              <p:nvPr/>
            </p:nvCxnSpPr>
            <p:spPr>
              <a:xfrm>
                <a:off x="3440620" y="4172200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90" name="Google Shape;290;p20"/>
            <p:cNvGrpSpPr/>
            <p:nvPr/>
          </p:nvGrpSpPr>
          <p:grpSpPr>
            <a:xfrm>
              <a:off x="1108891" y="1657600"/>
              <a:ext cx="2823900" cy="285900"/>
              <a:chOff x="1185091" y="4172200"/>
              <a:chExt cx="2823900" cy="285900"/>
            </a:xfrm>
          </p:grpSpPr>
          <p:cxnSp>
            <p:nvCxnSpPr>
              <p:cNvPr id="291" name="Google Shape;291;p20"/>
              <p:cNvCxnSpPr/>
              <p:nvPr/>
            </p:nvCxnSpPr>
            <p:spPr>
              <a:xfrm>
                <a:off x="1185091" y="4315150"/>
                <a:ext cx="2823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2" name="Google Shape;292;p20"/>
              <p:cNvCxnSpPr/>
              <p:nvPr/>
            </p:nvCxnSpPr>
            <p:spPr>
              <a:xfrm>
                <a:off x="4004500" y="4172200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3" name="Google Shape;293;p20"/>
              <p:cNvCxnSpPr/>
              <p:nvPr/>
            </p:nvCxnSpPr>
            <p:spPr>
              <a:xfrm>
                <a:off x="1748980" y="4172200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" name="Google Shape;294;p20"/>
              <p:cNvCxnSpPr/>
              <p:nvPr/>
            </p:nvCxnSpPr>
            <p:spPr>
              <a:xfrm>
                <a:off x="2312860" y="4172200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" name="Google Shape;295;p20"/>
              <p:cNvCxnSpPr/>
              <p:nvPr/>
            </p:nvCxnSpPr>
            <p:spPr>
              <a:xfrm>
                <a:off x="2876740" y="4172200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" name="Google Shape;296;p20"/>
              <p:cNvCxnSpPr/>
              <p:nvPr/>
            </p:nvCxnSpPr>
            <p:spPr>
              <a:xfrm>
                <a:off x="3440620" y="4172200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97" name="Google Shape;297;p20"/>
            <p:cNvGrpSpPr/>
            <p:nvPr/>
          </p:nvGrpSpPr>
          <p:grpSpPr>
            <a:xfrm>
              <a:off x="3369491" y="1657600"/>
              <a:ext cx="2823900" cy="285900"/>
              <a:chOff x="1185091" y="4172200"/>
              <a:chExt cx="2823900" cy="285900"/>
            </a:xfrm>
          </p:grpSpPr>
          <p:cxnSp>
            <p:nvCxnSpPr>
              <p:cNvPr id="298" name="Google Shape;298;p20"/>
              <p:cNvCxnSpPr/>
              <p:nvPr/>
            </p:nvCxnSpPr>
            <p:spPr>
              <a:xfrm>
                <a:off x="1185091" y="4315150"/>
                <a:ext cx="2823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9" name="Google Shape;299;p20"/>
              <p:cNvCxnSpPr/>
              <p:nvPr/>
            </p:nvCxnSpPr>
            <p:spPr>
              <a:xfrm>
                <a:off x="4004500" y="4172200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0" name="Google Shape;300;p20"/>
              <p:cNvCxnSpPr/>
              <p:nvPr/>
            </p:nvCxnSpPr>
            <p:spPr>
              <a:xfrm>
                <a:off x="2312860" y="4172200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1" name="Google Shape;301;p20"/>
              <p:cNvCxnSpPr/>
              <p:nvPr/>
            </p:nvCxnSpPr>
            <p:spPr>
              <a:xfrm>
                <a:off x="2876740" y="4172200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2" name="Google Shape;302;p20"/>
              <p:cNvCxnSpPr/>
              <p:nvPr/>
            </p:nvCxnSpPr>
            <p:spPr>
              <a:xfrm>
                <a:off x="3440620" y="4172200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303" name="Google Shape;303;p20"/>
          <p:cNvSpPr txBox="1"/>
          <p:nvPr/>
        </p:nvSpPr>
        <p:spPr>
          <a:xfrm>
            <a:off x="6548197" y="7996913"/>
            <a:ext cx="18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0"/>
          <p:cNvSpPr txBox="1"/>
          <p:nvPr/>
        </p:nvSpPr>
        <p:spPr>
          <a:xfrm>
            <a:off x="6517546" y="7243874"/>
            <a:ext cx="18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5" name="Google Shape;305;p20"/>
          <p:cNvCxnSpPr/>
          <p:nvPr/>
        </p:nvCxnSpPr>
        <p:spPr>
          <a:xfrm>
            <a:off x="5193937" y="7480578"/>
            <a:ext cx="0" cy="162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" name="Google Shape;306;p20"/>
          <p:cNvCxnSpPr/>
          <p:nvPr/>
        </p:nvCxnSpPr>
        <p:spPr>
          <a:xfrm>
            <a:off x="6118969" y="7480578"/>
            <a:ext cx="0" cy="162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" name="Google Shape;307;p20"/>
          <p:cNvSpPr txBox="1"/>
          <p:nvPr/>
        </p:nvSpPr>
        <p:spPr>
          <a:xfrm>
            <a:off x="522125" y="7283650"/>
            <a:ext cx="4095000" cy="9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Sofia and her dad walk side by side along a straight path. The number of steps are represented by the double number line.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0"/>
          <p:cNvSpPr txBox="1"/>
          <p:nvPr/>
        </p:nvSpPr>
        <p:spPr>
          <a:xfrm>
            <a:off x="468000" y="1368254"/>
            <a:ext cx="53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Using double number lines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0"/>
          <p:cNvSpPr txBox="1"/>
          <p:nvPr/>
        </p:nvSpPr>
        <p:spPr>
          <a:xfrm>
            <a:off x="658850" y="2046981"/>
            <a:ext cx="483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/>
          </a:p>
        </p:txBody>
      </p:sp>
      <p:sp>
        <p:nvSpPr>
          <p:cNvPr id="310" name="Google Shape;310;p20"/>
          <p:cNvSpPr/>
          <p:nvPr/>
        </p:nvSpPr>
        <p:spPr>
          <a:xfrm>
            <a:off x="4928750" y="1864426"/>
            <a:ext cx="284100" cy="25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0"/>
          <p:cNvSpPr/>
          <p:nvPr/>
        </p:nvSpPr>
        <p:spPr>
          <a:xfrm>
            <a:off x="5349850" y="1864426"/>
            <a:ext cx="284100" cy="25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0"/>
          <p:cNvSpPr/>
          <p:nvPr/>
        </p:nvSpPr>
        <p:spPr>
          <a:xfrm>
            <a:off x="5320288" y="2872376"/>
            <a:ext cx="284100" cy="25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0"/>
          <p:cNvSpPr/>
          <p:nvPr/>
        </p:nvSpPr>
        <p:spPr>
          <a:xfrm>
            <a:off x="1325100" y="3586626"/>
            <a:ext cx="284100" cy="25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0"/>
          <p:cNvSpPr/>
          <p:nvPr/>
        </p:nvSpPr>
        <p:spPr>
          <a:xfrm>
            <a:off x="2269950" y="3586626"/>
            <a:ext cx="284100" cy="25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0"/>
          <p:cNvSpPr/>
          <p:nvPr/>
        </p:nvSpPr>
        <p:spPr>
          <a:xfrm>
            <a:off x="4571925" y="3598901"/>
            <a:ext cx="284100" cy="25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0"/>
          <p:cNvSpPr/>
          <p:nvPr/>
        </p:nvSpPr>
        <p:spPr>
          <a:xfrm>
            <a:off x="5604400" y="3598901"/>
            <a:ext cx="284100" cy="25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0"/>
          <p:cNvSpPr/>
          <p:nvPr/>
        </p:nvSpPr>
        <p:spPr>
          <a:xfrm>
            <a:off x="1202800" y="4600401"/>
            <a:ext cx="284100" cy="25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0"/>
          <p:cNvSpPr/>
          <p:nvPr/>
        </p:nvSpPr>
        <p:spPr>
          <a:xfrm>
            <a:off x="1219125" y="5622014"/>
            <a:ext cx="284100" cy="25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0"/>
          <p:cNvSpPr/>
          <p:nvPr/>
        </p:nvSpPr>
        <p:spPr>
          <a:xfrm>
            <a:off x="2221350" y="4013050"/>
            <a:ext cx="253500" cy="25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0"/>
          <p:cNvSpPr/>
          <p:nvPr/>
        </p:nvSpPr>
        <p:spPr>
          <a:xfrm>
            <a:off x="5888500" y="3994125"/>
            <a:ext cx="253500" cy="25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0"/>
          <p:cNvSpPr/>
          <p:nvPr/>
        </p:nvSpPr>
        <p:spPr>
          <a:xfrm>
            <a:off x="1325100" y="6357626"/>
            <a:ext cx="284100" cy="25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20"/>
          <p:cNvSpPr/>
          <p:nvPr/>
        </p:nvSpPr>
        <p:spPr>
          <a:xfrm>
            <a:off x="2323803" y="6360020"/>
            <a:ext cx="284100" cy="25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0"/>
          <p:cNvSpPr/>
          <p:nvPr/>
        </p:nvSpPr>
        <p:spPr>
          <a:xfrm>
            <a:off x="2667075" y="6720164"/>
            <a:ext cx="284100" cy="25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0"/>
          <p:cNvSpPr/>
          <p:nvPr/>
        </p:nvSpPr>
        <p:spPr>
          <a:xfrm>
            <a:off x="6121951" y="6720175"/>
            <a:ext cx="253500" cy="25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0"/>
          <p:cNvSpPr/>
          <p:nvPr/>
        </p:nvSpPr>
        <p:spPr>
          <a:xfrm>
            <a:off x="4617158" y="4600410"/>
            <a:ext cx="284100" cy="25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20"/>
          <p:cNvSpPr/>
          <p:nvPr/>
        </p:nvSpPr>
        <p:spPr>
          <a:xfrm>
            <a:off x="5513086" y="4594823"/>
            <a:ext cx="284100" cy="25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0"/>
          <p:cNvSpPr/>
          <p:nvPr/>
        </p:nvSpPr>
        <p:spPr>
          <a:xfrm>
            <a:off x="5513086" y="5661623"/>
            <a:ext cx="284100" cy="25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0"/>
          <p:cNvSpPr/>
          <p:nvPr/>
        </p:nvSpPr>
        <p:spPr>
          <a:xfrm>
            <a:off x="5055886" y="5661623"/>
            <a:ext cx="284100" cy="25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0"/>
          <p:cNvSpPr/>
          <p:nvPr/>
        </p:nvSpPr>
        <p:spPr>
          <a:xfrm>
            <a:off x="4598686" y="5661623"/>
            <a:ext cx="284100" cy="25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0"/>
          <p:cNvSpPr txBox="1"/>
          <p:nvPr/>
        </p:nvSpPr>
        <p:spPr>
          <a:xfrm>
            <a:off x="395975" y="8054575"/>
            <a:ext cx="6950100" cy="18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Which line represents Sofia’s steps?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Explain how you know.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Sofia has taken 24 steps, how many steps has dad taken?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Write the ratio of Sofia’s steps to her dads steps.</a:t>
            </a:r>
            <a:endParaRPr sz="1200"/>
          </a:p>
        </p:txBody>
      </p:sp>
      <p:sp>
        <p:nvSpPr>
          <p:cNvPr id="331" name="Google Shape;331;p20"/>
          <p:cNvSpPr/>
          <p:nvPr/>
        </p:nvSpPr>
        <p:spPr>
          <a:xfrm>
            <a:off x="756678" y="2220738"/>
            <a:ext cx="186600" cy="766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20"/>
          <p:cNvSpPr txBox="1"/>
          <p:nvPr/>
        </p:nvSpPr>
        <p:spPr>
          <a:xfrm>
            <a:off x="5156601" y="4620875"/>
            <a:ext cx="25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 txBox="1"/>
          <p:nvPr>
            <p:ph idx="1" type="subTitle"/>
          </p:nvPr>
        </p:nvSpPr>
        <p:spPr>
          <a:xfrm>
            <a:off x="466825" y="360000"/>
            <a:ext cx="57792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a multiplicative relationship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1"/>
          <p:cNvSpPr txBox="1"/>
          <p:nvPr/>
        </p:nvSpPr>
        <p:spPr>
          <a:xfrm>
            <a:off x="485775" y="1152325"/>
            <a:ext cx="4767900" cy="3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Here is a double number line.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 says to find </a:t>
            </a:r>
            <a:r>
              <a:rPr i="1" lang="en-GB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she is going to do 5 × 1.5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Andeep says he is going to find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one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quarter of 30.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Do you agree with Aisha or Andeep? Explain.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21"/>
          <p:cNvSpPr txBox="1"/>
          <p:nvPr/>
        </p:nvSpPr>
        <p:spPr>
          <a:xfrm>
            <a:off x="468000" y="677129"/>
            <a:ext cx="53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Using double number lines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40" name="Google Shape;340;p21"/>
          <p:cNvGrpSpPr/>
          <p:nvPr/>
        </p:nvGrpSpPr>
        <p:grpSpPr>
          <a:xfrm>
            <a:off x="4646202" y="1410468"/>
            <a:ext cx="2604378" cy="1154513"/>
            <a:chOff x="4646202" y="1105668"/>
            <a:chExt cx="2604378" cy="1154513"/>
          </a:xfrm>
        </p:grpSpPr>
        <p:grpSp>
          <p:nvGrpSpPr>
            <p:cNvPr id="341" name="Google Shape;341;p21"/>
            <p:cNvGrpSpPr/>
            <p:nvPr/>
          </p:nvGrpSpPr>
          <p:grpSpPr>
            <a:xfrm>
              <a:off x="4763967" y="1105668"/>
              <a:ext cx="2486613" cy="1154513"/>
              <a:chOff x="232050" y="2219497"/>
              <a:chExt cx="2793633" cy="1642733"/>
            </a:xfrm>
          </p:grpSpPr>
          <p:grpSp>
            <p:nvGrpSpPr>
              <p:cNvPr id="342" name="Google Shape;342;p21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43" name="Google Shape;343;p21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44" name="Google Shape;344;p21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45" name="Google Shape;345;p21"/>
              <p:cNvSpPr txBox="1"/>
              <p:nvPr/>
            </p:nvSpPr>
            <p:spPr>
              <a:xfrm>
                <a:off x="2445451" y="2574233"/>
                <a:ext cx="565500" cy="26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 A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46" name="Google Shape;346;p21"/>
              <p:cNvSpPr txBox="1"/>
              <p:nvPr/>
            </p:nvSpPr>
            <p:spPr>
              <a:xfrm>
                <a:off x="2460183" y="3181546"/>
                <a:ext cx="565500" cy="41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1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47" name="Google Shape;347;p21"/>
              <p:cNvSpPr txBox="1"/>
              <p:nvPr/>
            </p:nvSpPr>
            <p:spPr>
              <a:xfrm>
                <a:off x="719641" y="2219497"/>
                <a:ext cx="324900" cy="26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10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48" name="Google Shape;348;p21"/>
              <p:cNvSpPr txBox="1"/>
              <p:nvPr/>
            </p:nvSpPr>
            <p:spPr>
              <a:xfrm>
                <a:off x="1381521" y="3527799"/>
                <a:ext cx="492900" cy="26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5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49" name="Google Shape;349;p21"/>
              <p:cNvSpPr txBox="1"/>
              <p:nvPr/>
            </p:nvSpPr>
            <p:spPr>
              <a:xfrm>
                <a:off x="1373201" y="2219497"/>
                <a:ext cx="324900" cy="26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20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50" name="Google Shape;350;p21"/>
              <p:cNvSpPr txBox="1"/>
              <p:nvPr/>
            </p:nvSpPr>
            <p:spPr>
              <a:xfrm>
                <a:off x="1949210" y="2219497"/>
                <a:ext cx="391500" cy="26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30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51" name="Google Shape;351;p21"/>
              <p:cNvSpPr txBox="1"/>
              <p:nvPr/>
            </p:nvSpPr>
            <p:spPr>
              <a:xfrm>
                <a:off x="1964090" y="3468031"/>
                <a:ext cx="492900" cy="39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GB" sz="1800">
                    <a:latin typeface="Times"/>
                    <a:ea typeface="Times"/>
                    <a:cs typeface="Times"/>
                    <a:sym typeface="Times"/>
                  </a:rPr>
                  <a:t>a</a:t>
                </a:r>
                <a:endParaRPr i="1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cxnSp>
            <p:nvCxnSpPr>
              <p:cNvPr id="352" name="Google Shape;352;p21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53" name="Google Shape;353;p21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54" name="Google Shape;354;p21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55" name="Google Shape;355;p21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56" name="Google Shape;356;p21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57" name="Google Shape;357;p21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58" name="Google Shape;358;p21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59" name="Google Shape;359;p21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60" name="Google Shape;360;p21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61" name="Google Shape;361;p21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362" name="Google Shape;362;p21"/>
              <p:cNvCxnSpPr/>
              <p:nvPr/>
            </p:nvCxnSpPr>
            <p:spPr>
              <a:xfrm>
                <a:off x="344551" y="2685383"/>
                <a:ext cx="2047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363" name="Google Shape;363;p21"/>
              <p:cNvCxnSpPr/>
              <p:nvPr/>
            </p:nvCxnSpPr>
            <p:spPr>
              <a:xfrm>
                <a:off x="232050" y="3313300"/>
                <a:ext cx="21660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364" name="Google Shape;364;p21"/>
            <p:cNvSpPr/>
            <p:nvPr/>
          </p:nvSpPr>
          <p:spPr>
            <a:xfrm>
              <a:off x="4940050" y="1451550"/>
              <a:ext cx="1511400" cy="41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5" name="Google Shape;365;p21"/>
            <p:cNvSpPr/>
            <p:nvPr/>
          </p:nvSpPr>
          <p:spPr>
            <a:xfrm>
              <a:off x="4646202" y="1373625"/>
              <a:ext cx="241200" cy="600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66" name="Google Shape;366;p21"/>
          <p:cNvSpPr txBox="1"/>
          <p:nvPr/>
        </p:nvSpPr>
        <p:spPr>
          <a:xfrm>
            <a:off x="485775" y="5253925"/>
            <a:ext cx="21750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Fill in the blanks.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21"/>
          <p:cNvSpPr txBox="1"/>
          <p:nvPr/>
        </p:nvSpPr>
        <p:spPr>
          <a:xfrm>
            <a:off x="485775" y="5840825"/>
            <a:ext cx="64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/>
          </a:p>
        </p:txBody>
      </p:sp>
      <p:sp>
        <p:nvSpPr>
          <p:cNvPr id="368" name="Google Shape;368;p21"/>
          <p:cNvSpPr txBox="1"/>
          <p:nvPr/>
        </p:nvSpPr>
        <p:spPr>
          <a:xfrm>
            <a:off x="3917397" y="5816872"/>
            <a:ext cx="64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graphicFrame>
        <p:nvGraphicFramePr>
          <p:cNvPr id="369" name="Google Shape;369;p21"/>
          <p:cNvGraphicFramePr/>
          <p:nvPr/>
        </p:nvGraphicFramePr>
        <p:xfrm>
          <a:off x="1128925" y="7810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{C2D66DB2-616D-4403-97CE-45B2A2D550C0}</a:tableStyleId>
              </a:tblPr>
              <a:tblGrid>
                <a:gridCol w="1087525"/>
                <a:gridCol w="1087525"/>
              </a:tblGrid>
              <a:tr h="33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3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0" name="Google Shape;370;p21"/>
          <p:cNvSpPr txBox="1"/>
          <p:nvPr/>
        </p:nvSpPr>
        <p:spPr>
          <a:xfrm>
            <a:off x="625850" y="8967025"/>
            <a:ext cx="37908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1 A, there are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71" name="Google Shape;371;p21"/>
          <p:cNvGraphicFramePr/>
          <p:nvPr/>
        </p:nvGraphicFramePr>
        <p:xfrm>
          <a:off x="4500872" y="77868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{C2D66DB2-616D-4403-97CE-45B2A2D550C0}</a:tableStyleId>
              </a:tblPr>
              <a:tblGrid>
                <a:gridCol w="1087525"/>
                <a:gridCol w="1087525"/>
              </a:tblGrid>
              <a:tr h="33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3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2" name="Google Shape;372;p21"/>
          <p:cNvSpPr txBox="1"/>
          <p:nvPr/>
        </p:nvSpPr>
        <p:spPr>
          <a:xfrm>
            <a:off x="4139999" y="8949849"/>
            <a:ext cx="27636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1 A, there are 0.3 Bs.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73" name="Google Shape;373;p21"/>
          <p:cNvGrpSpPr/>
          <p:nvPr/>
        </p:nvGrpSpPr>
        <p:grpSpPr>
          <a:xfrm>
            <a:off x="4386998" y="5863097"/>
            <a:ext cx="3615300" cy="1411844"/>
            <a:chOff x="232050" y="2312400"/>
            <a:chExt cx="3615300" cy="1411844"/>
          </a:xfrm>
        </p:grpSpPr>
        <p:grpSp>
          <p:nvGrpSpPr>
            <p:cNvPr id="374" name="Google Shape;374;p21"/>
            <p:cNvGrpSpPr/>
            <p:nvPr/>
          </p:nvGrpSpPr>
          <p:grpSpPr>
            <a:xfrm>
              <a:off x="1433102" y="2533775"/>
              <a:ext cx="31897" cy="1000200"/>
              <a:chOff x="941713" y="3767150"/>
              <a:chExt cx="63300" cy="1000200"/>
            </a:xfrm>
          </p:grpSpPr>
          <p:cxnSp>
            <p:nvCxnSpPr>
              <p:cNvPr id="375" name="Google Shape;375;p21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76" name="Google Shape;376;p21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77" name="Google Shape;377;p21"/>
            <p:cNvSpPr txBox="1"/>
            <p:nvPr/>
          </p:nvSpPr>
          <p:spPr>
            <a:xfrm>
              <a:off x="2445450" y="2574225"/>
              <a:ext cx="14019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8" name="Google Shape;378;p21"/>
            <p:cNvSpPr txBox="1"/>
            <p:nvPr/>
          </p:nvSpPr>
          <p:spPr>
            <a:xfrm>
              <a:off x="2460186" y="3181550"/>
              <a:ext cx="1301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B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9" name="Google Shape;379;p21"/>
            <p:cNvSpPr txBox="1"/>
            <p:nvPr/>
          </p:nvSpPr>
          <p:spPr>
            <a:xfrm>
              <a:off x="723721" y="2312400"/>
              <a:ext cx="4929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80" name="Google Shape;380;p21"/>
            <p:cNvSpPr txBox="1"/>
            <p:nvPr/>
          </p:nvSpPr>
          <p:spPr>
            <a:xfrm>
              <a:off x="1404662" y="3508844"/>
              <a:ext cx="4929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81" name="Google Shape;381;p21"/>
            <p:cNvSpPr txBox="1"/>
            <p:nvPr/>
          </p:nvSpPr>
          <p:spPr>
            <a:xfrm>
              <a:off x="772411" y="3508844"/>
              <a:ext cx="4929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82" name="Google Shape;382;p21"/>
            <p:cNvSpPr txBox="1"/>
            <p:nvPr/>
          </p:nvSpPr>
          <p:spPr>
            <a:xfrm>
              <a:off x="1297030" y="2312400"/>
              <a:ext cx="4047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83" name="Google Shape;383;p21"/>
            <p:cNvSpPr txBox="1"/>
            <p:nvPr/>
          </p:nvSpPr>
          <p:spPr>
            <a:xfrm>
              <a:off x="1873022" y="2312400"/>
              <a:ext cx="4929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30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84" name="Google Shape;384;p21"/>
            <p:cNvSpPr txBox="1"/>
            <p:nvPr/>
          </p:nvSpPr>
          <p:spPr>
            <a:xfrm>
              <a:off x="1951646" y="3508844"/>
              <a:ext cx="4929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85" name="Google Shape;385;p21"/>
            <p:cNvCxnSpPr/>
            <p:nvPr/>
          </p:nvCxnSpPr>
          <p:spPr>
            <a:xfrm>
              <a:off x="397280" y="2355125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386" name="Google Shape;386;p21"/>
            <p:cNvGrpSpPr/>
            <p:nvPr/>
          </p:nvGrpSpPr>
          <p:grpSpPr>
            <a:xfrm>
              <a:off x="856988" y="2533775"/>
              <a:ext cx="31897" cy="1000200"/>
              <a:chOff x="941713" y="3767150"/>
              <a:chExt cx="63300" cy="1000200"/>
            </a:xfrm>
          </p:grpSpPr>
          <p:cxnSp>
            <p:nvCxnSpPr>
              <p:cNvPr id="387" name="Google Shape;387;p21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88" name="Google Shape;388;p21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9" name="Google Shape;389;p21"/>
            <p:cNvGrpSpPr/>
            <p:nvPr/>
          </p:nvGrpSpPr>
          <p:grpSpPr>
            <a:xfrm>
              <a:off x="2008903" y="2533775"/>
              <a:ext cx="31897" cy="1000200"/>
              <a:chOff x="941713" y="3767150"/>
              <a:chExt cx="63300" cy="1000200"/>
            </a:xfrm>
          </p:grpSpPr>
          <p:cxnSp>
            <p:nvCxnSpPr>
              <p:cNvPr id="390" name="Google Shape;390;p21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91" name="Google Shape;391;p21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2" name="Google Shape;392;p21"/>
            <p:cNvGrpSpPr/>
            <p:nvPr/>
          </p:nvGrpSpPr>
          <p:grpSpPr>
            <a:xfrm>
              <a:off x="1432946" y="2533775"/>
              <a:ext cx="31897" cy="1000200"/>
              <a:chOff x="941713" y="3767150"/>
              <a:chExt cx="63300" cy="1000200"/>
            </a:xfrm>
          </p:grpSpPr>
          <p:cxnSp>
            <p:nvCxnSpPr>
              <p:cNvPr id="393" name="Google Shape;393;p21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94" name="Google Shape;394;p21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395" name="Google Shape;395;p21"/>
            <p:cNvCxnSpPr/>
            <p:nvPr/>
          </p:nvCxnSpPr>
          <p:spPr>
            <a:xfrm>
              <a:off x="344550" y="2739825"/>
              <a:ext cx="2100900" cy="3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96" name="Google Shape;396;p21"/>
            <p:cNvCxnSpPr/>
            <p:nvPr/>
          </p:nvCxnSpPr>
          <p:spPr>
            <a:xfrm>
              <a:off x="232050" y="3313300"/>
              <a:ext cx="2166000" cy="13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397" name="Google Shape;397;p21"/>
          <p:cNvCxnSpPr/>
          <p:nvPr/>
        </p:nvCxnSpPr>
        <p:spPr>
          <a:xfrm>
            <a:off x="474757" y="994250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98" name="Google Shape;398;p21"/>
          <p:cNvGrpSpPr/>
          <p:nvPr/>
        </p:nvGrpSpPr>
        <p:grpSpPr>
          <a:xfrm>
            <a:off x="917276" y="5887050"/>
            <a:ext cx="3615300" cy="1411844"/>
            <a:chOff x="232050" y="2312400"/>
            <a:chExt cx="3615300" cy="1411844"/>
          </a:xfrm>
        </p:grpSpPr>
        <p:grpSp>
          <p:nvGrpSpPr>
            <p:cNvPr id="399" name="Google Shape;399;p21"/>
            <p:cNvGrpSpPr/>
            <p:nvPr/>
          </p:nvGrpSpPr>
          <p:grpSpPr>
            <a:xfrm>
              <a:off x="1433102" y="2533775"/>
              <a:ext cx="31897" cy="1000200"/>
              <a:chOff x="941713" y="3767150"/>
              <a:chExt cx="63300" cy="1000200"/>
            </a:xfrm>
          </p:grpSpPr>
          <p:cxnSp>
            <p:nvCxnSpPr>
              <p:cNvPr id="400" name="Google Shape;400;p21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01" name="Google Shape;401;p21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2" name="Google Shape;402;p21"/>
            <p:cNvSpPr txBox="1"/>
            <p:nvPr/>
          </p:nvSpPr>
          <p:spPr>
            <a:xfrm>
              <a:off x="2445450" y="2574225"/>
              <a:ext cx="14019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3" name="Google Shape;403;p21"/>
            <p:cNvSpPr txBox="1"/>
            <p:nvPr/>
          </p:nvSpPr>
          <p:spPr>
            <a:xfrm>
              <a:off x="2460186" y="3181550"/>
              <a:ext cx="1301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B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4" name="Google Shape;404;p21"/>
            <p:cNvSpPr txBox="1"/>
            <p:nvPr/>
          </p:nvSpPr>
          <p:spPr>
            <a:xfrm>
              <a:off x="799918" y="2312400"/>
              <a:ext cx="1998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5" name="Google Shape;405;p21"/>
            <p:cNvSpPr txBox="1"/>
            <p:nvPr/>
          </p:nvSpPr>
          <p:spPr>
            <a:xfrm>
              <a:off x="1353862" y="3508844"/>
              <a:ext cx="4929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6" name="Google Shape;406;p21"/>
            <p:cNvSpPr txBox="1"/>
            <p:nvPr/>
          </p:nvSpPr>
          <p:spPr>
            <a:xfrm>
              <a:off x="658111" y="3508844"/>
              <a:ext cx="4929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7" name="Google Shape;407;p21"/>
            <p:cNvSpPr txBox="1"/>
            <p:nvPr/>
          </p:nvSpPr>
          <p:spPr>
            <a:xfrm>
              <a:off x="1373213" y="2312400"/>
              <a:ext cx="2535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8" name="Google Shape;408;p21"/>
            <p:cNvSpPr txBox="1"/>
            <p:nvPr/>
          </p:nvSpPr>
          <p:spPr>
            <a:xfrm>
              <a:off x="1949216" y="2312400"/>
              <a:ext cx="2535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9" name="Google Shape;409;p21"/>
            <p:cNvSpPr txBox="1"/>
            <p:nvPr/>
          </p:nvSpPr>
          <p:spPr>
            <a:xfrm>
              <a:off x="1811950" y="3508850"/>
              <a:ext cx="6924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>
                  <a:latin typeface="Lexend"/>
                  <a:ea typeface="Lexend"/>
                  <a:cs typeface="Lexend"/>
                  <a:sym typeface="Lexend"/>
                </a:rPr>
                <a:t>13.5</a:t>
              </a:r>
              <a:endParaRPr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10" name="Google Shape;410;p21"/>
            <p:cNvCxnSpPr/>
            <p:nvPr/>
          </p:nvCxnSpPr>
          <p:spPr>
            <a:xfrm>
              <a:off x="397280" y="2355125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11" name="Google Shape;411;p21"/>
            <p:cNvGrpSpPr/>
            <p:nvPr/>
          </p:nvGrpSpPr>
          <p:grpSpPr>
            <a:xfrm>
              <a:off x="856988" y="2533775"/>
              <a:ext cx="31897" cy="1000200"/>
              <a:chOff x="941713" y="3767150"/>
              <a:chExt cx="63300" cy="1000200"/>
            </a:xfrm>
          </p:grpSpPr>
          <p:cxnSp>
            <p:nvCxnSpPr>
              <p:cNvPr id="412" name="Google Shape;412;p21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13" name="Google Shape;413;p21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4" name="Google Shape;414;p21"/>
            <p:cNvGrpSpPr/>
            <p:nvPr/>
          </p:nvGrpSpPr>
          <p:grpSpPr>
            <a:xfrm>
              <a:off x="2008903" y="2533775"/>
              <a:ext cx="31897" cy="1000200"/>
              <a:chOff x="941713" y="3767150"/>
              <a:chExt cx="63300" cy="1000200"/>
            </a:xfrm>
          </p:grpSpPr>
          <p:cxnSp>
            <p:nvCxnSpPr>
              <p:cNvPr id="415" name="Google Shape;415;p21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16" name="Google Shape;416;p21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7" name="Google Shape;417;p21"/>
            <p:cNvGrpSpPr/>
            <p:nvPr/>
          </p:nvGrpSpPr>
          <p:grpSpPr>
            <a:xfrm>
              <a:off x="1432946" y="2533775"/>
              <a:ext cx="31897" cy="1000200"/>
              <a:chOff x="941713" y="3767150"/>
              <a:chExt cx="63300" cy="1000200"/>
            </a:xfrm>
          </p:grpSpPr>
          <p:cxnSp>
            <p:nvCxnSpPr>
              <p:cNvPr id="418" name="Google Shape;418;p21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19" name="Google Shape;419;p21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420" name="Google Shape;420;p21"/>
            <p:cNvCxnSpPr/>
            <p:nvPr/>
          </p:nvCxnSpPr>
          <p:spPr>
            <a:xfrm>
              <a:off x="344550" y="2723300"/>
              <a:ext cx="2100900" cy="3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21" name="Google Shape;421;p21"/>
            <p:cNvCxnSpPr/>
            <p:nvPr/>
          </p:nvCxnSpPr>
          <p:spPr>
            <a:xfrm>
              <a:off x="232050" y="3313300"/>
              <a:ext cx="2166000" cy="13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422" name="Google Shape;422;p21"/>
          <p:cNvSpPr/>
          <p:nvPr/>
        </p:nvSpPr>
        <p:spPr>
          <a:xfrm>
            <a:off x="1096650" y="6315825"/>
            <a:ext cx="1720200" cy="562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3" name="Google Shape;423;p21"/>
          <p:cNvSpPr/>
          <p:nvPr/>
        </p:nvSpPr>
        <p:spPr>
          <a:xfrm>
            <a:off x="749998" y="6141925"/>
            <a:ext cx="305700" cy="90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21"/>
          <p:cNvSpPr/>
          <p:nvPr/>
        </p:nvSpPr>
        <p:spPr>
          <a:xfrm>
            <a:off x="4566900" y="6353500"/>
            <a:ext cx="1720200" cy="498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21"/>
          <p:cNvSpPr/>
          <p:nvPr/>
        </p:nvSpPr>
        <p:spPr>
          <a:xfrm>
            <a:off x="4220939" y="6117850"/>
            <a:ext cx="305700" cy="90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6" name="Google Shape;426;p21"/>
          <p:cNvSpPr/>
          <p:nvPr/>
        </p:nvSpPr>
        <p:spPr>
          <a:xfrm>
            <a:off x="1410225" y="5806625"/>
            <a:ext cx="326100" cy="28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7" name="Google Shape;427;p21"/>
          <p:cNvSpPr/>
          <p:nvPr/>
        </p:nvSpPr>
        <p:spPr>
          <a:xfrm>
            <a:off x="1410225" y="7098050"/>
            <a:ext cx="326100" cy="28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8" name="Google Shape;428;p21"/>
          <p:cNvSpPr/>
          <p:nvPr/>
        </p:nvSpPr>
        <p:spPr>
          <a:xfrm>
            <a:off x="1968950" y="7098050"/>
            <a:ext cx="326100" cy="28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9" name="Google Shape;429;p21"/>
          <p:cNvSpPr/>
          <p:nvPr/>
        </p:nvSpPr>
        <p:spPr>
          <a:xfrm>
            <a:off x="1515200" y="8205750"/>
            <a:ext cx="326100" cy="28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0" name="Google Shape;430;p21"/>
          <p:cNvSpPr/>
          <p:nvPr/>
        </p:nvSpPr>
        <p:spPr>
          <a:xfrm>
            <a:off x="2606400" y="8205750"/>
            <a:ext cx="326100" cy="28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1" name="Google Shape;431;p21"/>
          <p:cNvSpPr/>
          <p:nvPr/>
        </p:nvSpPr>
        <p:spPr>
          <a:xfrm>
            <a:off x="2381125" y="8932025"/>
            <a:ext cx="326100" cy="28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2" name="Google Shape;432;p21"/>
          <p:cNvSpPr/>
          <p:nvPr/>
        </p:nvSpPr>
        <p:spPr>
          <a:xfrm>
            <a:off x="4857325" y="5782675"/>
            <a:ext cx="326100" cy="28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3" name="Google Shape;433;p21"/>
          <p:cNvSpPr/>
          <p:nvPr/>
        </p:nvSpPr>
        <p:spPr>
          <a:xfrm>
            <a:off x="5425350" y="5782675"/>
            <a:ext cx="326100" cy="28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21"/>
          <p:cNvSpPr/>
          <p:nvPr/>
        </p:nvSpPr>
        <p:spPr>
          <a:xfrm>
            <a:off x="5442600" y="7073725"/>
            <a:ext cx="326100" cy="28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5" name="Google Shape;435;p21"/>
          <p:cNvSpPr/>
          <p:nvPr/>
        </p:nvSpPr>
        <p:spPr>
          <a:xfrm>
            <a:off x="6031600" y="7071907"/>
            <a:ext cx="326100" cy="28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6" name="Google Shape;436;p21"/>
          <p:cNvSpPr/>
          <p:nvPr/>
        </p:nvSpPr>
        <p:spPr>
          <a:xfrm>
            <a:off x="4927567" y="8205753"/>
            <a:ext cx="326100" cy="28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7" name="Google Shape;437;p21"/>
          <p:cNvSpPr/>
          <p:nvPr/>
        </p:nvSpPr>
        <p:spPr>
          <a:xfrm>
            <a:off x="5960992" y="8205753"/>
            <a:ext cx="326100" cy="28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8" name="Google Shape;438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2"/>
          <p:cNvSpPr txBox="1"/>
          <p:nvPr>
            <p:ph idx="1" type="subTitle"/>
          </p:nvPr>
        </p:nvSpPr>
        <p:spPr>
          <a:xfrm>
            <a:off x="466825" y="360000"/>
            <a:ext cx="57792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a multiplicative relationship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2"/>
          <p:cNvSpPr txBox="1"/>
          <p:nvPr/>
        </p:nvSpPr>
        <p:spPr>
          <a:xfrm>
            <a:off x="468000" y="677129"/>
            <a:ext cx="53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Graphical representations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5" name="Google Shape;445;p22"/>
          <p:cNvSpPr txBox="1"/>
          <p:nvPr/>
        </p:nvSpPr>
        <p:spPr>
          <a:xfrm>
            <a:off x="468000" y="1109375"/>
            <a:ext cx="48339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ratio tables using the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corresponding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graphs.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46" name="Google Shape;446;p22"/>
          <p:cNvGrpSpPr/>
          <p:nvPr/>
        </p:nvGrpSpPr>
        <p:grpSpPr>
          <a:xfrm>
            <a:off x="4938481" y="1304511"/>
            <a:ext cx="2055783" cy="2475705"/>
            <a:chOff x="6013789" y="1045020"/>
            <a:chExt cx="2672625" cy="3218545"/>
          </a:xfrm>
        </p:grpSpPr>
        <p:pic>
          <p:nvPicPr>
            <p:cNvPr id="447" name="Google Shape;447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12725" y="1329260"/>
              <a:ext cx="2382550" cy="276757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48" name="Google Shape;448;p22"/>
            <p:cNvGrpSpPr/>
            <p:nvPr/>
          </p:nvGrpSpPr>
          <p:grpSpPr>
            <a:xfrm>
              <a:off x="6013789" y="1045020"/>
              <a:ext cx="364500" cy="480300"/>
              <a:chOff x="3118189" y="1102170"/>
              <a:chExt cx="364500" cy="480300"/>
            </a:xfrm>
          </p:grpSpPr>
          <p:cxnSp>
            <p:nvCxnSpPr>
              <p:cNvPr id="449" name="Google Shape;449;p22"/>
              <p:cNvCxnSpPr/>
              <p:nvPr/>
            </p:nvCxnSpPr>
            <p:spPr>
              <a:xfrm rot="10800000">
                <a:off x="3453394" y="1222875"/>
                <a:ext cx="0" cy="2481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450" name="Google Shape;450;p22"/>
              <p:cNvSpPr txBox="1"/>
              <p:nvPr/>
            </p:nvSpPr>
            <p:spPr>
              <a:xfrm>
                <a:off x="3118189" y="1102170"/>
                <a:ext cx="364500" cy="48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200"/>
              </a:p>
            </p:txBody>
          </p:sp>
        </p:grpSp>
        <p:grpSp>
          <p:nvGrpSpPr>
            <p:cNvPr id="451" name="Google Shape;451;p22"/>
            <p:cNvGrpSpPr/>
            <p:nvPr/>
          </p:nvGrpSpPr>
          <p:grpSpPr>
            <a:xfrm>
              <a:off x="8321914" y="3783265"/>
              <a:ext cx="364500" cy="480300"/>
              <a:chOff x="5621194" y="3427225"/>
              <a:chExt cx="364500" cy="480300"/>
            </a:xfrm>
          </p:grpSpPr>
          <p:cxnSp>
            <p:nvCxnSpPr>
              <p:cNvPr id="452" name="Google Shape;452;p22"/>
              <p:cNvCxnSpPr/>
              <p:nvPr/>
            </p:nvCxnSpPr>
            <p:spPr>
              <a:xfrm>
                <a:off x="5707294" y="3531850"/>
                <a:ext cx="1923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453" name="Google Shape;453;p22"/>
              <p:cNvSpPr txBox="1"/>
              <p:nvPr/>
            </p:nvSpPr>
            <p:spPr>
              <a:xfrm>
                <a:off x="5621194" y="3427225"/>
                <a:ext cx="364500" cy="48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200"/>
              </a:p>
            </p:txBody>
          </p:sp>
        </p:grpSp>
      </p:grpSp>
      <p:graphicFrame>
        <p:nvGraphicFramePr>
          <p:cNvPr id="454" name="Google Shape;454;p22"/>
          <p:cNvGraphicFramePr/>
          <p:nvPr/>
        </p:nvGraphicFramePr>
        <p:xfrm>
          <a:off x="737463" y="404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{C2D66DB2-616D-4403-97CE-45B2A2D550C0}</a:tableStyleId>
              </a:tblPr>
              <a:tblGrid>
                <a:gridCol w="775575"/>
                <a:gridCol w="775575"/>
              </a:tblGrid>
              <a:tr h="19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55" name="Google Shape;455;p22"/>
          <p:cNvGraphicFramePr/>
          <p:nvPr/>
        </p:nvGraphicFramePr>
        <p:xfrm>
          <a:off x="2974475" y="404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{C2D66DB2-616D-4403-97CE-45B2A2D550C0}</a:tableStyleId>
              </a:tblPr>
              <a:tblGrid>
                <a:gridCol w="775575"/>
                <a:gridCol w="775575"/>
              </a:tblGrid>
              <a:tr h="19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56" name="Google Shape;456;p22"/>
          <p:cNvGraphicFramePr/>
          <p:nvPr/>
        </p:nvGraphicFramePr>
        <p:xfrm>
          <a:off x="5238763" y="40418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{C2D66DB2-616D-4403-97CE-45B2A2D550C0}</a:tableStyleId>
              </a:tblPr>
              <a:tblGrid>
                <a:gridCol w="775575"/>
                <a:gridCol w="775575"/>
              </a:tblGrid>
              <a:tr h="19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457" name="Google Shape;457;p22"/>
          <p:cNvGrpSpPr/>
          <p:nvPr/>
        </p:nvGrpSpPr>
        <p:grpSpPr>
          <a:xfrm>
            <a:off x="468011" y="1603831"/>
            <a:ext cx="2205685" cy="2173923"/>
            <a:chOff x="201945" y="1013145"/>
            <a:chExt cx="2867505" cy="2826213"/>
          </a:xfrm>
        </p:grpSpPr>
        <p:grpSp>
          <p:nvGrpSpPr>
            <p:cNvPr id="458" name="Google Shape;458;p22"/>
            <p:cNvGrpSpPr/>
            <p:nvPr/>
          </p:nvGrpSpPr>
          <p:grpSpPr>
            <a:xfrm>
              <a:off x="201945" y="1013145"/>
              <a:ext cx="2867505" cy="2826213"/>
              <a:chOff x="201945" y="1165545"/>
              <a:chExt cx="2867505" cy="2826213"/>
            </a:xfrm>
          </p:grpSpPr>
          <p:pic>
            <p:nvPicPr>
              <p:cNvPr id="459" name="Google Shape;459;p2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24000" y="1381800"/>
                <a:ext cx="2601162" cy="241739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460" name="Google Shape;460;p22"/>
              <p:cNvCxnSpPr/>
              <p:nvPr/>
            </p:nvCxnSpPr>
            <p:spPr>
              <a:xfrm rot="10800000">
                <a:off x="537150" y="1286250"/>
                <a:ext cx="0" cy="2481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grpSp>
            <p:nvGrpSpPr>
              <p:cNvPr id="461" name="Google Shape;461;p22"/>
              <p:cNvGrpSpPr/>
              <p:nvPr/>
            </p:nvGrpSpPr>
            <p:grpSpPr>
              <a:xfrm>
                <a:off x="2704950" y="3511458"/>
                <a:ext cx="364500" cy="480300"/>
                <a:chOff x="2704950" y="3511458"/>
                <a:chExt cx="364500" cy="480300"/>
              </a:xfrm>
            </p:grpSpPr>
            <p:cxnSp>
              <p:nvCxnSpPr>
                <p:cNvPr id="462" name="Google Shape;462;p22"/>
                <p:cNvCxnSpPr/>
                <p:nvPr/>
              </p:nvCxnSpPr>
              <p:spPr>
                <a:xfrm>
                  <a:off x="2791050" y="3616083"/>
                  <a:ext cx="1923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463" name="Google Shape;463;p22"/>
                <p:cNvSpPr txBox="1"/>
                <p:nvPr/>
              </p:nvSpPr>
              <p:spPr>
                <a:xfrm>
                  <a:off x="2704950" y="3511458"/>
                  <a:ext cx="364500" cy="48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200">
                      <a:solidFill>
                        <a:srgbClr val="000000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A</a:t>
                  </a:r>
                  <a:endParaRPr sz="1200"/>
                </a:p>
              </p:txBody>
            </p:sp>
          </p:grpSp>
          <p:sp>
            <p:nvSpPr>
              <p:cNvPr id="464" name="Google Shape;464;p22"/>
              <p:cNvSpPr txBox="1"/>
              <p:nvPr/>
            </p:nvSpPr>
            <p:spPr>
              <a:xfrm>
                <a:off x="201945" y="1165545"/>
                <a:ext cx="364500" cy="48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200"/>
              </a:p>
            </p:txBody>
          </p:sp>
        </p:grpSp>
        <p:cxnSp>
          <p:nvCxnSpPr>
            <p:cNvPr id="465" name="Google Shape;465;p22"/>
            <p:cNvCxnSpPr/>
            <p:nvPr/>
          </p:nvCxnSpPr>
          <p:spPr>
            <a:xfrm flipH="1" rot="10800000">
              <a:off x="520150" y="1335125"/>
              <a:ext cx="2133600" cy="21432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66" name="Google Shape;466;p22"/>
          <p:cNvGrpSpPr/>
          <p:nvPr/>
        </p:nvGrpSpPr>
        <p:grpSpPr>
          <a:xfrm>
            <a:off x="2711185" y="1376087"/>
            <a:ext cx="2077763" cy="2424419"/>
            <a:chOff x="3118189" y="873570"/>
            <a:chExt cx="2701200" cy="3151870"/>
          </a:xfrm>
        </p:grpSpPr>
        <p:grpSp>
          <p:nvGrpSpPr>
            <p:cNvPr id="467" name="Google Shape;467;p22"/>
            <p:cNvGrpSpPr/>
            <p:nvPr/>
          </p:nvGrpSpPr>
          <p:grpSpPr>
            <a:xfrm>
              <a:off x="3118189" y="873570"/>
              <a:ext cx="2701200" cy="3151870"/>
              <a:chOff x="3118189" y="1102170"/>
              <a:chExt cx="2701200" cy="3151870"/>
            </a:xfrm>
          </p:grpSpPr>
          <p:pic>
            <p:nvPicPr>
              <p:cNvPr id="468" name="Google Shape;468;p22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251575" y="1355800"/>
                <a:ext cx="2382550" cy="26884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469" name="Google Shape;469;p22"/>
              <p:cNvGrpSpPr/>
              <p:nvPr/>
            </p:nvGrpSpPr>
            <p:grpSpPr>
              <a:xfrm>
                <a:off x="5454889" y="3773740"/>
                <a:ext cx="364500" cy="480300"/>
                <a:chOff x="5621194" y="3427225"/>
                <a:chExt cx="364500" cy="480300"/>
              </a:xfrm>
            </p:grpSpPr>
            <p:cxnSp>
              <p:nvCxnSpPr>
                <p:cNvPr id="470" name="Google Shape;470;p22"/>
                <p:cNvCxnSpPr/>
                <p:nvPr/>
              </p:nvCxnSpPr>
              <p:spPr>
                <a:xfrm>
                  <a:off x="5707294" y="3531850"/>
                  <a:ext cx="1923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471" name="Google Shape;471;p22"/>
                <p:cNvSpPr txBox="1"/>
                <p:nvPr/>
              </p:nvSpPr>
              <p:spPr>
                <a:xfrm>
                  <a:off x="5621194" y="3427225"/>
                  <a:ext cx="364500" cy="48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200">
                      <a:solidFill>
                        <a:srgbClr val="000000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A</a:t>
                  </a:r>
                  <a:endParaRPr sz="1200"/>
                </a:p>
              </p:txBody>
            </p:sp>
          </p:grpSp>
          <p:grpSp>
            <p:nvGrpSpPr>
              <p:cNvPr id="472" name="Google Shape;472;p22"/>
              <p:cNvGrpSpPr/>
              <p:nvPr/>
            </p:nvGrpSpPr>
            <p:grpSpPr>
              <a:xfrm>
                <a:off x="3118189" y="1102170"/>
                <a:ext cx="364500" cy="480300"/>
                <a:chOff x="3118189" y="1102170"/>
                <a:chExt cx="364500" cy="480300"/>
              </a:xfrm>
            </p:grpSpPr>
            <p:cxnSp>
              <p:nvCxnSpPr>
                <p:cNvPr id="473" name="Google Shape;473;p22"/>
                <p:cNvCxnSpPr/>
                <p:nvPr/>
              </p:nvCxnSpPr>
              <p:spPr>
                <a:xfrm rot="10800000">
                  <a:off x="3453394" y="1222875"/>
                  <a:ext cx="0" cy="2481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474" name="Google Shape;474;p22"/>
                <p:cNvSpPr txBox="1"/>
                <p:nvPr/>
              </p:nvSpPr>
              <p:spPr>
                <a:xfrm>
                  <a:off x="3118189" y="1102170"/>
                  <a:ext cx="364500" cy="48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200">
                      <a:solidFill>
                        <a:srgbClr val="000000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B</a:t>
                  </a:r>
                  <a:endParaRPr sz="1200"/>
                </a:p>
              </p:txBody>
            </p:sp>
          </p:grpSp>
        </p:grpSp>
        <p:cxnSp>
          <p:nvCxnSpPr>
            <p:cNvPr id="475" name="Google Shape;475;p22"/>
            <p:cNvCxnSpPr/>
            <p:nvPr/>
          </p:nvCxnSpPr>
          <p:spPr>
            <a:xfrm flipH="1" rot="10800000">
              <a:off x="3474825" y="1201950"/>
              <a:ext cx="1203300" cy="2441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476" name="Google Shape;476;p22"/>
          <p:cNvCxnSpPr/>
          <p:nvPr/>
        </p:nvCxnSpPr>
        <p:spPr>
          <a:xfrm flipH="1" rot="10800000">
            <a:off x="5188966" y="1603091"/>
            <a:ext cx="760800" cy="1906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7" name="Google Shape;477;p22"/>
          <p:cNvSpPr txBox="1"/>
          <p:nvPr/>
        </p:nvSpPr>
        <p:spPr>
          <a:xfrm>
            <a:off x="602625" y="5741600"/>
            <a:ext cx="60714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Fill in the missing information on the double number line of graph.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78" name="Google Shape;478;p22"/>
          <p:cNvGrpSpPr/>
          <p:nvPr/>
        </p:nvGrpSpPr>
        <p:grpSpPr>
          <a:xfrm>
            <a:off x="528746" y="8181850"/>
            <a:ext cx="2397621" cy="1048451"/>
            <a:chOff x="1068645" y="1397986"/>
            <a:chExt cx="3717818" cy="1684259"/>
          </a:xfrm>
        </p:grpSpPr>
        <p:grpSp>
          <p:nvGrpSpPr>
            <p:cNvPr id="479" name="Google Shape;479;p22"/>
            <p:cNvGrpSpPr/>
            <p:nvPr/>
          </p:nvGrpSpPr>
          <p:grpSpPr>
            <a:xfrm>
              <a:off x="1283663" y="1397986"/>
              <a:ext cx="3502800" cy="1684259"/>
              <a:chOff x="344550" y="2159986"/>
              <a:chExt cx="3502800" cy="1684259"/>
            </a:xfrm>
          </p:grpSpPr>
          <p:grpSp>
            <p:nvGrpSpPr>
              <p:cNvPr id="480" name="Google Shape;480;p22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481" name="Google Shape;481;p22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82" name="Google Shape;482;p22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83" name="Google Shape;483;p22"/>
              <p:cNvSpPr txBox="1"/>
              <p:nvPr/>
            </p:nvSpPr>
            <p:spPr>
              <a:xfrm>
                <a:off x="2445450" y="2574225"/>
                <a:ext cx="1401900" cy="29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 B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84" name="Google Shape;484;p22"/>
              <p:cNvSpPr txBox="1"/>
              <p:nvPr/>
            </p:nvSpPr>
            <p:spPr>
              <a:xfrm>
                <a:off x="2460186" y="3181550"/>
                <a:ext cx="1301700" cy="29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 A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85" name="Google Shape;485;p22"/>
              <p:cNvSpPr txBox="1"/>
              <p:nvPr/>
            </p:nvSpPr>
            <p:spPr>
              <a:xfrm>
                <a:off x="774976" y="2160000"/>
                <a:ext cx="492900" cy="37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86" name="Google Shape;486;p22"/>
              <p:cNvSpPr txBox="1"/>
              <p:nvPr/>
            </p:nvSpPr>
            <p:spPr>
              <a:xfrm>
                <a:off x="1356140" y="3473445"/>
                <a:ext cx="492900" cy="37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87" name="Google Shape;487;p22"/>
              <p:cNvSpPr txBox="1"/>
              <p:nvPr/>
            </p:nvSpPr>
            <p:spPr>
              <a:xfrm>
                <a:off x="809132" y="3536939"/>
                <a:ext cx="492900" cy="29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88" name="Google Shape;488;p22"/>
              <p:cNvSpPr txBox="1"/>
              <p:nvPr/>
            </p:nvSpPr>
            <p:spPr>
              <a:xfrm>
                <a:off x="1348295" y="2159986"/>
                <a:ext cx="472200" cy="37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89" name="Google Shape;489;p22"/>
              <p:cNvSpPr txBox="1"/>
              <p:nvPr/>
            </p:nvSpPr>
            <p:spPr>
              <a:xfrm>
                <a:off x="1924278" y="2160000"/>
                <a:ext cx="492900" cy="37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90" name="Google Shape;490;p22"/>
              <p:cNvSpPr txBox="1"/>
              <p:nvPr/>
            </p:nvSpPr>
            <p:spPr>
              <a:xfrm>
                <a:off x="1903124" y="3473445"/>
                <a:ext cx="492900" cy="37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491" name="Google Shape;491;p22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492" name="Google Shape;492;p22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493" name="Google Shape;493;p22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94" name="Google Shape;494;p22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95" name="Google Shape;495;p22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496" name="Google Shape;496;p22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97" name="Google Shape;497;p22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98" name="Google Shape;498;p22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499" name="Google Shape;499;p22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00" name="Google Shape;500;p22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501" name="Google Shape;501;p22"/>
              <p:cNvCxnSpPr/>
              <p:nvPr/>
            </p:nvCxnSpPr>
            <p:spPr>
              <a:xfrm>
                <a:off x="344550" y="2769525"/>
                <a:ext cx="2212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02" name="Google Shape;502;p22"/>
              <p:cNvCxnSpPr/>
              <p:nvPr/>
            </p:nvCxnSpPr>
            <p:spPr>
              <a:xfrm>
                <a:off x="367935" y="3317336"/>
                <a:ext cx="21660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503" name="Google Shape;503;p22"/>
            <p:cNvSpPr/>
            <p:nvPr/>
          </p:nvSpPr>
          <p:spPr>
            <a:xfrm>
              <a:off x="1068645" y="1560357"/>
              <a:ext cx="244500" cy="1458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04" name="Google Shape;504;p22"/>
          <p:cNvSpPr/>
          <p:nvPr/>
        </p:nvSpPr>
        <p:spPr>
          <a:xfrm>
            <a:off x="721819" y="8578676"/>
            <a:ext cx="1061700" cy="306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05" name="Google Shape;505;p22"/>
          <p:cNvGrpSpPr/>
          <p:nvPr/>
        </p:nvGrpSpPr>
        <p:grpSpPr>
          <a:xfrm>
            <a:off x="2973829" y="8181859"/>
            <a:ext cx="2429946" cy="1039615"/>
            <a:chOff x="1068645" y="1398000"/>
            <a:chExt cx="3767943" cy="1670064"/>
          </a:xfrm>
        </p:grpSpPr>
        <p:grpSp>
          <p:nvGrpSpPr>
            <p:cNvPr id="506" name="Google Shape;506;p22"/>
            <p:cNvGrpSpPr/>
            <p:nvPr/>
          </p:nvGrpSpPr>
          <p:grpSpPr>
            <a:xfrm>
              <a:off x="1283663" y="1398000"/>
              <a:ext cx="3552924" cy="1670064"/>
              <a:chOff x="344550" y="2160000"/>
              <a:chExt cx="3552924" cy="1670064"/>
            </a:xfrm>
          </p:grpSpPr>
          <p:grpSp>
            <p:nvGrpSpPr>
              <p:cNvPr id="507" name="Google Shape;507;p22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508" name="Google Shape;508;p22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09" name="Google Shape;509;p22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10" name="Google Shape;510;p22"/>
              <p:cNvSpPr txBox="1"/>
              <p:nvPr/>
            </p:nvSpPr>
            <p:spPr>
              <a:xfrm>
                <a:off x="2495574" y="2621193"/>
                <a:ext cx="1401900" cy="29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 B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11" name="Google Shape;511;p22"/>
              <p:cNvSpPr txBox="1"/>
              <p:nvPr/>
            </p:nvSpPr>
            <p:spPr>
              <a:xfrm>
                <a:off x="2460186" y="3181550"/>
                <a:ext cx="1301700" cy="29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 A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12" name="Google Shape;512;p22"/>
              <p:cNvSpPr txBox="1"/>
              <p:nvPr/>
            </p:nvSpPr>
            <p:spPr>
              <a:xfrm>
                <a:off x="773610" y="2160000"/>
                <a:ext cx="492900" cy="34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13" name="Google Shape;513;p22"/>
              <p:cNvSpPr txBox="1"/>
              <p:nvPr/>
            </p:nvSpPr>
            <p:spPr>
              <a:xfrm>
                <a:off x="1373768" y="3533364"/>
                <a:ext cx="492900" cy="29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14" name="Google Shape;514;p22"/>
              <p:cNvSpPr txBox="1"/>
              <p:nvPr/>
            </p:nvSpPr>
            <p:spPr>
              <a:xfrm>
                <a:off x="772411" y="3483003"/>
                <a:ext cx="492900" cy="34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15" name="Google Shape;515;p22"/>
              <p:cNvSpPr txBox="1"/>
              <p:nvPr/>
            </p:nvSpPr>
            <p:spPr>
              <a:xfrm>
                <a:off x="1922911" y="2160000"/>
                <a:ext cx="492900" cy="34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16" name="Google Shape;516;p22"/>
              <p:cNvSpPr txBox="1"/>
              <p:nvPr/>
            </p:nvSpPr>
            <p:spPr>
              <a:xfrm>
                <a:off x="1937826" y="3533364"/>
                <a:ext cx="492900" cy="29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517" name="Google Shape;517;p22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518" name="Google Shape;518;p22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519" name="Google Shape;519;p22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20" name="Google Shape;520;p22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21" name="Google Shape;521;p22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522" name="Google Shape;522;p22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23" name="Google Shape;523;p22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24" name="Google Shape;524;p22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525" name="Google Shape;525;p22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26" name="Google Shape;526;p22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527" name="Google Shape;527;p22"/>
              <p:cNvCxnSpPr/>
              <p:nvPr/>
            </p:nvCxnSpPr>
            <p:spPr>
              <a:xfrm>
                <a:off x="344550" y="2769525"/>
                <a:ext cx="2212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28" name="Google Shape;528;p22"/>
              <p:cNvCxnSpPr/>
              <p:nvPr/>
            </p:nvCxnSpPr>
            <p:spPr>
              <a:xfrm>
                <a:off x="367935" y="3317336"/>
                <a:ext cx="21660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529" name="Google Shape;529;p22"/>
            <p:cNvSpPr/>
            <p:nvPr/>
          </p:nvSpPr>
          <p:spPr>
            <a:xfrm>
              <a:off x="1068645" y="1560357"/>
              <a:ext cx="244500" cy="1458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30" name="Google Shape;530;p22"/>
          <p:cNvSpPr/>
          <p:nvPr/>
        </p:nvSpPr>
        <p:spPr>
          <a:xfrm>
            <a:off x="3166902" y="8578676"/>
            <a:ext cx="1061700" cy="306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31" name="Google Shape;531;p22"/>
          <p:cNvGrpSpPr/>
          <p:nvPr/>
        </p:nvGrpSpPr>
        <p:grpSpPr>
          <a:xfrm>
            <a:off x="5275755" y="8181141"/>
            <a:ext cx="2433321" cy="1024360"/>
            <a:chOff x="1068645" y="1397986"/>
            <a:chExt cx="3773176" cy="1645558"/>
          </a:xfrm>
        </p:grpSpPr>
        <p:grpSp>
          <p:nvGrpSpPr>
            <p:cNvPr id="532" name="Google Shape;532;p22"/>
            <p:cNvGrpSpPr/>
            <p:nvPr/>
          </p:nvGrpSpPr>
          <p:grpSpPr>
            <a:xfrm>
              <a:off x="1283663" y="1397986"/>
              <a:ext cx="3558157" cy="1645558"/>
              <a:chOff x="344550" y="2159986"/>
              <a:chExt cx="3558157" cy="1645558"/>
            </a:xfrm>
          </p:grpSpPr>
          <p:grpSp>
            <p:nvGrpSpPr>
              <p:cNvPr id="533" name="Google Shape;533;p22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534" name="Google Shape;534;p22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35" name="Google Shape;535;p22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36" name="Google Shape;536;p22"/>
              <p:cNvSpPr txBox="1"/>
              <p:nvPr/>
            </p:nvSpPr>
            <p:spPr>
              <a:xfrm>
                <a:off x="2500807" y="2464466"/>
                <a:ext cx="1401900" cy="46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37" name="Google Shape;537;p22"/>
              <p:cNvSpPr txBox="1"/>
              <p:nvPr/>
            </p:nvSpPr>
            <p:spPr>
              <a:xfrm>
                <a:off x="2500813" y="3036711"/>
                <a:ext cx="1301700" cy="46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1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38" name="Google Shape;538;p22"/>
              <p:cNvSpPr txBox="1"/>
              <p:nvPr/>
            </p:nvSpPr>
            <p:spPr>
              <a:xfrm>
                <a:off x="691523" y="2160000"/>
                <a:ext cx="492900" cy="34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39" name="Google Shape;539;p22"/>
              <p:cNvSpPr txBox="1"/>
              <p:nvPr/>
            </p:nvSpPr>
            <p:spPr>
              <a:xfrm>
                <a:off x="1297039" y="2159986"/>
                <a:ext cx="472200" cy="29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20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40" name="Google Shape;540;p22"/>
              <p:cNvSpPr txBox="1"/>
              <p:nvPr/>
            </p:nvSpPr>
            <p:spPr>
              <a:xfrm>
                <a:off x="1873022" y="2160000"/>
                <a:ext cx="492900" cy="29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30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41" name="Google Shape;541;p22"/>
              <p:cNvSpPr txBox="1"/>
              <p:nvPr/>
            </p:nvSpPr>
            <p:spPr>
              <a:xfrm>
                <a:off x="1914230" y="3508844"/>
                <a:ext cx="492900" cy="29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12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542" name="Google Shape;542;p22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543" name="Google Shape;543;p22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544" name="Google Shape;544;p22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45" name="Google Shape;545;p22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46" name="Google Shape;546;p22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547" name="Google Shape;547;p22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48" name="Google Shape;548;p22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49" name="Google Shape;549;p22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550" name="Google Shape;550;p22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51" name="Google Shape;551;p22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552" name="Google Shape;552;p22"/>
              <p:cNvCxnSpPr/>
              <p:nvPr/>
            </p:nvCxnSpPr>
            <p:spPr>
              <a:xfrm>
                <a:off x="344550" y="2769525"/>
                <a:ext cx="2212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53" name="Google Shape;553;p22"/>
              <p:cNvCxnSpPr/>
              <p:nvPr/>
            </p:nvCxnSpPr>
            <p:spPr>
              <a:xfrm>
                <a:off x="367935" y="3317336"/>
                <a:ext cx="21660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554" name="Google Shape;554;p22"/>
            <p:cNvSpPr/>
            <p:nvPr/>
          </p:nvSpPr>
          <p:spPr>
            <a:xfrm>
              <a:off x="1068645" y="1560357"/>
              <a:ext cx="244500" cy="1458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55" name="Google Shape;555;p22"/>
          <p:cNvSpPr/>
          <p:nvPr/>
        </p:nvSpPr>
        <p:spPr>
          <a:xfrm>
            <a:off x="5468828" y="8577966"/>
            <a:ext cx="1061700" cy="306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56" name="Google Shape;556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7512" y="6232011"/>
            <a:ext cx="1627075" cy="1635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26898" y="6232011"/>
            <a:ext cx="1627075" cy="1635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48484" y="6167398"/>
            <a:ext cx="1627075" cy="1682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9" name="Google Shape;559;p22"/>
          <p:cNvGrpSpPr/>
          <p:nvPr/>
        </p:nvGrpSpPr>
        <p:grpSpPr>
          <a:xfrm>
            <a:off x="467995" y="6125641"/>
            <a:ext cx="319764" cy="369277"/>
            <a:chOff x="189370" y="1158295"/>
            <a:chExt cx="397717" cy="459300"/>
          </a:xfrm>
        </p:grpSpPr>
        <p:sp>
          <p:nvSpPr>
            <p:cNvPr id="560" name="Google Shape;560;p22"/>
            <p:cNvSpPr txBox="1"/>
            <p:nvPr/>
          </p:nvSpPr>
          <p:spPr>
            <a:xfrm>
              <a:off x="189370" y="1158295"/>
              <a:ext cx="3645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400"/>
            </a:p>
          </p:txBody>
        </p:sp>
        <p:cxnSp>
          <p:nvCxnSpPr>
            <p:cNvPr id="561" name="Google Shape;561;p22"/>
            <p:cNvCxnSpPr/>
            <p:nvPr/>
          </p:nvCxnSpPr>
          <p:spPr>
            <a:xfrm rot="10800000">
              <a:off x="587087" y="1198669"/>
              <a:ext cx="0" cy="207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62" name="Google Shape;562;p22"/>
          <p:cNvGrpSpPr/>
          <p:nvPr/>
        </p:nvGrpSpPr>
        <p:grpSpPr>
          <a:xfrm>
            <a:off x="2198726" y="7690306"/>
            <a:ext cx="293058" cy="369277"/>
            <a:chOff x="2342020" y="3104395"/>
            <a:chExt cx="364500" cy="459300"/>
          </a:xfrm>
        </p:grpSpPr>
        <p:sp>
          <p:nvSpPr>
            <p:cNvPr id="563" name="Google Shape;563;p22"/>
            <p:cNvSpPr txBox="1"/>
            <p:nvPr/>
          </p:nvSpPr>
          <p:spPr>
            <a:xfrm>
              <a:off x="2342020" y="3104395"/>
              <a:ext cx="3645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400"/>
            </a:p>
          </p:txBody>
        </p:sp>
        <p:cxnSp>
          <p:nvCxnSpPr>
            <p:cNvPr id="564" name="Google Shape;564;p22"/>
            <p:cNvCxnSpPr/>
            <p:nvPr/>
          </p:nvCxnSpPr>
          <p:spPr>
            <a:xfrm>
              <a:off x="2342020" y="3168970"/>
              <a:ext cx="1482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65" name="Google Shape;565;p22"/>
          <p:cNvGrpSpPr/>
          <p:nvPr/>
        </p:nvGrpSpPr>
        <p:grpSpPr>
          <a:xfrm>
            <a:off x="4618524" y="7689127"/>
            <a:ext cx="293058" cy="369277"/>
            <a:chOff x="2342020" y="3104395"/>
            <a:chExt cx="364500" cy="459300"/>
          </a:xfrm>
        </p:grpSpPr>
        <p:sp>
          <p:nvSpPr>
            <p:cNvPr id="566" name="Google Shape;566;p22"/>
            <p:cNvSpPr txBox="1"/>
            <p:nvPr/>
          </p:nvSpPr>
          <p:spPr>
            <a:xfrm>
              <a:off x="2342020" y="3104395"/>
              <a:ext cx="3645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400"/>
            </a:p>
          </p:txBody>
        </p:sp>
        <p:cxnSp>
          <p:nvCxnSpPr>
            <p:cNvPr id="567" name="Google Shape;567;p22"/>
            <p:cNvCxnSpPr/>
            <p:nvPr/>
          </p:nvCxnSpPr>
          <p:spPr>
            <a:xfrm>
              <a:off x="2342020" y="3168970"/>
              <a:ext cx="1482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68" name="Google Shape;568;p22"/>
          <p:cNvGrpSpPr/>
          <p:nvPr/>
        </p:nvGrpSpPr>
        <p:grpSpPr>
          <a:xfrm>
            <a:off x="6768782" y="7636766"/>
            <a:ext cx="293058" cy="369277"/>
            <a:chOff x="2342020" y="3104395"/>
            <a:chExt cx="364500" cy="459300"/>
          </a:xfrm>
        </p:grpSpPr>
        <p:sp>
          <p:nvSpPr>
            <p:cNvPr id="569" name="Google Shape;569;p22"/>
            <p:cNvSpPr txBox="1"/>
            <p:nvPr/>
          </p:nvSpPr>
          <p:spPr>
            <a:xfrm>
              <a:off x="2342020" y="3104395"/>
              <a:ext cx="3645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400"/>
            </a:p>
          </p:txBody>
        </p:sp>
        <p:cxnSp>
          <p:nvCxnSpPr>
            <p:cNvPr id="570" name="Google Shape;570;p22"/>
            <p:cNvCxnSpPr/>
            <p:nvPr/>
          </p:nvCxnSpPr>
          <p:spPr>
            <a:xfrm>
              <a:off x="2342020" y="3168970"/>
              <a:ext cx="1482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71" name="Google Shape;571;p22"/>
          <p:cNvGrpSpPr/>
          <p:nvPr/>
        </p:nvGrpSpPr>
        <p:grpSpPr>
          <a:xfrm>
            <a:off x="2857382" y="6125641"/>
            <a:ext cx="319764" cy="369277"/>
            <a:chOff x="189370" y="1158295"/>
            <a:chExt cx="397717" cy="459300"/>
          </a:xfrm>
        </p:grpSpPr>
        <p:sp>
          <p:nvSpPr>
            <p:cNvPr id="572" name="Google Shape;572;p22"/>
            <p:cNvSpPr txBox="1"/>
            <p:nvPr/>
          </p:nvSpPr>
          <p:spPr>
            <a:xfrm>
              <a:off x="189370" y="1158295"/>
              <a:ext cx="3645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400"/>
            </a:p>
          </p:txBody>
        </p:sp>
        <p:cxnSp>
          <p:nvCxnSpPr>
            <p:cNvPr id="573" name="Google Shape;573;p22"/>
            <p:cNvCxnSpPr/>
            <p:nvPr/>
          </p:nvCxnSpPr>
          <p:spPr>
            <a:xfrm rot="10800000">
              <a:off x="587087" y="1198669"/>
              <a:ext cx="0" cy="207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74" name="Google Shape;574;p22"/>
          <p:cNvGrpSpPr/>
          <p:nvPr/>
        </p:nvGrpSpPr>
        <p:grpSpPr>
          <a:xfrm>
            <a:off x="5085329" y="6064375"/>
            <a:ext cx="319764" cy="369277"/>
            <a:chOff x="189370" y="1158295"/>
            <a:chExt cx="397717" cy="459300"/>
          </a:xfrm>
        </p:grpSpPr>
        <p:sp>
          <p:nvSpPr>
            <p:cNvPr id="575" name="Google Shape;575;p22"/>
            <p:cNvSpPr txBox="1"/>
            <p:nvPr/>
          </p:nvSpPr>
          <p:spPr>
            <a:xfrm>
              <a:off x="189370" y="1158295"/>
              <a:ext cx="3645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400"/>
            </a:p>
          </p:txBody>
        </p:sp>
        <p:cxnSp>
          <p:nvCxnSpPr>
            <p:cNvPr id="576" name="Google Shape;576;p22"/>
            <p:cNvCxnSpPr/>
            <p:nvPr/>
          </p:nvCxnSpPr>
          <p:spPr>
            <a:xfrm rot="10800000">
              <a:off x="587087" y="1198669"/>
              <a:ext cx="0" cy="207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577" name="Google Shape;577;p22"/>
          <p:cNvCxnSpPr/>
          <p:nvPr/>
        </p:nvCxnSpPr>
        <p:spPr>
          <a:xfrm flipH="1" rot="10800000">
            <a:off x="3175600" y="7027965"/>
            <a:ext cx="1433100" cy="712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" name="Google Shape;578;p22"/>
          <p:cNvCxnSpPr/>
          <p:nvPr/>
        </p:nvCxnSpPr>
        <p:spPr>
          <a:xfrm flipH="1" rot="10800000">
            <a:off x="776385" y="6298311"/>
            <a:ext cx="1455300" cy="1455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9" name="Google Shape;579;p22"/>
          <p:cNvSpPr/>
          <p:nvPr/>
        </p:nvSpPr>
        <p:spPr>
          <a:xfrm>
            <a:off x="1741100" y="4449875"/>
            <a:ext cx="326100" cy="28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0" name="Google Shape;580;p22"/>
          <p:cNvSpPr/>
          <p:nvPr/>
        </p:nvSpPr>
        <p:spPr>
          <a:xfrm>
            <a:off x="4009588" y="4449871"/>
            <a:ext cx="326100" cy="28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1" name="Google Shape;581;p22"/>
          <p:cNvSpPr/>
          <p:nvPr/>
        </p:nvSpPr>
        <p:spPr>
          <a:xfrm>
            <a:off x="6246013" y="4449871"/>
            <a:ext cx="326100" cy="28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2" name="Google Shape;582;p22"/>
          <p:cNvSpPr/>
          <p:nvPr/>
        </p:nvSpPr>
        <p:spPr>
          <a:xfrm>
            <a:off x="847363" y="8181146"/>
            <a:ext cx="326100" cy="28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3" name="Google Shape;583;p22"/>
          <p:cNvSpPr/>
          <p:nvPr/>
        </p:nvSpPr>
        <p:spPr>
          <a:xfrm>
            <a:off x="1228363" y="8181146"/>
            <a:ext cx="326100" cy="28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4" name="Google Shape;584;p22"/>
          <p:cNvSpPr/>
          <p:nvPr/>
        </p:nvSpPr>
        <p:spPr>
          <a:xfrm>
            <a:off x="1609363" y="8181146"/>
            <a:ext cx="326100" cy="28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5" name="Google Shape;585;p22"/>
          <p:cNvSpPr/>
          <p:nvPr/>
        </p:nvSpPr>
        <p:spPr>
          <a:xfrm>
            <a:off x="3279055" y="8181146"/>
            <a:ext cx="326100" cy="28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6" name="Google Shape;586;p22"/>
          <p:cNvSpPr/>
          <p:nvPr/>
        </p:nvSpPr>
        <p:spPr>
          <a:xfrm>
            <a:off x="3660055" y="8181146"/>
            <a:ext cx="326100" cy="28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7" name="Google Shape;587;p22"/>
          <p:cNvSpPr/>
          <p:nvPr/>
        </p:nvSpPr>
        <p:spPr>
          <a:xfrm>
            <a:off x="4041055" y="8181146"/>
            <a:ext cx="326100" cy="28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22"/>
          <p:cNvSpPr/>
          <p:nvPr/>
        </p:nvSpPr>
        <p:spPr>
          <a:xfrm>
            <a:off x="1228363" y="9019346"/>
            <a:ext cx="326100" cy="28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22"/>
          <p:cNvSpPr/>
          <p:nvPr/>
        </p:nvSpPr>
        <p:spPr>
          <a:xfrm>
            <a:off x="1609363" y="9019346"/>
            <a:ext cx="326100" cy="28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0" name="Google Shape;590;p22"/>
          <p:cNvSpPr/>
          <p:nvPr/>
        </p:nvSpPr>
        <p:spPr>
          <a:xfrm>
            <a:off x="3279055" y="9019346"/>
            <a:ext cx="326100" cy="28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1" name="Google Shape;591;p22"/>
          <p:cNvSpPr/>
          <p:nvPr/>
        </p:nvSpPr>
        <p:spPr>
          <a:xfrm>
            <a:off x="5614424" y="8999223"/>
            <a:ext cx="326100" cy="28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22"/>
          <p:cNvSpPr/>
          <p:nvPr/>
        </p:nvSpPr>
        <p:spPr>
          <a:xfrm>
            <a:off x="6002132" y="9005931"/>
            <a:ext cx="326100" cy="28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3" name="Google Shape;593;p22"/>
          <p:cNvSpPr/>
          <p:nvPr/>
        </p:nvSpPr>
        <p:spPr>
          <a:xfrm>
            <a:off x="5591886" y="8161023"/>
            <a:ext cx="326100" cy="28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4" name="Google Shape;594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3"/>
          <p:cNvSpPr/>
          <p:nvPr/>
        </p:nvSpPr>
        <p:spPr>
          <a:xfrm>
            <a:off x="585450" y="1123100"/>
            <a:ext cx="3976500" cy="17463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0" name="Google Shape;600;p23"/>
          <p:cNvSpPr txBox="1"/>
          <p:nvPr/>
        </p:nvSpPr>
        <p:spPr>
          <a:xfrm>
            <a:off x="476400" y="759300"/>
            <a:ext cx="53373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Jacob has interpreted the graph incorrectly.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where his mistake is and correctly answer the question.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01" name="Google Shape;601;p23"/>
          <p:cNvGrpSpPr/>
          <p:nvPr/>
        </p:nvGrpSpPr>
        <p:grpSpPr>
          <a:xfrm>
            <a:off x="1300375" y="1457971"/>
            <a:ext cx="2329003" cy="828722"/>
            <a:chOff x="1061251" y="1362093"/>
            <a:chExt cx="3725213" cy="1735544"/>
          </a:xfrm>
        </p:grpSpPr>
        <p:grpSp>
          <p:nvGrpSpPr>
            <p:cNvPr id="602" name="Google Shape;602;p23"/>
            <p:cNvGrpSpPr/>
            <p:nvPr/>
          </p:nvGrpSpPr>
          <p:grpSpPr>
            <a:xfrm>
              <a:off x="1282071" y="1362093"/>
              <a:ext cx="3504393" cy="1735544"/>
              <a:chOff x="342957" y="2124093"/>
              <a:chExt cx="3504393" cy="1735544"/>
            </a:xfrm>
          </p:grpSpPr>
          <p:grpSp>
            <p:nvGrpSpPr>
              <p:cNvPr id="603" name="Google Shape;603;p23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604" name="Google Shape;604;p23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605" name="Google Shape;605;p23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606" name="Google Shape;606;p23"/>
              <p:cNvSpPr txBox="1"/>
              <p:nvPr/>
            </p:nvSpPr>
            <p:spPr>
              <a:xfrm>
                <a:off x="2445450" y="2574225"/>
                <a:ext cx="1401900" cy="38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 A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607" name="Google Shape;607;p23"/>
              <p:cNvSpPr txBox="1"/>
              <p:nvPr/>
            </p:nvSpPr>
            <p:spPr>
              <a:xfrm>
                <a:off x="2460186" y="3181550"/>
                <a:ext cx="1301700" cy="38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 B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608" name="Google Shape;608;p23"/>
              <p:cNvSpPr txBox="1"/>
              <p:nvPr/>
            </p:nvSpPr>
            <p:spPr>
              <a:xfrm>
                <a:off x="799918" y="2124093"/>
                <a:ext cx="199800" cy="38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609" name="Google Shape;609;p23"/>
              <p:cNvSpPr txBox="1"/>
              <p:nvPr/>
            </p:nvSpPr>
            <p:spPr>
              <a:xfrm>
                <a:off x="1404662" y="3472937"/>
                <a:ext cx="492900" cy="38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610" name="Google Shape;610;p23"/>
              <p:cNvSpPr txBox="1"/>
              <p:nvPr/>
            </p:nvSpPr>
            <p:spPr>
              <a:xfrm>
                <a:off x="772411" y="3472937"/>
                <a:ext cx="492900" cy="38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611" name="Google Shape;611;p23"/>
              <p:cNvSpPr txBox="1"/>
              <p:nvPr/>
            </p:nvSpPr>
            <p:spPr>
              <a:xfrm>
                <a:off x="1373213" y="2124093"/>
                <a:ext cx="253500" cy="38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612" name="Google Shape;612;p23"/>
              <p:cNvSpPr txBox="1"/>
              <p:nvPr/>
            </p:nvSpPr>
            <p:spPr>
              <a:xfrm>
                <a:off x="1949226" y="2124093"/>
                <a:ext cx="300300" cy="38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9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613" name="Google Shape;613;p23"/>
              <p:cNvSpPr txBox="1"/>
              <p:nvPr/>
            </p:nvSpPr>
            <p:spPr>
              <a:xfrm>
                <a:off x="1951646" y="3472937"/>
                <a:ext cx="492900" cy="38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614" name="Google Shape;614;p23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615" name="Google Shape;615;p23"/>
              <p:cNvGrpSpPr/>
              <p:nvPr/>
            </p:nvGrpSpPr>
            <p:grpSpPr>
              <a:xfrm>
                <a:off x="856988" y="2533775"/>
                <a:ext cx="31897" cy="1000200"/>
                <a:chOff x="941712" y="3767150"/>
                <a:chExt cx="63300" cy="1000200"/>
              </a:xfrm>
            </p:grpSpPr>
            <p:cxnSp>
              <p:nvCxnSpPr>
                <p:cNvPr id="616" name="Google Shape;616;p23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617" name="Google Shape;617;p23"/>
                <p:cNvSpPr/>
                <p:nvPr/>
              </p:nvSpPr>
              <p:spPr>
                <a:xfrm>
                  <a:off x="941712" y="4038696"/>
                  <a:ext cx="63300" cy="4908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18" name="Google Shape;618;p23"/>
              <p:cNvGrpSpPr/>
              <p:nvPr/>
            </p:nvGrpSpPr>
            <p:grpSpPr>
              <a:xfrm>
                <a:off x="2008903" y="2533775"/>
                <a:ext cx="31897" cy="1000200"/>
                <a:chOff x="941712" y="3767150"/>
                <a:chExt cx="63300" cy="1000200"/>
              </a:xfrm>
            </p:grpSpPr>
            <p:cxnSp>
              <p:nvCxnSpPr>
                <p:cNvPr id="619" name="Google Shape;619;p23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620" name="Google Shape;620;p23"/>
                <p:cNvSpPr/>
                <p:nvPr/>
              </p:nvSpPr>
              <p:spPr>
                <a:xfrm>
                  <a:off x="941712" y="4038696"/>
                  <a:ext cx="63300" cy="4908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21" name="Google Shape;621;p23"/>
              <p:cNvGrpSpPr/>
              <p:nvPr/>
            </p:nvGrpSpPr>
            <p:grpSpPr>
              <a:xfrm>
                <a:off x="1432946" y="2533775"/>
                <a:ext cx="31897" cy="1000200"/>
                <a:chOff x="941712" y="3767150"/>
                <a:chExt cx="63300" cy="1000200"/>
              </a:xfrm>
            </p:grpSpPr>
            <p:cxnSp>
              <p:nvCxnSpPr>
                <p:cNvPr id="622" name="Google Shape;622;p23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623" name="Google Shape;623;p23"/>
                <p:cNvSpPr/>
                <p:nvPr/>
              </p:nvSpPr>
              <p:spPr>
                <a:xfrm>
                  <a:off x="941712" y="4038696"/>
                  <a:ext cx="63300" cy="4908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624" name="Google Shape;624;p23"/>
              <p:cNvCxnSpPr/>
              <p:nvPr/>
            </p:nvCxnSpPr>
            <p:spPr>
              <a:xfrm>
                <a:off x="397293" y="2826160"/>
                <a:ext cx="2100900" cy="30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625" name="Google Shape;625;p23"/>
              <p:cNvCxnSpPr/>
              <p:nvPr/>
            </p:nvCxnSpPr>
            <p:spPr>
              <a:xfrm>
                <a:off x="342957" y="3308620"/>
                <a:ext cx="21660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626" name="Google Shape;626;p23"/>
            <p:cNvSpPr/>
            <p:nvPr/>
          </p:nvSpPr>
          <p:spPr>
            <a:xfrm>
              <a:off x="1061251" y="1767128"/>
              <a:ext cx="244500" cy="1183500"/>
            </a:xfrm>
            <a:prstGeom prst="rect">
              <a:avLst/>
            </a:prstGeom>
            <a:solidFill>
              <a:srgbClr val="F0F0F0"/>
            </a:solidFill>
            <a:ln cap="flat" cmpd="sng" w="9525">
              <a:solidFill>
                <a:srgbClr val="F0F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27" name="Google Shape;627;p23"/>
            <p:cNvSpPr/>
            <p:nvPr/>
          </p:nvSpPr>
          <p:spPr>
            <a:xfrm>
              <a:off x="1367033" y="2098014"/>
              <a:ext cx="1668000" cy="428100"/>
            </a:xfrm>
            <a:prstGeom prst="rect">
              <a:avLst/>
            </a:prstGeom>
            <a:solidFill>
              <a:srgbClr val="F0F0F0"/>
            </a:solidFill>
            <a:ln cap="flat" cmpd="sng" w="9525">
              <a:solidFill>
                <a:srgbClr val="F0F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628" name="Google Shape;628;p23"/>
          <p:cNvSpPr txBox="1"/>
          <p:nvPr/>
        </p:nvSpPr>
        <p:spPr>
          <a:xfrm>
            <a:off x="699600" y="1123100"/>
            <a:ext cx="4118400" cy="9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double number line is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3 As, there is 1 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When there are 12 As there are 4 Bs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9" name="Google Shape;629;p2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30" name="Google Shape;630;p23"/>
          <p:cNvSpPr txBox="1"/>
          <p:nvPr>
            <p:ph idx="1" type="subTitle"/>
          </p:nvPr>
        </p:nvSpPr>
        <p:spPr>
          <a:xfrm>
            <a:off x="466825" y="360000"/>
            <a:ext cx="57792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a multiplicative relationship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2" name="Google Shape;632;p2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grpSp>
        <p:nvGrpSpPr>
          <p:cNvPr id="633" name="Google Shape;633;p23"/>
          <p:cNvGrpSpPr/>
          <p:nvPr/>
        </p:nvGrpSpPr>
        <p:grpSpPr>
          <a:xfrm>
            <a:off x="4788035" y="909794"/>
            <a:ext cx="2329119" cy="2169964"/>
            <a:chOff x="189370" y="1158295"/>
            <a:chExt cx="2517150" cy="2345400"/>
          </a:xfrm>
        </p:grpSpPr>
        <p:pic>
          <p:nvPicPr>
            <p:cNvPr id="634" name="Google Shape;634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0202" y="1290562"/>
              <a:ext cx="2023675" cy="203392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35" name="Google Shape;635;p23"/>
            <p:cNvGrpSpPr/>
            <p:nvPr/>
          </p:nvGrpSpPr>
          <p:grpSpPr>
            <a:xfrm>
              <a:off x="189370" y="1158295"/>
              <a:ext cx="397717" cy="399300"/>
              <a:chOff x="189370" y="1158295"/>
              <a:chExt cx="397717" cy="399300"/>
            </a:xfrm>
          </p:grpSpPr>
          <p:sp>
            <p:nvSpPr>
              <p:cNvPr id="636" name="Google Shape;636;p23"/>
              <p:cNvSpPr txBox="1"/>
              <p:nvPr/>
            </p:nvSpPr>
            <p:spPr>
              <a:xfrm>
                <a:off x="189370" y="1158295"/>
                <a:ext cx="364500" cy="39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200"/>
              </a:p>
            </p:txBody>
          </p:sp>
          <p:cxnSp>
            <p:nvCxnSpPr>
              <p:cNvPr id="637" name="Google Shape;637;p23"/>
              <p:cNvCxnSpPr/>
              <p:nvPr/>
            </p:nvCxnSpPr>
            <p:spPr>
              <a:xfrm rot="10800000">
                <a:off x="587087" y="1198669"/>
                <a:ext cx="0" cy="207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638" name="Google Shape;638;p23"/>
            <p:cNvGrpSpPr/>
            <p:nvPr/>
          </p:nvGrpSpPr>
          <p:grpSpPr>
            <a:xfrm>
              <a:off x="2342020" y="3104395"/>
              <a:ext cx="364500" cy="399300"/>
              <a:chOff x="2342020" y="3104395"/>
              <a:chExt cx="364500" cy="399300"/>
            </a:xfrm>
          </p:grpSpPr>
          <p:sp>
            <p:nvSpPr>
              <p:cNvPr id="639" name="Google Shape;639;p23"/>
              <p:cNvSpPr txBox="1"/>
              <p:nvPr/>
            </p:nvSpPr>
            <p:spPr>
              <a:xfrm>
                <a:off x="2342020" y="3104395"/>
                <a:ext cx="364500" cy="39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200"/>
              </a:p>
            </p:txBody>
          </p:sp>
          <p:cxnSp>
            <p:nvCxnSpPr>
              <p:cNvPr id="640" name="Google Shape;640;p23"/>
              <p:cNvCxnSpPr/>
              <p:nvPr/>
            </p:nvCxnSpPr>
            <p:spPr>
              <a:xfrm>
                <a:off x="2342020" y="3168970"/>
                <a:ext cx="1482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cxnSp>
          <p:nvCxnSpPr>
            <p:cNvPr id="641" name="Google Shape;641;p23"/>
            <p:cNvCxnSpPr/>
            <p:nvPr/>
          </p:nvCxnSpPr>
          <p:spPr>
            <a:xfrm flipH="1" rot="10800000">
              <a:off x="572925" y="1373150"/>
              <a:ext cx="1809900" cy="1809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42" name="Google Shape;642;p23"/>
          <p:cNvSpPr txBox="1"/>
          <p:nvPr/>
        </p:nvSpPr>
        <p:spPr>
          <a:xfrm>
            <a:off x="552600" y="5613275"/>
            <a:ext cx="65646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Fill in missing information and graph when a scale drawing on a map states for every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……..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 is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…….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km in real life.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……..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 in km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45 cm in km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……..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km in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3" name="Google Shape;643;p23"/>
          <p:cNvSpPr txBox="1"/>
          <p:nvPr/>
        </p:nvSpPr>
        <p:spPr>
          <a:xfrm>
            <a:off x="930300" y="6681563"/>
            <a:ext cx="281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Answer: 40 km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23"/>
          <p:cNvSpPr txBox="1"/>
          <p:nvPr/>
        </p:nvSpPr>
        <p:spPr>
          <a:xfrm>
            <a:off x="880800" y="7815238"/>
            <a:ext cx="289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Answer: 150 km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5" name="Google Shape;645;p23"/>
          <p:cNvSpPr txBox="1"/>
          <p:nvPr/>
        </p:nvSpPr>
        <p:spPr>
          <a:xfrm>
            <a:off x="930300" y="8870663"/>
            <a:ext cx="328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Answer: 18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46" name="Google Shape;646;p23"/>
          <p:cNvGrpSpPr/>
          <p:nvPr/>
        </p:nvGrpSpPr>
        <p:grpSpPr>
          <a:xfrm>
            <a:off x="3629375" y="6310544"/>
            <a:ext cx="3440025" cy="3076706"/>
            <a:chOff x="3629375" y="6081944"/>
            <a:chExt cx="3440025" cy="3076706"/>
          </a:xfrm>
        </p:grpSpPr>
        <p:pic>
          <p:nvPicPr>
            <p:cNvPr id="647" name="Google Shape;647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29375" y="6215250"/>
              <a:ext cx="3440025" cy="294339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48" name="Google Shape;648;p23"/>
            <p:cNvCxnSpPr/>
            <p:nvPr/>
          </p:nvCxnSpPr>
          <p:spPr>
            <a:xfrm rot="10800000">
              <a:off x="3807995" y="6081944"/>
              <a:ext cx="0" cy="2637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49" name="Google Shape;649;p23"/>
            <p:cNvCxnSpPr/>
            <p:nvPr/>
          </p:nvCxnSpPr>
          <p:spPr>
            <a:xfrm>
              <a:off x="6853400" y="8984375"/>
              <a:ext cx="2160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650" name="Google Shape;650;p23"/>
          <p:cNvSpPr txBox="1"/>
          <p:nvPr/>
        </p:nvSpPr>
        <p:spPr>
          <a:xfrm>
            <a:off x="6626163" y="8912775"/>
            <a:ext cx="61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/>
          </a:p>
        </p:txBody>
      </p:sp>
      <p:sp>
        <p:nvSpPr>
          <p:cNvPr id="651" name="Google Shape;651;p23"/>
          <p:cNvSpPr txBox="1"/>
          <p:nvPr/>
        </p:nvSpPr>
        <p:spPr>
          <a:xfrm>
            <a:off x="3340938" y="6226725"/>
            <a:ext cx="61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km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