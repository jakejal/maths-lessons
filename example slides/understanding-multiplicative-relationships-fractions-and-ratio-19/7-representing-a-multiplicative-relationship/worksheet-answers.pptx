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18552B-3DC5-4B30-BE37-0C955A7AE768}">
  <a:tblStyle styleId="{2F18552B-3DC5-4B30-BE37-0C955A7AE7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a90ca431ea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a90ca431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a90ca431ea_0_47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a90ca431ea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8958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a multiplicative relationship</a:t>
            </a:r>
            <a:endParaRPr/>
          </a:p>
        </p:txBody>
      </p:sp>
      <p:grpSp>
        <p:nvGrpSpPr>
          <p:cNvPr id="173" name="Google Shape;173;p20"/>
          <p:cNvGrpSpPr/>
          <p:nvPr/>
        </p:nvGrpSpPr>
        <p:grpSpPr>
          <a:xfrm>
            <a:off x="4033278" y="1657124"/>
            <a:ext cx="2838925" cy="1214616"/>
            <a:chOff x="1068647" y="1398000"/>
            <a:chExt cx="3717817" cy="1590644"/>
          </a:xfrm>
        </p:grpSpPr>
        <p:grpSp>
          <p:nvGrpSpPr>
            <p:cNvPr id="174" name="Google Shape;174;p20"/>
            <p:cNvGrpSpPr/>
            <p:nvPr/>
          </p:nvGrpSpPr>
          <p:grpSpPr>
            <a:xfrm>
              <a:off x="1171164" y="1398000"/>
              <a:ext cx="3615300" cy="1590644"/>
              <a:chOff x="232050" y="2160000"/>
              <a:chExt cx="3615300" cy="1590644"/>
            </a:xfrm>
          </p:grpSpPr>
          <p:grpSp>
            <p:nvGrpSpPr>
              <p:cNvPr id="175" name="Google Shape;175;p20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76" name="Google Shape;176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77" name="Google Shape;177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8" name="Google Shape;178;p20"/>
              <p:cNvSpPr txBox="1"/>
              <p:nvPr/>
            </p:nvSpPr>
            <p:spPr>
              <a:xfrm>
                <a:off x="2445450" y="2574225"/>
                <a:ext cx="1401900" cy="2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9" name="Google Shape;179;p20"/>
              <p:cNvSpPr txBox="1"/>
              <p:nvPr/>
            </p:nvSpPr>
            <p:spPr>
              <a:xfrm>
                <a:off x="2460186" y="3181550"/>
                <a:ext cx="1301700" cy="2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0" name="Google Shape;180;p20"/>
              <p:cNvSpPr txBox="1"/>
              <p:nvPr/>
            </p:nvSpPr>
            <p:spPr>
              <a:xfrm>
                <a:off x="799918" y="2160000"/>
                <a:ext cx="199800" cy="2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1" name="Google Shape;181;p20"/>
              <p:cNvSpPr txBox="1"/>
              <p:nvPr/>
            </p:nvSpPr>
            <p:spPr>
              <a:xfrm>
                <a:off x="1435175" y="3508844"/>
                <a:ext cx="492900" cy="2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2" name="Google Shape;182;p20"/>
              <p:cNvSpPr txBox="1"/>
              <p:nvPr/>
            </p:nvSpPr>
            <p:spPr>
              <a:xfrm>
                <a:off x="802924" y="3508844"/>
                <a:ext cx="492900" cy="2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" name="Google Shape;183;p20"/>
              <p:cNvSpPr txBox="1"/>
              <p:nvPr/>
            </p:nvSpPr>
            <p:spPr>
              <a:xfrm>
                <a:off x="1373213" y="2160000"/>
                <a:ext cx="253500" cy="2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2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184" name="Google Shape;184;p20"/>
              <p:cNvSpPr txBox="1"/>
              <p:nvPr/>
            </p:nvSpPr>
            <p:spPr>
              <a:xfrm>
                <a:off x="1949216" y="2160000"/>
                <a:ext cx="253500" cy="2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3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185" name="Google Shape;185;p20"/>
              <p:cNvSpPr txBox="1"/>
              <p:nvPr/>
            </p:nvSpPr>
            <p:spPr>
              <a:xfrm>
                <a:off x="1982159" y="3508844"/>
                <a:ext cx="492900" cy="2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9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cxnSp>
            <p:nvCxnSpPr>
              <p:cNvPr id="186" name="Google Shape;186;p20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87" name="Google Shape;187;p20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88" name="Google Shape;188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9" name="Google Shape;189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0" name="Google Shape;190;p20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1" name="Google Shape;191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2" name="Google Shape;192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3" name="Google Shape;193;p20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4" name="Google Shape;194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5" name="Google Shape;195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96" name="Google Shape;196;p20"/>
              <p:cNvCxnSpPr>
                <a:endCxn id="178" idx="1"/>
              </p:cNvCxnSpPr>
              <p:nvPr/>
            </p:nvCxnSpPr>
            <p:spPr>
              <a:xfrm>
                <a:off x="344550" y="269212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97" name="Google Shape;197;p20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8" name="Google Shape;198;p20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1752640" y="1981456"/>
              <a:ext cx="12720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0" name="Google Shape;200;p20"/>
          <p:cNvSpPr txBox="1"/>
          <p:nvPr/>
        </p:nvSpPr>
        <p:spPr>
          <a:xfrm>
            <a:off x="468850" y="1758800"/>
            <a:ext cx="64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01" name="Google Shape;201;p20"/>
          <p:cNvSpPr txBox="1"/>
          <p:nvPr/>
        </p:nvSpPr>
        <p:spPr>
          <a:xfrm>
            <a:off x="3922425" y="1742181"/>
            <a:ext cx="64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graphicFrame>
        <p:nvGraphicFramePr>
          <p:cNvPr id="202" name="Google Shape;202;p20"/>
          <p:cNvGraphicFramePr/>
          <p:nvPr/>
        </p:nvGraphicFramePr>
        <p:xfrm>
          <a:off x="940975" y="29584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{2F18552B-3DC5-4B30-BE37-0C955A7AE768}</a:tableStyleId>
              </a:tblPr>
              <a:tblGrid>
                <a:gridCol w="989275"/>
                <a:gridCol w="989275"/>
              </a:tblGrid>
              <a:tr h="169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9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20"/>
          <p:cNvSpPr txBox="1"/>
          <p:nvPr/>
        </p:nvSpPr>
        <p:spPr>
          <a:xfrm>
            <a:off x="468000" y="3801849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A, there are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4" name="Google Shape;204;p20"/>
          <p:cNvGraphicFramePr/>
          <p:nvPr/>
        </p:nvGraphicFramePr>
        <p:xfrm>
          <a:off x="4140000" y="29683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{2F18552B-3DC5-4B30-BE37-0C955A7AE768}</a:tableStyleId>
              </a:tblPr>
              <a:tblGrid>
                <a:gridCol w="1045900"/>
                <a:gridCol w="1045900"/>
              </a:tblGrid>
              <a:tr h="32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20"/>
          <p:cNvSpPr txBox="1"/>
          <p:nvPr/>
        </p:nvSpPr>
        <p:spPr>
          <a:xfrm>
            <a:off x="4140000" y="3801849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A, there are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6" name="Google Shape;206;p20"/>
          <p:cNvGrpSpPr/>
          <p:nvPr/>
        </p:nvGrpSpPr>
        <p:grpSpPr>
          <a:xfrm>
            <a:off x="756676" y="4189797"/>
            <a:ext cx="2993324" cy="1266396"/>
            <a:chOff x="1053674" y="1398000"/>
            <a:chExt cx="3732789" cy="1579244"/>
          </a:xfrm>
        </p:grpSpPr>
        <p:grpSp>
          <p:nvGrpSpPr>
            <p:cNvPr id="207" name="Google Shape;207;p20"/>
            <p:cNvGrpSpPr/>
            <p:nvPr/>
          </p:nvGrpSpPr>
          <p:grpSpPr>
            <a:xfrm>
              <a:off x="1171164" y="1398000"/>
              <a:ext cx="3615300" cy="1579244"/>
              <a:chOff x="232050" y="2160000"/>
              <a:chExt cx="3615300" cy="1579244"/>
            </a:xfrm>
          </p:grpSpPr>
          <p:grpSp>
            <p:nvGrpSpPr>
              <p:cNvPr id="208" name="Google Shape;208;p20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09" name="Google Shape;209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10" name="Google Shape;210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1" name="Google Shape;211;p20"/>
              <p:cNvSpPr txBox="1"/>
              <p:nvPr/>
            </p:nvSpPr>
            <p:spPr>
              <a:xfrm>
                <a:off x="2445450" y="2574225"/>
                <a:ext cx="14019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" name="Google Shape;212;p20"/>
              <p:cNvSpPr txBox="1"/>
              <p:nvPr/>
            </p:nvSpPr>
            <p:spPr>
              <a:xfrm>
                <a:off x="2408809" y="3195189"/>
                <a:ext cx="13017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" name="Google Shape;213;p20"/>
              <p:cNvSpPr txBox="1"/>
              <p:nvPr/>
            </p:nvSpPr>
            <p:spPr>
              <a:xfrm>
                <a:off x="799918" y="2160000"/>
                <a:ext cx="1998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2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214" name="Google Shape;214;p20"/>
              <p:cNvSpPr txBox="1"/>
              <p:nvPr/>
            </p:nvSpPr>
            <p:spPr>
              <a:xfrm>
                <a:off x="1353862" y="3508844"/>
                <a:ext cx="4929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14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5" name="Google Shape;215;p20"/>
              <p:cNvSpPr txBox="1"/>
              <p:nvPr/>
            </p:nvSpPr>
            <p:spPr>
              <a:xfrm>
                <a:off x="772411" y="3508844"/>
                <a:ext cx="4929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7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216" name="Google Shape;216;p20"/>
              <p:cNvSpPr txBox="1"/>
              <p:nvPr/>
            </p:nvSpPr>
            <p:spPr>
              <a:xfrm>
                <a:off x="1373213" y="2160000"/>
                <a:ext cx="2535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7" name="Google Shape;217;p20"/>
              <p:cNvSpPr txBox="1"/>
              <p:nvPr/>
            </p:nvSpPr>
            <p:spPr>
              <a:xfrm>
                <a:off x="1949216" y="2160000"/>
                <a:ext cx="2535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8" name="Google Shape;218;p20"/>
              <p:cNvSpPr txBox="1"/>
              <p:nvPr/>
            </p:nvSpPr>
            <p:spPr>
              <a:xfrm>
                <a:off x="1926246" y="3508844"/>
                <a:ext cx="4929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21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19" name="Google Shape;219;p20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20" name="Google Shape;220;p20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21" name="Google Shape;221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2" name="Google Shape;222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23" name="Google Shape;223;p20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24" name="Google Shape;224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5" name="Google Shape;225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26" name="Google Shape;226;p20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27" name="Google Shape;227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8" name="Google Shape;228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29" name="Google Shape;229;p20"/>
              <p:cNvCxnSpPr>
                <a:endCxn id="211" idx="1"/>
              </p:cNvCxnSpPr>
              <p:nvPr/>
            </p:nvCxnSpPr>
            <p:spPr>
              <a:xfrm>
                <a:off x="344550" y="2686425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30" name="Google Shape;230;p20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31" name="Google Shape;231;p20"/>
            <p:cNvSpPr/>
            <p:nvPr/>
          </p:nvSpPr>
          <p:spPr>
            <a:xfrm>
              <a:off x="1053674" y="1767125"/>
              <a:ext cx="244500" cy="1004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1740854" y="2020678"/>
              <a:ext cx="1281300" cy="509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3" name="Google Shape;233;p20"/>
          <p:cNvGrpSpPr/>
          <p:nvPr/>
        </p:nvGrpSpPr>
        <p:grpSpPr>
          <a:xfrm>
            <a:off x="4167103" y="4163007"/>
            <a:ext cx="2965703" cy="1319907"/>
            <a:chOff x="1068647" y="1398000"/>
            <a:chExt cx="3717817" cy="1568144"/>
          </a:xfrm>
        </p:grpSpPr>
        <p:grpSp>
          <p:nvGrpSpPr>
            <p:cNvPr id="234" name="Google Shape;234;p20"/>
            <p:cNvGrpSpPr/>
            <p:nvPr/>
          </p:nvGrpSpPr>
          <p:grpSpPr>
            <a:xfrm>
              <a:off x="1171164" y="1398000"/>
              <a:ext cx="3615300" cy="1568144"/>
              <a:chOff x="232050" y="2160000"/>
              <a:chExt cx="3615300" cy="1568144"/>
            </a:xfrm>
          </p:grpSpPr>
          <p:grpSp>
            <p:nvGrpSpPr>
              <p:cNvPr id="235" name="Google Shape;235;p20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6" name="Google Shape;236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7" name="Google Shape;237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8" name="Google Shape;238;p20"/>
              <p:cNvSpPr txBox="1"/>
              <p:nvPr/>
            </p:nvSpPr>
            <p:spPr>
              <a:xfrm>
                <a:off x="2445450" y="2574225"/>
                <a:ext cx="14019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9" name="Google Shape;239;p20"/>
              <p:cNvSpPr txBox="1"/>
              <p:nvPr/>
            </p:nvSpPr>
            <p:spPr>
              <a:xfrm>
                <a:off x="2460186" y="3181550"/>
                <a:ext cx="13017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0" name="Google Shape;240;p20"/>
              <p:cNvSpPr txBox="1"/>
              <p:nvPr/>
            </p:nvSpPr>
            <p:spPr>
              <a:xfrm>
                <a:off x="799918" y="2160000"/>
                <a:ext cx="1998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2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241" name="Google Shape;241;p20"/>
              <p:cNvSpPr txBox="1"/>
              <p:nvPr/>
            </p:nvSpPr>
            <p:spPr>
              <a:xfrm>
                <a:off x="1309137" y="3508844"/>
                <a:ext cx="4929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10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242" name="Google Shape;242;p20"/>
              <p:cNvSpPr txBox="1"/>
              <p:nvPr/>
            </p:nvSpPr>
            <p:spPr>
              <a:xfrm>
                <a:off x="772411" y="3508844"/>
                <a:ext cx="4929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5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243" name="Google Shape;243;p20"/>
              <p:cNvSpPr txBox="1"/>
              <p:nvPr/>
            </p:nvSpPr>
            <p:spPr>
              <a:xfrm>
                <a:off x="1373213" y="2160000"/>
                <a:ext cx="2535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4" name="Google Shape;244;p20"/>
              <p:cNvSpPr txBox="1"/>
              <p:nvPr/>
            </p:nvSpPr>
            <p:spPr>
              <a:xfrm>
                <a:off x="1949226" y="2160000"/>
                <a:ext cx="3003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6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245" name="Google Shape;245;p20"/>
              <p:cNvSpPr txBox="1"/>
              <p:nvPr/>
            </p:nvSpPr>
            <p:spPr>
              <a:xfrm>
                <a:off x="1951646" y="3508844"/>
                <a:ext cx="492900" cy="2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15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cxnSp>
            <p:nvCxnSpPr>
              <p:cNvPr id="246" name="Google Shape;246;p20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47" name="Google Shape;247;p20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48" name="Google Shape;248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9" name="Google Shape;249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0" name="Google Shape;250;p20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51" name="Google Shape;251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2" name="Google Shape;252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3" name="Google Shape;253;p20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54" name="Google Shape;254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5" name="Google Shape;255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56" name="Google Shape;256;p20"/>
              <p:cNvCxnSpPr/>
              <p:nvPr/>
            </p:nvCxnSpPr>
            <p:spPr>
              <a:xfrm>
                <a:off x="335947" y="2711394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57" name="Google Shape;257;p20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58" name="Google Shape;258;p20"/>
            <p:cNvSpPr/>
            <p:nvPr/>
          </p:nvSpPr>
          <p:spPr>
            <a:xfrm>
              <a:off x="1068647" y="1767125"/>
              <a:ext cx="244500" cy="1004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1751859" y="2014129"/>
              <a:ext cx="1278300" cy="511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0" name="Google Shape;260;p20"/>
          <p:cNvSpPr txBox="1"/>
          <p:nvPr/>
        </p:nvSpPr>
        <p:spPr>
          <a:xfrm>
            <a:off x="468850" y="4285500"/>
            <a:ext cx="64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61" name="Google Shape;261;p20"/>
          <p:cNvSpPr txBox="1"/>
          <p:nvPr/>
        </p:nvSpPr>
        <p:spPr>
          <a:xfrm>
            <a:off x="3922425" y="4350088"/>
            <a:ext cx="64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graphicFrame>
        <p:nvGraphicFramePr>
          <p:cNvPr id="262" name="Google Shape;262;p20"/>
          <p:cNvGraphicFramePr/>
          <p:nvPr/>
        </p:nvGraphicFramePr>
        <p:xfrm>
          <a:off x="940975" y="561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{2F18552B-3DC5-4B30-BE37-0C955A7AE768}</a:tableStyleId>
              </a:tblPr>
              <a:tblGrid>
                <a:gridCol w="1002600"/>
                <a:gridCol w="1002600"/>
              </a:tblGrid>
              <a:tr h="291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91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p20"/>
          <p:cNvSpPr txBox="1"/>
          <p:nvPr/>
        </p:nvSpPr>
        <p:spPr>
          <a:xfrm>
            <a:off x="456525" y="6441083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A, there are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4" name="Google Shape;264;p20"/>
          <p:cNvGraphicFramePr/>
          <p:nvPr/>
        </p:nvGraphicFramePr>
        <p:xfrm>
          <a:off x="4167100" y="555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{2F18552B-3DC5-4B30-BE37-0C955A7AE768}</a:tableStyleId>
              </a:tblPr>
              <a:tblGrid>
                <a:gridCol w="1002600"/>
                <a:gridCol w="1002600"/>
              </a:tblGrid>
              <a:tr h="24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4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5" name="Google Shape;265;p20"/>
          <p:cNvSpPr txBox="1"/>
          <p:nvPr/>
        </p:nvSpPr>
        <p:spPr>
          <a:xfrm>
            <a:off x="4140000" y="6441083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A, there are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6" name="Google Shape;266;p20"/>
          <p:cNvGrpSpPr/>
          <p:nvPr/>
        </p:nvGrpSpPr>
        <p:grpSpPr>
          <a:xfrm>
            <a:off x="4729964" y="7055059"/>
            <a:ext cx="2373195" cy="770924"/>
            <a:chOff x="1108891" y="810000"/>
            <a:chExt cx="5778415" cy="1357500"/>
          </a:xfrm>
        </p:grpSpPr>
        <p:grpSp>
          <p:nvGrpSpPr>
            <p:cNvPr id="267" name="Google Shape;267;p20"/>
            <p:cNvGrpSpPr/>
            <p:nvPr/>
          </p:nvGrpSpPr>
          <p:grpSpPr>
            <a:xfrm>
              <a:off x="1137991" y="810000"/>
              <a:ext cx="5749315" cy="1357500"/>
              <a:chOff x="441900" y="3572013"/>
              <a:chExt cx="3074500" cy="1357500"/>
            </a:xfrm>
          </p:grpSpPr>
          <p:cxnSp>
            <p:nvCxnSpPr>
              <p:cNvPr id="268" name="Google Shape;268;p20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" name="Google Shape;269;p20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70" name="Google Shape;270;p20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271" name="Google Shape;271;p20"/>
            <p:cNvCxnSpPr/>
            <p:nvPr/>
          </p:nvCxnSpPr>
          <p:spPr>
            <a:xfrm>
              <a:off x="1108891" y="1190950"/>
              <a:ext cx="2823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72" name="Google Shape;272;p20"/>
            <p:cNvGrpSpPr/>
            <p:nvPr/>
          </p:nvGrpSpPr>
          <p:grpSpPr>
            <a:xfrm>
              <a:off x="3369491" y="1045850"/>
              <a:ext cx="2823900" cy="288050"/>
              <a:chOff x="1185091" y="4170050"/>
              <a:chExt cx="2823900" cy="288050"/>
            </a:xfrm>
          </p:grpSpPr>
          <p:cxnSp>
            <p:nvCxnSpPr>
              <p:cNvPr id="273" name="Google Shape;273;p20"/>
              <p:cNvCxnSpPr/>
              <p:nvPr/>
            </p:nvCxnSpPr>
            <p:spPr>
              <a:xfrm>
                <a:off x="1185091" y="4315150"/>
                <a:ext cx="2823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" name="Google Shape;274;p20"/>
              <p:cNvCxnSpPr/>
              <p:nvPr/>
            </p:nvCxnSpPr>
            <p:spPr>
              <a:xfrm>
                <a:off x="1185200" y="417005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" name="Google Shape;275;p20"/>
              <p:cNvCxnSpPr/>
              <p:nvPr/>
            </p:nvCxnSpPr>
            <p:spPr>
              <a:xfrm>
                <a:off x="344062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76" name="Google Shape;276;p20"/>
            <p:cNvGrpSpPr/>
            <p:nvPr/>
          </p:nvGrpSpPr>
          <p:grpSpPr>
            <a:xfrm>
              <a:off x="1108891" y="1657600"/>
              <a:ext cx="2823900" cy="285900"/>
              <a:chOff x="1185091" y="4172200"/>
              <a:chExt cx="2823900" cy="285900"/>
            </a:xfrm>
          </p:grpSpPr>
          <p:cxnSp>
            <p:nvCxnSpPr>
              <p:cNvPr id="277" name="Google Shape;277;p20"/>
              <p:cNvCxnSpPr/>
              <p:nvPr/>
            </p:nvCxnSpPr>
            <p:spPr>
              <a:xfrm>
                <a:off x="1185091" y="4315150"/>
                <a:ext cx="2823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" name="Google Shape;278;p20"/>
              <p:cNvCxnSpPr/>
              <p:nvPr/>
            </p:nvCxnSpPr>
            <p:spPr>
              <a:xfrm>
                <a:off x="400450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" name="Google Shape;279;p20"/>
              <p:cNvCxnSpPr/>
              <p:nvPr/>
            </p:nvCxnSpPr>
            <p:spPr>
              <a:xfrm>
                <a:off x="174898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" name="Google Shape;280;p20"/>
              <p:cNvCxnSpPr/>
              <p:nvPr/>
            </p:nvCxnSpPr>
            <p:spPr>
              <a:xfrm>
                <a:off x="231286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" name="Google Shape;281;p20"/>
              <p:cNvCxnSpPr/>
              <p:nvPr/>
            </p:nvCxnSpPr>
            <p:spPr>
              <a:xfrm>
                <a:off x="287674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" name="Google Shape;282;p20"/>
              <p:cNvCxnSpPr/>
              <p:nvPr/>
            </p:nvCxnSpPr>
            <p:spPr>
              <a:xfrm>
                <a:off x="344062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83" name="Google Shape;283;p20"/>
            <p:cNvGrpSpPr/>
            <p:nvPr/>
          </p:nvGrpSpPr>
          <p:grpSpPr>
            <a:xfrm>
              <a:off x="3369491" y="1657600"/>
              <a:ext cx="2823900" cy="285900"/>
              <a:chOff x="1185091" y="4172200"/>
              <a:chExt cx="2823900" cy="285900"/>
            </a:xfrm>
          </p:grpSpPr>
          <p:cxnSp>
            <p:nvCxnSpPr>
              <p:cNvPr id="284" name="Google Shape;284;p20"/>
              <p:cNvCxnSpPr/>
              <p:nvPr/>
            </p:nvCxnSpPr>
            <p:spPr>
              <a:xfrm>
                <a:off x="1185091" y="4315150"/>
                <a:ext cx="2823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" name="Google Shape;285;p20"/>
              <p:cNvCxnSpPr/>
              <p:nvPr/>
            </p:nvCxnSpPr>
            <p:spPr>
              <a:xfrm>
                <a:off x="400450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" name="Google Shape;286;p20"/>
              <p:cNvCxnSpPr/>
              <p:nvPr/>
            </p:nvCxnSpPr>
            <p:spPr>
              <a:xfrm>
                <a:off x="231286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20"/>
              <p:cNvCxnSpPr/>
              <p:nvPr/>
            </p:nvCxnSpPr>
            <p:spPr>
              <a:xfrm>
                <a:off x="287674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" name="Google Shape;288;p20"/>
              <p:cNvCxnSpPr/>
              <p:nvPr/>
            </p:nvCxnSpPr>
            <p:spPr>
              <a:xfrm>
                <a:off x="3440620" y="4172200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89" name="Google Shape;289;p20"/>
          <p:cNvSpPr txBox="1"/>
          <p:nvPr/>
        </p:nvSpPr>
        <p:spPr>
          <a:xfrm>
            <a:off x="6548197" y="7692113"/>
            <a:ext cx="18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6517546" y="7015274"/>
            <a:ext cx="18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1" name="Google Shape;291;p20"/>
          <p:cNvCxnSpPr/>
          <p:nvPr/>
        </p:nvCxnSpPr>
        <p:spPr>
          <a:xfrm>
            <a:off x="5193937" y="7175778"/>
            <a:ext cx="0" cy="162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0"/>
          <p:cNvCxnSpPr/>
          <p:nvPr/>
        </p:nvCxnSpPr>
        <p:spPr>
          <a:xfrm>
            <a:off x="6118969" y="7175778"/>
            <a:ext cx="0" cy="162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20"/>
          <p:cNvSpPr txBox="1"/>
          <p:nvPr/>
        </p:nvSpPr>
        <p:spPr>
          <a:xfrm>
            <a:off x="522125" y="6935650"/>
            <a:ext cx="3914100" cy="3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Sofia and her dad walk side by side along a straight path. The number of steps are represented by the double number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line represents Sofia’s steps?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how you know.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Sofia has taken 24 steps, how many steps has dad taken?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ratio of Sofia’s steps to her dads steps.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4495650" y="7006800"/>
            <a:ext cx="31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</a:t>
            </a:r>
            <a:endParaRPr sz="1200"/>
          </a:p>
        </p:txBody>
      </p:sp>
      <p:sp>
        <p:nvSpPr>
          <p:cNvPr id="295" name="Google Shape;295;p20"/>
          <p:cNvSpPr txBox="1"/>
          <p:nvPr/>
        </p:nvSpPr>
        <p:spPr>
          <a:xfrm>
            <a:off x="4445700" y="7337775"/>
            <a:ext cx="31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/>
          </a:p>
        </p:txBody>
      </p:sp>
      <p:sp>
        <p:nvSpPr>
          <p:cNvPr id="296" name="Google Shape;296;p20"/>
          <p:cNvSpPr txBox="1"/>
          <p:nvPr/>
        </p:nvSpPr>
        <p:spPr>
          <a:xfrm>
            <a:off x="2412000" y="7960313"/>
            <a:ext cx="38280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Sofia must be the top number line as she take more steps compared to her dad.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4092000" y="8627663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Doubling the 12 steps for Sofia gives 24 steps, so doubling the 8 gives 16 steps.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4218625" y="9443500"/>
            <a:ext cx="29934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÷ 8 = 1.5. For every 1 step Sofia’s Dad makes, Sofia has to do 1.5 steps.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468000" y="1368254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double number lines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0" name="Google Shape;300;p20"/>
          <p:cNvGrpSpPr/>
          <p:nvPr/>
        </p:nvGrpSpPr>
        <p:grpSpPr>
          <a:xfrm>
            <a:off x="768681" y="1652637"/>
            <a:ext cx="2796764" cy="1211542"/>
            <a:chOff x="768681" y="1652637"/>
            <a:chExt cx="2796764" cy="1211542"/>
          </a:xfrm>
        </p:grpSpPr>
        <p:sp>
          <p:nvSpPr>
            <p:cNvPr id="301" name="Google Shape;301;p20"/>
            <p:cNvSpPr/>
            <p:nvPr/>
          </p:nvSpPr>
          <p:spPr>
            <a:xfrm>
              <a:off x="1287200" y="2081999"/>
              <a:ext cx="961891" cy="41572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02" name="Google Shape;302;p20"/>
            <p:cNvGrpSpPr/>
            <p:nvPr/>
          </p:nvGrpSpPr>
          <p:grpSpPr>
            <a:xfrm>
              <a:off x="1749356" y="1933828"/>
              <a:ext cx="23996" cy="752450"/>
              <a:chOff x="941713" y="3767150"/>
              <a:chExt cx="63300" cy="1000200"/>
            </a:xfrm>
          </p:grpSpPr>
          <p:cxnSp>
            <p:nvCxnSpPr>
              <p:cNvPr id="303" name="Google Shape;303;p20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4" name="Google Shape;304;p20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5" name="Google Shape;305;p20"/>
            <p:cNvSpPr txBox="1"/>
            <p:nvPr/>
          </p:nvSpPr>
          <p:spPr>
            <a:xfrm>
              <a:off x="2510945" y="1964258"/>
              <a:ext cx="10545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" name="Google Shape;306;p20"/>
            <p:cNvSpPr txBox="1"/>
            <p:nvPr/>
          </p:nvSpPr>
          <p:spPr>
            <a:xfrm>
              <a:off x="2522032" y="2421149"/>
              <a:ext cx="979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" name="Google Shape;307;p20"/>
            <p:cNvSpPr txBox="1"/>
            <p:nvPr/>
          </p:nvSpPr>
          <p:spPr>
            <a:xfrm>
              <a:off x="1273012" y="1652637"/>
              <a:ext cx="1503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" name="Google Shape;308;p20"/>
            <p:cNvSpPr txBox="1"/>
            <p:nvPr/>
          </p:nvSpPr>
          <p:spPr>
            <a:xfrm>
              <a:off x="1689744" y="2679378"/>
              <a:ext cx="370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1252318" y="2679378"/>
              <a:ext cx="370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1704302" y="1652637"/>
              <a:ext cx="190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2137628" y="1652637"/>
              <a:ext cx="190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2120348" y="2679378"/>
              <a:ext cx="370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3" name="Google Shape;313;p20"/>
            <p:cNvCxnSpPr/>
            <p:nvPr/>
          </p:nvCxnSpPr>
          <p:spPr>
            <a:xfrm>
              <a:off x="970107" y="1799429"/>
              <a:ext cx="0" cy="1021247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14" name="Google Shape;314;p20"/>
            <p:cNvGrpSpPr/>
            <p:nvPr/>
          </p:nvGrpSpPr>
          <p:grpSpPr>
            <a:xfrm>
              <a:off x="2182531" y="1933828"/>
              <a:ext cx="23996" cy="752450"/>
              <a:chOff x="941713" y="3767150"/>
              <a:chExt cx="63300" cy="1000200"/>
            </a:xfrm>
          </p:grpSpPr>
          <p:cxnSp>
            <p:nvCxnSpPr>
              <p:cNvPr id="315" name="Google Shape;315;p20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6" name="Google Shape;316;p20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7" name="Google Shape;317;p20"/>
            <p:cNvGrpSpPr/>
            <p:nvPr/>
          </p:nvGrpSpPr>
          <p:grpSpPr>
            <a:xfrm>
              <a:off x="1749238" y="1933828"/>
              <a:ext cx="23996" cy="752450"/>
              <a:chOff x="941713" y="3767150"/>
              <a:chExt cx="63300" cy="1000200"/>
            </a:xfrm>
          </p:grpSpPr>
          <p:cxnSp>
            <p:nvCxnSpPr>
              <p:cNvPr id="318" name="Google Shape;318;p20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9" name="Google Shape;319;p20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20" name="Google Shape;320;p20"/>
            <p:cNvCxnSpPr/>
            <p:nvPr/>
          </p:nvCxnSpPr>
          <p:spPr>
            <a:xfrm>
              <a:off x="845805" y="2520264"/>
              <a:ext cx="1629482" cy="10382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321" name="Google Shape;321;p20"/>
            <p:cNvGrpSpPr/>
            <p:nvPr/>
          </p:nvGrpSpPr>
          <p:grpSpPr>
            <a:xfrm>
              <a:off x="1315945" y="1933828"/>
              <a:ext cx="23996" cy="752450"/>
              <a:chOff x="941713" y="3767150"/>
              <a:chExt cx="63300" cy="1000200"/>
            </a:xfrm>
          </p:grpSpPr>
          <p:cxnSp>
            <p:nvCxnSpPr>
              <p:cNvPr id="322" name="Google Shape;322;p20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3" name="Google Shape;323;p20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4" name="Google Shape;324;p20"/>
            <p:cNvSpPr/>
            <p:nvPr/>
          </p:nvSpPr>
          <p:spPr>
            <a:xfrm>
              <a:off x="768681" y="1930330"/>
              <a:ext cx="183937" cy="75538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1242175" y="2153750"/>
              <a:ext cx="971400" cy="34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6" name="Google Shape;326;p20"/>
            <p:cNvCxnSpPr/>
            <p:nvPr/>
          </p:nvCxnSpPr>
          <p:spPr>
            <a:xfrm>
              <a:off x="930438" y="2130509"/>
              <a:ext cx="1580507" cy="2257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 txBox="1"/>
          <p:nvPr>
            <p:ph idx="1" type="subTitle"/>
          </p:nvPr>
        </p:nvSpPr>
        <p:spPr>
          <a:xfrm>
            <a:off x="1463400" y="360000"/>
            <a:ext cx="47826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a multiplicative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"/>
          <p:cNvSpPr txBox="1"/>
          <p:nvPr/>
        </p:nvSpPr>
        <p:spPr>
          <a:xfrm>
            <a:off x="485782" y="1410475"/>
            <a:ext cx="47679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Here is a double number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says to find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she is going to do 5 × 1.5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 says he is going to find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quarter of 30.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 you agree with Aisha or Andeep? Explain.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485782" y="3422900"/>
            <a:ext cx="40971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Both are correct.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Representing this in a ratio table.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334" name="Google Shape;334;p21"/>
          <p:cNvGraphicFramePr/>
          <p:nvPr/>
        </p:nvGraphicFramePr>
        <p:xfrm>
          <a:off x="3837475" y="306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{2F18552B-3DC5-4B30-BE37-0C955A7AE768}</a:tableStyleId>
              </a:tblPr>
              <a:tblGrid>
                <a:gridCol w="1166350"/>
                <a:gridCol w="1166350"/>
              </a:tblGrid>
              <a:tr h="33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35" name="Google Shape;335;p2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rot="5400000">
            <a:off x="6049763" y="3520939"/>
            <a:ext cx="595576" cy="47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-5400000">
            <a:off x="3354629" y="3528472"/>
            <a:ext cx="559248" cy="49639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1"/>
          <p:cNvSpPr txBox="1"/>
          <p:nvPr/>
        </p:nvSpPr>
        <p:spPr>
          <a:xfrm>
            <a:off x="3023375" y="3576584"/>
            <a:ext cx="7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1.5</a:t>
            </a:r>
            <a:endParaRPr sz="1200"/>
          </a:p>
        </p:txBody>
      </p:sp>
      <p:sp>
        <p:nvSpPr>
          <p:cNvPr id="338" name="Google Shape;338;p21"/>
          <p:cNvSpPr txBox="1"/>
          <p:nvPr/>
        </p:nvSpPr>
        <p:spPr>
          <a:xfrm>
            <a:off x="6393466" y="3560513"/>
            <a:ext cx="7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1.5</a:t>
            </a:r>
            <a:endParaRPr sz="1200"/>
          </a:p>
        </p:txBody>
      </p:sp>
      <p:grpSp>
        <p:nvGrpSpPr>
          <p:cNvPr id="339" name="Google Shape;339;p21"/>
          <p:cNvGrpSpPr/>
          <p:nvPr/>
        </p:nvGrpSpPr>
        <p:grpSpPr>
          <a:xfrm>
            <a:off x="4842359" y="3497056"/>
            <a:ext cx="393206" cy="327276"/>
            <a:chOff x="4438881" y="3084125"/>
            <a:chExt cx="771900" cy="581100"/>
          </a:xfrm>
        </p:grpSpPr>
        <p:sp>
          <p:nvSpPr>
            <p:cNvPr id="340" name="Google Shape;340;p21"/>
            <p:cNvSpPr/>
            <p:nvPr/>
          </p:nvSpPr>
          <p:spPr>
            <a:xfrm>
              <a:off x="4496175" y="3084125"/>
              <a:ext cx="405300" cy="581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times\frac{1}{4}&quot;&gt;&lt;mo&gt;×&lt;/mo&gt;&lt;mfrac&gt;&lt;mn&gt;1&lt;/mn&gt;&lt;mn&gt;4&lt;/mn&gt;&lt;/mfrac&gt;&lt;/math&gt;" id="341" name="Google Shape;341;p21" title="times 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92253" y="3112720"/>
              <a:ext cx="262225" cy="3962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42" name="Google Shape;342;p21"/>
            <p:cNvCxnSpPr/>
            <p:nvPr/>
          </p:nvCxnSpPr>
          <p:spPr>
            <a:xfrm>
              <a:off x="4438881" y="3570666"/>
              <a:ext cx="771900" cy="9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43" name="Google Shape;343;p21"/>
          <p:cNvSpPr txBox="1"/>
          <p:nvPr/>
        </p:nvSpPr>
        <p:spPr>
          <a:xfrm>
            <a:off x="468000" y="677129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Using double number lines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4" name="Google Shape;344;p21"/>
          <p:cNvGrpSpPr/>
          <p:nvPr/>
        </p:nvGrpSpPr>
        <p:grpSpPr>
          <a:xfrm>
            <a:off x="4646202" y="1410468"/>
            <a:ext cx="2604378" cy="1154513"/>
            <a:chOff x="4646202" y="1105668"/>
            <a:chExt cx="2604378" cy="1154513"/>
          </a:xfrm>
        </p:grpSpPr>
        <p:grpSp>
          <p:nvGrpSpPr>
            <p:cNvPr id="345" name="Google Shape;345;p21"/>
            <p:cNvGrpSpPr/>
            <p:nvPr/>
          </p:nvGrpSpPr>
          <p:grpSpPr>
            <a:xfrm>
              <a:off x="4763967" y="1105668"/>
              <a:ext cx="2486613" cy="1154513"/>
              <a:chOff x="232050" y="2219497"/>
              <a:chExt cx="2793633" cy="1642733"/>
            </a:xfrm>
          </p:grpSpPr>
          <p:grpSp>
            <p:nvGrpSpPr>
              <p:cNvPr id="346" name="Google Shape;346;p21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47" name="Google Shape;347;p21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8" name="Google Shape;348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9" name="Google Shape;349;p21"/>
              <p:cNvSpPr txBox="1"/>
              <p:nvPr/>
            </p:nvSpPr>
            <p:spPr>
              <a:xfrm>
                <a:off x="2445451" y="2574233"/>
                <a:ext cx="5655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0" name="Google Shape;350;p21"/>
              <p:cNvSpPr txBox="1"/>
              <p:nvPr/>
            </p:nvSpPr>
            <p:spPr>
              <a:xfrm>
                <a:off x="2460183" y="3181546"/>
                <a:ext cx="5655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1" name="Google Shape;351;p21"/>
              <p:cNvSpPr txBox="1"/>
              <p:nvPr/>
            </p:nvSpPr>
            <p:spPr>
              <a:xfrm>
                <a:off x="719641" y="2219497"/>
                <a:ext cx="3249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2" name="Google Shape;352;p21"/>
              <p:cNvSpPr txBox="1"/>
              <p:nvPr/>
            </p:nvSpPr>
            <p:spPr>
              <a:xfrm>
                <a:off x="1381521" y="3527799"/>
                <a:ext cx="4929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3" name="Google Shape;353;p21"/>
              <p:cNvSpPr txBox="1"/>
              <p:nvPr/>
            </p:nvSpPr>
            <p:spPr>
              <a:xfrm>
                <a:off x="1373201" y="2219497"/>
                <a:ext cx="3249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20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4" name="Google Shape;354;p21"/>
              <p:cNvSpPr txBox="1"/>
              <p:nvPr/>
            </p:nvSpPr>
            <p:spPr>
              <a:xfrm>
                <a:off x="1949210" y="2219497"/>
                <a:ext cx="3915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30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5" name="Google Shape;355;p21"/>
              <p:cNvSpPr txBox="1"/>
              <p:nvPr/>
            </p:nvSpPr>
            <p:spPr>
              <a:xfrm>
                <a:off x="1964090" y="3468031"/>
                <a:ext cx="492900" cy="39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1800">
                    <a:latin typeface="Times"/>
                    <a:ea typeface="Times"/>
                    <a:cs typeface="Times"/>
                    <a:sym typeface="Times"/>
                  </a:rPr>
                  <a:t>a</a:t>
                </a:r>
                <a:endParaRPr i="1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cxnSp>
            <p:nvCxnSpPr>
              <p:cNvPr id="356" name="Google Shape;356;p21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57" name="Google Shape;357;p21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58" name="Google Shape;358;p21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9" name="Google Shape;359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60" name="Google Shape;360;p21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61" name="Google Shape;361;p21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2" name="Google Shape;362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63" name="Google Shape;363;p21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364" name="Google Shape;364;p21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5" name="Google Shape;365;p21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366" name="Google Shape;366;p21"/>
              <p:cNvCxnSpPr/>
              <p:nvPr/>
            </p:nvCxnSpPr>
            <p:spPr>
              <a:xfrm>
                <a:off x="344551" y="2685383"/>
                <a:ext cx="20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67" name="Google Shape;367;p21"/>
              <p:cNvCxnSpPr/>
              <p:nvPr/>
            </p:nvCxnSpPr>
            <p:spPr>
              <a:xfrm>
                <a:off x="232050" y="331330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368" name="Google Shape;368;p21"/>
            <p:cNvSpPr/>
            <p:nvPr/>
          </p:nvSpPr>
          <p:spPr>
            <a:xfrm>
              <a:off x="4940050" y="1451550"/>
              <a:ext cx="1511400" cy="41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4646202" y="1373625"/>
              <a:ext cx="241200" cy="600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21"/>
          <p:cNvGrpSpPr/>
          <p:nvPr/>
        </p:nvGrpSpPr>
        <p:grpSpPr>
          <a:xfrm>
            <a:off x="4842359" y="3884581"/>
            <a:ext cx="393206" cy="327276"/>
            <a:chOff x="4438881" y="3084125"/>
            <a:chExt cx="771900" cy="581100"/>
          </a:xfrm>
        </p:grpSpPr>
        <p:sp>
          <p:nvSpPr>
            <p:cNvPr id="371" name="Google Shape;371;p21"/>
            <p:cNvSpPr/>
            <p:nvPr/>
          </p:nvSpPr>
          <p:spPr>
            <a:xfrm>
              <a:off x="4496175" y="3084125"/>
              <a:ext cx="405300" cy="581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times\frac{1}{4}&quot;&gt;&lt;mo&gt;×&lt;/mo&gt;&lt;mfrac&gt;&lt;mn&gt;1&lt;/mn&gt;&lt;mn&gt;4&lt;/mn&gt;&lt;/mfrac&gt;&lt;/math&gt;" id="372" name="Google Shape;372;p21" title="times 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92253" y="3112720"/>
              <a:ext cx="262225" cy="3962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73" name="Google Shape;373;p21"/>
            <p:cNvCxnSpPr/>
            <p:nvPr/>
          </p:nvCxnSpPr>
          <p:spPr>
            <a:xfrm>
              <a:off x="4438881" y="3570666"/>
              <a:ext cx="771900" cy="9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74" name="Google Shape;374;p21"/>
          <p:cNvSpPr txBox="1"/>
          <p:nvPr/>
        </p:nvSpPr>
        <p:spPr>
          <a:xfrm>
            <a:off x="485775" y="5253925"/>
            <a:ext cx="21750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5" name="Google Shape;375;p21"/>
          <p:cNvGrpSpPr/>
          <p:nvPr/>
        </p:nvGrpSpPr>
        <p:grpSpPr>
          <a:xfrm>
            <a:off x="917276" y="5887050"/>
            <a:ext cx="3638375" cy="1400225"/>
            <a:chOff x="232050" y="2312400"/>
            <a:chExt cx="3638375" cy="1400225"/>
          </a:xfrm>
        </p:grpSpPr>
        <p:grpSp>
          <p:nvGrpSpPr>
            <p:cNvPr id="376" name="Google Shape;376;p21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377" name="Google Shape;377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8" name="Google Shape;378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9" name="Google Shape;379;p21"/>
            <p:cNvSpPr txBox="1"/>
            <p:nvPr/>
          </p:nvSpPr>
          <p:spPr>
            <a:xfrm>
              <a:off x="2468525" y="2648925"/>
              <a:ext cx="1401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0" name="Google Shape;380;p21"/>
            <p:cNvSpPr txBox="1"/>
            <p:nvPr/>
          </p:nvSpPr>
          <p:spPr>
            <a:xfrm>
              <a:off x="2387036" y="3254500"/>
              <a:ext cx="130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1" name="Google Shape;381;p21"/>
            <p:cNvSpPr txBox="1"/>
            <p:nvPr/>
          </p:nvSpPr>
          <p:spPr>
            <a:xfrm>
              <a:off x="799918" y="2312400"/>
              <a:ext cx="199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3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82" name="Google Shape;382;p21"/>
            <p:cNvSpPr txBox="1"/>
            <p:nvPr/>
          </p:nvSpPr>
          <p:spPr>
            <a:xfrm>
              <a:off x="1353862" y="3508844"/>
              <a:ext cx="492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9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83" name="Google Shape;383;p21"/>
            <p:cNvSpPr txBox="1"/>
            <p:nvPr/>
          </p:nvSpPr>
          <p:spPr>
            <a:xfrm>
              <a:off x="658111" y="3508844"/>
              <a:ext cx="492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4.5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84" name="Google Shape;384;p21"/>
            <p:cNvSpPr txBox="1"/>
            <p:nvPr/>
          </p:nvSpPr>
          <p:spPr>
            <a:xfrm>
              <a:off x="1373213" y="2312400"/>
              <a:ext cx="2535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5" name="Google Shape;385;p21"/>
            <p:cNvSpPr txBox="1"/>
            <p:nvPr/>
          </p:nvSpPr>
          <p:spPr>
            <a:xfrm>
              <a:off x="1949216" y="2312400"/>
              <a:ext cx="2535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6" name="Google Shape;386;p21"/>
            <p:cNvSpPr txBox="1"/>
            <p:nvPr/>
          </p:nvSpPr>
          <p:spPr>
            <a:xfrm>
              <a:off x="1811950" y="3508850"/>
              <a:ext cx="692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13.5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87" name="Google Shape;387;p21"/>
            <p:cNvCxnSpPr/>
            <p:nvPr/>
          </p:nvCxnSpPr>
          <p:spPr>
            <a:xfrm>
              <a:off x="397280" y="2355125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88" name="Google Shape;388;p21"/>
            <p:cNvGrpSpPr/>
            <p:nvPr/>
          </p:nvGrpSpPr>
          <p:grpSpPr>
            <a:xfrm>
              <a:off x="824341" y="2533775"/>
              <a:ext cx="1301725" cy="1000200"/>
              <a:chOff x="876924" y="3767150"/>
              <a:chExt cx="2583300" cy="1000200"/>
            </a:xfrm>
          </p:grpSpPr>
          <p:cxnSp>
            <p:nvCxnSpPr>
              <p:cNvPr id="389" name="Google Shape;389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0" name="Google Shape;390;p21"/>
              <p:cNvSpPr/>
              <p:nvPr/>
            </p:nvSpPr>
            <p:spPr>
              <a:xfrm>
                <a:off x="876924" y="3976875"/>
                <a:ext cx="258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1" name="Google Shape;391;p21"/>
            <p:cNvGrpSpPr/>
            <p:nvPr/>
          </p:nvGrpSpPr>
          <p:grpSpPr>
            <a:xfrm>
              <a:off x="739053" y="2533775"/>
              <a:ext cx="1301725" cy="1000200"/>
              <a:chOff x="-1578332" y="3767150"/>
              <a:chExt cx="2583300" cy="1000200"/>
            </a:xfrm>
          </p:grpSpPr>
          <p:cxnSp>
            <p:nvCxnSpPr>
              <p:cNvPr id="392" name="Google Shape;392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3" name="Google Shape;393;p21"/>
              <p:cNvSpPr/>
              <p:nvPr/>
            </p:nvSpPr>
            <p:spPr>
              <a:xfrm>
                <a:off x="-1578332" y="3976875"/>
                <a:ext cx="258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4" name="Google Shape;394;p21"/>
            <p:cNvGrpSpPr/>
            <p:nvPr/>
          </p:nvGrpSpPr>
          <p:grpSpPr>
            <a:xfrm>
              <a:off x="1271408" y="2533775"/>
              <a:ext cx="393193" cy="1000200"/>
              <a:chOff x="621138" y="3767150"/>
              <a:chExt cx="780300" cy="1000200"/>
            </a:xfrm>
          </p:grpSpPr>
          <p:cxnSp>
            <p:nvCxnSpPr>
              <p:cNvPr id="395" name="Google Shape;395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6" name="Google Shape;396;p21"/>
              <p:cNvSpPr/>
              <p:nvPr/>
            </p:nvSpPr>
            <p:spPr>
              <a:xfrm flipH="1">
                <a:off x="621138" y="3976875"/>
                <a:ext cx="780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97" name="Google Shape;397;p21"/>
            <p:cNvCxnSpPr/>
            <p:nvPr/>
          </p:nvCxnSpPr>
          <p:spPr>
            <a:xfrm>
              <a:off x="344550" y="2739825"/>
              <a:ext cx="2100900" cy="3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8" name="Google Shape;398;p21"/>
            <p:cNvCxnSpPr/>
            <p:nvPr/>
          </p:nvCxnSpPr>
          <p:spPr>
            <a:xfrm>
              <a:off x="232050" y="3313300"/>
              <a:ext cx="2166000" cy="13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99" name="Google Shape;399;p21"/>
          <p:cNvSpPr txBox="1"/>
          <p:nvPr/>
        </p:nvSpPr>
        <p:spPr>
          <a:xfrm>
            <a:off x="485775" y="5840825"/>
            <a:ext cx="64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400" name="Google Shape;400;p21"/>
          <p:cNvSpPr txBox="1"/>
          <p:nvPr/>
        </p:nvSpPr>
        <p:spPr>
          <a:xfrm>
            <a:off x="3917397" y="5816872"/>
            <a:ext cx="64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graphicFrame>
        <p:nvGraphicFramePr>
          <p:cNvPr id="401" name="Google Shape;401;p21"/>
          <p:cNvGraphicFramePr/>
          <p:nvPr/>
        </p:nvGraphicFramePr>
        <p:xfrm>
          <a:off x="1128925" y="781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{2F18552B-3DC5-4B30-BE37-0C955A7AE768}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2" name="Google Shape;402;p21"/>
          <p:cNvSpPr txBox="1"/>
          <p:nvPr/>
        </p:nvSpPr>
        <p:spPr>
          <a:xfrm>
            <a:off x="625850" y="8967025"/>
            <a:ext cx="3790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A, there are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03" name="Google Shape;403;p21"/>
          <p:cNvGraphicFramePr/>
          <p:nvPr/>
        </p:nvGraphicFramePr>
        <p:xfrm>
          <a:off x="4500872" y="7786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{2F18552B-3DC5-4B30-BE37-0C955A7AE768}</a:tableStyleId>
              </a:tblPr>
              <a:tblGrid>
                <a:gridCol w="1087525"/>
                <a:gridCol w="1087525"/>
              </a:tblGrid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4" name="Google Shape;404;p21"/>
          <p:cNvSpPr txBox="1"/>
          <p:nvPr/>
        </p:nvSpPr>
        <p:spPr>
          <a:xfrm>
            <a:off x="4139999" y="8949849"/>
            <a:ext cx="27636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A, there are 0.3 Bs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5" name="Google Shape;405;p21"/>
          <p:cNvGrpSpPr/>
          <p:nvPr/>
        </p:nvGrpSpPr>
        <p:grpSpPr>
          <a:xfrm>
            <a:off x="4386998" y="5863097"/>
            <a:ext cx="3615300" cy="1400225"/>
            <a:chOff x="232050" y="2312400"/>
            <a:chExt cx="3615300" cy="1400225"/>
          </a:xfrm>
        </p:grpSpPr>
        <p:grpSp>
          <p:nvGrpSpPr>
            <p:cNvPr id="406" name="Google Shape;406;p21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407" name="Google Shape;407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8" name="Google Shape;408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9" name="Google Shape;409;p21"/>
            <p:cNvSpPr txBox="1"/>
            <p:nvPr/>
          </p:nvSpPr>
          <p:spPr>
            <a:xfrm>
              <a:off x="2445450" y="2574225"/>
              <a:ext cx="1401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0" name="Google Shape;410;p21"/>
            <p:cNvSpPr txBox="1"/>
            <p:nvPr/>
          </p:nvSpPr>
          <p:spPr>
            <a:xfrm>
              <a:off x="2460186" y="3181550"/>
              <a:ext cx="130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1" name="Google Shape;411;p21"/>
            <p:cNvSpPr txBox="1"/>
            <p:nvPr/>
          </p:nvSpPr>
          <p:spPr>
            <a:xfrm>
              <a:off x="723721" y="2312400"/>
              <a:ext cx="492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1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412" name="Google Shape;412;p21"/>
            <p:cNvSpPr txBox="1"/>
            <p:nvPr/>
          </p:nvSpPr>
          <p:spPr>
            <a:xfrm>
              <a:off x="1404662" y="3508844"/>
              <a:ext cx="492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413" name="Google Shape;413;p21"/>
            <p:cNvSpPr txBox="1"/>
            <p:nvPr/>
          </p:nvSpPr>
          <p:spPr>
            <a:xfrm>
              <a:off x="772411" y="3508844"/>
              <a:ext cx="492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4" name="Google Shape;414;p21"/>
            <p:cNvSpPr txBox="1"/>
            <p:nvPr/>
          </p:nvSpPr>
          <p:spPr>
            <a:xfrm>
              <a:off x="1297030" y="2312400"/>
              <a:ext cx="404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20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415" name="Google Shape;415;p21"/>
            <p:cNvSpPr txBox="1"/>
            <p:nvPr/>
          </p:nvSpPr>
          <p:spPr>
            <a:xfrm>
              <a:off x="1873022" y="2312400"/>
              <a:ext cx="492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6" name="Google Shape;416;p21"/>
            <p:cNvSpPr txBox="1"/>
            <p:nvPr/>
          </p:nvSpPr>
          <p:spPr>
            <a:xfrm>
              <a:off x="1951646" y="3508844"/>
              <a:ext cx="492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9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417" name="Google Shape;417;p21"/>
            <p:cNvCxnSpPr/>
            <p:nvPr/>
          </p:nvCxnSpPr>
          <p:spPr>
            <a:xfrm>
              <a:off x="397280" y="2355125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18" name="Google Shape;418;p21"/>
            <p:cNvGrpSpPr/>
            <p:nvPr/>
          </p:nvGrpSpPr>
          <p:grpSpPr>
            <a:xfrm>
              <a:off x="856988" y="2533775"/>
              <a:ext cx="31897" cy="1000200"/>
              <a:chOff x="941713" y="3767150"/>
              <a:chExt cx="63300" cy="1000200"/>
            </a:xfrm>
          </p:grpSpPr>
          <p:cxnSp>
            <p:nvCxnSpPr>
              <p:cNvPr id="419" name="Google Shape;419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0" name="Google Shape;420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1" name="Google Shape;421;p21"/>
            <p:cNvGrpSpPr/>
            <p:nvPr/>
          </p:nvGrpSpPr>
          <p:grpSpPr>
            <a:xfrm>
              <a:off x="2008903" y="2533775"/>
              <a:ext cx="31897" cy="1000200"/>
              <a:chOff x="941713" y="3767150"/>
              <a:chExt cx="63300" cy="1000200"/>
            </a:xfrm>
          </p:grpSpPr>
          <p:cxnSp>
            <p:nvCxnSpPr>
              <p:cNvPr id="422" name="Google Shape;422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3" name="Google Shape;423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4" name="Google Shape;424;p21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425" name="Google Shape;425;p21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6" name="Google Shape;426;p21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27" name="Google Shape;427;p21"/>
            <p:cNvCxnSpPr/>
            <p:nvPr/>
          </p:nvCxnSpPr>
          <p:spPr>
            <a:xfrm>
              <a:off x="344550" y="2739825"/>
              <a:ext cx="2100900" cy="3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28" name="Google Shape;428;p21"/>
            <p:cNvCxnSpPr/>
            <p:nvPr/>
          </p:nvCxnSpPr>
          <p:spPr>
            <a:xfrm>
              <a:off x="232050" y="3313300"/>
              <a:ext cx="2166000" cy="13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429" name="Google Shape;429;p21"/>
          <p:cNvCxnSpPr/>
          <p:nvPr/>
        </p:nvCxnSpPr>
        <p:spPr>
          <a:xfrm>
            <a:off x="474757" y="994250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21"/>
          <p:cNvSpPr txBox="1"/>
          <p:nvPr>
            <p:ph idx="12" type="sldNum"/>
          </p:nvPr>
        </p:nvSpPr>
        <p:spPr>
          <a:xfrm>
            <a:off x="6352325" y="98958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2"/>
          <p:cNvSpPr txBox="1"/>
          <p:nvPr>
            <p:ph idx="1" type="subTitle"/>
          </p:nvPr>
        </p:nvSpPr>
        <p:spPr>
          <a:xfrm>
            <a:off x="1463400" y="360000"/>
            <a:ext cx="47826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a multiplicative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2"/>
          <p:cNvSpPr txBox="1"/>
          <p:nvPr/>
        </p:nvSpPr>
        <p:spPr>
          <a:xfrm>
            <a:off x="468000" y="677129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Graphical representations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590070" y="1109375"/>
            <a:ext cx="47118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ratio tables using the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corresponding graphs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38" name="Google Shape;438;p22"/>
          <p:cNvGrpSpPr/>
          <p:nvPr/>
        </p:nvGrpSpPr>
        <p:grpSpPr>
          <a:xfrm>
            <a:off x="4938481" y="1304511"/>
            <a:ext cx="2055783" cy="2475705"/>
            <a:chOff x="6013789" y="1045020"/>
            <a:chExt cx="2672625" cy="3218545"/>
          </a:xfrm>
        </p:grpSpPr>
        <p:pic>
          <p:nvPicPr>
            <p:cNvPr id="439" name="Google Shape;439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12725" y="1329260"/>
              <a:ext cx="2382550" cy="276757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0" name="Google Shape;440;p22"/>
            <p:cNvGrpSpPr/>
            <p:nvPr/>
          </p:nvGrpSpPr>
          <p:grpSpPr>
            <a:xfrm>
              <a:off x="6013789" y="1045020"/>
              <a:ext cx="364500" cy="480300"/>
              <a:chOff x="3118189" y="1102170"/>
              <a:chExt cx="364500" cy="480300"/>
            </a:xfrm>
          </p:grpSpPr>
          <p:cxnSp>
            <p:nvCxnSpPr>
              <p:cNvPr id="441" name="Google Shape;441;p22"/>
              <p:cNvCxnSpPr/>
              <p:nvPr/>
            </p:nvCxnSpPr>
            <p:spPr>
              <a:xfrm rot="10800000">
                <a:off x="3453394" y="1222875"/>
                <a:ext cx="0" cy="248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42" name="Google Shape;442;p22"/>
              <p:cNvSpPr txBox="1"/>
              <p:nvPr/>
            </p:nvSpPr>
            <p:spPr>
              <a:xfrm>
                <a:off x="3118189" y="1102170"/>
                <a:ext cx="364500" cy="48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/>
              </a:p>
            </p:txBody>
          </p:sp>
        </p:grpSp>
        <p:grpSp>
          <p:nvGrpSpPr>
            <p:cNvPr id="443" name="Google Shape;443;p22"/>
            <p:cNvGrpSpPr/>
            <p:nvPr/>
          </p:nvGrpSpPr>
          <p:grpSpPr>
            <a:xfrm>
              <a:off x="8321914" y="3783265"/>
              <a:ext cx="364500" cy="480300"/>
              <a:chOff x="5621194" y="3427225"/>
              <a:chExt cx="364500" cy="480300"/>
            </a:xfrm>
          </p:grpSpPr>
          <p:cxnSp>
            <p:nvCxnSpPr>
              <p:cNvPr id="444" name="Google Shape;444;p22"/>
              <p:cNvCxnSpPr/>
              <p:nvPr/>
            </p:nvCxnSpPr>
            <p:spPr>
              <a:xfrm>
                <a:off x="5707294" y="3531850"/>
                <a:ext cx="192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45" name="Google Shape;445;p22"/>
              <p:cNvSpPr txBox="1"/>
              <p:nvPr/>
            </p:nvSpPr>
            <p:spPr>
              <a:xfrm>
                <a:off x="5621194" y="3427225"/>
                <a:ext cx="364500" cy="48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/>
              </a:p>
            </p:txBody>
          </p:sp>
        </p:grpSp>
      </p:grpSp>
      <p:graphicFrame>
        <p:nvGraphicFramePr>
          <p:cNvPr id="446" name="Google Shape;446;p22"/>
          <p:cNvGraphicFramePr/>
          <p:nvPr/>
        </p:nvGraphicFramePr>
        <p:xfrm>
          <a:off x="737463" y="404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{2F18552B-3DC5-4B30-BE37-0C955A7AE768}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7" name="Google Shape;447;p22"/>
          <p:cNvGraphicFramePr/>
          <p:nvPr/>
        </p:nvGraphicFramePr>
        <p:xfrm>
          <a:off x="2974475" y="404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{2F18552B-3DC5-4B30-BE37-0C955A7AE768}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8" name="Google Shape;448;p22"/>
          <p:cNvGraphicFramePr/>
          <p:nvPr/>
        </p:nvGraphicFramePr>
        <p:xfrm>
          <a:off x="5238763" y="40418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{2F18552B-3DC5-4B30-BE37-0C955A7AE768}</a:tableStyleId>
              </a:tblPr>
              <a:tblGrid>
                <a:gridCol w="775575"/>
                <a:gridCol w="775575"/>
              </a:tblGrid>
              <a:tr h="19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49" name="Google Shape;449;p22"/>
          <p:cNvGrpSpPr/>
          <p:nvPr/>
        </p:nvGrpSpPr>
        <p:grpSpPr>
          <a:xfrm>
            <a:off x="468011" y="1603831"/>
            <a:ext cx="2205685" cy="2173923"/>
            <a:chOff x="201945" y="1013145"/>
            <a:chExt cx="2867505" cy="2826213"/>
          </a:xfrm>
        </p:grpSpPr>
        <p:grpSp>
          <p:nvGrpSpPr>
            <p:cNvPr id="450" name="Google Shape;450;p22"/>
            <p:cNvGrpSpPr/>
            <p:nvPr/>
          </p:nvGrpSpPr>
          <p:grpSpPr>
            <a:xfrm>
              <a:off x="201945" y="1013145"/>
              <a:ext cx="2867505" cy="2826213"/>
              <a:chOff x="201945" y="1165545"/>
              <a:chExt cx="2867505" cy="2826213"/>
            </a:xfrm>
          </p:grpSpPr>
          <p:pic>
            <p:nvPicPr>
              <p:cNvPr id="451" name="Google Shape;451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24000" y="1381800"/>
                <a:ext cx="2601162" cy="241739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452" name="Google Shape;452;p22"/>
              <p:cNvCxnSpPr/>
              <p:nvPr/>
            </p:nvCxnSpPr>
            <p:spPr>
              <a:xfrm rot="10800000">
                <a:off x="537150" y="1286250"/>
                <a:ext cx="0" cy="248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453" name="Google Shape;453;p22"/>
              <p:cNvGrpSpPr/>
              <p:nvPr/>
            </p:nvGrpSpPr>
            <p:grpSpPr>
              <a:xfrm>
                <a:off x="2704950" y="3511458"/>
                <a:ext cx="364500" cy="480300"/>
                <a:chOff x="2704950" y="3511458"/>
                <a:chExt cx="364500" cy="480300"/>
              </a:xfrm>
            </p:grpSpPr>
            <p:cxnSp>
              <p:nvCxnSpPr>
                <p:cNvPr id="454" name="Google Shape;454;p22"/>
                <p:cNvCxnSpPr/>
                <p:nvPr/>
              </p:nvCxnSpPr>
              <p:spPr>
                <a:xfrm>
                  <a:off x="2791050" y="3616083"/>
                  <a:ext cx="1923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455" name="Google Shape;455;p22"/>
                <p:cNvSpPr txBox="1"/>
                <p:nvPr/>
              </p:nvSpPr>
              <p:spPr>
                <a:xfrm>
                  <a:off x="2704950" y="3511458"/>
                  <a:ext cx="364500" cy="48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2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A</a:t>
                  </a:r>
                  <a:endParaRPr sz="1200"/>
                </a:p>
              </p:txBody>
            </p:sp>
          </p:grpSp>
          <p:sp>
            <p:nvSpPr>
              <p:cNvPr id="456" name="Google Shape;456;p22"/>
              <p:cNvSpPr txBox="1"/>
              <p:nvPr/>
            </p:nvSpPr>
            <p:spPr>
              <a:xfrm>
                <a:off x="201945" y="1165545"/>
                <a:ext cx="364500" cy="48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/>
              </a:p>
            </p:txBody>
          </p:sp>
        </p:grpSp>
        <p:cxnSp>
          <p:nvCxnSpPr>
            <p:cNvPr id="457" name="Google Shape;457;p22"/>
            <p:cNvCxnSpPr/>
            <p:nvPr/>
          </p:nvCxnSpPr>
          <p:spPr>
            <a:xfrm flipH="1" rot="10800000">
              <a:off x="520150" y="1335125"/>
              <a:ext cx="2133600" cy="2143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58" name="Google Shape;458;p22"/>
          <p:cNvGrpSpPr/>
          <p:nvPr/>
        </p:nvGrpSpPr>
        <p:grpSpPr>
          <a:xfrm>
            <a:off x="2711185" y="1376087"/>
            <a:ext cx="2077763" cy="2424419"/>
            <a:chOff x="3118189" y="873570"/>
            <a:chExt cx="2701200" cy="3151870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3118189" y="873570"/>
              <a:ext cx="2701200" cy="3151870"/>
              <a:chOff x="3118189" y="1102170"/>
              <a:chExt cx="2701200" cy="3151870"/>
            </a:xfrm>
          </p:grpSpPr>
          <p:pic>
            <p:nvPicPr>
              <p:cNvPr id="460" name="Google Shape;460;p2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251575" y="1355800"/>
                <a:ext cx="2382550" cy="26884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61" name="Google Shape;461;p22"/>
              <p:cNvGrpSpPr/>
              <p:nvPr/>
            </p:nvGrpSpPr>
            <p:grpSpPr>
              <a:xfrm>
                <a:off x="5454889" y="3773740"/>
                <a:ext cx="364500" cy="480300"/>
                <a:chOff x="5621194" y="3427225"/>
                <a:chExt cx="364500" cy="480300"/>
              </a:xfrm>
            </p:grpSpPr>
            <p:cxnSp>
              <p:nvCxnSpPr>
                <p:cNvPr id="462" name="Google Shape;462;p22"/>
                <p:cNvCxnSpPr/>
                <p:nvPr/>
              </p:nvCxnSpPr>
              <p:spPr>
                <a:xfrm>
                  <a:off x="5707294" y="3531850"/>
                  <a:ext cx="1923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463" name="Google Shape;463;p22"/>
                <p:cNvSpPr txBox="1"/>
                <p:nvPr/>
              </p:nvSpPr>
              <p:spPr>
                <a:xfrm>
                  <a:off x="5621194" y="3427225"/>
                  <a:ext cx="364500" cy="48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2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A</a:t>
                  </a:r>
                  <a:endParaRPr sz="1200"/>
                </a:p>
              </p:txBody>
            </p:sp>
          </p:grpSp>
          <p:grpSp>
            <p:nvGrpSpPr>
              <p:cNvPr id="464" name="Google Shape;464;p22"/>
              <p:cNvGrpSpPr/>
              <p:nvPr/>
            </p:nvGrpSpPr>
            <p:grpSpPr>
              <a:xfrm>
                <a:off x="3118189" y="1102170"/>
                <a:ext cx="364500" cy="480300"/>
                <a:chOff x="3118189" y="1102170"/>
                <a:chExt cx="364500" cy="480300"/>
              </a:xfrm>
            </p:grpSpPr>
            <p:cxnSp>
              <p:nvCxnSpPr>
                <p:cNvPr id="465" name="Google Shape;465;p22"/>
                <p:cNvCxnSpPr/>
                <p:nvPr/>
              </p:nvCxnSpPr>
              <p:spPr>
                <a:xfrm rot="10800000">
                  <a:off x="3453394" y="1222875"/>
                  <a:ext cx="0" cy="248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466" name="Google Shape;466;p22"/>
                <p:cNvSpPr txBox="1"/>
                <p:nvPr/>
              </p:nvSpPr>
              <p:spPr>
                <a:xfrm>
                  <a:off x="3118189" y="1102170"/>
                  <a:ext cx="364500" cy="48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2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B</a:t>
                  </a:r>
                  <a:endParaRPr sz="1200"/>
                </a:p>
              </p:txBody>
            </p:sp>
          </p:grpSp>
        </p:grpSp>
        <p:cxnSp>
          <p:nvCxnSpPr>
            <p:cNvPr id="467" name="Google Shape;467;p22"/>
            <p:cNvCxnSpPr/>
            <p:nvPr/>
          </p:nvCxnSpPr>
          <p:spPr>
            <a:xfrm flipH="1" rot="10800000">
              <a:off x="3474825" y="1201950"/>
              <a:ext cx="1203300" cy="2441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68" name="Google Shape;468;p22"/>
          <p:cNvCxnSpPr/>
          <p:nvPr/>
        </p:nvCxnSpPr>
        <p:spPr>
          <a:xfrm flipH="1" rot="10800000">
            <a:off x="5188966" y="1603091"/>
            <a:ext cx="760800" cy="190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22"/>
          <p:cNvSpPr txBox="1"/>
          <p:nvPr/>
        </p:nvSpPr>
        <p:spPr>
          <a:xfrm>
            <a:off x="602625" y="5741600"/>
            <a:ext cx="6071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missing information on the double number line of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0" name="Google Shape;470;p22"/>
          <p:cNvGrpSpPr/>
          <p:nvPr/>
        </p:nvGrpSpPr>
        <p:grpSpPr>
          <a:xfrm>
            <a:off x="528746" y="8181850"/>
            <a:ext cx="2397621" cy="1009241"/>
            <a:chOff x="1068645" y="1397986"/>
            <a:chExt cx="3717818" cy="1621271"/>
          </a:xfrm>
        </p:grpSpPr>
        <p:grpSp>
          <p:nvGrpSpPr>
            <p:cNvPr id="471" name="Google Shape;471;p22"/>
            <p:cNvGrpSpPr/>
            <p:nvPr/>
          </p:nvGrpSpPr>
          <p:grpSpPr>
            <a:xfrm>
              <a:off x="1283663" y="1397986"/>
              <a:ext cx="3502800" cy="1610159"/>
              <a:chOff x="344550" y="2159986"/>
              <a:chExt cx="3502800" cy="1610159"/>
            </a:xfrm>
          </p:grpSpPr>
          <p:grpSp>
            <p:nvGrpSpPr>
              <p:cNvPr id="472" name="Google Shape;472;p22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473" name="Google Shape;473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4" name="Google Shape;474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75" name="Google Shape;475;p22"/>
              <p:cNvSpPr txBox="1"/>
              <p:nvPr/>
            </p:nvSpPr>
            <p:spPr>
              <a:xfrm>
                <a:off x="2445450" y="2574225"/>
                <a:ext cx="1401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6" name="Google Shape;476;p22"/>
              <p:cNvSpPr txBox="1"/>
              <p:nvPr/>
            </p:nvSpPr>
            <p:spPr>
              <a:xfrm>
                <a:off x="2460186" y="3181550"/>
                <a:ext cx="13017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7" name="Google Shape;477;p22"/>
              <p:cNvSpPr txBox="1"/>
              <p:nvPr/>
            </p:nvSpPr>
            <p:spPr>
              <a:xfrm>
                <a:off x="774976" y="2160000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3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478" name="Google Shape;478;p22"/>
              <p:cNvSpPr txBox="1"/>
              <p:nvPr/>
            </p:nvSpPr>
            <p:spPr>
              <a:xfrm>
                <a:off x="1356140" y="3473445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2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479" name="Google Shape;479;p22"/>
              <p:cNvSpPr txBox="1"/>
              <p:nvPr/>
            </p:nvSpPr>
            <p:spPr>
              <a:xfrm>
                <a:off x="773777" y="3473445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0" name="Google Shape;480;p22"/>
              <p:cNvSpPr txBox="1"/>
              <p:nvPr/>
            </p:nvSpPr>
            <p:spPr>
              <a:xfrm>
                <a:off x="1348295" y="2159986"/>
                <a:ext cx="4722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6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481" name="Google Shape;481;p22"/>
              <p:cNvSpPr txBox="1"/>
              <p:nvPr/>
            </p:nvSpPr>
            <p:spPr>
              <a:xfrm>
                <a:off x="1924278" y="2160000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9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482" name="Google Shape;482;p22"/>
              <p:cNvSpPr txBox="1"/>
              <p:nvPr/>
            </p:nvSpPr>
            <p:spPr>
              <a:xfrm>
                <a:off x="1903124" y="3473445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3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cxnSp>
            <p:nvCxnSpPr>
              <p:cNvPr id="483" name="Google Shape;483;p22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484" name="Google Shape;484;p22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485" name="Google Shape;485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6" name="Google Shape;486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87" name="Google Shape;487;p22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488" name="Google Shape;488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9" name="Google Shape;489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90" name="Google Shape;490;p22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491" name="Google Shape;491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2" name="Google Shape;492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493" name="Google Shape;493;p22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94" name="Google Shape;494;p22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495" name="Google Shape;495;p22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96" name="Google Shape;496;p22"/>
          <p:cNvSpPr/>
          <p:nvPr/>
        </p:nvSpPr>
        <p:spPr>
          <a:xfrm>
            <a:off x="721819" y="8578676"/>
            <a:ext cx="1061700" cy="30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97" name="Google Shape;497;p22"/>
          <p:cNvGrpSpPr/>
          <p:nvPr/>
        </p:nvGrpSpPr>
        <p:grpSpPr>
          <a:xfrm>
            <a:off x="2973829" y="8181850"/>
            <a:ext cx="2397621" cy="1009241"/>
            <a:chOff x="1068645" y="1397986"/>
            <a:chExt cx="3717818" cy="1621271"/>
          </a:xfrm>
        </p:grpSpPr>
        <p:grpSp>
          <p:nvGrpSpPr>
            <p:cNvPr id="498" name="Google Shape;498;p22"/>
            <p:cNvGrpSpPr/>
            <p:nvPr/>
          </p:nvGrpSpPr>
          <p:grpSpPr>
            <a:xfrm>
              <a:off x="1283663" y="1397986"/>
              <a:ext cx="3502800" cy="1619717"/>
              <a:chOff x="344550" y="2159986"/>
              <a:chExt cx="3502800" cy="1619717"/>
            </a:xfrm>
          </p:grpSpPr>
          <p:grpSp>
            <p:nvGrpSpPr>
              <p:cNvPr id="499" name="Google Shape;499;p22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00" name="Google Shape;500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01" name="Google Shape;501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02" name="Google Shape;502;p22"/>
              <p:cNvSpPr txBox="1"/>
              <p:nvPr/>
            </p:nvSpPr>
            <p:spPr>
              <a:xfrm>
                <a:off x="2445450" y="2574225"/>
                <a:ext cx="1401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3" name="Google Shape;503;p22"/>
              <p:cNvSpPr txBox="1"/>
              <p:nvPr/>
            </p:nvSpPr>
            <p:spPr>
              <a:xfrm>
                <a:off x="2460186" y="3181550"/>
                <a:ext cx="13017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4" name="Google Shape;504;p22"/>
              <p:cNvSpPr txBox="1"/>
              <p:nvPr/>
            </p:nvSpPr>
            <p:spPr>
              <a:xfrm>
                <a:off x="773610" y="2160000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3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505" name="Google Shape;505;p22"/>
              <p:cNvSpPr txBox="1"/>
              <p:nvPr/>
            </p:nvSpPr>
            <p:spPr>
              <a:xfrm>
                <a:off x="1354773" y="3483003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6" name="Google Shape;506;p22"/>
              <p:cNvSpPr txBox="1"/>
              <p:nvPr/>
            </p:nvSpPr>
            <p:spPr>
              <a:xfrm>
                <a:off x="772411" y="3483003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2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507" name="Google Shape;507;p22"/>
              <p:cNvSpPr txBox="1"/>
              <p:nvPr/>
            </p:nvSpPr>
            <p:spPr>
              <a:xfrm>
                <a:off x="1346928" y="2159986"/>
                <a:ext cx="4722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6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508" name="Google Shape;508;p22"/>
              <p:cNvSpPr txBox="1"/>
              <p:nvPr/>
            </p:nvSpPr>
            <p:spPr>
              <a:xfrm>
                <a:off x="1922911" y="2160000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9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509" name="Google Shape;509;p22"/>
              <p:cNvSpPr txBox="1"/>
              <p:nvPr/>
            </p:nvSpPr>
            <p:spPr>
              <a:xfrm>
                <a:off x="1951646" y="3483003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510" name="Google Shape;510;p22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11" name="Google Shape;511;p22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12" name="Google Shape;512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13" name="Google Shape;513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14" name="Google Shape;514;p22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15" name="Google Shape;515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16" name="Google Shape;516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17" name="Google Shape;517;p22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18" name="Google Shape;518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19" name="Google Shape;519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520" name="Google Shape;520;p22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21" name="Google Shape;521;p22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522" name="Google Shape;522;p22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23" name="Google Shape;523;p22"/>
          <p:cNvSpPr/>
          <p:nvPr/>
        </p:nvSpPr>
        <p:spPr>
          <a:xfrm>
            <a:off x="3166902" y="8578676"/>
            <a:ext cx="1061700" cy="30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24" name="Google Shape;524;p22"/>
          <p:cNvGrpSpPr/>
          <p:nvPr/>
        </p:nvGrpSpPr>
        <p:grpSpPr>
          <a:xfrm>
            <a:off x="5275755" y="8181141"/>
            <a:ext cx="2397621" cy="1024360"/>
            <a:chOff x="1068645" y="1397986"/>
            <a:chExt cx="3717818" cy="1645558"/>
          </a:xfrm>
        </p:grpSpPr>
        <p:grpSp>
          <p:nvGrpSpPr>
            <p:cNvPr id="525" name="Google Shape;525;p22"/>
            <p:cNvGrpSpPr/>
            <p:nvPr/>
          </p:nvGrpSpPr>
          <p:grpSpPr>
            <a:xfrm>
              <a:off x="1283663" y="1397986"/>
              <a:ext cx="3502800" cy="1645558"/>
              <a:chOff x="344550" y="2159986"/>
              <a:chExt cx="3502800" cy="1645558"/>
            </a:xfrm>
          </p:grpSpPr>
          <p:grpSp>
            <p:nvGrpSpPr>
              <p:cNvPr id="526" name="Google Shape;526;p22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27" name="Google Shape;527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28" name="Google Shape;528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29" name="Google Shape;529;p22"/>
              <p:cNvSpPr txBox="1"/>
              <p:nvPr/>
            </p:nvSpPr>
            <p:spPr>
              <a:xfrm>
                <a:off x="2445450" y="2574225"/>
                <a:ext cx="1401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0" name="Google Shape;530;p22"/>
              <p:cNvSpPr txBox="1"/>
              <p:nvPr/>
            </p:nvSpPr>
            <p:spPr>
              <a:xfrm>
                <a:off x="2460186" y="3181550"/>
                <a:ext cx="13017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1" name="Google Shape;531;p22"/>
              <p:cNvSpPr txBox="1"/>
              <p:nvPr/>
            </p:nvSpPr>
            <p:spPr>
              <a:xfrm>
                <a:off x="691523" y="2160000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10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532" name="Google Shape;532;p22"/>
              <p:cNvSpPr txBox="1"/>
              <p:nvPr/>
            </p:nvSpPr>
            <p:spPr>
              <a:xfrm>
                <a:off x="1367245" y="3508844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8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533" name="Google Shape;533;p22"/>
              <p:cNvSpPr txBox="1"/>
              <p:nvPr/>
            </p:nvSpPr>
            <p:spPr>
              <a:xfrm>
                <a:off x="772411" y="3508844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Kalam"/>
                    <a:ea typeface="Kalam"/>
                    <a:cs typeface="Kalam"/>
                    <a:sym typeface="Kalam"/>
                  </a:rPr>
                  <a:t>4</a:t>
                </a:r>
                <a:endParaRPr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534" name="Google Shape;534;p22"/>
              <p:cNvSpPr txBox="1"/>
              <p:nvPr/>
            </p:nvSpPr>
            <p:spPr>
              <a:xfrm>
                <a:off x="1297039" y="2159986"/>
                <a:ext cx="4722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20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5" name="Google Shape;535;p22"/>
              <p:cNvSpPr txBox="1"/>
              <p:nvPr/>
            </p:nvSpPr>
            <p:spPr>
              <a:xfrm>
                <a:off x="1873022" y="2160000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30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6" name="Google Shape;536;p22"/>
              <p:cNvSpPr txBox="1"/>
              <p:nvPr/>
            </p:nvSpPr>
            <p:spPr>
              <a:xfrm>
                <a:off x="1914230" y="3508844"/>
                <a:ext cx="492900" cy="29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12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537" name="Google Shape;537;p22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38" name="Google Shape;538;p22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39" name="Google Shape;539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40" name="Google Shape;540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41" name="Google Shape;541;p22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42" name="Google Shape;542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43" name="Google Shape;543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44" name="Google Shape;544;p22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45" name="Google Shape;545;p22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46" name="Google Shape;546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547" name="Google Shape;547;p22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48" name="Google Shape;548;p22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549" name="Google Shape;549;p22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50" name="Google Shape;550;p22"/>
          <p:cNvSpPr/>
          <p:nvPr/>
        </p:nvSpPr>
        <p:spPr>
          <a:xfrm>
            <a:off x="5468828" y="8577966"/>
            <a:ext cx="1061700" cy="30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1" name="Google Shape;55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512" y="6232011"/>
            <a:ext cx="1627075" cy="1635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6898" y="6232011"/>
            <a:ext cx="1627075" cy="1635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8484" y="6167398"/>
            <a:ext cx="1627075" cy="1682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4" name="Google Shape;554;p22"/>
          <p:cNvGrpSpPr/>
          <p:nvPr/>
        </p:nvGrpSpPr>
        <p:grpSpPr>
          <a:xfrm>
            <a:off x="467995" y="6125641"/>
            <a:ext cx="319764" cy="369277"/>
            <a:chOff x="189370" y="1158295"/>
            <a:chExt cx="397717" cy="459300"/>
          </a:xfrm>
        </p:grpSpPr>
        <p:sp>
          <p:nvSpPr>
            <p:cNvPr id="555" name="Google Shape;555;p22"/>
            <p:cNvSpPr txBox="1"/>
            <p:nvPr/>
          </p:nvSpPr>
          <p:spPr>
            <a:xfrm>
              <a:off x="189370" y="1158295"/>
              <a:ext cx="3645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/>
            </a:p>
          </p:txBody>
        </p:sp>
        <p:cxnSp>
          <p:nvCxnSpPr>
            <p:cNvPr id="556" name="Google Shape;556;p22"/>
            <p:cNvCxnSpPr/>
            <p:nvPr/>
          </p:nvCxnSpPr>
          <p:spPr>
            <a:xfrm rot="10800000">
              <a:off x="587087" y="1198669"/>
              <a:ext cx="0" cy="207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57" name="Google Shape;557;p22"/>
          <p:cNvGrpSpPr/>
          <p:nvPr/>
        </p:nvGrpSpPr>
        <p:grpSpPr>
          <a:xfrm>
            <a:off x="2198726" y="7690306"/>
            <a:ext cx="293058" cy="369277"/>
            <a:chOff x="2342020" y="3104395"/>
            <a:chExt cx="364500" cy="459300"/>
          </a:xfrm>
        </p:grpSpPr>
        <p:sp>
          <p:nvSpPr>
            <p:cNvPr id="558" name="Google Shape;558;p22"/>
            <p:cNvSpPr txBox="1"/>
            <p:nvPr/>
          </p:nvSpPr>
          <p:spPr>
            <a:xfrm>
              <a:off x="2342020" y="3104395"/>
              <a:ext cx="3645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/>
            </a:p>
          </p:txBody>
        </p:sp>
        <p:cxnSp>
          <p:nvCxnSpPr>
            <p:cNvPr id="559" name="Google Shape;559;p22"/>
            <p:cNvCxnSpPr/>
            <p:nvPr/>
          </p:nvCxnSpPr>
          <p:spPr>
            <a:xfrm>
              <a:off x="2342020" y="3168970"/>
              <a:ext cx="1482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60" name="Google Shape;560;p22"/>
          <p:cNvGrpSpPr/>
          <p:nvPr/>
        </p:nvGrpSpPr>
        <p:grpSpPr>
          <a:xfrm>
            <a:off x="4618524" y="7689127"/>
            <a:ext cx="293058" cy="369277"/>
            <a:chOff x="2342020" y="3104395"/>
            <a:chExt cx="364500" cy="459300"/>
          </a:xfrm>
        </p:grpSpPr>
        <p:sp>
          <p:nvSpPr>
            <p:cNvPr id="561" name="Google Shape;561;p22"/>
            <p:cNvSpPr txBox="1"/>
            <p:nvPr/>
          </p:nvSpPr>
          <p:spPr>
            <a:xfrm>
              <a:off x="2342020" y="3104395"/>
              <a:ext cx="3645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/>
            </a:p>
          </p:txBody>
        </p:sp>
        <p:cxnSp>
          <p:nvCxnSpPr>
            <p:cNvPr id="562" name="Google Shape;562;p22"/>
            <p:cNvCxnSpPr/>
            <p:nvPr/>
          </p:nvCxnSpPr>
          <p:spPr>
            <a:xfrm>
              <a:off x="2342020" y="3168970"/>
              <a:ext cx="1482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63" name="Google Shape;563;p22"/>
          <p:cNvGrpSpPr/>
          <p:nvPr/>
        </p:nvGrpSpPr>
        <p:grpSpPr>
          <a:xfrm>
            <a:off x="6768782" y="7636766"/>
            <a:ext cx="293058" cy="369277"/>
            <a:chOff x="2342020" y="3104395"/>
            <a:chExt cx="364500" cy="459300"/>
          </a:xfrm>
        </p:grpSpPr>
        <p:sp>
          <p:nvSpPr>
            <p:cNvPr id="564" name="Google Shape;564;p22"/>
            <p:cNvSpPr txBox="1"/>
            <p:nvPr/>
          </p:nvSpPr>
          <p:spPr>
            <a:xfrm>
              <a:off x="2342020" y="3104395"/>
              <a:ext cx="3645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/>
            </a:p>
          </p:txBody>
        </p:sp>
        <p:cxnSp>
          <p:nvCxnSpPr>
            <p:cNvPr id="565" name="Google Shape;565;p22"/>
            <p:cNvCxnSpPr/>
            <p:nvPr/>
          </p:nvCxnSpPr>
          <p:spPr>
            <a:xfrm>
              <a:off x="2342020" y="3168970"/>
              <a:ext cx="1482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66" name="Google Shape;566;p22"/>
          <p:cNvGrpSpPr/>
          <p:nvPr/>
        </p:nvGrpSpPr>
        <p:grpSpPr>
          <a:xfrm>
            <a:off x="2857382" y="6125641"/>
            <a:ext cx="319764" cy="369277"/>
            <a:chOff x="189370" y="1158295"/>
            <a:chExt cx="397717" cy="459300"/>
          </a:xfrm>
        </p:grpSpPr>
        <p:sp>
          <p:nvSpPr>
            <p:cNvPr id="567" name="Google Shape;567;p22"/>
            <p:cNvSpPr txBox="1"/>
            <p:nvPr/>
          </p:nvSpPr>
          <p:spPr>
            <a:xfrm>
              <a:off x="189370" y="1158295"/>
              <a:ext cx="3645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/>
            </a:p>
          </p:txBody>
        </p:sp>
        <p:cxnSp>
          <p:nvCxnSpPr>
            <p:cNvPr id="568" name="Google Shape;568;p22"/>
            <p:cNvCxnSpPr/>
            <p:nvPr/>
          </p:nvCxnSpPr>
          <p:spPr>
            <a:xfrm rot="10800000">
              <a:off x="587087" y="1198669"/>
              <a:ext cx="0" cy="207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69" name="Google Shape;569;p22"/>
          <p:cNvGrpSpPr/>
          <p:nvPr/>
        </p:nvGrpSpPr>
        <p:grpSpPr>
          <a:xfrm>
            <a:off x="5085329" y="6064375"/>
            <a:ext cx="319764" cy="369277"/>
            <a:chOff x="189370" y="1158295"/>
            <a:chExt cx="397717" cy="459300"/>
          </a:xfrm>
        </p:grpSpPr>
        <p:sp>
          <p:nvSpPr>
            <p:cNvPr id="570" name="Google Shape;570;p22"/>
            <p:cNvSpPr txBox="1"/>
            <p:nvPr/>
          </p:nvSpPr>
          <p:spPr>
            <a:xfrm>
              <a:off x="189370" y="1158295"/>
              <a:ext cx="3645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/>
            </a:p>
          </p:txBody>
        </p:sp>
        <p:cxnSp>
          <p:nvCxnSpPr>
            <p:cNvPr id="571" name="Google Shape;571;p22"/>
            <p:cNvCxnSpPr/>
            <p:nvPr/>
          </p:nvCxnSpPr>
          <p:spPr>
            <a:xfrm rot="10800000">
              <a:off x="587087" y="1198669"/>
              <a:ext cx="0" cy="207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572" name="Google Shape;572;p22"/>
          <p:cNvCxnSpPr/>
          <p:nvPr/>
        </p:nvCxnSpPr>
        <p:spPr>
          <a:xfrm flipH="1" rot="10800000">
            <a:off x="3175600" y="7027965"/>
            <a:ext cx="1433100" cy="712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22"/>
          <p:cNvCxnSpPr/>
          <p:nvPr/>
        </p:nvCxnSpPr>
        <p:spPr>
          <a:xfrm flipH="1" rot="10800000">
            <a:off x="776385" y="6298311"/>
            <a:ext cx="1455300" cy="1455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22"/>
          <p:cNvCxnSpPr/>
          <p:nvPr/>
        </p:nvCxnSpPr>
        <p:spPr>
          <a:xfrm flipH="1" rot="10800000">
            <a:off x="5404987" y="6266888"/>
            <a:ext cx="1426200" cy="1426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" name="Google Shape;575;p22"/>
          <p:cNvSpPr txBox="1"/>
          <p:nvPr>
            <p:ph idx="12" type="sldNum"/>
          </p:nvPr>
        </p:nvSpPr>
        <p:spPr>
          <a:xfrm>
            <a:off x="6352325" y="98958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3"/>
          <p:cNvSpPr txBox="1"/>
          <p:nvPr/>
        </p:nvSpPr>
        <p:spPr>
          <a:xfrm>
            <a:off x="476400" y="759300"/>
            <a:ext cx="53373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has interpreted the graph incorrectly.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where his mistake is and correctly answer the question.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1" name="Google Shape;581;p23"/>
          <p:cNvSpPr/>
          <p:nvPr/>
        </p:nvSpPr>
        <p:spPr>
          <a:xfrm>
            <a:off x="585450" y="1123100"/>
            <a:ext cx="3976500" cy="17463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23"/>
          <p:cNvSpPr txBox="1"/>
          <p:nvPr/>
        </p:nvSpPr>
        <p:spPr>
          <a:xfrm>
            <a:off x="699600" y="1123100"/>
            <a:ext cx="41184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double number line 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3 As, there is 1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there are 12 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there are 4 Bs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3" name="Google Shape;583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84" name="Google Shape;584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a multiplicative relationship</a:t>
            </a:r>
            <a:endParaRPr/>
          </a:p>
        </p:txBody>
      </p:sp>
      <p:sp>
        <p:nvSpPr>
          <p:cNvPr id="585" name="Google Shape;585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6" name="Google Shape;586;p2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87" name="Google Shape;587;p23"/>
          <p:cNvGrpSpPr/>
          <p:nvPr/>
        </p:nvGrpSpPr>
        <p:grpSpPr>
          <a:xfrm>
            <a:off x="1300375" y="1457971"/>
            <a:ext cx="2329003" cy="844193"/>
            <a:chOff x="1061251" y="1362093"/>
            <a:chExt cx="3725213" cy="1767944"/>
          </a:xfrm>
        </p:grpSpPr>
        <p:grpSp>
          <p:nvGrpSpPr>
            <p:cNvPr id="588" name="Google Shape;588;p23"/>
            <p:cNvGrpSpPr/>
            <p:nvPr/>
          </p:nvGrpSpPr>
          <p:grpSpPr>
            <a:xfrm>
              <a:off x="1282071" y="1362093"/>
              <a:ext cx="3504393" cy="1767944"/>
              <a:chOff x="342957" y="2124093"/>
              <a:chExt cx="3504393" cy="1767944"/>
            </a:xfrm>
          </p:grpSpPr>
          <p:grpSp>
            <p:nvGrpSpPr>
              <p:cNvPr id="589" name="Google Shape;589;p23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590" name="Google Shape;590;p2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91" name="Google Shape;591;p2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92" name="Google Shape;592;p23"/>
              <p:cNvSpPr txBox="1"/>
              <p:nvPr/>
            </p:nvSpPr>
            <p:spPr>
              <a:xfrm>
                <a:off x="2445450" y="2574225"/>
                <a:ext cx="14019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93" name="Google Shape;593;p23"/>
              <p:cNvSpPr txBox="1"/>
              <p:nvPr/>
            </p:nvSpPr>
            <p:spPr>
              <a:xfrm>
                <a:off x="2460186" y="3181550"/>
                <a:ext cx="13017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94" name="Google Shape;594;p23"/>
              <p:cNvSpPr txBox="1"/>
              <p:nvPr/>
            </p:nvSpPr>
            <p:spPr>
              <a:xfrm>
                <a:off x="799918" y="2124093"/>
                <a:ext cx="1998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95" name="Google Shape;595;p23"/>
              <p:cNvSpPr txBox="1"/>
              <p:nvPr/>
            </p:nvSpPr>
            <p:spPr>
              <a:xfrm>
                <a:off x="1404662" y="3472937"/>
                <a:ext cx="4929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3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96" name="Google Shape;596;p23"/>
              <p:cNvSpPr txBox="1"/>
              <p:nvPr/>
            </p:nvSpPr>
            <p:spPr>
              <a:xfrm>
                <a:off x="772411" y="3472937"/>
                <a:ext cx="4929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97" name="Google Shape;597;p23"/>
              <p:cNvSpPr txBox="1"/>
              <p:nvPr/>
            </p:nvSpPr>
            <p:spPr>
              <a:xfrm>
                <a:off x="1373213" y="2124093"/>
                <a:ext cx="2535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98" name="Google Shape;598;p23"/>
              <p:cNvSpPr txBox="1"/>
              <p:nvPr/>
            </p:nvSpPr>
            <p:spPr>
              <a:xfrm>
                <a:off x="1949226" y="2124093"/>
                <a:ext cx="3003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99" name="Google Shape;599;p23"/>
              <p:cNvSpPr txBox="1"/>
              <p:nvPr/>
            </p:nvSpPr>
            <p:spPr>
              <a:xfrm>
                <a:off x="1951646" y="3472937"/>
                <a:ext cx="4929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600" name="Google Shape;600;p23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01" name="Google Shape;601;p23"/>
              <p:cNvGrpSpPr/>
              <p:nvPr/>
            </p:nvGrpSpPr>
            <p:grpSpPr>
              <a:xfrm>
                <a:off x="856988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602" name="Google Shape;602;p2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03" name="Google Shape;603;p23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04" name="Google Shape;604;p23"/>
              <p:cNvGrpSpPr/>
              <p:nvPr/>
            </p:nvGrpSpPr>
            <p:grpSpPr>
              <a:xfrm>
                <a:off x="2008903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605" name="Google Shape;605;p2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06" name="Google Shape;606;p23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07" name="Google Shape;607;p23"/>
              <p:cNvGrpSpPr/>
              <p:nvPr/>
            </p:nvGrpSpPr>
            <p:grpSpPr>
              <a:xfrm>
                <a:off x="1432946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608" name="Google Shape;608;p2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09" name="Google Shape;609;p23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610" name="Google Shape;610;p23"/>
              <p:cNvCxnSpPr/>
              <p:nvPr/>
            </p:nvCxnSpPr>
            <p:spPr>
              <a:xfrm>
                <a:off x="397293" y="2826160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11" name="Google Shape;611;p23"/>
              <p:cNvCxnSpPr/>
              <p:nvPr/>
            </p:nvCxnSpPr>
            <p:spPr>
              <a:xfrm>
                <a:off x="342957" y="3308620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12" name="Google Shape;612;p23"/>
            <p:cNvSpPr/>
            <p:nvPr/>
          </p:nvSpPr>
          <p:spPr>
            <a:xfrm>
              <a:off x="1061251" y="1767128"/>
              <a:ext cx="244500" cy="11835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F0F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1367033" y="2098014"/>
              <a:ext cx="1668000" cy="4281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F0F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23"/>
          <p:cNvGrpSpPr/>
          <p:nvPr/>
        </p:nvGrpSpPr>
        <p:grpSpPr>
          <a:xfrm>
            <a:off x="4788035" y="909794"/>
            <a:ext cx="2329119" cy="2169964"/>
            <a:chOff x="189370" y="1158295"/>
            <a:chExt cx="2517150" cy="2345400"/>
          </a:xfrm>
        </p:grpSpPr>
        <p:pic>
          <p:nvPicPr>
            <p:cNvPr id="615" name="Google Shape;615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0202" y="1290562"/>
              <a:ext cx="2023675" cy="20339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16" name="Google Shape;616;p23"/>
            <p:cNvGrpSpPr/>
            <p:nvPr/>
          </p:nvGrpSpPr>
          <p:grpSpPr>
            <a:xfrm>
              <a:off x="189370" y="1158295"/>
              <a:ext cx="397717" cy="399300"/>
              <a:chOff x="189370" y="1158295"/>
              <a:chExt cx="397717" cy="399300"/>
            </a:xfrm>
          </p:grpSpPr>
          <p:sp>
            <p:nvSpPr>
              <p:cNvPr id="617" name="Google Shape;617;p23"/>
              <p:cNvSpPr txBox="1"/>
              <p:nvPr/>
            </p:nvSpPr>
            <p:spPr>
              <a:xfrm>
                <a:off x="189370" y="1158295"/>
                <a:ext cx="364500" cy="39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/>
              </a:p>
            </p:txBody>
          </p:sp>
          <p:cxnSp>
            <p:nvCxnSpPr>
              <p:cNvPr id="618" name="Google Shape;618;p23"/>
              <p:cNvCxnSpPr/>
              <p:nvPr/>
            </p:nvCxnSpPr>
            <p:spPr>
              <a:xfrm rot="10800000">
                <a:off x="587087" y="1198669"/>
                <a:ext cx="0" cy="207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619" name="Google Shape;619;p23"/>
            <p:cNvGrpSpPr/>
            <p:nvPr/>
          </p:nvGrpSpPr>
          <p:grpSpPr>
            <a:xfrm>
              <a:off x="2342020" y="3104395"/>
              <a:ext cx="364500" cy="399300"/>
              <a:chOff x="2342020" y="3104395"/>
              <a:chExt cx="364500" cy="399300"/>
            </a:xfrm>
          </p:grpSpPr>
          <p:sp>
            <p:nvSpPr>
              <p:cNvPr id="620" name="Google Shape;620;p23"/>
              <p:cNvSpPr txBox="1"/>
              <p:nvPr/>
            </p:nvSpPr>
            <p:spPr>
              <a:xfrm>
                <a:off x="2342020" y="3104395"/>
                <a:ext cx="364500" cy="39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/>
              </a:p>
            </p:txBody>
          </p:sp>
          <p:cxnSp>
            <p:nvCxnSpPr>
              <p:cNvPr id="621" name="Google Shape;621;p23"/>
              <p:cNvCxnSpPr/>
              <p:nvPr/>
            </p:nvCxnSpPr>
            <p:spPr>
              <a:xfrm>
                <a:off x="2342020" y="3168970"/>
                <a:ext cx="148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622" name="Google Shape;622;p23"/>
            <p:cNvCxnSpPr/>
            <p:nvPr/>
          </p:nvCxnSpPr>
          <p:spPr>
            <a:xfrm flipH="1" rot="10800000">
              <a:off x="572925" y="1373150"/>
              <a:ext cx="1809900" cy="1809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3" name="Google Shape;623;p23"/>
          <p:cNvSpPr txBox="1"/>
          <p:nvPr/>
        </p:nvSpPr>
        <p:spPr>
          <a:xfrm>
            <a:off x="552600" y="3570100"/>
            <a:ext cx="666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Jacob’s double number line has B as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-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axis and A as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-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axis.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24" name="Google Shape;624;p23"/>
          <p:cNvSpPr txBox="1"/>
          <p:nvPr/>
        </p:nvSpPr>
        <p:spPr>
          <a:xfrm>
            <a:off x="524150" y="3858700"/>
            <a:ext cx="50691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correct double number line is: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625" name="Google Shape;625;p23"/>
          <p:cNvGrpSpPr/>
          <p:nvPr/>
        </p:nvGrpSpPr>
        <p:grpSpPr>
          <a:xfrm>
            <a:off x="699588" y="4220239"/>
            <a:ext cx="2916841" cy="946016"/>
            <a:chOff x="1061252" y="1362093"/>
            <a:chExt cx="3725212" cy="1676144"/>
          </a:xfrm>
        </p:grpSpPr>
        <p:grpSp>
          <p:nvGrpSpPr>
            <p:cNvPr id="626" name="Google Shape;626;p23"/>
            <p:cNvGrpSpPr/>
            <p:nvPr/>
          </p:nvGrpSpPr>
          <p:grpSpPr>
            <a:xfrm>
              <a:off x="1217651" y="1362093"/>
              <a:ext cx="3568812" cy="1676144"/>
              <a:chOff x="278538" y="2124093"/>
              <a:chExt cx="3568812" cy="1676144"/>
            </a:xfrm>
          </p:grpSpPr>
          <p:grpSp>
            <p:nvGrpSpPr>
              <p:cNvPr id="627" name="Google Shape;627;p23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628" name="Google Shape;628;p2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29" name="Google Shape;629;p2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30" name="Google Shape;630;p23"/>
              <p:cNvSpPr txBox="1"/>
              <p:nvPr/>
            </p:nvSpPr>
            <p:spPr>
              <a:xfrm>
                <a:off x="2445450" y="2574225"/>
                <a:ext cx="1401900" cy="32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31" name="Google Shape;631;p23"/>
              <p:cNvSpPr txBox="1"/>
              <p:nvPr/>
            </p:nvSpPr>
            <p:spPr>
              <a:xfrm>
                <a:off x="2460186" y="3181550"/>
                <a:ext cx="1301700" cy="32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32" name="Google Shape;632;p23"/>
              <p:cNvSpPr txBox="1"/>
              <p:nvPr/>
            </p:nvSpPr>
            <p:spPr>
              <a:xfrm>
                <a:off x="799918" y="2124093"/>
                <a:ext cx="199800" cy="32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33" name="Google Shape;633;p23"/>
              <p:cNvSpPr txBox="1"/>
              <p:nvPr/>
            </p:nvSpPr>
            <p:spPr>
              <a:xfrm>
                <a:off x="1404662" y="3472937"/>
                <a:ext cx="492900" cy="32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34" name="Google Shape;634;p23"/>
              <p:cNvSpPr txBox="1"/>
              <p:nvPr/>
            </p:nvSpPr>
            <p:spPr>
              <a:xfrm>
                <a:off x="772411" y="3472937"/>
                <a:ext cx="492900" cy="32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35" name="Google Shape;635;p23"/>
              <p:cNvSpPr txBox="1"/>
              <p:nvPr/>
            </p:nvSpPr>
            <p:spPr>
              <a:xfrm>
                <a:off x="1373213" y="2124093"/>
                <a:ext cx="253500" cy="32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36" name="Google Shape;636;p23"/>
              <p:cNvSpPr txBox="1"/>
              <p:nvPr/>
            </p:nvSpPr>
            <p:spPr>
              <a:xfrm>
                <a:off x="1949226" y="2124093"/>
                <a:ext cx="300300" cy="32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37" name="Google Shape;637;p23"/>
              <p:cNvSpPr txBox="1"/>
              <p:nvPr/>
            </p:nvSpPr>
            <p:spPr>
              <a:xfrm>
                <a:off x="1951646" y="3472937"/>
                <a:ext cx="492900" cy="32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638" name="Google Shape;638;p23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39" name="Google Shape;639;p23"/>
              <p:cNvGrpSpPr/>
              <p:nvPr/>
            </p:nvGrpSpPr>
            <p:grpSpPr>
              <a:xfrm>
                <a:off x="856988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640" name="Google Shape;640;p2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41" name="Google Shape;641;p23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2" name="Google Shape;642;p23"/>
              <p:cNvGrpSpPr/>
              <p:nvPr/>
            </p:nvGrpSpPr>
            <p:grpSpPr>
              <a:xfrm>
                <a:off x="2008903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643" name="Google Shape;643;p2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44" name="Google Shape;644;p23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5" name="Google Shape;645;p23"/>
              <p:cNvGrpSpPr/>
              <p:nvPr/>
            </p:nvGrpSpPr>
            <p:grpSpPr>
              <a:xfrm>
                <a:off x="1432946" y="2533775"/>
                <a:ext cx="31897" cy="1000200"/>
                <a:chOff x="941712" y="3767150"/>
                <a:chExt cx="63300" cy="1000200"/>
              </a:xfrm>
            </p:grpSpPr>
            <p:cxnSp>
              <p:nvCxnSpPr>
                <p:cNvPr id="646" name="Google Shape;646;p23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47" name="Google Shape;647;p23"/>
                <p:cNvSpPr/>
                <p:nvPr/>
              </p:nvSpPr>
              <p:spPr>
                <a:xfrm>
                  <a:off x="941712" y="4038696"/>
                  <a:ext cx="63300" cy="490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648" name="Google Shape;648;p23"/>
              <p:cNvCxnSpPr/>
              <p:nvPr/>
            </p:nvCxnSpPr>
            <p:spPr>
              <a:xfrm>
                <a:off x="353586" y="2805304"/>
                <a:ext cx="2100900" cy="30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49" name="Google Shape;649;p23"/>
              <p:cNvCxnSpPr/>
              <p:nvPr/>
            </p:nvCxnSpPr>
            <p:spPr>
              <a:xfrm>
                <a:off x="278538" y="3318438"/>
                <a:ext cx="21660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50" name="Google Shape;650;p23"/>
            <p:cNvSpPr/>
            <p:nvPr/>
          </p:nvSpPr>
          <p:spPr>
            <a:xfrm>
              <a:off x="1061252" y="1767125"/>
              <a:ext cx="244500" cy="100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51" name="Google Shape;651;p23"/>
            <p:cNvSpPr/>
            <p:nvPr/>
          </p:nvSpPr>
          <p:spPr>
            <a:xfrm>
              <a:off x="1367043" y="2114725"/>
              <a:ext cx="1650600" cy="41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52" name="Google Shape;652;p23"/>
          <p:cNvSpPr txBox="1"/>
          <p:nvPr/>
        </p:nvSpPr>
        <p:spPr>
          <a:xfrm>
            <a:off x="3113525" y="4871350"/>
            <a:ext cx="386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every 1 A, there are 3 Bs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53" name="Google Shape;653;p23"/>
          <p:cNvSpPr txBox="1"/>
          <p:nvPr/>
        </p:nvSpPr>
        <p:spPr>
          <a:xfrm>
            <a:off x="3113525" y="4337950"/>
            <a:ext cx="386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every 3 As there are 9 Bs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54" name="Google Shape;654;p23"/>
          <p:cNvSpPr txBox="1"/>
          <p:nvPr/>
        </p:nvSpPr>
        <p:spPr>
          <a:xfrm>
            <a:off x="552600" y="5613275"/>
            <a:ext cx="41814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Fill in missing information and graph when a scale drawing on a map states for every 3 cm is 10 km in real life.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 in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45 cm in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km in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23"/>
          <p:cNvSpPr txBox="1"/>
          <p:nvPr/>
        </p:nvSpPr>
        <p:spPr>
          <a:xfrm>
            <a:off x="930300" y="6605363"/>
            <a:ext cx="281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Answer: 40 km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23"/>
          <p:cNvSpPr txBox="1"/>
          <p:nvPr/>
        </p:nvSpPr>
        <p:spPr>
          <a:xfrm>
            <a:off x="965700" y="7559988"/>
            <a:ext cx="289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Answer: 150 km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23"/>
          <p:cNvSpPr txBox="1"/>
          <p:nvPr/>
        </p:nvSpPr>
        <p:spPr>
          <a:xfrm>
            <a:off x="963000" y="8584913"/>
            <a:ext cx="328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Answer: 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23"/>
          <p:cNvSpPr txBox="1"/>
          <p:nvPr/>
        </p:nvSpPr>
        <p:spPr>
          <a:xfrm>
            <a:off x="913500" y="7878113"/>
            <a:ext cx="33858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15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means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cm for every 10 km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659" name="Google Shape;659;p23"/>
          <p:cNvGrpSpPr/>
          <p:nvPr/>
        </p:nvGrpSpPr>
        <p:grpSpPr>
          <a:xfrm>
            <a:off x="3629375" y="6081944"/>
            <a:ext cx="3440025" cy="3076706"/>
            <a:chOff x="3629375" y="6081944"/>
            <a:chExt cx="3440025" cy="3076706"/>
          </a:xfrm>
        </p:grpSpPr>
        <p:pic>
          <p:nvPicPr>
            <p:cNvPr id="660" name="Google Shape;660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29375" y="6215250"/>
              <a:ext cx="3440025" cy="294339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61" name="Google Shape;661;p23"/>
            <p:cNvCxnSpPr/>
            <p:nvPr/>
          </p:nvCxnSpPr>
          <p:spPr>
            <a:xfrm rot="10800000">
              <a:off x="3807995" y="6081944"/>
              <a:ext cx="0" cy="263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62" name="Google Shape;662;p23"/>
            <p:cNvCxnSpPr/>
            <p:nvPr/>
          </p:nvCxnSpPr>
          <p:spPr>
            <a:xfrm>
              <a:off x="6853400" y="8984375"/>
              <a:ext cx="216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663" name="Google Shape;663;p23"/>
          <p:cNvSpPr txBox="1"/>
          <p:nvPr/>
        </p:nvSpPr>
        <p:spPr>
          <a:xfrm>
            <a:off x="6626163" y="8684175"/>
            <a:ext cx="61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/>
          </a:p>
        </p:txBody>
      </p:sp>
      <p:sp>
        <p:nvSpPr>
          <p:cNvPr id="664" name="Google Shape;664;p23"/>
          <p:cNvSpPr txBox="1"/>
          <p:nvPr/>
        </p:nvSpPr>
        <p:spPr>
          <a:xfrm>
            <a:off x="3340938" y="5998125"/>
            <a:ext cx="61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km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