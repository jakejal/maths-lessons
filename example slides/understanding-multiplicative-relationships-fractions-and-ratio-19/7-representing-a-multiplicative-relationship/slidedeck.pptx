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5DB486-1704-4687-83B4-D31E4B5EDFAF}">
  <a:tblStyle styleId="{865DB486-1704-4687-83B4-D31E4B5EDF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9fdb2a030e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9fdb2a030e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9fdb2a030e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9fdb2a030e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9fdb2a030e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9fdb2a030e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a58a1385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a58a1385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a58a1385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a58a1385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a58a1385b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a58a1385b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2a58a1385b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2a58a1385b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2a59bd26a3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2a59bd26a3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2a5ec0cf40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2a5ec0cf40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a58a1385b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a58a1385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a58a1385b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a58a1385b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2a58a1385b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2a58a1385b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2a5ec0cf409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2a5ec0cf409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2a5ec0cf409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2a5ec0cf409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a59bd26a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a59bd26a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2a5ec0cf409_0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2a5ec0cf409_0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2a5ec0cf409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a5ec0cf409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2a59bd26a3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2a59bd26a3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2a5ec0cf409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1" name="Google Shape;2221;g2a5ec0cf409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2a5ec0cf409_0_1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2a5ec0cf409_0_1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2a5ec0cf409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8" name="Google Shape;2378;g2a5ec0cf409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g2a5ec0cf409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9" name="Google Shape;2459;g2a5ec0cf409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g2a5ec0cf409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1" name="Google Shape;2501;g2a5ec0cf409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2a5ec0cf409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7" name="Google Shape;2547;g2a5ec0cf409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8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g2a59bd26a3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0" name="Google Shape;2630;g2a59bd26a3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g2a5ec0cf409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8" name="Google Shape;2638;g2a5ec0cf409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g2a5ec0cf409_0_1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3" name="Google Shape;2763;g2a5ec0cf409_0_1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9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g2a913da5f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1" name="Google Shape;2801;g2a913da5f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g2a913da5f90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3" name="Google Shape;2823;g2a913da5f90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2a5ec0cf409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2a5ec0cf409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8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g2a5ec0cf409_1_1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0" name="Google Shape;2930;g2a5ec0cf409_1_1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g2a5ec0cf409_1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2" name="Google Shape;2982;g2a5ec0cf409_1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g2a5ec0cf409_1_1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4" name="Google Shape;3004;g2a5ec0cf409_1_1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g2a5ec0cf409_1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7" name="Google Shape;3027;g2a5ec0cf409_1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2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g2a5ec0cf409_1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4" name="Google Shape;3064;g2a5ec0cf409_1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0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g2a5ec0cf409_1_1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2" name="Google Shape;3182;g2a5ec0cf409_1_1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g2a5ec0cf409_1_2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6" name="Google Shape;3226;g2a5ec0cf409_1_2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g2a5ec0cf409_1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6" name="Google Shape;3236;g2a5ec0cf409_1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g2a5ec0cf409_1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6" name="Google Shape;3276;g2a5ec0cf409_1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0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g2a5ec0cf409_1_2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2" name="Google Shape;3402;g2a5ec0cf409_1_2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5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g2a5ec0cf409_1_2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7" name="Google Shape;3447;g2a5ec0cf409_1_2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9" name="Shape 3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0" name="Google Shape;3490;g2a5ec0cf409_1_2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1" name="Google Shape;3491;g2a5ec0cf409_1_2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0" name="Shape 3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1" name="Google Shape;3511;g29fdb2a030e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2" name="Google Shape;3512;g29fdb2a030e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8" name="Shape 3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9" name="Google Shape;3519;g29fdb2a030e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0" name="Google Shape;3520;g29fdb2a030e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0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0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31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1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0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0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31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7.png"/><Relationship Id="rId4" Type="http://schemas.openxmlformats.org/officeDocument/2006/relationships/image" Target="../media/image10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3.png"/><Relationship Id="rId4" Type="http://schemas.openxmlformats.org/officeDocument/2006/relationships/image" Target="../media/image98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3.png"/><Relationship Id="rId4" Type="http://schemas.openxmlformats.org/officeDocument/2006/relationships/image" Target="../media/image98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5.png"/><Relationship Id="rId4" Type="http://schemas.openxmlformats.org/officeDocument/2006/relationships/image" Target="../media/image9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7.png"/><Relationship Id="rId4" Type="http://schemas.openxmlformats.org/officeDocument/2006/relationships/image" Target="../media/image10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7.png"/><Relationship Id="rId4" Type="http://schemas.openxmlformats.org/officeDocument/2006/relationships/image" Target="../media/image109.png"/><Relationship Id="rId5" Type="http://schemas.openxmlformats.org/officeDocument/2006/relationships/image" Target="../media/image10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0.png"/><Relationship Id="rId4" Type="http://schemas.openxmlformats.org/officeDocument/2006/relationships/image" Target="../media/image1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7.png"/><Relationship Id="rId4" Type="http://schemas.openxmlformats.org/officeDocument/2006/relationships/image" Target="../media/image109.png"/><Relationship Id="rId5" Type="http://schemas.openxmlformats.org/officeDocument/2006/relationships/image" Target="../media/image10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0.png"/><Relationship Id="rId4" Type="http://schemas.openxmlformats.org/officeDocument/2006/relationships/image" Target="../media/image1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a double number line to represent a multiplicative relationship and connect to other known representations.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/>
        </p:nvSpPr>
        <p:spPr>
          <a:xfrm>
            <a:off x="383151" y="1872400"/>
            <a:ext cx="822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ratio shows the relative sizes of 2 or more values and allows you to compare a part with another part in a whole.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128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Proportionality means when variables are in proportion if they have a constant multiplicative relationship.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511" name="Google Shape;1511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sp>
        <p:nvSpPr>
          <p:cNvPr id="1512" name="Google Shape;1512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</p:txBody>
      </p:sp>
      <p:pic>
        <p:nvPicPr>
          <p:cNvPr id="1513" name="Google Shape;151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519" name="Google Shape;1519;p130"/>
          <p:cNvSpPr txBox="1"/>
          <p:nvPr/>
        </p:nvSpPr>
        <p:spPr>
          <a:xfrm>
            <a:off x="324000" y="6831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are lots of different ways to represent a ratio.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, how many different ways can you represent this ratio: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“For every 1 star, there are 3 hearts.”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30"/>
          <p:cNvSpPr txBox="1"/>
          <p:nvPr/>
        </p:nvSpPr>
        <p:spPr>
          <a:xfrm>
            <a:off x="4104950" y="2553163"/>
            <a:ext cx="162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Bar model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30"/>
          <p:cNvSpPr txBox="1"/>
          <p:nvPr/>
        </p:nvSpPr>
        <p:spPr>
          <a:xfrm>
            <a:off x="477625" y="2553163"/>
            <a:ext cx="162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30"/>
          <p:cNvSpPr txBox="1"/>
          <p:nvPr/>
        </p:nvSpPr>
        <p:spPr>
          <a:xfrm>
            <a:off x="973525" y="4132650"/>
            <a:ext cx="73881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 are just a few, all illustrating the same ratio.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23" name="Google Shape;1523;p130"/>
          <p:cNvGraphicFramePr/>
          <p:nvPr/>
        </p:nvGraphicFramePr>
        <p:xfrm>
          <a:off x="324000" y="294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18725"/>
                <a:gridCol w="10187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Hearts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24" name="Google Shape;1524;p130"/>
          <p:cNvGraphicFramePr/>
          <p:nvPr/>
        </p:nvGraphicFramePr>
        <p:xfrm>
          <a:off x="3838450" y="309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480775"/>
                <a:gridCol w="480775"/>
                <a:gridCol w="480775"/>
                <a:gridCol w="4807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6000"/>
                        </a:lnSpc>
                        <a:spcBef>
                          <a:spcPts val="4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☆</a:t>
                      </a:r>
                      <a:endParaRPr sz="3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400">
                          <a:solidFill>
                            <a:srgbClr val="202122"/>
                          </a:solidFill>
                        </a:rPr>
                        <a:t>♡</a:t>
                      </a:r>
                      <a:endParaRPr sz="3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400">
                          <a:solidFill>
                            <a:srgbClr val="202122"/>
                          </a:solidFill>
                        </a:rPr>
                        <a:t>♡</a:t>
                      </a:r>
                      <a:endParaRPr sz="3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400">
                          <a:solidFill>
                            <a:srgbClr val="202122"/>
                          </a:solidFill>
                        </a:rPr>
                        <a:t>♡</a:t>
                      </a:r>
                      <a:endParaRPr sz="3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525" name="Google Shape;1525;p130"/>
          <p:cNvGrpSpPr/>
          <p:nvPr/>
        </p:nvGrpSpPr>
        <p:grpSpPr>
          <a:xfrm>
            <a:off x="6755300" y="2553163"/>
            <a:ext cx="1782150" cy="1140037"/>
            <a:chOff x="6374300" y="2553163"/>
            <a:chExt cx="1782150" cy="1140037"/>
          </a:xfrm>
        </p:grpSpPr>
        <p:sp>
          <p:nvSpPr>
            <p:cNvPr id="1526" name="Google Shape;1526;p130"/>
            <p:cNvSpPr txBox="1"/>
            <p:nvPr/>
          </p:nvSpPr>
          <p:spPr>
            <a:xfrm>
              <a:off x="6532450" y="2553163"/>
              <a:ext cx="16224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527" name="Google Shape;1527;p13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74300" y="2991675"/>
              <a:ext cx="220175" cy="701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8" name="Google Shape;1528;p130"/>
            <p:cNvSpPr txBox="1"/>
            <p:nvPr/>
          </p:nvSpPr>
          <p:spPr>
            <a:xfrm>
              <a:off x="6732650" y="3069250"/>
              <a:ext cx="1423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are stars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31"/>
          <p:cNvSpPr txBox="1"/>
          <p:nvPr>
            <p:ph idx="1" type="body"/>
          </p:nvPr>
        </p:nvSpPr>
        <p:spPr>
          <a:xfrm>
            <a:off x="334925" y="715350"/>
            <a:ext cx="8237700" cy="4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Another way to show a ratio is using a double number line.</a:t>
            </a:r>
            <a:endParaRPr/>
          </a:p>
        </p:txBody>
      </p:sp>
      <p:sp>
        <p:nvSpPr>
          <p:cNvPr id="1534" name="Google Shape;1534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535" name="Google Shape;1535;p131"/>
          <p:cNvSpPr txBox="1"/>
          <p:nvPr/>
        </p:nvSpPr>
        <p:spPr>
          <a:xfrm>
            <a:off x="380375" y="1902300"/>
            <a:ext cx="814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“For every 1 star, there are 3 hearts.”</a:t>
            </a:r>
            <a:endParaRPr/>
          </a:p>
        </p:txBody>
      </p:sp>
      <p:sp>
        <p:nvSpPr>
          <p:cNvPr id="1536" name="Google Shape;1536;p131"/>
          <p:cNvSpPr txBox="1"/>
          <p:nvPr/>
        </p:nvSpPr>
        <p:spPr>
          <a:xfrm>
            <a:off x="6807575" y="2996025"/>
            <a:ext cx="180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Star(s)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31"/>
          <p:cNvSpPr txBox="1"/>
          <p:nvPr/>
        </p:nvSpPr>
        <p:spPr>
          <a:xfrm>
            <a:off x="6836774" y="3603350"/>
            <a:ext cx="156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Heart(s)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31"/>
          <p:cNvSpPr txBox="1"/>
          <p:nvPr/>
        </p:nvSpPr>
        <p:spPr>
          <a:xfrm>
            <a:off x="3769050" y="258180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131"/>
          <p:cNvSpPr txBox="1"/>
          <p:nvPr/>
        </p:nvSpPr>
        <p:spPr>
          <a:xfrm>
            <a:off x="4912062" y="396770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31"/>
          <p:cNvSpPr txBox="1"/>
          <p:nvPr/>
        </p:nvSpPr>
        <p:spPr>
          <a:xfrm>
            <a:off x="3776909" y="3932832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31"/>
          <p:cNvSpPr txBox="1"/>
          <p:nvPr/>
        </p:nvSpPr>
        <p:spPr>
          <a:xfrm>
            <a:off x="4906678" y="2544050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1"/>
          <p:cNvSpPr txBox="1"/>
          <p:nvPr/>
        </p:nvSpPr>
        <p:spPr>
          <a:xfrm>
            <a:off x="477625" y="2553163"/>
            <a:ext cx="162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1"/>
          <p:cNvSpPr txBox="1"/>
          <p:nvPr/>
        </p:nvSpPr>
        <p:spPr>
          <a:xfrm>
            <a:off x="6049678" y="2544050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131"/>
          <p:cNvSpPr txBox="1"/>
          <p:nvPr/>
        </p:nvSpPr>
        <p:spPr>
          <a:xfrm>
            <a:off x="6055062" y="396770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1"/>
          <p:cNvSpPr txBox="1"/>
          <p:nvPr/>
        </p:nvSpPr>
        <p:spPr>
          <a:xfrm>
            <a:off x="477625" y="2553163"/>
            <a:ext cx="162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6" name="Google Shape;1546;p131"/>
          <p:cNvGraphicFramePr/>
          <p:nvPr/>
        </p:nvGraphicFramePr>
        <p:xfrm>
          <a:off x="324000" y="294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18725"/>
                <a:gridCol w="10187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Hearts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47" name="Google Shape;1547;p131"/>
          <p:cNvSpPr txBox="1"/>
          <p:nvPr>
            <p:ph idx="1" type="body"/>
          </p:nvPr>
        </p:nvSpPr>
        <p:spPr>
          <a:xfrm>
            <a:off x="334925" y="1172550"/>
            <a:ext cx="8237700" cy="4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drawing the scaled number lines, both lines must start from zero to illustrate the proportionality.</a:t>
            </a:r>
            <a:endParaRPr/>
          </a:p>
        </p:txBody>
      </p:sp>
      <p:grpSp>
        <p:nvGrpSpPr>
          <p:cNvPr id="1548" name="Google Shape;1548;p131"/>
          <p:cNvGrpSpPr/>
          <p:nvPr/>
        </p:nvGrpSpPr>
        <p:grpSpPr>
          <a:xfrm>
            <a:off x="2621369" y="2760450"/>
            <a:ext cx="4093082" cy="1357500"/>
            <a:chOff x="2621369" y="2760450"/>
            <a:chExt cx="4093082" cy="1357500"/>
          </a:xfrm>
        </p:grpSpPr>
        <p:grpSp>
          <p:nvGrpSpPr>
            <p:cNvPr id="1549" name="Google Shape;1549;p131"/>
            <p:cNvGrpSpPr/>
            <p:nvPr/>
          </p:nvGrpSpPr>
          <p:grpSpPr>
            <a:xfrm>
              <a:off x="2621369" y="2760450"/>
              <a:ext cx="4093082" cy="1357500"/>
              <a:chOff x="441900" y="3572013"/>
              <a:chExt cx="3074500" cy="1357500"/>
            </a:xfrm>
          </p:grpSpPr>
          <p:cxnSp>
            <p:nvCxnSpPr>
              <p:cNvPr id="1550" name="Google Shape;1550;p131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1" name="Google Shape;1551;p131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552" name="Google Shape;1552;p131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553" name="Google Shape;1553;p131"/>
            <p:cNvGrpSpPr/>
            <p:nvPr/>
          </p:nvGrpSpPr>
          <p:grpSpPr>
            <a:xfrm>
              <a:off x="3806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554" name="Google Shape;1554;p13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55" name="Google Shape;1555;p13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6" name="Google Shape;1556;p131"/>
            <p:cNvGrpSpPr/>
            <p:nvPr/>
          </p:nvGrpSpPr>
          <p:grpSpPr>
            <a:xfrm>
              <a:off x="6092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557" name="Google Shape;1557;p13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58" name="Google Shape;1558;p13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9" name="Google Shape;1559;p131"/>
            <p:cNvGrpSpPr/>
            <p:nvPr/>
          </p:nvGrpSpPr>
          <p:grpSpPr>
            <a:xfrm>
              <a:off x="4949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560" name="Google Shape;1560;p13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61" name="Google Shape;1561;p13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567" name="Google Shape;1567;p132"/>
          <p:cNvSpPr txBox="1"/>
          <p:nvPr/>
        </p:nvSpPr>
        <p:spPr>
          <a:xfrm>
            <a:off x="324000" y="6831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 is a bar model showing a ratio.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double number line shows the above ratio?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ratio do the other double number lines show?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8" name="Google Shape;1568;p132"/>
          <p:cNvGraphicFramePr/>
          <p:nvPr/>
        </p:nvGraphicFramePr>
        <p:xfrm>
          <a:off x="5431275" y="68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480775"/>
                <a:gridCol w="480775"/>
                <a:gridCol w="4807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GB" sz="3000">
                          <a:solidFill>
                            <a:srgbClr val="606C7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🔴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569" name="Google Shape;1569;p132"/>
          <p:cNvGrpSpPr/>
          <p:nvPr/>
        </p:nvGrpSpPr>
        <p:grpSpPr>
          <a:xfrm>
            <a:off x="303094" y="2160000"/>
            <a:ext cx="3645169" cy="1724600"/>
            <a:chOff x="125981" y="2160000"/>
            <a:chExt cx="3645169" cy="1724600"/>
          </a:xfrm>
        </p:grpSpPr>
        <p:grpSp>
          <p:nvGrpSpPr>
            <p:cNvPr id="1570" name="Google Shape;1570;p13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1571" name="Google Shape;1571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72" name="Google Shape;1572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3" name="Google Shape;1573;p132"/>
            <p:cNvSpPr txBox="1"/>
            <p:nvPr/>
          </p:nvSpPr>
          <p:spPr>
            <a:xfrm>
              <a:off x="2369250" y="2574225"/>
              <a:ext cx="1401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132"/>
            <p:cNvSpPr txBox="1"/>
            <p:nvPr/>
          </p:nvSpPr>
          <p:spPr>
            <a:xfrm>
              <a:off x="2383975" y="3181550"/>
              <a:ext cx="1348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5" name="Google Shape;1575;p132"/>
            <p:cNvSpPr txBox="1"/>
            <p:nvPr/>
          </p:nvSpPr>
          <p:spPr>
            <a:xfrm>
              <a:off x="797961" y="21600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132"/>
            <p:cNvSpPr txBox="1"/>
            <p:nvPr/>
          </p:nvSpPr>
          <p:spPr>
            <a:xfrm>
              <a:off x="1375627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132"/>
            <p:cNvSpPr txBox="1"/>
            <p:nvPr/>
          </p:nvSpPr>
          <p:spPr>
            <a:xfrm>
              <a:off x="803579" y="3511032"/>
              <a:ext cx="6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132"/>
            <p:cNvSpPr txBox="1"/>
            <p:nvPr/>
          </p:nvSpPr>
          <p:spPr>
            <a:xfrm>
              <a:off x="1375171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9" name="Google Shape;1579;p132"/>
            <p:cNvSpPr txBox="1"/>
            <p:nvPr/>
          </p:nvSpPr>
          <p:spPr>
            <a:xfrm>
              <a:off x="1951173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132"/>
            <p:cNvSpPr txBox="1"/>
            <p:nvPr/>
          </p:nvSpPr>
          <p:spPr>
            <a:xfrm>
              <a:off x="1951629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1" name="Google Shape;1581;p132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2" name="Google Shape;1582;p132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1583" name="Google Shape;1583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84" name="Google Shape;1584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5" name="Google Shape;1585;p132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1586" name="Google Shape;1586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87" name="Google Shape;1587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8" name="Google Shape;1588;p13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1589" name="Google Shape;1589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90" name="Google Shape;1590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591" name="Google Shape;1591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3240" y="2739825"/>
              <a:ext cx="1348465" cy="566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92" name="Google Shape;1592;p132"/>
            <p:cNvCxnSpPr>
              <a:endCxn id="1573" idx="1"/>
            </p:cNvCxnSpPr>
            <p:nvPr/>
          </p:nvCxnSpPr>
          <p:spPr>
            <a:xfrm>
              <a:off x="268350" y="271747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3" name="Google Shape;1593;p132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594" name="Google Shape;1594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981" y="2355125"/>
              <a:ext cx="253500" cy="1190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5" name="Google Shape;1595;p132"/>
          <p:cNvGrpSpPr/>
          <p:nvPr/>
        </p:nvGrpSpPr>
        <p:grpSpPr>
          <a:xfrm>
            <a:off x="6399094" y="2160000"/>
            <a:ext cx="3645169" cy="1724600"/>
            <a:chOff x="125981" y="2160000"/>
            <a:chExt cx="3645169" cy="1724600"/>
          </a:xfrm>
        </p:grpSpPr>
        <p:grpSp>
          <p:nvGrpSpPr>
            <p:cNvPr id="1596" name="Google Shape;1596;p13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1597" name="Google Shape;1597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98" name="Google Shape;1598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99" name="Google Shape;1599;p132"/>
            <p:cNvSpPr txBox="1"/>
            <p:nvPr/>
          </p:nvSpPr>
          <p:spPr>
            <a:xfrm>
              <a:off x="2369250" y="2574225"/>
              <a:ext cx="1401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0" name="Google Shape;1600;p132"/>
            <p:cNvSpPr txBox="1"/>
            <p:nvPr/>
          </p:nvSpPr>
          <p:spPr>
            <a:xfrm>
              <a:off x="2383975" y="3181550"/>
              <a:ext cx="1348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1" name="Google Shape;1601;p132"/>
            <p:cNvSpPr txBox="1"/>
            <p:nvPr/>
          </p:nvSpPr>
          <p:spPr>
            <a:xfrm>
              <a:off x="838018" y="21600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2" name="Google Shape;1602;p132"/>
            <p:cNvSpPr txBox="1"/>
            <p:nvPr/>
          </p:nvSpPr>
          <p:spPr>
            <a:xfrm>
              <a:off x="1375627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3" name="Google Shape;1603;p132"/>
            <p:cNvSpPr txBox="1"/>
            <p:nvPr/>
          </p:nvSpPr>
          <p:spPr>
            <a:xfrm>
              <a:off x="803579" y="3511032"/>
              <a:ext cx="6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4" name="Google Shape;1604;p132"/>
            <p:cNvSpPr txBox="1"/>
            <p:nvPr/>
          </p:nvSpPr>
          <p:spPr>
            <a:xfrm>
              <a:off x="1411313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5" name="Google Shape;1605;p132"/>
            <p:cNvSpPr txBox="1"/>
            <p:nvPr/>
          </p:nvSpPr>
          <p:spPr>
            <a:xfrm>
              <a:off x="1987316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6" name="Google Shape;1606;p132"/>
            <p:cNvSpPr txBox="1"/>
            <p:nvPr/>
          </p:nvSpPr>
          <p:spPr>
            <a:xfrm>
              <a:off x="1951629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7" name="Google Shape;1607;p132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08" name="Google Shape;1608;p132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09" name="Google Shape;1609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10" name="Google Shape;1610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1" name="Google Shape;1611;p132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12" name="Google Shape;1612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13" name="Google Shape;1613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13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15" name="Google Shape;1615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16" name="Google Shape;1616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17" name="Google Shape;1617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3240" y="2739825"/>
              <a:ext cx="1348465" cy="566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18" name="Google Shape;1618;p132"/>
            <p:cNvCxnSpPr>
              <a:endCxn id="1599" idx="1"/>
            </p:cNvCxnSpPr>
            <p:nvPr/>
          </p:nvCxnSpPr>
          <p:spPr>
            <a:xfrm>
              <a:off x="268350" y="271747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19" name="Google Shape;1619;p132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620" name="Google Shape;1620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981" y="2355125"/>
              <a:ext cx="253500" cy="1190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1" name="Google Shape;1621;p132"/>
          <p:cNvGrpSpPr/>
          <p:nvPr/>
        </p:nvGrpSpPr>
        <p:grpSpPr>
          <a:xfrm>
            <a:off x="3274894" y="2160000"/>
            <a:ext cx="3645169" cy="1724600"/>
            <a:chOff x="125981" y="2160000"/>
            <a:chExt cx="3645169" cy="1724600"/>
          </a:xfrm>
        </p:grpSpPr>
        <p:grpSp>
          <p:nvGrpSpPr>
            <p:cNvPr id="1622" name="Google Shape;1622;p13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23" name="Google Shape;1623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24" name="Google Shape;1624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5" name="Google Shape;1625;p132"/>
            <p:cNvSpPr txBox="1"/>
            <p:nvPr/>
          </p:nvSpPr>
          <p:spPr>
            <a:xfrm>
              <a:off x="2369250" y="2574225"/>
              <a:ext cx="1401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132"/>
            <p:cNvSpPr txBox="1"/>
            <p:nvPr/>
          </p:nvSpPr>
          <p:spPr>
            <a:xfrm>
              <a:off x="2383975" y="3181550"/>
              <a:ext cx="1348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7" name="Google Shape;1627;p132"/>
            <p:cNvSpPr txBox="1"/>
            <p:nvPr/>
          </p:nvSpPr>
          <p:spPr>
            <a:xfrm>
              <a:off x="838018" y="21600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8" name="Google Shape;1628;p132"/>
            <p:cNvSpPr txBox="1"/>
            <p:nvPr/>
          </p:nvSpPr>
          <p:spPr>
            <a:xfrm>
              <a:off x="1375627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9" name="Google Shape;1629;p132"/>
            <p:cNvSpPr txBox="1"/>
            <p:nvPr/>
          </p:nvSpPr>
          <p:spPr>
            <a:xfrm>
              <a:off x="803579" y="3511032"/>
              <a:ext cx="6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0" name="Google Shape;1630;p132"/>
            <p:cNvSpPr txBox="1"/>
            <p:nvPr/>
          </p:nvSpPr>
          <p:spPr>
            <a:xfrm>
              <a:off x="1411313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132"/>
            <p:cNvSpPr txBox="1"/>
            <p:nvPr/>
          </p:nvSpPr>
          <p:spPr>
            <a:xfrm>
              <a:off x="1987316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2" name="Google Shape;1632;p132"/>
            <p:cNvSpPr txBox="1"/>
            <p:nvPr/>
          </p:nvSpPr>
          <p:spPr>
            <a:xfrm>
              <a:off x="1951629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3" name="Google Shape;1633;p132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34" name="Google Shape;1634;p132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35" name="Google Shape;1635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36" name="Google Shape;1636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132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38" name="Google Shape;1638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39" name="Google Shape;1639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0" name="Google Shape;1640;p13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41" name="Google Shape;1641;p13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42" name="Google Shape;1642;p13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43" name="Google Shape;1643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3240" y="2739825"/>
              <a:ext cx="1348465" cy="566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44" name="Google Shape;1644;p132"/>
            <p:cNvCxnSpPr>
              <a:endCxn id="1625" idx="1"/>
            </p:cNvCxnSpPr>
            <p:nvPr/>
          </p:nvCxnSpPr>
          <p:spPr>
            <a:xfrm>
              <a:off x="268350" y="271747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45" name="Google Shape;1645;p132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646" name="Google Shape;1646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981" y="2355125"/>
              <a:ext cx="253500" cy="11907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7" name="Google Shape;1647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496" y="41839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1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graphicFrame>
        <p:nvGraphicFramePr>
          <p:cNvPr id="1653" name="Google Shape;1653;p133"/>
          <p:cNvGraphicFramePr/>
          <p:nvPr/>
        </p:nvGraphicFramePr>
        <p:xfrm>
          <a:off x="402850" y="12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6088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rgbClr val="606C7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🔴</a:t>
                      </a:r>
                      <a:endParaRPr sz="3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654" name="Google Shape;1654;p133"/>
          <p:cNvGrpSpPr/>
          <p:nvPr/>
        </p:nvGrpSpPr>
        <p:grpSpPr>
          <a:xfrm>
            <a:off x="303094" y="2355125"/>
            <a:ext cx="3645169" cy="1529475"/>
            <a:chOff x="125981" y="2355125"/>
            <a:chExt cx="3645169" cy="1529475"/>
          </a:xfrm>
        </p:grpSpPr>
        <p:grpSp>
          <p:nvGrpSpPr>
            <p:cNvPr id="1655" name="Google Shape;1655;p133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56" name="Google Shape;1656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57" name="Google Shape;1657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58" name="Google Shape;1658;p133"/>
            <p:cNvSpPr txBox="1"/>
            <p:nvPr/>
          </p:nvSpPr>
          <p:spPr>
            <a:xfrm>
              <a:off x="2369250" y="2574225"/>
              <a:ext cx="1401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9" name="Google Shape;1659;p133"/>
            <p:cNvSpPr txBox="1"/>
            <p:nvPr/>
          </p:nvSpPr>
          <p:spPr>
            <a:xfrm>
              <a:off x="2383975" y="3181550"/>
              <a:ext cx="1348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0" name="Google Shape;1660;p133"/>
            <p:cNvSpPr txBox="1"/>
            <p:nvPr/>
          </p:nvSpPr>
          <p:spPr>
            <a:xfrm>
              <a:off x="1375627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1" name="Google Shape;1661;p133"/>
            <p:cNvSpPr txBox="1"/>
            <p:nvPr/>
          </p:nvSpPr>
          <p:spPr>
            <a:xfrm>
              <a:off x="803579" y="3511032"/>
              <a:ext cx="6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2" name="Google Shape;1662;p133"/>
            <p:cNvSpPr txBox="1"/>
            <p:nvPr/>
          </p:nvSpPr>
          <p:spPr>
            <a:xfrm>
              <a:off x="1951629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63" name="Google Shape;1663;p133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64" name="Google Shape;1664;p133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65" name="Google Shape;1665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66" name="Google Shape;1666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7" name="Google Shape;1667;p133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68" name="Google Shape;1668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69" name="Google Shape;1669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0" name="Google Shape;1670;p133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71" name="Google Shape;1671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72" name="Google Shape;1672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73" name="Google Shape;1673;p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3240" y="2739825"/>
              <a:ext cx="1348465" cy="566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74" name="Google Shape;1674;p133"/>
            <p:cNvCxnSpPr>
              <a:endCxn id="1658" idx="1"/>
            </p:cNvCxnSpPr>
            <p:nvPr/>
          </p:nvCxnSpPr>
          <p:spPr>
            <a:xfrm>
              <a:off x="268350" y="271747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5" name="Google Shape;1675;p133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676" name="Google Shape;1676;p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981" y="2355125"/>
              <a:ext cx="253500" cy="1190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7" name="Google Shape;1677;p133"/>
          <p:cNvGrpSpPr/>
          <p:nvPr/>
        </p:nvGrpSpPr>
        <p:grpSpPr>
          <a:xfrm>
            <a:off x="3274894" y="2160000"/>
            <a:ext cx="3645169" cy="1724600"/>
            <a:chOff x="125981" y="2160000"/>
            <a:chExt cx="3645169" cy="1724600"/>
          </a:xfrm>
        </p:grpSpPr>
        <p:grpSp>
          <p:nvGrpSpPr>
            <p:cNvPr id="1678" name="Google Shape;1678;p133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79" name="Google Shape;1679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80" name="Google Shape;1680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1" name="Google Shape;1681;p133"/>
            <p:cNvSpPr txBox="1"/>
            <p:nvPr/>
          </p:nvSpPr>
          <p:spPr>
            <a:xfrm>
              <a:off x="2369250" y="2574225"/>
              <a:ext cx="1401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2" name="Google Shape;1682;p133"/>
            <p:cNvSpPr txBox="1"/>
            <p:nvPr/>
          </p:nvSpPr>
          <p:spPr>
            <a:xfrm>
              <a:off x="2383975" y="3181550"/>
              <a:ext cx="1348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3" name="Google Shape;1683;p133"/>
            <p:cNvSpPr txBox="1"/>
            <p:nvPr/>
          </p:nvSpPr>
          <p:spPr>
            <a:xfrm>
              <a:off x="838018" y="21600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4" name="Google Shape;1684;p133"/>
            <p:cNvSpPr txBox="1"/>
            <p:nvPr/>
          </p:nvSpPr>
          <p:spPr>
            <a:xfrm>
              <a:off x="1375627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5" name="Google Shape;1685;p133"/>
            <p:cNvSpPr txBox="1"/>
            <p:nvPr/>
          </p:nvSpPr>
          <p:spPr>
            <a:xfrm>
              <a:off x="803579" y="3511032"/>
              <a:ext cx="6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133"/>
            <p:cNvSpPr txBox="1"/>
            <p:nvPr/>
          </p:nvSpPr>
          <p:spPr>
            <a:xfrm>
              <a:off x="1411313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133"/>
            <p:cNvSpPr txBox="1"/>
            <p:nvPr/>
          </p:nvSpPr>
          <p:spPr>
            <a:xfrm>
              <a:off x="1987316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8" name="Google Shape;1688;p133"/>
            <p:cNvSpPr txBox="1"/>
            <p:nvPr/>
          </p:nvSpPr>
          <p:spPr>
            <a:xfrm>
              <a:off x="1951629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9" name="Google Shape;1689;p133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90" name="Google Shape;1690;p133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91" name="Google Shape;1691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92" name="Google Shape;1692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3" name="Google Shape;1693;p133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94" name="Google Shape;1694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95" name="Google Shape;1695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6" name="Google Shape;1696;p133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1697" name="Google Shape;1697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98" name="Google Shape;1698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99" name="Google Shape;1699;p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3240" y="2739825"/>
              <a:ext cx="1348465" cy="566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00" name="Google Shape;1700;p133"/>
            <p:cNvCxnSpPr>
              <a:endCxn id="1681" idx="1"/>
            </p:cNvCxnSpPr>
            <p:nvPr/>
          </p:nvCxnSpPr>
          <p:spPr>
            <a:xfrm>
              <a:off x="268350" y="271747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01" name="Google Shape;1701;p133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702" name="Google Shape;1702;p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981" y="2355125"/>
              <a:ext cx="253500" cy="11907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703" name="Google Shape;1703;p133"/>
          <p:cNvGraphicFramePr/>
          <p:nvPr/>
        </p:nvGraphicFramePr>
        <p:xfrm>
          <a:off x="3405725" y="12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654000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rgbClr val="606C7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🔴</a:t>
                      </a:r>
                      <a:endParaRPr sz="3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4" name="Google Shape;1704;p133"/>
          <p:cNvGraphicFramePr/>
          <p:nvPr/>
        </p:nvGraphicFramePr>
        <p:xfrm>
          <a:off x="6528425" y="12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623125"/>
                <a:gridCol w="62312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rgbClr val="606C7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🔴</a:t>
                      </a:r>
                      <a:endParaRPr sz="3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05" name="Google Shape;1705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496" y="41839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33"/>
          <p:cNvSpPr/>
          <p:nvPr/>
        </p:nvSpPr>
        <p:spPr>
          <a:xfrm>
            <a:off x="814704" y="2102836"/>
            <a:ext cx="437700" cy="444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33"/>
          <p:cNvSpPr/>
          <p:nvPr/>
        </p:nvSpPr>
        <p:spPr>
          <a:xfrm>
            <a:off x="850847" y="3474436"/>
            <a:ext cx="437700" cy="444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8" name="Google Shape;1708;p133"/>
          <p:cNvGraphicFramePr/>
          <p:nvPr/>
        </p:nvGraphicFramePr>
        <p:xfrm>
          <a:off x="1011713" y="12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625150"/>
                <a:gridCol w="625150"/>
                <a:gridCol w="625150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9" name="Google Shape;1709;p133"/>
          <p:cNvGraphicFramePr/>
          <p:nvPr/>
        </p:nvGraphicFramePr>
        <p:xfrm>
          <a:off x="4024475" y="12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683325"/>
                <a:gridCol w="68332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0" name="Google Shape;1710;p133"/>
          <p:cNvSpPr/>
          <p:nvPr/>
        </p:nvSpPr>
        <p:spPr>
          <a:xfrm>
            <a:off x="3822122" y="2102836"/>
            <a:ext cx="437700" cy="444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33"/>
          <p:cNvSpPr/>
          <p:nvPr/>
        </p:nvSpPr>
        <p:spPr>
          <a:xfrm>
            <a:off x="3822122" y="3474436"/>
            <a:ext cx="437700" cy="444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12" name="Google Shape;1712;p133"/>
          <p:cNvGraphicFramePr/>
          <p:nvPr/>
        </p:nvGraphicFramePr>
        <p:xfrm>
          <a:off x="7774675" y="12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556950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3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3" name="Google Shape;1713;p133"/>
          <p:cNvSpPr/>
          <p:nvPr/>
        </p:nvSpPr>
        <p:spPr>
          <a:xfrm>
            <a:off x="6946322" y="2102836"/>
            <a:ext cx="437700" cy="444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33"/>
          <p:cNvSpPr/>
          <p:nvPr/>
        </p:nvSpPr>
        <p:spPr>
          <a:xfrm>
            <a:off x="6946322" y="3474436"/>
            <a:ext cx="437700" cy="444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5" name="Google Shape;1715;p133"/>
          <p:cNvGrpSpPr/>
          <p:nvPr/>
        </p:nvGrpSpPr>
        <p:grpSpPr>
          <a:xfrm>
            <a:off x="975074" y="2160000"/>
            <a:ext cx="1406713" cy="338700"/>
            <a:chOff x="797961" y="2160000"/>
            <a:chExt cx="1406713" cy="338700"/>
          </a:xfrm>
        </p:grpSpPr>
        <p:sp>
          <p:nvSpPr>
            <p:cNvPr id="1716" name="Google Shape;1716;p133"/>
            <p:cNvSpPr txBox="1"/>
            <p:nvPr/>
          </p:nvSpPr>
          <p:spPr>
            <a:xfrm>
              <a:off x="797961" y="21600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133"/>
            <p:cNvSpPr txBox="1"/>
            <p:nvPr/>
          </p:nvSpPr>
          <p:spPr>
            <a:xfrm>
              <a:off x="1375171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133"/>
            <p:cNvSpPr txBox="1"/>
            <p:nvPr/>
          </p:nvSpPr>
          <p:spPr>
            <a:xfrm>
              <a:off x="1951173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9" name="Google Shape;1719;p133"/>
          <p:cNvGrpSpPr/>
          <p:nvPr/>
        </p:nvGrpSpPr>
        <p:grpSpPr>
          <a:xfrm>
            <a:off x="6373351" y="2160000"/>
            <a:ext cx="3645169" cy="1724600"/>
            <a:chOff x="125981" y="2160000"/>
            <a:chExt cx="3645169" cy="1724600"/>
          </a:xfrm>
        </p:grpSpPr>
        <p:grpSp>
          <p:nvGrpSpPr>
            <p:cNvPr id="1720" name="Google Shape;1720;p133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1721" name="Google Shape;1721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2" name="Google Shape;1722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3" name="Google Shape;1723;p133"/>
            <p:cNvSpPr txBox="1"/>
            <p:nvPr/>
          </p:nvSpPr>
          <p:spPr>
            <a:xfrm>
              <a:off x="2369250" y="2574225"/>
              <a:ext cx="1401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4" name="Google Shape;1724;p133"/>
            <p:cNvSpPr txBox="1"/>
            <p:nvPr/>
          </p:nvSpPr>
          <p:spPr>
            <a:xfrm>
              <a:off x="2383975" y="3181550"/>
              <a:ext cx="1348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5" name="Google Shape;1725;p133"/>
            <p:cNvSpPr txBox="1"/>
            <p:nvPr/>
          </p:nvSpPr>
          <p:spPr>
            <a:xfrm>
              <a:off x="838018" y="21600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6" name="Google Shape;1726;p133"/>
            <p:cNvSpPr txBox="1"/>
            <p:nvPr/>
          </p:nvSpPr>
          <p:spPr>
            <a:xfrm>
              <a:off x="1375627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7" name="Google Shape;1727;p133"/>
            <p:cNvSpPr txBox="1"/>
            <p:nvPr/>
          </p:nvSpPr>
          <p:spPr>
            <a:xfrm>
              <a:off x="803579" y="3511032"/>
              <a:ext cx="6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8" name="Google Shape;1728;p133"/>
            <p:cNvSpPr txBox="1"/>
            <p:nvPr/>
          </p:nvSpPr>
          <p:spPr>
            <a:xfrm>
              <a:off x="1411313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9" name="Google Shape;1729;p133"/>
            <p:cNvSpPr txBox="1"/>
            <p:nvPr/>
          </p:nvSpPr>
          <p:spPr>
            <a:xfrm>
              <a:off x="1987316" y="2160000"/>
              <a:ext cx="25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0" name="Google Shape;1730;p133"/>
            <p:cNvSpPr txBox="1"/>
            <p:nvPr/>
          </p:nvSpPr>
          <p:spPr>
            <a:xfrm>
              <a:off x="1951629" y="3545900"/>
              <a:ext cx="19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1" name="Google Shape;1731;p133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32" name="Google Shape;1732;p133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1733" name="Google Shape;1733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4" name="Google Shape;1734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5" name="Google Shape;1735;p133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1736" name="Google Shape;1736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7" name="Google Shape;1737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8" name="Google Shape;1738;p133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1739" name="Google Shape;1739;p13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0" name="Google Shape;1740;p13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741" name="Google Shape;1741;p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3240" y="2739825"/>
              <a:ext cx="1348465" cy="566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42" name="Google Shape;1742;p133"/>
            <p:cNvCxnSpPr>
              <a:endCxn id="1723" idx="1"/>
            </p:cNvCxnSpPr>
            <p:nvPr/>
          </p:nvCxnSpPr>
          <p:spPr>
            <a:xfrm>
              <a:off x="268350" y="271747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43" name="Google Shape;1743;p133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744" name="Google Shape;1744;p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981" y="2355125"/>
              <a:ext cx="253500" cy="1190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blanks.</a:t>
            </a:r>
            <a:endParaRPr/>
          </a:p>
        </p:txBody>
      </p:sp>
      <p:sp>
        <p:nvSpPr>
          <p:cNvPr id="1750" name="Google Shape;1750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751" name="Google Shape;1751;p134"/>
          <p:cNvSpPr txBox="1"/>
          <p:nvPr/>
        </p:nvSpPr>
        <p:spPr>
          <a:xfrm>
            <a:off x="380375" y="1597500"/>
            <a:ext cx="814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“For every 2 red, there are 5 green.”</a:t>
            </a:r>
            <a:endParaRPr/>
          </a:p>
        </p:txBody>
      </p:sp>
      <p:grpSp>
        <p:nvGrpSpPr>
          <p:cNvPr id="1752" name="Google Shape;1752;p134"/>
          <p:cNvGrpSpPr/>
          <p:nvPr/>
        </p:nvGrpSpPr>
        <p:grpSpPr>
          <a:xfrm>
            <a:off x="4949988" y="2955575"/>
            <a:ext cx="63300" cy="1000200"/>
            <a:chOff x="941713" y="3767150"/>
            <a:chExt cx="63300" cy="1000200"/>
          </a:xfrm>
        </p:grpSpPr>
        <p:cxnSp>
          <p:nvCxnSpPr>
            <p:cNvPr id="1753" name="Google Shape;1753;p134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4" name="Google Shape;1754;p134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5" name="Google Shape;1755;p134"/>
          <p:cNvSpPr txBox="1"/>
          <p:nvPr/>
        </p:nvSpPr>
        <p:spPr>
          <a:xfrm>
            <a:off x="6807575" y="2996025"/>
            <a:ext cx="180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Red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(s)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34"/>
          <p:cNvSpPr txBox="1"/>
          <p:nvPr/>
        </p:nvSpPr>
        <p:spPr>
          <a:xfrm>
            <a:off x="6836774" y="3603350"/>
            <a:ext cx="156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Green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(s)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34"/>
          <p:cNvSpPr txBox="1"/>
          <p:nvPr/>
        </p:nvSpPr>
        <p:spPr>
          <a:xfrm>
            <a:off x="3769050" y="258180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34"/>
          <p:cNvSpPr txBox="1"/>
          <p:nvPr/>
        </p:nvSpPr>
        <p:spPr>
          <a:xfrm>
            <a:off x="4835862" y="396770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34"/>
          <p:cNvSpPr txBox="1"/>
          <p:nvPr/>
        </p:nvSpPr>
        <p:spPr>
          <a:xfrm>
            <a:off x="3700709" y="3932832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134"/>
          <p:cNvSpPr txBox="1"/>
          <p:nvPr/>
        </p:nvSpPr>
        <p:spPr>
          <a:xfrm>
            <a:off x="4906678" y="2544050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34"/>
          <p:cNvSpPr txBox="1"/>
          <p:nvPr/>
        </p:nvSpPr>
        <p:spPr>
          <a:xfrm>
            <a:off x="477625" y="2553163"/>
            <a:ext cx="162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34"/>
          <p:cNvSpPr txBox="1"/>
          <p:nvPr/>
        </p:nvSpPr>
        <p:spPr>
          <a:xfrm>
            <a:off x="6049678" y="2544050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34"/>
          <p:cNvSpPr txBox="1"/>
          <p:nvPr/>
        </p:nvSpPr>
        <p:spPr>
          <a:xfrm>
            <a:off x="5978862" y="396770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34"/>
          <p:cNvSpPr txBox="1"/>
          <p:nvPr/>
        </p:nvSpPr>
        <p:spPr>
          <a:xfrm>
            <a:off x="477625" y="2553163"/>
            <a:ext cx="162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5" name="Google Shape;1765;p134"/>
          <p:cNvGraphicFramePr/>
          <p:nvPr/>
        </p:nvGraphicFramePr>
        <p:xfrm>
          <a:off x="324000" y="294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Red(s)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Green(s)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766" name="Google Shape;1766;p134"/>
          <p:cNvGrpSpPr/>
          <p:nvPr/>
        </p:nvGrpSpPr>
        <p:grpSpPr>
          <a:xfrm>
            <a:off x="2621369" y="2760450"/>
            <a:ext cx="4093082" cy="1357500"/>
            <a:chOff x="2621369" y="2760450"/>
            <a:chExt cx="4093082" cy="1357500"/>
          </a:xfrm>
        </p:grpSpPr>
        <p:grpSp>
          <p:nvGrpSpPr>
            <p:cNvPr id="1767" name="Google Shape;1767;p134"/>
            <p:cNvGrpSpPr/>
            <p:nvPr/>
          </p:nvGrpSpPr>
          <p:grpSpPr>
            <a:xfrm>
              <a:off x="2621369" y="2760450"/>
              <a:ext cx="4093082" cy="1357500"/>
              <a:chOff x="441900" y="3572013"/>
              <a:chExt cx="3074500" cy="1357500"/>
            </a:xfrm>
          </p:grpSpPr>
          <p:cxnSp>
            <p:nvCxnSpPr>
              <p:cNvPr id="1768" name="Google Shape;1768;p134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9" name="Google Shape;1769;p134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770" name="Google Shape;1770;p134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771" name="Google Shape;1771;p134"/>
            <p:cNvGrpSpPr/>
            <p:nvPr/>
          </p:nvGrpSpPr>
          <p:grpSpPr>
            <a:xfrm>
              <a:off x="3806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772" name="Google Shape;1772;p13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73" name="Google Shape;1773;p13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4" name="Google Shape;1774;p134"/>
            <p:cNvGrpSpPr/>
            <p:nvPr/>
          </p:nvGrpSpPr>
          <p:grpSpPr>
            <a:xfrm>
              <a:off x="6092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775" name="Google Shape;1775;p13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76" name="Google Shape;1776;p13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7" name="Google Shape;1777;p134"/>
            <p:cNvGrpSpPr/>
            <p:nvPr/>
          </p:nvGrpSpPr>
          <p:grpSpPr>
            <a:xfrm>
              <a:off x="4949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778" name="Google Shape;1778;p13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79" name="Google Shape;1779;p13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80" name="Google Shape;1780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0975" y="3161625"/>
            <a:ext cx="2675850" cy="5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134"/>
          <p:cNvSpPr/>
          <p:nvPr/>
        </p:nvSpPr>
        <p:spPr>
          <a:xfrm>
            <a:off x="3629356" y="3974225"/>
            <a:ext cx="396600" cy="349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34"/>
          <p:cNvSpPr/>
          <p:nvPr/>
        </p:nvSpPr>
        <p:spPr>
          <a:xfrm>
            <a:off x="4804106" y="4002000"/>
            <a:ext cx="396600" cy="349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34"/>
          <p:cNvSpPr/>
          <p:nvPr/>
        </p:nvSpPr>
        <p:spPr>
          <a:xfrm>
            <a:off x="5947106" y="4002000"/>
            <a:ext cx="396600" cy="349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34"/>
          <p:cNvSpPr/>
          <p:nvPr/>
        </p:nvSpPr>
        <p:spPr>
          <a:xfrm>
            <a:off x="4783356" y="2560150"/>
            <a:ext cx="396600" cy="349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34"/>
          <p:cNvSpPr/>
          <p:nvPr/>
        </p:nvSpPr>
        <p:spPr>
          <a:xfrm>
            <a:off x="5907031" y="2572400"/>
            <a:ext cx="396600" cy="349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34"/>
          <p:cNvSpPr/>
          <p:nvPr/>
        </p:nvSpPr>
        <p:spPr>
          <a:xfrm>
            <a:off x="5601600" y="1712975"/>
            <a:ext cx="294000" cy="349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35"/>
          <p:cNvSpPr txBox="1"/>
          <p:nvPr>
            <p:ph idx="1" type="body"/>
          </p:nvPr>
        </p:nvSpPr>
        <p:spPr>
          <a:xfrm>
            <a:off x="324000" y="759300"/>
            <a:ext cx="8237700" cy="24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Lucas is given this ratio table and draws a double number line.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grpSp>
        <p:nvGrpSpPr>
          <p:cNvPr id="1793" name="Google Shape;1793;p135"/>
          <p:cNvGrpSpPr/>
          <p:nvPr/>
        </p:nvGrpSpPr>
        <p:grpSpPr>
          <a:xfrm>
            <a:off x="5726263" y="1704500"/>
            <a:ext cx="63300" cy="1000200"/>
            <a:chOff x="941713" y="3767150"/>
            <a:chExt cx="63300" cy="1000200"/>
          </a:xfrm>
        </p:grpSpPr>
        <p:cxnSp>
          <p:nvCxnSpPr>
            <p:cNvPr id="1794" name="Google Shape;1794;p135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5" name="Google Shape;1795;p135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6" name="Google Shape;1796;p135"/>
          <p:cNvSpPr txBox="1"/>
          <p:nvPr/>
        </p:nvSpPr>
        <p:spPr>
          <a:xfrm>
            <a:off x="7583850" y="1744950"/>
            <a:ext cx="180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35"/>
          <p:cNvSpPr txBox="1"/>
          <p:nvPr/>
        </p:nvSpPr>
        <p:spPr>
          <a:xfrm>
            <a:off x="7613049" y="2352275"/>
            <a:ext cx="156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35"/>
          <p:cNvSpPr txBox="1"/>
          <p:nvPr/>
        </p:nvSpPr>
        <p:spPr>
          <a:xfrm>
            <a:off x="4545325" y="1330725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35"/>
          <p:cNvSpPr txBox="1"/>
          <p:nvPr/>
        </p:nvSpPr>
        <p:spPr>
          <a:xfrm>
            <a:off x="5612137" y="2716625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35"/>
          <p:cNvSpPr txBox="1"/>
          <p:nvPr/>
        </p:nvSpPr>
        <p:spPr>
          <a:xfrm>
            <a:off x="4476978" y="2681750"/>
            <a:ext cx="3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35"/>
          <p:cNvSpPr txBox="1"/>
          <p:nvPr/>
        </p:nvSpPr>
        <p:spPr>
          <a:xfrm>
            <a:off x="5682953" y="1330725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35"/>
          <p:cNvSpPr txBox="1"/>
          <p:nvPr/>
        </p:nvSpPr>
        <p:spPr>
          <a:xfrm>
            <a:off x="6825953" y="1330725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35"/>
          <p:cNvSpPr txBox="1"/>
          <p:nvPr/>
        </p:nvSpPr>
        <p:spPr>
          <a:xfrm>
            <a:off x="6755137" y="2716625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4" name="Google Shape;1804;p135"/>
          <p:cNvGraphicFramePr/>
          <p:nvPr/>
        </p:nvGraphicFramePr>
        <p:xfrm>
          <a:off x="772163" y="170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805" name="Google Shape;1805;p135"/>
          <p:cNvGrpSpPr/>
          <p:nvPr/>
        </p:nvGrpSpPr>
        <p:grpSpPr>
          <a:xfrm>
            <a:off x="3397644" y="1509375"/>
            <a:ext cx="4093082" cy="1357500"/>
            <a:chOff x="2621369" y="2760450"/>
            <a:chExt cx="4093082" cy="1357500"/>
          </a:xfrm>
        </p:grpSpPr>
        <p:grpSp>
          <p:nvGrpSpPr>
            <p:cNvPr id="1806" name="Google Shape;1806;p135"/>
            <p:cNvGrpSpPr/>
            <p:nvPr/>
          </p:nvGrpSpPr>
          <p:grpSpPr>
            <a:xfrm>
              <a:off x="2621369" y="2760450"/>
              <a:ext cx="4093082" cy="1357500"/>
              <a:chOff x="441900" y="3572013"/>
              <a:chExt cx="3074500" cy="1357500"/>
            </a:xfrm>
          </p:grpSpPr>
          <p:cxnSp>
            <p:nvCxnSpPr>
              <p:cNvPr id="1807" name="Google Shape;1807;p135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8" name="Google Shape;1808;p135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809" name="Google Shape;1809;p135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810" name="Google Shape;1810;p135"/>
            <p:cNvGrpSpPr/>
            <p:nvPr/>
          </p:nvGrpSpPr>
          <p:grpSpPr>
            <a:xfrm>
              <a:off x="3806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811" name="Google Shape;1811;p135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12" name="Google Shape;1812;p13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3" name="Google Shape;1813;p135"/>
            <p:cNvGrpSpPr/>
            <p:nvPr/>
          </p:nvGrpSpPr>
          <p:grpSpPr>
            <a:xfrm>
              <a:off x="6092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814" name="Google Shape;1814;p135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15" name="Google Shape;1815;p13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6" name="Google Shape;1816;p135"/>
            <p:cNvGrpSpPr/>
            <p:nvPr/>
          </p:nvGrpSpPr>
          <p:grpSpPr>
            <a:xfrm>
              <a:off x="4949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817" name="Google Shape;1817;p135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18" name="Google Shape;1818;p13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819" name="Google Shape;1819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250" y="1910550"/>
            <a:ext cx="2675850" cy="5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35"/>
          <p:cNvSpPr txBox="1"/>
          <p:nvPr/>
        </p:nvSpPr>
        <p:spPr>
          <a:xfrm>
            <a:off x="368525" y="3394200"/>
            <a:ext cx="5335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did Lucas make his mistakes?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35"/>
          <p:cNvSpPr txBox="1"/>
          <p:nvPr/>
        </p:nvSpPr>
        <p:spPr>
          <a:xfrm>
            <a:off x="368525" y="3775200"/>
            <a:ext cx="8146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line must start from 0 and the scale for each line must be consistent.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has added 1 to each part. Ratio is multiplicative, not additive.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2" name="Google Shape;1822;p135"/>
          <p:cNvSpPr txBox="1"/>
          <p:nvPr/>
        </p:nvSpPr>
        <p:spPr>
          <a:xfrm>
            <a:off x="368525" y="4384800"/>
            <a:ext cx="8237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correct double number line of the ratio given.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36"/>
          <p:cNvSpPr txBox="1"/>
          <p:nvPr>
            <p:ph idx="1" type="body"/>
          </p:nvPr>
        </p:nvSpPr>
        <p:spPr>
          <a:xfrm>
            <a:off x="324000" y="759300"/>
            <a:ext cx="8237700" cy="24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Lucas is given this ratio table and draws a double number line.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grpSp>
        <p:nvGrpSpPr>
          <p:cNvPr id="1829" name="Google Shape;1829;p136"/>
          <p:cNvGrpSpPr/>
          <p:nvPr/>
        </p:nvGrpSpPr>
        <p:grpSpPr>
          <a:xfrm>
            <a:off x="5726263" y="1704500"/>
            <a:ext cx="63300" cy="1000200"/>
            <a:chOff x="941713" y="3767150"/>
            <a:chExt cx="63300" cy="1000200"/>
          </a:xfrm>
        </p:grpSpPr>
        <p:cxnSp>
          <p:nvCxnSpPr>
            <p:cNvPr id="1830" name="Google Shape;1830;p136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1" name="Google Shape;1831;p136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2" name="Google Shape;1832;p136"/>
          <p:cNvSpPr txBox="1"/>
          <p:nvPr/>
        </p:nvSpPr>
        <p:spPr>
          <a:xfrm>
            <a:off x="7583850" y="1744950"/>
            <a:ext cx="180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36"/>
          <p:cNvSpPr txBox="1"/>
          <p:nvPr/>
        </p:nvSpPr>
        <p:spPr>
          <a:xfrm>
            <a:off x="7613049" y="2352275"/>
            <a:ext cx="156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36"/>
          <p:cNvSpPr txBox="1"/>
          <p:nvPr/>
        </p:nvSpPr>
        <p:spPr>
          <a:xfrm>
            <a:off x="4545325" y="1330725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36"/>
          <p:cNvSpPr txBox="1"/>
          <p:nvPr/>
        </p:nvSpPr>
        <p:spPr>
          <a:xfrm>
            <a:off x="5612137" y="268175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36"/>
          <p:cNvSpPr txBox="1"/>
          <p:nvPr/>
        </p:nvSpPr>
        <p:spPr>
          <a:xfrm>
            <a:off x="4476978" y="2681750"/>
            <a:ext cx="3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36"/>
          <p:cNvSpPr txBox="1"/>
          <p:nvPr/>
        </p:nvSpPr>
        <p:spPr>
          <a:xfrm>
            <a:off x="5658319" y="1317609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36"/>
          <p:cNvSpPr txBox="1"/>
          <p:nvPr/>
        </p:nvSpPr>
        <p:spPr>
          <a:xfrm>
            <a:off x="6766175" y="1301186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36"/>
          <p:cNvSpPr txBox="1"/>
          <p:nvPr/>
        </p:nvSpPr>
        <p:spPr>
          <a:xfrm>
            <a:off x="6755137" y="268175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0" name="Google Shape;1840;p136"/>
          <p:cNvGraphicFramePr/>
          <p:nvPr/>
        </p:nvGraphicFramePr>
        <p:xfrm>
          <a:off x="772163" y="170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841" name="Google Shape;1841;p136"/>
          <p:cNvGrpSpPr/>
          <p:nvPr/>
        </p:nvGrpSpPr>
        <p:grpSpPr>
          <a:xfrm>
            <a:off x="3397644" y="1509375"/>
            <a:ext cx="4093082" cy="1357500"/>
            <a:chOff x="2621369" y="2760450"/>
            <a:chExt cx="4093082" cy="1357500"/>
          </a:xfrm>
        </p:grpSpPr>
        <p:grpSp>
          <p:nvGrpSpPr>
            <p:cNvPr id="1842" name="Google Shape;1842;p136"/>
            <p:cNvGrpSpPr/>
            <p:nvPr/>
          </p:nvGrpSpPr>
          <p:grpSpPr>
            <a:xfrm>
              <a:off x="2621369" y="2760450"/>
              <a:ext cx="4093082" cy="1357500"/>
              <a:chOff x="441900" y="3572013"/>
              <a:chExt cx="3074500" cy="1357500"/>
            </a:xfrm>
          </p:grpSpPr>
          <p:cxnSp>
            <p:nvCxnSpPr>
              <p:cNvPr id="1843" name="Google Shape;1843;p136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4" name="Google Shape;1844;p136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845" name="Google Shape;1845;p136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846" name="Google Shape;1846;p136"/>
            <p:cNvGrpSpPr/>
            <p:nvPr/>
          </p:nvGrpSpPr>
          <p:grpSpPr>
            <a:xfrm>
              <a:off x="3806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847" name="Google Shape;1847;p136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48" name="Google Shape;1848;p13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9" name="Google Shape;1849;p136"/>
            <p:cNvGrpSpPr/>
            <p:nvPr/>
          </p:nvGrpSpPr>
          <p:grpSpPr>
            <a:xfrm>
              <a:off x="6092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850" name="Google Shape;1850;p136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51" name="Google Shape;1851;p13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2" name="Google Shape;1852;p136"/>
            <p:cNvGrpSpPr/>
            <p:nvPr/>
          </p:nvGrpSpPr>
          <p:grpSpPr>
            <a:xfrm>
              <a:off x="4949988" y="2955575"/>
              <a:ext cx="63300" cy="1000200"/>
              <a:chOff x="941713" y="3767150"/>
              <a:chExt cx="63300" cy="1000200"/>
            </a:xfrm>
          </p:grpSpPr>
          <p:cxnSp>
            <p:nvCxnSpPr>
              <p:cNvPr id="1853" name="Google Shape;1853;p136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54" name="Google Shape;1854;p13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855" name="Google Shape;1855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250" y="1910550"/>
            <a:ext cx="2675850" cy="5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36"/>
          <p:cNvSpPr txBox="1"/>
          <p:nvPr/>
        </p:nvSpPr>
        <p:spPr>
          <a:xfrm>
            <a:off x="498600" y="3454450"/>
            <a:ext cx="8146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A, using this ratio, we are increasing A 2 each time starting from 0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7" name="Google Shape;1857;p136"/>
          <p:cNvSpPr/>
          <p:nvPr/>
        </p:nvSpPr>
        <p:spPr>
          <a:xfrm>
            <a:off x="1116728" y="2192384"/>
            <a:ext cx="396600" cy="4041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36"/>
          <p:cNvSpPr/>
          <p:nvPr/>
        </p:nvSpPr>
        <p:spPr>
          <a:xfrm>
            <a:off x="2208161" y="2192384"/>
            <a:ext cx="396600" cy="4041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36"/>
          <p:cNvSpPr txBox="1"/>
          <p:nvPr/>
        </p:nvSpPr>
        <p:spPr>
          <a:xfrm>
            <a:off x="498600" y="3911650"/>
            <a:ext cx="8146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B, using this ratio, we are increasing B 11 each time starting from 0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37"/>
          <p:cNvSpPr txBox="1"/>
          <p:nvPr>
            <p:ph idx="1" type="subTitle"/>
          </p:nvPr>
        </p:nvSpPr>
        <p:spPr>
          <a:xfrm>
            <a:off x="261625" y="733800"/>
            <a:ext cx="43725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double number line converting kg into lbs.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Fill in the blanks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Amount in kg × 2.2  = </a:t>
            </a:r>
            <a:r>
              <a:rPr lang="en-GB"/>
              <a:t>Amount in </a:t>
            </a:r>
            <a:r>
              <a:rPr lang="en-GB"/>
              <a:t>lbs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For every kg, there are 2.2   lbs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40 kg =  88   lbs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3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grpSp>
        <p:nvGrpSpPr>
          <p:cNvPr id="1866" name="Google Shape;1866;p137"/>
          <p:cNvGrpSpPr/>
          <p:nvPr/>
        </p:nvGrpSpPr>
        <p:grpSpPr>
          <a:xfrm>
            <a:off x="1068647" y="1398000"/>
            <a:ext cx="3641617" cy="1687544"/>
            <a:chOff x="1068647" y="1398000"/>
            <a:chExt cx="3641617" cy="1687544"/>
          </a:xfrm>
        </p:grpSpPr>
        <p:grpSp>
          <p:nvGrpSpPr>
            <p:cNvPr id="1867" name="Google Shape;1867;p137"/>
            <p:cNvGrpSpPr/>
            <p:nvPr/>
          </p:nvGrpSpPr>
          <p:grpSpPr>
            <a:xfrm>
              <a:off x="1171164" y="1398000"/>
              <a:ext cx="3539100" cy="1687544"/>
              <a:chOff x="232050" y="2160000"/>
              <a:chExt cx="3539100" cy="1687544"/>
            </a:xfrm>
          </p:grpSpPr>
          <p:grpSp>
            <p:nvGrpSpPr>
              <p:cNvPr id="1868" name="Google Shape;1868;p137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69" name="Google Shape;1869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70" name="Google Shape;1870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71" name="Google Shape;1871;p137"/>
              <p:cNvSpPr txBox="1"/>
              <p:nvPr/>
            </p:nvSpPr>
            <p:spPr>
              <a:xfrm>
                <a:off x="23692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kg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2" name="Google Shape;1872;p137"/>
              <p:cNvSpPr txBox="1"/>
              <p:nvPr/>
            </p:nvSpPr>
            <p:spPr>
              <a:xfrm>
                <a:off x="2383975" y="3181550"/>
                <a:ext cx="1348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lbs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3" name="Google Shape;1873;p137"/>
              <p:cNvSpPr txBox="1"/>
              <p:nvPr/>
            </p:nvSpPr>
            <p:spPr>
              <a:xfrm>
                <a:off x="8380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4" name="Google Shape;1874;p137"/>
              <p:cNvSpPr txBox="1"/>
              <p:nvPr/>
            </p:nvSpPr>
            <p:spPr>
              <a:xfrm>
                <a:off x="12522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4.4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5" name="Google Shape;1875;p137"/>
              <p:cNvSpPr txBox="1"/>
              <p:nvPr/>
            </p:nvSpPr>
            <p:spPr>
              <a:xfrm>
                <a:off x="6200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2.2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6" name="Google Shape;1876;p137"/>
              <p:cNvSpPr txBox="1"/>
              <p:nvPr/>
            </p:nvSpPr>
            <p:spPr>
              <a:xfrm>
                <a:off x="14113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7" name="Google Shape;1877;p137"/>
              <p:cNvSpPr txBox="1"/>
              <p:nvPr/>
            </p:nvSpPr>
            <p:spPr>
              <a:xfrm>
                <a:off x="19873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8" name="Google Shape;1878;p137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3.3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879" name="Google Shape;1879;p137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880" name="Google Shape;1880;p137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81" name="Google Shape;1881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82" name="Google Shape;1882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83" name="Google Shape;1883;p137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84" name="Google Shape;1884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85" name="Google Shape;1885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86" name="Google Shape;1886;p137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87" name="Google Shape;1887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88" name="Google Shape;1888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889" name="Google Shape;1889;p137"/>
              <p:cNvCxnSpPr>
                <a:endCxn id="1871" idx="1"/>
              </p:cNvCxnSpPr>
              <p:nvPr/>
            </p:nvCxnSpPr>
            <p:spPr>
              <a:xfrm>
                <a:off x="2683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890" name="Google Shape;1890;p137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91" name="Google Shape;1891;p137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2" name="Google Shape;1892;p137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3" name="Google Shape;1893;p137"/>
          <p:cNvSpPr txBox="1"/>
          <p:nvPr>
            <p:ph idx="1" type="subTitle"/>
          </p:nvPr>
        </p:nvSpPr>
        <p:spPr>
          <a:xfrm>
            <a:off x="4710275" y="733800"/>
            <a:ext cx="41418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double number line converting £ into $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Fill in the blanks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/>
              <a:t>Amount £ ×  1.5   = Amount $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For every £1 there are $ 1.5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£80 = $ 120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894" name="Google Shape;1894;p137"/>
          <p:cNvGrpSpPr/>
          <p:nvPr/>
        </p:nvGrpSpPr>
        <p:grpSpPr>
          <a:xfrm>
            <a:off x="5441097" y="1398000"/>
            <a:ext cx="3641617" cy="1687544"/>
            <a:chOff x="1068647" y="1398000"/>
            <a:chExt cx="3641617" cy="1687544"/>
          </a:xfrm>
        </p:grpSpPr>
        <p:grpSp>
          <p:nvGrpSpPr>
            <p:cNvPr id="1895" name="Google Shape;1895;p137"/>
            <p:cNvGrpSpPr/>
            <p:nvPr/>
          </p:nvGrpSpPr>
          <p:grpSpPr>
            <a:xfrm>
              <a:off x="1171164" y="1398000"/>
              <a:ext cx="3539100" cy="1687544"/>
              <a:chOff x="232050" y="2160000"/>
              <a:chExt cx="3539100" cy="1687544"/>
            </a:xfrm>
          </p:grpSpPr>
          <p:grpSp>
            <p:nvGrpSpPr>
              <p:cNvPr id="1896" name="Google Shape;1896;p137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97" name="Google Shape;1897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98" name="Google Shape;1898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99" name="Google Shape;1899;p137"/>
              <p:cNvSpPr txBox="1"/>
              <p:nvPr/>
            </p:nvSpPr>
            <p:spPr>
              <a:xfrm>
                <a:off x="23692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£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0" name="Google Shape;1900;p137"/>
              <p:cNvSpPr txBox="1"/>
              <p:nvPr/>
            </p:nvSpPr>
            <p:spPr>
              <a:xfrm>
                <a:off x="2383975" y="3181550"/>
                <a:ext cx="1348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$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1" name="Google Shape;1901;p137"/>
              <p:cNvSpPr txBox="1"/>
              <p:nvPr/>
            </p:nvSpPr>
            <p:spPr>
              <a:xfrm>
                <a:off x="798874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2" name="Google Shape;1902;p137"/>
              <p:cNvSpPr txBox="1"/>
              <p:nvPr/>
            </p:nvSpPr>
            <p:spPr>
              <a:xfrm>
                <a:off x="14046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3" name="Google Shape;1903;p137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4" name="Google Shape;1904;p137"/>
              <p:cNvSpPr txBox="1"/>
              <p:nvPr/>
            </p:nvSpPr>
            <p:spPr>
              <a:xfrm>
                <a:off x="1372170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5" name="Google Shape;1905;p137"/>
              <p:cNvSpPr txBox="1"/>
              <p:nvPr/>
            </p:nvSpPr>
            <p:spPr>
              <a:xfrm>
                <a:off x="1948172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6" name="Google Shape;1906;p137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07" name="Google Shape;1907;p137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08" name="Google Shape;1908;p137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09" name="Google Shape;1909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10" name="Google Shape;1910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11" name="Google Shape;1911;p137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12" name="Google Shape;1912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13" name="Google Shape;1913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14" name="Google Shape;1914;p137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15" name="Google Shape;1915;p137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16" name="Google Shape;1916;p137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917" name="Google Shape;1917;p137"/>
              <p:cNvCxnSpPr>
                <a:endCxn id="1899" idx="1"/>
              </p:cNvCxnSpPr>
              <p:nvPr/>
            </p:nvCxnSpPr>
            <p:spPr>
              <a:xfrm>
                <a:off x="2683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18" name="Google Shape;1918;p137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19" name="Google Shape;1919;p137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0" name="Google Shape;1920;p137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1" name="Google Shape;1921;p137"/>
          <p:cNvGrpSpPr/>
          <p:nvPr/>
        </p:nvGrpSpPr>
        <p:grpSpPr>
          <a:xfrm>
            <a:off x="2557500" y="3135654"/>
            <a:ext cx="2014500" cy="461700"/>
            <a:chOff x="2557500" y="3135654"/>
            <a:chExt cx="2014500" cy="461700"/>
          </a:xfrm>
        </p:grpSpPr>
        <p:sp>
          <p:nvSpPr>
            <p:cNvPr id="1922" name="Google Shape;1922;p137"/>
            <p:cNvSpPr txBox="1"/>
            <p:nvPr/>
          </p:nvSpPr>
          <p:spPr>
            <a:xfrm>
              <a:off x="2887200" y="3135654"/>
              <a:ext cx="1684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2.2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1 = 2.2</a:t>
              </a:r>
              <a:endParaRPr/>
            </a:p>
          </p:txBody>
        </p:sp>
        <p:cxnSp>
          <p:nvCxnSpPr>
            <p:cNvPr id="1923" name="Google Shape;1923;p137"/>
            <p:cNvCxnSpPr>
              <a:stCxn id="1922" idx="1"/>
            </p:cNvCxnSpPr>
            <p:nvPr/>
          </p:nvCxnSpPr>
          <p:spPr>
            <a:xfrm flipH="1">
              <a:off x="2557500" y="3366504"/>
              <a:ext cx="329700" cy="182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24" name="Google Shape;1924;p137"/>
          <p:cNvGrpSpPr/>
          <p:nvPr/>
        </p:nvGrpSpPr>
        <p:grpSpPr>
          <a:xfrm>
            <a:off x="6824700" y="3059454"/>
            <a:ext cx="2319300" cy="489450"/>
            <a:chOff x="6824700" y="3059454"/>
            <a:chExt cx="2319300" cy="489450"/>
          </a:xfrm>
        </p:grpSpPr>
        <p:sp>
          <p:nvSpPr>
            <p:cNvPr id="1925" name="Google Shape;1925;p137"/>
            <p:cNvSpPr txBox="1"/>
            <p:nvPr/>
          </p:nvSpPr>
          <p:spPr>
            <a:xfrm>
              <a:off x="7459200" y="3059454"/>
              <a:ext cx="1684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÷ 2 = 1.5</a:t>
              </a:r>
              <a:endParaRPr/>
            </a:p>
          </p:txBody>
        </p:sp>
        <p:cxnSp>
          <p:nvCxnSpPr>
            <p:cNvPr id="1926" name="Google Shape;1926;p137"/>
            <p:cNvCxnSpPr>
              <a:stCxn id="1925" idx="1"/>
            </p:cNvCxnSpPr>
            <p:nvPr/>
          </p:nvCxnSpPr>
          <p:spPr>
            <a:xfrm flipH="1">
              <a:off x="6824700" y="3290304"/>
              <a:ext cx="634500" cy="258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27" name="Google Shape;1927;p137"/>
          <p:cNvSpPr/>
          <p:nvPr/>
        </p:nvSpPr>
        <p:spPr>
          <a:xfrm>
            <a:off x="2244250" y="35751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37"/>
          <p:cNvSpPr/>
          <p:nvPr/>
        </p:nvSpPr>
        <p:spPr>
          <a:xfrm>
            <a:off x="3158650" y="40323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37"/>
          <p:cNvSpPr/>
          <p:nvPr/>
        </p:nvSpPr>
        <p:spPr>
          <a:xfrm>
            <a:off x="1425825" y="4469304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37"/>
          <p:cNvSpPr/>
          <p:nvPr/>
        </p:nvSpPr>
        <p:spPr>
          <a:xfrm>
            <a:off x="6493800" y="35751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37"/>
          <p:cNvSpPr/>
          <p:nvPr/>
        </p:nvSpPr>
        <p:spPr>
          <a:xfrm>
            <a:off x="7660500" y="4066704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37"/>
          <p:cNvSpPr/>
          <p:nvPr/>
        </p:nvSpPr>
        <p:spPr>
          <a:xfrm>
            <a:off x="5905825" y="4469304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38"/>
          <p:cNvSpPr txBox="1"/>
          <p:nvPr>
            <p:ph idx="1" type="body"/>
          </p:nvPr>
        </p:nvSpPr>
        <p:spPr>
          <a:xfrm>
            <a:off x="324000" y="6831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 and Laura are going on holiday. Izzy converts her pounds (£) using shop A and Laura uses shop B. Who has the better deal and why?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grpSp>
        <p:nvGrpSpPr>
          <p:cNvPr id="1939" name="Google Shape;1939;p138"/>
          <p:cNvGrpSpPr/>
          <p:nvPr/>
        </p:nvGrpSpPr>
        <p:grpSpPr>
          <a:xfrm>
            <a:off x="687647" y="1550400"/>
            <a:ext cx="3717817" cy="1687544"/>
            <a:chOff x="1068647" y="1398000"/>
            <a:chExt cx="3717817" cy="1687544"/>
          </a:xfrm>
        </p:grpSpPr>
        <p:grpSp>
          <p:nvGrpSpPr>
            <p:cNvPr id="1940" name="Google Shape;1940;p138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1941" name="Google Shape;1941;p138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42" name="Google Shape;1942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43" name="Google Shape;1943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44" name="Google Shape;1944;p138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£ (Pounds)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5" name="Google Shape;1945;p138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₹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(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Rupees)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6" name="Google Shape;1946;p138"/>
              <p:cNvSpPr txBox="1"/>
              <p:nvPr/>
            </p:nvSpPr>
            <p:spPr>
              <a:xfrm>
                <a:off x="8380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7" name="Google Shape;1947;p138"/>
              <p:cNvSpPr txBox="1"/>
              <p:nvPr/>
            </p:nvSpPr>
            <p:spPr>
              <a:xfrm>
                <a:off x="12522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210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8" name="Google Shape;1948;p138"/>
              <p:cNvSpPr txBox="1"/>
              <p:nvPr/>
            </p:nvSpPr>
            <p:spPr>
              <a:xfrm>
                <a:off x="6200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105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9" name="Google Shape;1949;p138"/>
              <p:cNvSpPr txBox="1"/>
              <p:nvPr/>
            </p:nvSpPr>
            <p:spPr>
              <a:xfrm>
                <a:off x="14113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0" name="Google Shape;1950;p138"/>
              <p:cNvSpPr txBox="1"/>
              <p:nvPr/>
            </p:nvSpPr>
            <p:spPr>
              <a:xfrm>
                <a:off x="19873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1" name="Google Shape;1951;p138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315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52" name="Google Shape;1952;p138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53" name="Google Shape;1953;p138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54" name="Google Shape;1954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55" name="Google Shape;1955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56" name="Google Shape;1956;p138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57" name="Google Shape;1957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58" name="Google Shape;1958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59" name="Google Shape;1959;p138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60" name="Google Shape;1960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61" name="Google Shape;1961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962" name="Google Shape;1962;p138"/>
              <p:cNvCxnSpPr>
                <a:endCxn id="1944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63" name="Google Shape;1963;p138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64" name="Google Shape;1964;p138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5" name="Google Shape;1965;p138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6" name="Google Shape;1966;p138"/>
          <p:cNvSpPr txBox="1"/>
          <p:nvPr/>
        </p:nvSpPr>
        <p:spPr>
          <a:xfrm>
            <a:off x="451000" y="2132575"/>
            <a:ext cx="40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grpSp>
        <p:nvGrpSpPr>
          <p:cNvPr id="1967" name="Google Shape;1967;p138"/>
          <p:cNvGrpSpPr/>
          <p:nvPr/>
        </p:nvGrpSpPr>
        <p:grpSpPr>
          <a:xfrm>
            <a:off x="5031047" y="1550400"/>
            <a:ext cx="3717817" cy="1687544"/>
            <a:chOff x="1068647" y="1398000"/>
            <a:chExt cx="3717817" cy="1687544"/>
          </a:xfrm>
        </p:grpSpPr>
        <p:grpSp>
          <p:nvGrpSpPr>
            <p:cNvPr id="1968" name="Google Shape;1968;p138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1969" name="Google Shape;1969;p138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70" name="Google Shape;1970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71" name="Google Shape;1971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72" name="Google Shape;1972;p138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£ (Pounds)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3" name="Google Shape;1973;p138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₹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(Rupees)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4" name="Google Shape;1974;p138"/>
              <p:cNvSpPr txBox="1"/>
              <p:nvPr/>
            </p:nvSpPr>
            <p:spPr>
              <a:xfrm>
                <a:off x="7618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5" name="Google Shape;1975;p138"/>
              <p:cNvSpPr txBox="1"/>
              <p:nvPr/>
            </p:nvSpPr>
            <p:spPr>
              <a:xfrm>
                <a:off x="12522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426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6" name="Google Shape;1976;p138"/>
              <p:cNvSpPr txBox="1"/>
              <p:nvPr/>
            </p:nvSpPr>
            <p:spPr>
              <a:xfrm>
                <a:off x="6200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213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7" name="Google Shape;1977;p138"/>
              <p:cNvSpPr txBox="1"/>
              <p:nvPr/>
            </p:nvSpPr>
            <p:spPr>
              <a:xfrm>
                <a:off x="13351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8" name="Google Shape;1978;p138"/>
              <p:cNvSpPr txBox="1"/>
              <p:nvPr/>
            </p:nvSpPr>
            <p:spPr>
              <a:xfrm>
                <a:off x="19111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9" name="Google Shape;1979;p138"/>
              <p:cNvSpPr txBox="1"/>
              <p:nvPr/>
            </p:nvSpPr>
            <p:spPr>
              <a:xfrm>
                <a:off x="19135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639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80" name="Google Shape;1980;p138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81" name="Google Shape;1981;p138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82" name="Google Shape;1982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83" name="Google Shape;1983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84" name="Google Shape;1984;p138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85" name="Google Shape;1985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86" name="Google Shape;1986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87" name="Google Shape;1987;p138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88" name="Google Shape;1988;p13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89" name="Google Shape;1989;p13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990" name="Google Shape;1990;p138"/>
              <p:cNvCxnSpPr>
                <a:endCxn id="1972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91" name="Google Shape;1991;p138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92" name="Google Shape;1992;p138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3" name="Google Shape;1993;p138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4" name="Google Shape;1994;p138"/>
          <p:cNvSpPr txBox="1"/>
          <p:nvPr/>
        </p:nvSpPr>
        <p:spPr>
          <a:xfrm>
            <a:off x="4794400" y="2132575"/>
            <a:ext cx="40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sp>
        <p:nvSpPr>
          <p:cNvPr id="1995" name="Google Shape;1995;p138"/>
          <p:cNvSpPr txBox="1"/>
          <p:nvPr/>
        </p:nvSpPr>
        <p:spPr>
          <a:xfrm>
            <a:off x="324000" y="3528575"/>
            <a:ext cx="842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£2 is on both double number lines.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6" name="Google Shape;1996;p138"/>
          <p:cNvSpPr txBox="1"/>
          <p:nvPr/>
        </p:nvSpPr>
        <p:spPr>
          <a:xfrm>
            <a:off x="359550" y="4110050"/>
            <a:ext cx="842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shop B you get more Rupees for the £2, so shop B is the better deal.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7" name="Google Shape;1997;p138"/>
          <p:cNvSpPr/>
          <p:nvPr/>
        </p:nvSpPr>
        <p:spPr>
          <a:xfrm>
            <a:off x="1772775" y="1433750"/>
            <a:ext cx="556200" cy="1859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38"/>
          <p:cNvSpPr/>
          <p:nvPr/>
        </p:nvSpPr>
        <p:spPr>
          <a:xfrm>
            <a:off x="5468950" y="1432075"/>
            <a:ext cx="556200" cy="1859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139"/>
          <p:cNvSpPr txBox="1"/>
          <p:nvPr>
            <p:ph idx="1" type="body"/>
          </p:nvPr>
        </p:nvSpPr>
        <p:spPr>
          <a:xfrm>
            <a:off x="324000" y="759300"/>
            <a:ext cx="8237700" cy="4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blanks.</a:t>
            </a:r>
            <a:endParaRPr/>
          </a:p>
        </p:txBody>
      </p:sp>
      <p:sp>
        <p:nvSpPr>
          <p:cNvPr id="2004" name="Google Shape;2004;p13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005" name="Google Shape;2005;p139"/>
          <p:cNvGrpSpPr/>
          <p:nvPr/>
        </p:nvGrpSpPr>
        <p:grpSpPr>
          <a:xfrm>
            <a:off x="957784" y="1240025"/>
            <a:ext cx="3717817" cy="1687544"/>
            <a:chOff x="1068647" y="1398000"/>
            <a:chExt cx="3717817" cy="1687544"/>
          </a:xfrm>
        </p:grpSpPr>
        <p:grpSp>
          <p:nvGrpSpPr>
            <p:cNvPr id="2006" name="Google Shape;2006;p139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007" name="Google Shape;2007;p139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08" name="Google Shape;2008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09" name="Google Shape;2009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10" name="Google Shape;2010;p139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1" name="Google Shape;2011;p139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2" name="Google Shape;2012;p139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3" name="Google Shape;2013;p139"/>
              <p:cNvSpPr txBox="1"/>
              <p:nvPr/>
            </p:nvSpPr>
            <p:spPr>
              <a:xfrm>
                <a:off x="13538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4" name="Google Shape;2014;p139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5" name="Google Shape;2015;p139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6" name="Google Shape;2016;p139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7" name="Google Shape;2017;p139"/>
              <p:cNvSpPr txBox="1"/>
              <p:nvPr/>
            </p:nvSpPr>
            <p:spPr>
              <a:xfrm>
                <a:off x="19262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018" name="Google Shape;2018;p139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19" name="Google Shape;2019;p139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20" name="Google Shape;2020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1" name="Google Shape;2021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2" name="Google Shape;2022;p139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23" name="Google Shape;2023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4" name="Google Shape;2024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5" name="Google Shape;2025;p139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26" name="Google Shape;2026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7" name="Google Shape;2027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028" name="Google Shape;2028;p139"/>
              <p:cNvCxnSpPr>
                <a:endCxn id="2010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29" name="Google Shape;2029;p139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030" name="Google Shape;2030;p139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1" name="Google Shape;2031;p139"/>
            <p:cNvSpPr/>
            <p:nvPr/>
          </p:nvSpPr>
          <p:spPr>
            <a:xfrm>
              <a:off x="1757875" y="1991575"/>
              <a:ext cx="1301700" cy="52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2" name="Google Shape;2032;p139"/>
          <p:cNvGrpSpPr/>
          <p:nvPr/>
        </p:nvGrpSpPr>
        <p:grpSpPr>
          <a:xfrm>
            <a:off x="5339284" y="1240025"/>
            <a:ext cx="3717817" cy="1687544"/>
            <a:chOff x="1068647" y="1398000"/>
            <a:chExt cx="3717817" cy="1687544"/>
          </a:xfrm>
        </p:grpSpPr>
        <p:grpSp>
          <p:nvGrpSpPr>
            <p:cNvPr id="2033" name="Google Shape;2033;p139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034" name="Google Shape;2034;p139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35" name="Google Shape;2035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36" name="Google Shape;2036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37" name="Google Shape;2037;p139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8" name="Google Shape;2038;p139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9" name="Google Shape;2039;p139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0" name="Google Shape;2040;p139"/>
              <p:cNvSpPr txBox="1"/>
              <p:nvPr/>
            </p:nvSpPr>
            <p:spPr>
              <a:xfrm>
                <a:off x="14046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1" name="Google Shape;2041;p139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2" name="Google Shape;2042;p139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3" name="Google Shape;2043;p139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4" name="Google Shape;2044;p139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045" name="Google Shape;2045;p139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46" name="Google Shape;2046;p139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47" name="Google Shape;2047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48" name="Google Shape;2048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9" name="Google Shape;2049;p139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50" name="Google Shape;2050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51" name="Google Shape;2051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52" name="Google Shape;2052;p139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53" name="Google Shape;2053;p13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54" name="Google Shape;2054;p13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055" name="Google Shape;2055;p139"/>
              <p:cNvCxnSpPr>
                <a:endCxn id="2037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56" name="Google Shape;2056;p139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057" name="Google Shape;2057;p139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8" name="Google Shape;2058;p139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9" name="Google Shape;2059;p139"/>
          <p:cNvSpPr txBox="1"/>
          <p:nvPr/>
        </p:nvSpPr>
        <p:spPr>
          <a:xfrm>
            <a:off x="3240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060" name="Google Shape;2060;p139"/>
          <p:cNvSpPr txBox="1"/>
          <p:nvPr/>
        </p:nvSpPr>
        <p:spPr>
          <a:xfrm>
            <a:off x="46674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graphicFrame>
        <p:nvGraphicFramePr>
          <p:cNvPr id="2061" name="Google Shape;2061;p139"/>
          <p:cNvGraphicFramePr/>
          <p:nvPr/>
        </p:nvGraphicFramePr>
        <p:xfrm>
          <a:off x="127195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62" name="Google Shape;2062;p139"/>
          <p:cNvSpPr txBox="1"/>
          <p:nvPr/>
        </p:nvSpPr>
        <p:spPr>
          <a:xfrm>
            <a:off x="464075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4  Bs.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63" name="Google Shape;2063;p139"/>
          <p:cNvGraphicFramePr/>
          <p:nvPr/>
        </p:nvGraphicFramePr>
        <p:xfrm>
          <a:off x="55556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64" name="Google Shape;2064;p139"/>
          <p:cNvSpPr txBox="1"/>
          <p:nvPr/>
        </p:nvSpPr>
        <p:spPr>
          <a:xfrm>
            <a:off x="4747800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3 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39"/>
          <p:cNvSpPr/>
          <p:nvPr/>
        </p:nvSpPr>
        <p:spPr>
          <a:xfrm>
            <a:off x="1621950" y="3814804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39"/>
          <p:cNvSpPr/>
          <p:nvPr/>
        </p:nvSpPr>
        <p:spPr>
          <a:xfrm>
            <a:off x="2688750" y="3827504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39"/>
          <p:cNvSpPr/>
          <p:nvPr/>
        </p:nvSpPr>
        <p:spPr>
          <a:xfrm>
            <a:off x="3222150" y="4437100"/>
            <a:ext cx="2748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39"/>
          <p:cNvSpPr/>
          <p:nvPr/>
        </p:nvSpPr>
        <p:spPr>
          <a:xfrm>
            <a:off x="6440850" y="12400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39"/>
          <p:cNvSpPr/>
          <p:nvPr/>
        </p:nvSpPr>
        <p:spPr>
          <a:xfrm>
            <a:off x="7050450" y="12400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39"/>
          <p:cNvSpPr/>
          <p:nvPr/>
        </p:nvSpPr>
        <p:spPr>
          <a:xfrm>
            <a:off x="7050450" y="26116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39"/>
          <p:cNvSpPr/>
          <p:nvPr/>
        </p:nvSpPr>
        <p:spPr>
          <a:xfrm>
            <a:off x="6974250" y="38308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39"/>
          <p:cNvSpPr/>
          <p:nvPr/>
        </p:nvSpPr>
        <p:spPr>
          <a:xfrm>
            <a:off x="5907450" y="3830829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39"/>
          <p:cNvSpPr/>
          <p:nvPr/>
        </p:nvSpPr>
        <p:spPr>
          <a:xfrm>
            <a:off x="7489350" y="4437100"/>
            <a:ext cx="2748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140"/>
          <p:cNvSpPr txBox="1"/>
          <p:nvPr>
            <p:ph idx="1" type="body"/>
          </p:nvPr>
        </p:nvSpPr>
        <p:spPr>
          <a:xfrm>
            <a:off x="324000" y="759300"/>
            <a:ext cx="8237700" cy="4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blanks.</a:t>
            </a:r>
            <a:endParaRPr/>
          </a:p>
        </p:txBody>
      </p:sp>
      <p:sp>
        <p:nvSpPr>
          <p:cNvPr id="2079" name="Google Shape;2079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080" name="Google Shape;2080;p140"/>
          <p:cNvGrpSpPr/>
          <p:nvPr/>
        </p:nvGrpSpPr>
        <p:grpSpPr>
          <a:xfrm>
            <a:off x="957784" y="1240025"/>
            <a:ext cx="3717817" cy="1687544"/>
            <a:chOff x="1068647" y="1398000"/>
            <a:chExt cx="3717817" cy="1687544"/>
          </a:xfrm>
        </p:grpSpPr>
        <p:grpSp>
          <p:nvGrpSpPr>
            <p:cNvPr id="2081" name="Google Shape;2081;p140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082" name="Google Shape;2082;p14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83" name="Google Shape;2083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84" name="Google Shape;2084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85" name="Google Shape;2085;p140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6" name="Google Shape;2086;p140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7" name="Google Shape;2087;p140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8" name="Google Shape;2088;p140"/>
              <p:cNvSpPr txBox="1"/>
              <p:nvPr/>
            </p:nvSpPr>
            <p:spPr>
              <a:xfrm>
                <a:off x="13538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9" name="Google Shape;2089;p140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0" name="Google Shape;2090;p140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1" name="Google Shape;2091;p140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2" name="Google Shape;2092;p140"/>
              <p:cNvSpPr txBox="1"/>
              <p:nvPr/>
            </p:nvSpPr>
            <p:spPr>
              <a:xfrm>
                <a:off x="19262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093" name="Google Shape;2093;p14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94" name="Google Shape;2094;p14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95" name="Google Shape;2095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96" name="Google Shape;2096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97" name="Google Shape;2097;p14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98" name="Google Shape;2098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99" name="Google Shape;2099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00" name="Google Shape;2100;p14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01" name="Google Shape;2101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02" name="Google Shape;2102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103" name="Google Shape;2103;p140"/>
              <p:cNvCxnSpPr>
                <a:endCxn id="2085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04" name="Google Shape;2104;p14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105" name="Google Shape;2105;p140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6" name="Google Shape;2106;p140"/>
            <p:cNvSpPr/>
            <p:nvPr/>
          </p:nvSpPr>
          <p:spPr>
            <a:xfrm>
              <a:off x="1757875" y="1991575"/>
              <a:ext cx="1301700" cy="52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7" name="Google Shape;2107;p140"/>
          <p:cNvGrpSpPr/>
          <p:nvPr/>
        </p:nvGrpSpPr>
        <p:grpSpPr>
          <a:xfrm>
            <a:off x="5339284" y="1240025"/>
            <a:ext cx="3717817" cy="1687544"/>
            <a:chOff x="1068647" y="1398000"/>
            <a:chExt cx="3717817" cy="1687544"/>
          </a:xfrm>
        </p:grpSpPr>
        <p:grpSp>
          <p:nvGrpSpPr>
            <p:cNvPr id="2108" name="Google Shape;2108;p140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109" name="Google Shape;2109;p14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10" name="Google Shape;2110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11" name="Google Shape;2111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12" name="Google Shape;2112;p140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3" name="Google Shape;2113;p140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4" name="Google Shape;2114;p140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5" name="Google Shape;2115;p140"/>
              <p:cNvSpPr txBox="1"/>
              <p:nvPr/>
            </p:nvSpPr>
            <p:spPr>
              <a:xfrm>
                <a:off x="14046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6" name="Google Shape;2116;p140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7" name="Google Shape;2117;p140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8" name="Google Shape;2118;p140"/>
              <p:cNvSpPr txBox="1"/>
              <p:nvPr/>
            </p:nvSpPr>
            <p:spPr>
              <a:xfrm>
                <a:off x="1949226" y="2160000"/>
                <a:ext cx="3003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9" name="Google Shape;2119;p140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120" name="Google Shape;2120;p14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21" name="Google Shape;2121;p14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22" name="Google Shape;2122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23" name="Google Shape;2123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24" name="Google Shape;2124;p14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25" name="Google Shape;2125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26" name="Google Shape;2126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27" name="Google Shape;2127;p14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28" name="Google Shape;2128;p14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29" name="Google Shape;2129;p14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130" name="Google Shape;2130;p140"/>
              <p:cNvCxnSpPr>
                <a:endCxn id="2112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31" name="Google Shape;2131;p14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132" name="Google Shape;2132;p140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3" name="Google Shape;2133;p140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4" name="Google Shape;2134;p140"/>
          <p:cNvSpPr txBox="1"/>
          <p:nvPr/>
        </p:nvSpPr>
        <p:spPr>
          <a:xfrm>
            <a:off x="3240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2135" name="Google Shape;2135;p140"/>
          <p:cNvSpPr txBox="1"/>
          <p:nvPr/>
        </p:nvSpPr>
        <p:spPr>
          <a:xfrm>
            <a:off x="46674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graphicFrame>
        <p:nvGraphicFramePr>
          <p:cNvPr id="2136" name="Google Shape;2136;p140"/>
          <p:cNvGraphicFramePr/>
          <p:nvPr/>
        </p:nvGraphicFramePr>
        <p:xfrm>
          <a:off x="127195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37" name="Google Shape;2137;p140"/>
          <p:cNvSpPr txBox="1"/>
          <p:nvPr/>
        </p:nvSpPr>
        <p:spPr>
          <a:xfrm>
            <a:off x="464075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3.5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38" name="Google Shape;2138;p140"/>
          <p:cNvGraphicFramePr/>
          <p:nvPr/>
        </p:nvGraphicFramePr>
        <p:xfrm>
          <a:off x="55556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39" name="Google Shape;2139;p140"/>
          <p:cNvSpPr txBox="1"/>
          <p:nvPr/>
        </p:nvSpPr>
        <p:spPr>
          <a:xfrm>
            <a:off x="4747800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2.5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0" name="Google Shape;2140;p140"/>
          <p:cNvGrpSpPr/>
          <p:nvPr/>
        </p:nvGrpSpPr>
        <p:grpSpPr>
          <a:xfrm>
            <a:off x="1621950" y="3814804"/>
            <a:ext cx="1471500" cy="364900"/>
            <a:chOff x="1621950" y="3814804"/>
            <a:chExt cx="1471500" cy="364900"/>
          </a:xfrm>
        </p:grpSpPr>
        <p:sp>
          <p:nvSpPr>
            <p:cNvPr id="2141" name="Google Shape;2141;p140"/>
            <p:cNvSpPr/>
            <p:nvPr/>
          </p:nvSpPr>
          <p:spPr>
            <a:xfrm>
              <a:off x="1621950" y="3814804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2" name="Google Shape;2142;p140"/>
            <p:cNvSpPr/>
            <p:nvPr/>
          </p:nvSpPr>
          <p:spPr>
            <a:xfrm>
              <a:off x="2688750" y="3827504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3" name="Google Shape;2143;p140"/>
          <p:cNvSpPr/>
          <p:nvPr/>
        </p:nvSpPr>
        <p:spPr>
          <a:xfrm>
            <a:off x="3222150" y="443710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4" name="Google Shape;2144;p140"/>
          <p:cNvGrpSpPr/>
          <p:nvPr/>
        </p:nvGrpSpPr>
        <p:grpSpPr>
          <a:xfrm>
            <a:off x="1482450" y="1185900"/>
            <a:ext cx="404700" cy="1738050"/>
            <a:chOff x="1482450" y="1185900"/>
            <a:chExt cx="404700" cy="1738050"/>
          </a:xfrm>
        </p:grpSpPr>
        <p:sp>
          <p:nvSpPr>
            <p:cNvPr id="2145" name="Google Shape;2145;p140"/>
            <p:cNvSpPr/>
            <p:nvPr/>
          </p:nvSpPr>
          <p:spPr>
            <a:xfrm>
              <a:off x="1482450" y="11859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6" name="Google Shape;2146;p140"/>
            <p:cNvSpPr/>
            <p:nvPr/>
          </p:nvSpPr>
          <p:spPr>
            <a:xfrm>
              <a:off x="148245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7" name="Google Shape;2147;p140"/>
          <p:cNvGrpSpPr/>
          <p:nvPr/>
        </p:nvGrpSpPr>
        <p:grpSpPr>
          <a:xfrm>
            <a:off x="5852100" y="1185900"/>
            <a:ext cx="404700" cy="1738050"/>
            <a:chOff x="5852100" y="1185900"/>
            <a:chExt cx="404700" cy="1738050"/>
          </a:xfrm>
        </p:grpSpPr>
        <p:sp>
          <p:nvSpPr>
            <p:cNvPr id="2148" name="Google Shape;2148;p140"/>
            <p:cNvSpPr/>
            <p:nvPr/>
          </p:nvSpPr>
          <p:spPr>
            <a:xfrm>
              <a:off x="5852100" y="11859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9" name="Google Shape;2149;p140"/>
            <p:cNvSpPr/>
            <p:nvPr/>
          </p:nvSpPr>
          <p:spPr>
            <a:xfrm>
              <a:off x="585210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0" name="Google Shape;2150;p140"/>
          <p:cNvSpPr/>
          <p:nvPr/>
        </p:nvSpPr>
        <p:spPr>
          <a:xfrm>
            <a:off x="6537900" y="25717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1" name="Google Shape;2151;p140"/>
          <p:cNvGrpSpPr/>
          <p:nvPr/>
        </p:nvGrpSpPr>
        <p:grpSpPr>
          <a:xfrm>
            <a:off x="7029600" y="1185900"/>
            <a:ext cx="522600" cy="1738050"/>
            <a:chOff x="7029600" y="1185900"/>
            <a:chExt cx="522600" cy="1738050"/>
          </a:xfrm>
        </p:grpSpPr>
        <p:sp>
          <p:nvSpPr>
            <p:cNvPr id="2152" name="Google Shape;2152;p140"/>
            <p:cNvSpPr/>
            <p:nvPr/>
          </p:nvSpPr>
          <p:spPr>
            <a:xfrm>
              <a:off x="7029600" y="11859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3" name="Google Shape;2153;p140"/>
            <p:cNvSpPr/>
            <p:nvPr/>
          </p:nvSpPr>
          <p:spPr>
            <a:xfrm>
              <a:off x="714750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4" name="Google Shape;2154;p140"/>
          <p:cNvSpPr/>
          <p:nvPr/>
        </p:nvSpPr>
        <p:spPr>
          <a:xfrm>
            <a:off x="7528500" y="44259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141"/>
          <p:cNvSpPr txBox="1"/>
          <p:nvPr>
            <p:ph idx="1" type="body"/>
          </p:nvPr>
        </p:nvSpPr>
        <p:spPr>
          <a:xfrm>
            <a:off x="324000" y="2511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Sofia and her dad walk side by side along a straight path. The number of steps are represented by the double number line.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Which line represents Sofia’s steps? Explain how you know.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When Sofia has taken 24 steps, how many steps has dad taken?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Write the ratio of Sofia’s steps to her dads steps.</a:t>
            </a:r>
            <a:endParaRPr sz="2000"/>
          </a:p>
        </p:txBody>
      </p:sp>
      <p:sp>
        <p:nvSpPr>
          <p:cNvPr id="2160" name="Google Shape;2160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161" name="Google Shape;2161;p141"/>
          <p:cNvGrpSpPr/>
          <p:nvPr/>
        </p:nvGrpSpPr>
        <p:grpSpPr>
          <a:xfrm>
            <a:off x="1337491" y="810000"/>
            <a:ext cx="5778415" cy="1357500"/>
            <a:chOff x="1108891" y="810000"/>
            <a:chExt cx="5778415" cy="1357500"/>
          </a:xfrm>
        </p:grpSpPr>
        <p:grpSp>
          <p:nvGrpSpPr>
            <p:cNvPr id="2162" name="Google Shape;2162;p141"/>
            <p:cNvGrpSpPr/>
            <p:nvPr/>
          </p:nvGrpSpPr>
          <p:grpSpPr>
            <a:xfrm>
              <a:off x="1137991" y="810000"/>
              <a:ext cx="5749315" cy="1357500"/>
              <a:chOff x="441900" y="3572013"/>
              <a:chExt cx="3074500" cy="1357500"/>
            </a:xfrm>
          </p:grpSpPr>
          <p:cxnSp>
            <p:nvCxnSpPr>
              <p:cNvPr id="2163" name="Google Shape;2163;p141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4" name="Google Shape;2164;p141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65" name="Google Shape;2165;p141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166" name="Google Shape;2166;p141"/>
            <p:cNvCxnSpPr/>
            <p:nvPr/>
          </p:nvCxnSpPr>
          <p:spPr>
            <a:xfrm>
              <a:off x="1108891" y="1190950"/>
              <a:ext cx="2823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67" name="Google Shape;2167;p141"/>
            <p:cNvGrpSpPr/>
            <p:nvPr/>
          </p:nvGrpSpPr>
          <p:grpSpPr>
            <a:xfrm>
              <a:off x="3369491" y="1045850"/>
              <a:ext cx="2823900" cy="288050"/>
              <a:chOff x="1185091" y="4170050"/>
              <a:chExt cx="2823900" cy="288050"/>
            </a:xfrm>
          </p:grpSpPr>
          <p:cxnSp>
            <p:nvCxnSpPr>
              <p:cNvPr id="2168" name="Google Shape;2168;p141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9" name="Google Shape;2169;p141"/>
              <p:cNvCxnSpPr/>
              <p:nvPr/>
            </p:nvCxnSpPr>
            <p:spPr>
              <a:xfrm>
                <a:off x="1185200" y="417005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0" name="Google Shape;2170;p141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71" name="Google Shape;2171;p141"/>
            <p:cNvGrpSpPr/>
            <p:nvPr/>
          </p:nvGrpSpPr>
          <p:grpSpPr>
            <a:xfrm>
              <a:off x="11088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172" name="Google Shape;2172;p141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3" name="Google Shape;2173;p141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4" name="Google Shape;2174;p141"/>
              <p:cNvCxnSpPr/>
              <p:nvPr/>
            </p:nvCxnSpPr>
            <p:spPr>
              <a:xfrm>
                <a:off x="174898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5" name="Google Shape;2175;p141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6" name="Google Shape;2176;p141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7" name="Google Shape;2177;p141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78" name="Google Shape;2178;p141"/>
            <p:cNvGrpSpPr/>
            <p:nvPr/>
          </p:nvGrpSpPr>
          <p:grpSpPr>
            <a:xfrm>
              <a:off x="33694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179" name="Google Shape;2179;p141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0" name="Google Shape;2180;p141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1" name="Google Shape;2181;p141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2" name="Google Shape;2182;p141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3" name="Google Shape;2183;p141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184" name="Google Shape;2184;p141"/>
          <p:cNvSpPr txBox="1"/>
          <p:nvPr/>
        </p:nvSpPr>
        <p:spPr>
          <a:xfrm>
            <a:off x="5764389" y="1931825"/>
            <a:ext cx="4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41"/>
          <p:cNvSpPr txBox="1"/>
          <p:nvPr/>
        </p:nvSpPr>
        <p:spPr>
          <a:xfrm>
            <a:off x="5717102" y="712625"/>
            <a:ext cx="4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6" name="Google Shape;2186;p141"/>
          <p:cNvCxnSpPr/>
          <p:nvPr/>
        </p:nvCxnSpPr>
        <p:spPr>
          <a:xfrm>
            <a:off x="2467100" y="1022600"/>
            <a:ext cx="0" cy="285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7" name="Google Shape;2187;p141"/>
          <p:cNvCxnSpPr/>
          <p:nvPr/>
        </p:nvCxnSpPr>
        <p:spPr>
          <a:xfrm>
            <a:off x="4719323" y="1022600"/>
            <a:ext cx="0" cy="285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142"/>
          <p:cNvSpPr txBox="1"/>
          <p:nvPr>
            <p:ph idx="1" type="body"/>
          </p:nvPr>
        </p:nvSpPr>
        <p:spPr>
          <a:xfrm>
            <a:off x="324000" y="759300"/>
            <a:ext cx="4426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Here is a double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Aisha says to find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/>
              <a:t>, she is going to do 5 × 1.5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Andeep says he is going to find one quarter of 30.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Do you agree with Aisha or Andeep? Explain.</a:t>
            </a:r>
            <a:endParaRPr/>
          </a:p>
        </p:txBody>
      </p:sp>
      <p:sp>
        <p:nvSpPr>
          <p:cNvPr id="2193" name="Google Shape;2193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194" name="Google Shape;2194;p142"/>
          <p:cNvGrpSpPr/>
          <p:nvPr/>
        </p:nvGrpSpPr>
        <p:grpSpPr>
          <a:xfrm>
            <a:off x="5384833" y="1246025"/>
            <a:ext cx="3848230" cy="1989600"/>
            <a:chOff x="232050" y="2219497"/>
            <a:chExt cx="2793633" cy="1553646"/>
          </a:xfrm>
        </p:grpSpPr>
        <p:grpSp>
          <p:nvGrpSpPr>
            <p:cNvPr id="2195" name="Google Shape;2195;p14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196" name="Google Shape;2196;p14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97" name="Google Shape;2197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8" name="Google Shape;2198;p142"/>
            <p:cNvSpPr txBox="1"/>
            <p:nvPr/>
          </p:nvSpPr>
          <p:spPr>
            <a:xfrm>
              <a:off x="2445451" y="2574233"/>
              <a:ext cx="5655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9" name="Google Shape;2199;p142"/>
            <p:cNvSpPr txBox="1"/>
            <p:nvPr/>
          </p:nvSpPr>
          <p:spPr>
            <a:xfrm>
              <a:off x="2460183" y="3181546"/>
              <a:ext cx="5655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0" name="Google Shape;2200;p142"/>
            <p:cNvSpPr txBox="1"/>
            <p:nvPr/>
          </p:nvSpPr>
          <p:spPr>
            <a:xfrm>
              <a:off x="719641" y="2219497"/>
              <a:ext cx="3249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1" name="Google Shape;2201;p142"/>
            <p:cNvSpPr txBox="1"/>
            <p:nvPr/>
          </p:nvSpPr>
          <p:spPr>
            <a:xfrm>
              <a:off x="1381521" y="3508844"/>
              <a:ext cx="4929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2" name="Google Shape;2202;p142"/>
            <p:cNvSpPr txBox="1"/>
            <p:nvPr/>
          </p:nvSpPr>
          <p:spPr>
            <a:xfrm>
              <a:off x="1373201" y="2219497"/>
              <a:ext cx="3249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3" name="Google Shape;2203;p142"/>
            <p:cNvSpPr txBox="1"/>
            <p:nvPr/>
          </p:nvSpPr>
          <p:spPr>
            <a:xfrm>
              <a:off x="1949210" y="2219497"/>
              <a:ext cx="3915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4" name="Google Shape;2204;p142"/>
            <p:cNvSpPr txBox="1"/>
            <p:nvPr/>
          </p:nvSpPr>
          <p:spPr>
            <a:xfrm>
              <a:off x="1964090" y="3468031"/>
              <a:ext cx="4929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05" name="Google Shape;2205;p142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206" name="Google Shape;2206;p142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2207" name="Google Shape;2207;p14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8" name="Google Shape;2208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9" name="Google Shape;2209;p142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2210" name="Google Shape;2210;p14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11" name="Google Shape;2211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2" name="Google Shape;2212;p14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213" name="Google Shape;2213;p14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14" name="Google Shape;2214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215" name="Google Shape;2215;p142"/>
            <p:cNvCxnSpPr/>
            <p:nvPr/>
          </p:nvCxnSpPr>
          <p:spPr>
            <a:xfrm>
              <a:off x="344551" y="2685383"/>
              <a:ext cx="20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16" name="Google Shape;2216;p142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217" name="Google Shape;2217;p142"/>
          <p:cNvSpPr/>
          <p:nvPr/>
        </p:nvSpPr>
        <p:spPr>
          <a:xfrm>
            <a:off x="5243616" y="1642534"/>
            <a:ext cx="336900" cy="128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42"/>
          <p:cNvSpPr/>
          <p:nvPr/>
        </p:nvSpPr>
        <p:spPr>
          <a:xfrm>
            <a:off x="5637975" y="1864975"/>
            <a:ext cx="2466000" cy="76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43"/>
          <p:cNvSpPr txBox="1"/>
          <p:nvPr>
            <p:ph idx="1" type="body"/>
          </p:nvPr>
        </p:nvSpPr>
        <p:spPr>
          <a:xfrm>
            <a:off x="324000" y="759300"/>
            <a:ext cx="8237700" cy="4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</a:t>
            </a:r>
            <a:r>
              <a:rPr lang="en-GB"/>
              <a:t>Fill in the blanks.</a:t>
            </a:r>
            <a:endParaRPr/>
          </a:p>
        </p:txBody>
      </p:sp>
      <p:sp>
        <p:nvSpPr>
          <p:cNvPr id="2224" name="Google Shape;2224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225" name="Google Shape;2225;p143"/>
          <p:cNvGrpSpPr/>
          <p:nvPr/>
        </p:nvGrpSpPr>
        <p:grpSpPr>
          <a:xfrm>
            <a:off x="957784" y="1240025"/>
            <a:ext cx="3717817" cy="1687550"/>
            <a:chOff x="1068647" y="1398000"/>
            <a:chExt cx="3717817" cy="1687550"/>
          </a:xfrm>
        </p:grpSpPr>
        <p:grpSp>
          <p:nvGrpSpPr>
            <p:cNvPr id="2226" name="Google Shape;2226;p143"/>
            <p:cNvGrpSpPr/>
            <p:nvPr/>
          </p:nvGrpSpPr>
          <p:grpSpPr>
            <a:xfrm>
              <a:off x="1171164" y="1398000"/>
              <a:ext cx="3615300" cy="1687550"/>
              <a:chOff x="232050" y="2160000"/>
              <a:chExt cx="3615300" cy="1687550"/>
            </a:xfrm>
          </p:grpSpPr>
          <p:grpSp>
            <p:nvGrpSpPr>
              <p:cNvPr id="2227" name="Google Shape;2227;p14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28" name="Google Shape;2228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29" name="Google Shape;2229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30" name="Google Shape;2230;p143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1" name="Google Shape;2231;p143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2" name="Google Shape;2232;p143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3" name="Google Shape;2233;p143"/>
              <p:cNvSpPr txBox="1"/>
              <p:nvPr/>
            </p:nvSpPr>
            <p:spPr>
              <a:xfrm>
                <a:off x="13538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4" name="Google Shape;2234;p143"/>
              <p:cNvSpPr txBox="1"/>
              <p:nvPr/>
            </p:nvSpPr>
            <p:spPr>
              <a:xfrm>
                <a:off x="6581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4.5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5" name="Google Shape;2235;p143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6" name="Google Shape;2236;p143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7" name="Google Shape;2237;p143"/>
              <p:cNvSpPr txBox="1"/>
              <p:nvPr/>
            </p:nvSpPr>
            <p:spPr>
              <a:xfrm>
                <a:off x="1811950" y="3508850"/>
                <a:ext cx="692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13.5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238" name="Google Shape;2238;p14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39" name="Google Shape;2239;p143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40" name="Google Shape;2240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41" name="Google Shape;2241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42" name="Google Shape;2242;p143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43" name="Google Shape;2243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44" name="Google Shape;2244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45" name="Google Shape;2245;p143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46" name="Google Shape;2246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47" name="Google Shape;2247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248" name="Google Shape;2248;p143"/>
              <p:cNvCxnSpPr>
                <a:endCxn id="2230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249" name="Google Shape;2249;p143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250" name="Google Shape;2250;p143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1" name="Google Shape;2251;p143"/>
            <p:cNvSpPr/>
            <p:nvPr/>
          </p:nvSpPr>
          <p:spPr>
            <a:xfrm>
              <a:off x="1757875" y="1991575"/>
              <a:ext cx="1301700" cy="52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2" name="Google Shape;2252;p143"/>
          <p:cNvGrpSpPr/>
          <p:nvPr/>
        </p:nvGrpSpPr>
        <p:grpSpPr>
          <a:xfrm>
            <a:off x="5339284" y="1240025"/>
            <a:ext cx="3717817" cy="1687544"/>
            <a:chOff x="1068647" y="1398000"/>
            <a:chExt cx="3717817" cy="1687544"/>
          </a:xfrm>
        </p:grpSpPr>
        <p:grpSp>
          <p:nvGrpSpPr>
            <p:cNvPr id="2253" name="Google Shape;2253;p143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254" name="Google Shape;2254;p14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55" name="Google Shape;2255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56" name="Google Shape;2256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57" name="Google Shape;2257;p143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8" name="Google Shape;2258;p143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9" name="Google Shape;2259;p143"/>
              <p:cNvSpPr txBox="1"/>
              <p:nvPr/>
            </p:nvSpPr>
            <p:spPr>
              <a:xfrm>
                <a:off x="723721" y="2160000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0" name="Google Shape;2260;p143"/>
              <p:cNvSpPr txBox="1"/>
              <p:nvPr/>
            </p:nvSpPr>
            <p:spPr>
              <a:xfrm>
                <a:off x="14046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1" name="Google Shape;2261;p143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2" name="Google Shape;2262;p143"/>
              <p:cNvSpPr txBox="1"/>
              <p:nvPr/>
            </p:nvSpPr>
            <p:spPr>
              <a:xfrm>
                <a:off x="1297030" y="2160000"/>
                <a:ext cx="404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3" name="Google Shape;2263;p143"/>
              <p:cNvSpPr txBox="1"/>
              <p:nvPr/>
            </p:nvSpPr>
            <p:spPr>
              <a:xfrm>
                <a:off x="1873022" y="2160000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4" name="Google Shape;2264;p143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265" name="Google Shape;2265;p14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66" name="Google Shape;2266;p143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67" name="Google Shape;2267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68" name="Google Shape;2268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69" name="Google Shape;2269;p143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70" name="Google Shape;2270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71" name="Google Shape;2271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72" name="Google Shape;2272;p143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73" name="Google Shape;2273;p14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74" name="Google Shape;2274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275" name="Google Shape;2275;p143"/>
              <p:cNvCxnSpPr>
                <a:endCxn id="2257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276" name="Google Shape;2276;p143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277" name="Google Shape;2277;p143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8" name="Google Shape;2278;p143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79" name="Google Shape;2279;p143"/>
          <p:cNvSpPr txBox="1"/>
          <p:nvPr/>
        </p:nvSpPr>
        <p:spPr>
          <a:xfrm>
            <a:off x="3240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2280" name="Google Shape;2280;p143"/>
          <p:cNvSpPr txBox="1"/>
          <p:nvPr/>
        </p:nvSpPr>
        <p:spPr>
          <a:xfrm>
            <a:off x="46674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graphicFrame>
        <p:nvGraphicFramePr>
          <p:cNvPr id="2281" name="Google Shape;2281;p143"/>
          <p:cNvGraphicFramePr/>
          <p:nvPr/>
        </p:nvGraphicFramePr>
        <p:xfrm>
          <a:off x="127195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82" name="Google Shape;2282;p143"/>
          <p:cNvSpPr txBox="1"/>
          <p:nvPr/>
        </p:nvSpPr>
        <p:spPr>
          <a:xfrm>
            <a:off x="464075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1.5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3" name="Google Shape;2283;p143"/>
          <p:cNvGraphicFramePr/>
          <p:nvPr/>
        </p:nvGraphicFramePr>
        <p:xfrm>
          <a:off x="55556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84" name="Google Shape;2284;p143"/>
          <p:cNvSpPr txBox="1"/>
          <p:nvPr/>
        </p:nvSpPr>
        <p:spPr>
          <a:xfrm>
            <a:off x="4747800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0.3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5" name="Google Shape;2285;p143"/>
          <p:cNvSpPr/>
          <p:nvPr/>
        </p:nvSpPr>
        <p:spPr>
          <a:xfrm>
            <a:off x="6525200" y="25717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43"/>
          <p:cNvSpPr/>
          <p:nvPr/>
        </p:nvSpPr>
        <p:spPr>
          <a:xfrm>
            <a:off x="5941000" y="1240025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7" name="Google Shape;2287;p143"/>
          <p:cNvSpPr/>
          <p:nvPr/>
        </p:nvSpPr>
        <p:spPr>
          <a:xfrm>
            <a:off x="5941000" y="384020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143"/>
          <p:cNvSpPr/>
          <p:nvPr/>
        </p:nvSpPr>
        <p:spPr>
          <a:xfrm>
            <a:off x="6995838" y="384020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9" name="Google Shape;2289;p143"/>
          <p:cNvSpPr/>
          <p:nvPr/>
        </p:nvSpPr>
        <p:spPr>
          <a:xfrm>
            <a:off x="7109400" y="25717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143"/>
          <p:cNvSpPr/>
          <p:nvPr/>
        </p:nvSpPr>
        <p:spPr>
          <a:xfrm>
            <a:off x="1482450" y="25717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143"/>
          <p:cNvSpPr/>
          <p:nvPr/>
        </p:nvSpPr>
        <p:spPr>
          <a:xfrm>
            <a:off x="6474400" y="1240025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2" name="Google Shape;2292;p143"/>
          <p:cNvSpPr/>
          <p:nvPr/>
        </p:nvSpPr>
        <p:spPr>
          <a:xfrm>
            <a:off x="2053750" y="25717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3" name="Google Shape;2293;p143"/>
          <p:cNvSpPr/>
          <p:nvPr/>
        </p:nvSpPr>
        <p:spPr>
          <a:xfrm>
            <a:off x="1482450" y="1240025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4" name="Google Shape;2294;p143"/>
          <p:cNvSpPr/>
          <p:nvPr/>
        </p:nvSpPr>
        <p:spPr>
          <a:xfrm>
            <a:off x="1634850" y="38290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43"/>
          <p:cNvSpPr/>
          <p:nvPr/>
        </p:nvSpPr>
        <p:spPr>
          <a:xfrm>
            <a:off x="2739550" y="38290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6" name="Google Shape;2296;p143"/>
          <p:cNvSpPr/>
          <p:nvPr/>
        </p:nvSpPr>
        <p:spPr>
          <a:xfrm>
            <a:off x="3260450" y="4421600"/>
            <a:ext cx="3339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blanks.</a:t>
            </a:r>
            <a:endParaRPr/>
          </a:p>
        </p:txBody>
      </p:sp>
      <p:sp>
        <p:nvSpPr>
          <p:cNvPr id="2302" name="Google Shape;2302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303" name="Google Shape;2303;p144"/>
          <p:cNvGrpSpPr/>
          <p:nvPr/>
        </p:nvGrpSpPr>
        <p:grpSpPr>
          <a:xfrm>
            <a:off x="957784" y="1240025"/>
            <a:ext cx="3717817" cy="1687544"/>
            <a:chOff x="1068647" y="1398000"/>
            <a:chExt cx="3717817" cy="1687544"/>
          </a:xfrm>
        </p:grpSpPr>
        <p:grpSp>
          <p:nvGrpSpPr>
            <p:cNvPr id="2304" name="Google Shape;2304;p144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305" name="Google Shape;2305;p144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06" name="Google Shape;2306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07" name="Google Shape;2307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08" name="Google Shape;2308;p144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9" name="Google Shape;2309;p144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0" name="Google Shape;2310;p144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1" name="Google Shape;2311;p144"/>
              <p:cNvSpPr txBox="1"/>
              <p:nvPr/>
            </p:nvSpPr>
            <p:spPr>
              <a:xfrm>
                <a:off x="13538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2" name="Google Shape;2312;p144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3" name="Google Shape;2313;p144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4" name="Google Shape;2314;p144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5" name="Google Shape;2315;p144"/>
              <p:cNvSpPr txBox="1"/>
              <p:nvPr/>
            </p:nvSpPr>
            <p:spPr>
              <a:xfrm>
                <a:off x="19262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316" name="Google Shape;2316;p144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317" name="Google Shape;2317;p144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18" name="Google Shape;2318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19" name="Google Shape;2319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20" name="Google Shape;2320;p144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21" name="Google Shape;2321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22" name="Google Shape;2322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23" name="Google Shape;2323;p144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24" name="Google Shape;2324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25" name="Google Shape;2325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326" name="Google Shape;2326;p144"/>
              <p:cNvCxnSpPr>
                <a:endCxn id="2308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327" name="Google Shape;2327;p144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328" name="Google Shape;2328;p144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9" name="Google Shape;2329;p144"/>
            <p:cNvSpPr/>
            <p:nvPr/>
          </p:nvSpPr>
          <p:spPr>
            <a:xfrm>
              <a:off x="1757875" y="19915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0" name="Google Shape;2330;p144"/>
          <p:cNvGrpSpPr/>
          <p:nvPr/>
        </p:nvGrpSpPr>
        <p:grpSpPr>
          <a:xfrm>
            <a:off x="5339284" y="1240025"/>
            <a:ext cx="3717817" cy="1687544"/>
            <a:chOff x="1068647" y="1398000"/>
            <a:chExt cx="3717817" cy="1687544"/>
          </a:xfrm>
        </p:grpSpPr>
        <p:grpSp>
          <p:nvGrpSpPr>
            <p:cNvPr id="2331" name="Google Shape;2331;p144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332" name="Google Shape;2332;p144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33" name="Google Shape;2333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34" name="Google Shape;2334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35" name="Google Shape;2335;p144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6" name="Google Shape;2336;p144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7" name="Google Shape;2337;p144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8" name="Google Shape;2338;p144"/>
              <p:cNvSpPr txBox="1"/>
              <p:nvPr/>
            </p:nvSpPr>
            <p:spPr>
              <a:xfrm>
                <a:off x="14046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9" name="Google Shape;2339;p144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0" name="Google Shape;2340;p144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1" name="Google Shape;2341;p144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2" name="Google Shape;2342;p144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343" name="Google Shape;2343;p144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344" name="Google Shape;2344;p144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45" name="Google Shape;2345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46" name="Google Shape;2346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47" name="Google Shape;2347;p144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48" name="Google Shape;2348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49" name="Google Shape;2349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50" name="Google Shape;2350;p144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51" name="Google Shape;2351;p14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52" name="Google Shape;2352;p14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353" name="Google Shape;2353;p144"/>
              <p:cNvCxnSpPr>
                <a:endCxn id="2335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354" name="Google Shape;2354;p144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355" name="Google Shape;2355;p144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6" name="Google Shape;2356;p144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57" name="Google Shape;2357;p144"/>
          <p:cNvSpPr txBox="1"/>
          <p:nvPr/>
        </p:nvSpPr>
        <p:spPr>
          <a:xfrm>
            <a:off x="3240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358" name="Google Shape;2358;p144"/>
          <p:cNvSpPr txBox="1"/>
          <p:nvPr/>
        </p:nvSpPr>
        <p:spPr>
          <a:xfrm>
            <a:off x="46674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graphicFrame>
        <p:nvGraphicFramePr>
          <p:cNvPr id="2359" name="Google Shape;2359;p144"/>
          <p:cNvGraphicFramePr/>
          <p:nvPr/>
        </p:nvGraphicFramePr>
        <p:xfrm>
          <a:off x="127195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60" name="Google Shape;2360;p144"/>
          <p:cNvSpPr txBox="1"/>
          <p:nvPr/>
        </p:nvSpPr>
        <p:spPr>
          <a:xfrm>
            <a:off x="464075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4 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61" name="Google Shape;2361;p144"/>
          <p:cNvGraphicFramePr/>
          <p:nvPr/>
        </p:nvGraphicFramePr>
        <p:xfrm>
          <a:off x="55556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62" name="Google Shape;2362;p144"/>
          <p:cNvSpPr txBox="1"/>
          <p:nvPr/>
        </p:nvSpPr>
        <p:spPr>
          <a:xfrm>
            <a:off x="4747800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3 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3" name="Google Shape;2363;p144"/>
          <p:cNvGrpSpPr/>
          <p:nvPr/>
        </p:nvGrpSpPr>
        <p:grpSpPr>
          <a:xfrm>
            <a:off x="1621950" y="3814804"/>
            <a:ext cx="1471500" cy="364900"/>
            <a:chOff x="1621950" y="3814804"/>
            <a:chExt cx="1471500" cy="364900"/>
          </a:xfrm>
        </p:grpSpPr>
        <p:sp>
          <p:nvSpPr>
            <p:cNvPr id="2364" name="Google Shape;2364;p144"/>
            <p:cNvSpPr/>
            <p:nvPr/>
          </p:nvSpPr>
          <p:spPr>
            <a:xfrm>
              <a:off x="1621950" y="3814804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5" name="Google Shape;2365;p144"/>
            <p:cNvSpPr/>
            <p:nvPr/>
          </p:nvSpPr>
          <p:spPr>
            <a:xfrm>
              <a:off x="2688750" y="3827504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6" name="Google Shape;2366;p144"/>
          <p:cNvSpPr/>
          <p:nvPr/>
        </p:nvSpPr>
        <p:spPr>
          <a:xfrm>
            <a:off x="3222150" y="4437100"/>
            <a:ext cx="2748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7" name="Google Shape;2367;p144"/>
          <p:cNvGrpSpPr/>
          <p:nvPr/>
        </p:nvGrpSpPr>
        <p:grpSpPr>
          <a:xfrm>
            <a:off x="6440850" y="1240029"/>
            <a:ext cx="1014300" cy="1723800"/>
            <a:chOff x="6440850" y="1240029"/>
            <a:chExt cx="1014300" cy="1723800"/>
          </a:xfrm>
        </p:grpSpPr>
        <p:grpSp>
          <p:nvGrpSpPr>
            <p:cNvPr id="2368" name="Google Shape;2368;p144"/>
            <p:cNvGrpSpPr/>
            <p:nvPr/>
          </p:nvGrpSpPr>
          <p:grpSpPr>
            <a:xfrm>
              <a:off x="6440850" y="1240029"/>
              <a:ext cx="1014300" cy="352200"/>
              <a:chOff x="6440850" y="1240029"/>
              <a:chExt cx="1014300" cy="352200"/>
            </a:xfrm>
          </p:grpSpPr>
          <p:sp>
            <p:nvSpPr>
              <p:cNvPr id="2369" name="Google Shape;2369;p144"/>
              <p:cNvSpPr/>
              <p:nvPr/>
            </p:nvSpPr>
            <p:spPr>
              <a:xfrm>
                <a:off x="6440850" y="1240029"/>
                <a:ext cx="404700" cy="352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0" name="Google Shape;2370;p144"/>
              <p:cNvSpPr/>
              <p:nvPr/>
            </p:nvSpPr>
            <p:spPr>
              <a:xfrm>
                <a:off x="7050450" y="1240029"/>
                <a:ext cx="404700" cy="352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371" name="Google Shape;2371;p144"/>
            <p:cNvSpPr/>
            <p:nvPr/>
          </p:nvSpPr>
          <p:spPr>
            <a:xfrm>
              <a:off x="7050450" y="2611629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72" name="Google Shape;2372;p144"/>
          <p:cNvGrpSpPr/>
          <p:nvPr/>
        </p:nvGrpSpPr>
        <p:grpSpPr>
          <a:xfrm>
            <a:off x="5907450" y="3830829"/>
            <a:ext cx="1471500" cy="352200"/>
            <a:chOff x="5907450" y="3830829"/>
            <a:chExt cx="1471500" cy="352200"/>
          </a:xfrm>
        </p:grpSpPr>
        <p:sp>
          <p:nvSpPr>
            <p:cNvPr id="2373" name="Google Shape;2373;p144"/>
            <p:cNvSpPr/>
            <p:nvPr/>
          </p:nvSpPr>
          <p:spPr>
            <a:xfrm>
              <a:off x="6974250" y="3830829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4" name="Google Shape;2374;p144"/>
            <p:cNvSpPr/>
            <p:nvPr/>
          </p:nvSpPr>
          <p:spPr>
            <a:xfrm>
              <a:off x="5907450" y="3830829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75" name="Google Shape;2375;p144"/>
          <p:cNvSpPr/>
          <p:nvPr/>
        </p:nvSpPr>
        <p:spPr>
          <a:xfrm>
            <a:off x="7489350" y="4437100"/>
            <a:ext cx="2748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1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blanks.</a:t>
            </a:r>
            <a:endParaRPr/>
          </a:p>
        </p:txBody>
      </p:sp>
      <p:sp>
        <p:nvSpPr>
          <p:cNvPr id="2381" name="Google Shape;2381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382" name="Google Shape;2382;p145"/>
          <p:cNvGrpSpPr/>
          <p:nvPr/>
        </p:nvGrpSpPr>
        <p:grpSpPr>
          <a:xfrm>
            <a:off x="957784" y="1240025"/>
            <a:ext cx="3717817" cy="1687544"/>
            <a:chOff x="1068647" y="1398000"/>
            <a:chExt cx="3717817" cy="1687544"/>
          </a:xfrm>
        </p:grpSpPr>
        <p:grpSp>
          <p:nvGrpSpPr>
            <p:cNvPr id="2383" name="Google Shape;2383;p145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384" name="Google Shape;2384;p145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85" name="Google Shape;2385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86" name="Google Shape;2386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87" name="Google Shape;2387;p145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8" name="Google Shape;2388;p145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9" name="Google Shape;2389;p145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0" name="Google Shape;2390;p145"/>
              <p:cNvSpPr txBox="1"/>
              <p:nvPr/>
            </p:nvSpPr>
            <p:spPr>
              <a:xfrm>
                <a:off x="13538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1" name="Google Shape;2391;p145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2" name="Google Shape;2392;p145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3" name="Google Shape;2393;p145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4" name="Google Shape;2394;p145"/>
              <p:cNvSpPr txBox="1"/>
              <p:nvPr/>
            </p:nvSpPr>
            <p:spPr>
              <a:xfrm>
                <a:off x="19262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395" name="Google Shape;2395;p145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396" name="Google Shape;2396;p145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97" name="Google Shape;2397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98" name="Google Shape;2398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99" name="Google Shape;2399;p145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00" name="Google Shape;2400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01" name="Google Shape;2401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02" name="Google Shape;2402;p145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03" name="Google Shape;2403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04" name="Google Shape;2404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405" name="Google Shape;2405;p145"/>
              <p:cNvCxnSpPr>
                <a:endCxn id="2387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406" name="Google Shape;2406;p145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407" name="Google Shape;2407;p145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8" name="Google Shape;2408;p145"/>
            <p:cNvSpPr/>
            <p:nvPr/>
          </p:nvSpPr>
          <p:spPr>
            <a:xfrm>
              <a:off x="1757875" y="19915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09" name="Google Shape;2409;p145"/>
          <p:cNvGrpSpPr/>
          <p:nvPr/>
        </p:nvGrpSpPr>
        <p:grpSpPr>
          <a:xfrm>
            <a:off x="5339284" y="1240025"/>
            <a:ext cx="3717817" cy="1687544"/>
            <a:chOff x="1068647" y="1398000"/>
            <a:chExt cx="3717817" cy="1687544"/>
          </a:xfrm>
        </p:grpSpPr>
        <p:grpSp>
          <p:nvGrpSpPr>
            <p:cNvPr id="2410" name="Google Shape;2410;p145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411" name="Google Shape;2411;p145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12" name="Google Shape;2412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13" name="Google Shape;2413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14" name="Google Shape;2414;p145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15" name="Google Shape;2415;p145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16" name="Google Shape;2416;p145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17" name="Google Shape;2417;p145"/>
              <p:cNvSpPr txBox="1"/>
              <p:nvPr/>
            </p:nvSpPr>
            <p:spPr>
              <a:xfrm>
                <a:off x="14046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18" name="Google Shape;2418;p145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19" name="Google Shape;2419;p145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20" name="Google Shape;2420;p145"/>
              <p:cNvSpPr txBox="1"/>
              <p:nvPr/>
            </p:nvSpPr>
            <p:spPr>
              <a:xfrm>
                <a:off x="1949226" y="2160000"/>
                <a:ext cx="3003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21" name="Google Shape;2421;p145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422" name="Google Shape;2422;p145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23" name="Google Shape;2423;p145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24" name="Google Shape;2424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25" name="Google Shape;2425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26" name="Google Shape;2426;p145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27" name="Google Shape;2427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28" name="Google Shape;2428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29" name="Google Shape;2429;p145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30" name="Google Shape;2430;p14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31" name="Google Shape;2431;p14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432" name="Google Shape;2432;p145"/>
              <p:cNvCxnSpPr>
                <a:endCxn id="2414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433" name="Google Shape;2433;p145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434" name="Google Shape;2434;p145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5" name="Google Shape;2435;p145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36" name="Google Shape;2436;p145"/>
          <p:cNvSpPr txBox="1"/>
          <p:nvPr/>
        </p:nvSpPr>
        <p:spPr>
          <a:xfrm>
            <a:off x="3240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2437" name="Google Shape;2437;p145"/>
          <p:cNvSpPr txBox="1"/>
          <p:nvPr/>
        </p:nvSpPr>
        <p:spPr>
          <a:xfrm>
            <a:off x="46674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graphicFrame>
        <p:nvGraphicFramePr>
          <p:cNvPr id="2438" name="Google Shape;2438;p145"/>
          <p:cNvGraphicFramePr/>
          <p:nvPr/>
        </p:nvGraphicFramePr>
        <p:xfrm>
          <a:off x="127195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39" name="Google Shape;2439;p145"/>
          <p:cNvSpPr txBox="1"/>
          <p:nvPr/>
        </p:nvSpPr>
        <p:spPr>
          <a:xfrm>
            <a:off x="464075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3.5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40" name="Google Shape;2440;p145"/>
          <p:cNvGraphicFramePr/>
          <p:nvPr/>
        </p:nvGraphicFramePr>
        <p:xfrm>
          <a:off x="55556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41" name="Google Shape;2441;p145"/>
          <p:cNvSpPr txBox="1"/>
          <p:nvPr/>
        </p:nvSpPr>
        <p:spPr>
          <a:xfrm>
            <a:off x="4747800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2.5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2" name="Google Shape;2442;p145"/>
          <p:cNvGrpSpPr/>
          <p:nvPr/>
        </p:nvGrpSpPr>
        <p:grpSpPr>
          <a:xfrm>
            <a:off x="1621950" y="3814804"/>
            <a:ext cx="1471500" cy="364900"/>
            <a:chOff x="1621950" y="3814804"/>
            <a:chExt cx="1471500" cy="364900"/>
          </a:xfrm>
        </p:grpSpPr>
        <p:sp>
          <p:nvSpPr>
            <p:cNvPr id="2443" name="Google Shape;2443;p145"/>
            <p:cNvSpPr/>
            <p:nvPr/>
          </p:nvSpPr>
          <p:spPr>
            <a:xfrm>
              <a:off x="1621950" y="3814804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4" name="Google Shape;2444;p145"/>
            <p:cNvSpPr/>
            <p:nvPr/>
          </p:nvSpPr>
          <p:spPr>
            <a:xfrm>
              <a:off x="2688750" y="3827504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45" name="Google Shape;2445;p145"/>
          <p:cNvSpPr/>
          <p:nvPr/>
        </p:nvSpPr>
        <p:spPr>
          <a:xfrm>
            <a:off x="3222150" y="443710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6" name="Google Shape;2446;p145"/>
          <p:cNvGrpSpPr/>
          <p:nvPr/>
        </p:nvGrpSpPr>
        <p:grpSpPr>
          <a:xfrm>
            <a:off x="1482450" y="1185900"/>
            <a:ext cx="404700" cy="1738050"/>
            <a:chOff x="1482450" y="1185900"/>
            <a:chExt cx="404700" cy="1738050"/>
          </a:xfrm>
        </p:grpSpPr>
        <p:sp>
          <p:nvSpPr>
            <p:cNvPr id="2447" name="Google Shape;2447;p145"/>
            <p:cNvSpPr/>
            <p:nvPr/>
          </p:nvSpPr>
          <p:spPr>
            <a:xfrm>
              <a:off x="1482450" y="11859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8" name="Google Shape;2448;p145"/>
            <p:cNvSpPr/>
            <p:nvPr/>
          </p:nvSpPr>
          <p:spPr>
            <a:xfrm>
              <a:off x="148245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49" name="Google Shape;2449;p145"/>
          <p:cNvGrpSpPr/>
          <p:nvPr/>
        </p:nvGrpSpPr>
        <p:grpSpPr>
          <a:xfrm>
            <a:off x="5852100" y="1185900"/>
            <a:ext cx="404700" cy="1738050"/>
            <a:chOff x="5852100" y="1185900"/>
            <a:chExt cx="404700" cy="1738050"/>
          </a:xfrm>
        </p:grpSpPr>
        <p:sp>
          <p:nvSpPr>
            <p:cNvPr id="2450" name="Google Shape;2450;p145"/>
            <p:cNvSpPr/>
            <p:nvPr/>
          </p:nvSpPr>
          <p:spPr>
            <a:xfrm>
              <a:off x="5852100" y="11859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1" name="Google Shape;2451;p145"/>
            <p:cNvSpPr/>
            <p:nvPr/>
          </p:nvSpPr>
          <p:spPr>
            <a:xfrm>
              <a:off x="585210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52" name="Google Shape;2452;p145"/>
          <p:cNvSpPr/>
          <p:nvPr/>
        </p:nvSpPr>
        <p:spPr>
          <a:xfrm>
            <a:off x="6537900" y="25717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3" name="Google Shape;2453;p145"/>
          <p:cNvGrpSpPr/>
          <p:nvPr/>
        </p:nvGrpSpPr>
        <p:grpSpPr>
          <a:xfrm>
            <a:off x="7029600" y="1185900"/>
            <a:ext cx="522600" cy="1738050"/>
            <a:chOff x="7029600" y="1185900"/>
            <a:chExt cx="522600" cy="1738050"/>
          </a:xfrm>
        </p:grpSpPr>
        <p:sp>
          <p:nvSpPr>
            <p:cNvPr id="2454" name="Google Shape;2454;p145"/>
            <p:cNvSpPr/>
            <p:nvPr/>
          </p:nvSpPr>
          <p:spPr>
            <a:xfrm>
              <a:off x="7029600" y="11859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5" name="Google Shape;2455;p145"/>
            <p:cNvSpPr/>
            <p:nvPr/>
          </p:nvSpPr>
          <p:spPr>
            <a:xfrm>
              <a:off x="714750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56" name="Google Shape;2456;p145"/>
          <p:cNvSpPr/>
          <p:nvPr/>
        </p:nvSpPr>
        <p:spPr>
          <a:xfrm>
            <a:off x="7528500" y="4425950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146"/>
          <p:cNvSpPr txBox="1"/>
          <p:nvPr>
            <p:ph idx="1" type="body"/>
          </p:nvPr>
        </p:nvSpPr>
        <p:spPr>
          <a:xfrm>
            <a:off x="362100" y="203752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Sofia and her dad walk side by side along a straight path. The number of steps are represented by the double number line.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Which line represents Sofia’s steps? Explain how you know.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When Sofia has taken 24 steps, how many steps has dad taken?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Write the ratio of Sofia’s steps to her dads steps.</a:t>
            </a:r>
            <a:endParaRPr sz="1800"/>
          </a:p>
        </p:txBody>
      </p:sp>
      <p:sp>
        <p:nvSpPr>
          <p:cNvPr id="2462" name="Google Shape;2462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463" name="Google Shape;2463;p146"/>
          <p:cNvGrpSpPr/>
          <p:nvPr/>
        </p:nvGrpSpPr>
        <p:grpSpPr>
          <a:xfrm>
            <a:off x="1794752" y="650728"/>
            <a:ext cx="5368726" cy="1261253"/>
            <a:chOff x="1108891" y="810000"/>
            <a:chExt cx="5778415" cy="1357500"/>
          </a:xfrm>
        </p:grpSpPr>
        <p:grpSp>
          <p:nvGrpSpPr>
            <p:cNvPr id="2464" name="Google Shape;2464;p146"/>
            <p:cNvGrpSpPr/>
            <p:nvPr/>
          </p:nvGrpSpPr>
          <p:grpSpPr>
            <a:xfrm>
              <a:off x="1137991" y="810000"/>
              <a:ext cx="5749315" cy="1357500"/>
              <a:chOff x="441900" y="3572013"/>
              <a:chExt cx="3074500" cy="1357500"/>
            </a:xfrm>
          </p:grpSpPr>
          <p:cxnSp>
            <p:nvCxnSpPr>
              <p:cNvPr id="2465" name="Google Shape;2465;p146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6" name="Google Shape;2466;p146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467" name="Google Shape;2467;p146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468" name="Google Shape;2468;p146"/>
            <p:cNvCxnSpPr/>
            <p:nvPr/>
          </p:nvCxnSpPr>
          <p:spPr>
            <a:xfrm>
              <a:off x="1108891" y="1190950"/>
              <a:ext cx="2823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9" name="Google Shape;2469;p146"/>
            <p:cNvGrpSpPr/>
            <p:nvPr/>
          </p:nvGrpSpPr>
          <p:grpSpPr>
            <a:xfrm>
              <a:off x="3369491" y="1045850"/>
              <a:ext cx="2823900" cy="288050"/>
              <a:chOff x="1185091" y="4170050"/>
              <a:chExt cx="2823900" cy="288050"/>
            </a:xfrm>
          </p:grpSpPr>
          <p:cxnSp>
            <p:nvCxnSpPr>
              <p:cNvPr id="2470" name="Google Shape;2470;p146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1" name="Google Shape;2471;p146"/>
              <p:cNvCxnSpPr/>
              <p:nvPr/>
            </p:nvCxnSpPr>
            <p:spPr>
              <a:xfrm>
                <a:off x="1185200" y="417005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2" name="Google Shape;2472;p146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73" name="Google Shape;2473;p146"/>
            <p:cNvGrpSpPr/>
            <p:nvPr/>
          </p:nvGrpSpPr>
          <p:grpSpPr>
            <a:xfrm>
              <a:off x="11088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474" name="Google Shape;2474;p146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5" name="Google Shape;2475;p146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6" name="Google Shape;2476;p146"/>
              <p:cNvCxnSpPr/>
              <p:nvPr/>
            </p:nvCxnSpPr>
            <p:spPr>
              <a:xfrm>
                <a:off x="174898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7" name="Google Shape;2477;p146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8" name="Google Shape;2478;p146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9" name="Google Shape;2479;p146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80" name="Google Shape;2480;p146"/>
            <p:cNvGrpSpPr/>
            <p:nvPr/>
          </p:nvGrpSpPr>
          <p:grpSpPr>
            <a:xfrm>
              <a:off x="33694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481" name="Google Shape;2481;p146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2" name="Google Shape;2482;p146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3" name="Google Shape;2483;p146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4" name="Google Shape;2484;p146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5" name="Google Shape;2485;p146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486" name="Google Shape;2486;p146"/>
          <p:cNvSpPr txBox="1"/>
          <p:nvPr/>
        </p:nvSpPr>
        <p:spPr>
          <a:xfrm>
            <a:off x="5907521" y="1692929"/>
            <a:ext cx="41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7" name="Google Shape;2487;p146"/>
          <p:cNvSpPr txBox="1"/>
          <p:nvPr/>
        </p:nvSpPr>
        <p:spPr>
          <a:xfrm>
            <a:off x="5838188" y="585625"/>
            <a:ext cx="41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8" name="Google Shape;2488;p146"/>
          <p:cNvCxnSpPr/>
          <p:nvPr/>
        </p:nvCxnSpPr>
        <p:spPr>
          <a:xfrm>
            <a:off x="2844166" y="848209"/>
            <a:ext cx="0" cy="265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146"/>
          <p:cNvCxnSpPr/>
          <p:nvPr/>
        </p:nvCxnSpPr>
        <p:spPr>
          <a:xfrm>
            <a:off x="4936600" y="848209"/>
            <a:ext cx="0" cy="265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0" name="Google Shape;2490;p146"/>
          <p:cNvSpPr txBox="1"/>
          <p:nvPr/>
        </p:nvSpPr>
        <p:spPr>
          <a:xfrm>
            <a:off x="324000" y="3163800"/>
            <a:ext cx="8549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Sofia must be the top number line as she take more steps compared to her dad.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1" name="Google Shape;2491;p146"/>
          <p:cNvSpPr txBox="1"/>
          <p:nvPr/>
        </p:nvSpPr>
        <p:spPr>
          <a:xfrm>
            <a:off x="7230725" y="818325"/>
            <a:ext cx="63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Sofia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2" name="Google Shape;2492;p146"/>
          <p:cNvSpPr txBox="1"/>
          <p:nvPr/>
        </p:nvSpPr>
        <p:spPr>
          <a:xfrm>
            <a:off x="7230725" y="1427925"/>
            <a:ext cx="122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Sofia’s Dad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3" name="Google Shape;2493;p146"/>
          <p:cNvSpPr txBox="1"/>
          <p:nvPr/>
        </p:nvSpPr>
        <p:spPr>
          <a:xfrm>
            <a:off x="373500" y="3861625"/>
            <a:ext cx="8549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Doubling the 12 steps for Sofia gives 24 steps, so doubling the 8 gives 16 steps.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4" name="Google Shape;2494;p146"/>
          <p:cNvSpPr txBox="1"/>
          <p:nvPr/>
        </p:nvSpPr>
        <p:spPr>
          <a:xfrm>
            <a:off x="335400" y="4530250"/>
            <a:ext cx="8549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÷ 8 = 1.5. For every 1 step Sofia’s Dad makes, Sofia has to do 1.5 steps.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495" name="Google Shape;2495;p146"/>
          <p:cNvGrpSpPr/>
          <p:nvPr/>
        </p:nvGrpSpPr>
        <p:grpSpPr>
          <a:xfrm>
            <a:off x="411600" y="4473025"/>
            <a:ext cx="8549400" cy="555225"/>
            <a:chOff x="373500" y="4490200"/>
            <a:chExt cx="8549400" cy="555225"/>
          </a:xfrm>
        </p:grpSpPr>
        <p:sp>
          <p:nvSpPr>
            <p:cNvPr id="2496" name="Google Shape;2496;p146"/>
            <p:cNvSpPr txBox="1"/>
            <p:nvPr/>
          </p:nvSpPr>
          <p:spPr>
            <a:xfrm>
              <a:off x="373500" y="4547425"/>
              <a:ext cx="85494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8 ÷ 12 =   . For every 1 step Sofia makes, Sofia’s Dad has done    of a step. </a:t>
              </a:r>
              <a:endParaRPr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3}&quot;&gt;&lt;mfrac&gt;&lt;mn&gt;2&lt;/mn&gt;&lt;mn&gt;3&lt;/mn&gt;&lt;/mfrac&gt;&lt;/math&gt;" id="2497" name="Google Shape;2497;p146" title="two third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7475" y="4516600"/>
              <a:ext cx="89475" cy="2961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}{3}&quot;&gt;&lt;mfrac&gt;&lt;mn&gt;2&lt;/mn&gt;&lt;mn&gt;3&lt;/mn&gt;&lt;/mfrac&gt;&lt;/math&gt;" id="2498" name="Google Shape;2498;p146" title="two third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5377" y="4490200"/>
              <a:ext cx="89475" cy="2961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147"/>
          <p:cNvSpPr txBox="1"/>
          <p:nvPr>
            <p:ph idx="1" type="body"/>
          </p:nvPr>
        </p:nvSpPr>
        <p:spPr>
          <a:xfrm>
            <a:off x="324000" y="759300"/>
            <a:ext cx="4767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Here is a double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Aisha says to find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she is going to do 5 × 1.5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Andeep says he is going to find one quarter of 30.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Do you agree with Aisha or Andeep? Explain.</a:t>
            </a:r>
            <a:endParaRPr/>
          </a:p>
        </p:txBody>
      </p:sp>
      <p:sp>
        <p:nvSpPr>
          <p:cNvPr id="2504" name="Google Shape;2504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505" name="Google Shape;2505;p147"/>
          <p:cNvGrpSpPr/>
          <p:nvPr/>
        </p:nvGrpSpPr>
        <p:grpSpPr>
          <a:xfrm>
            <a:off x="5384833" y="1246025"/>
            <a:ext cx="3848230" cy="1989600"/>
            <a:chOff x="232050" y="2219497"/>
            <a:chExt cx="2793633" cy="1553646"/>
          </a:xfrm>
        </p:grpSpPr>
        <p:grpSp>
          <p:nvGrpSpPr>
            <p:cNvPr id="2506" name="Google Shape;2506;p147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507" name="Google Shape;2507;p147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8" name="Google Shape;2508;p147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09" name="Google Shape;2509;p147"/>
            <p:cNvSpPr txBox="1"/>
            <p:nvPr/>
          </p:nvSpPr>
          <p:spPr>
            <a:xfrm>
              <a:off x="2445451" y="2574233"/>
              <a:ext cx="5655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A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0" name="Google Shape;2510;p147"/>
            <p:cNvSpPr txBox="1"/>
            <p:nvPr/>
          </p:nvSpPr>
          <p:spPr>
            <a:xfrm>
              <a:off x="2460183" y="3181546"/>
              <a:ext cx="5655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1" name="Google Shape;2511;p147"/>
            <p:cNvSpPr txBox="1"/>
            <p:nvPr/>
          </p:nvSpPr>
          <p:spPr>
            <a:xfrm>
              <a:off x="719641" y="2219497"/>
              <a:ext cx="3249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2" name="Google Shape;2512;p147"/>
            <p:cNvSpPr txBox="1"/>
            <p:nvPr/>
          </p:nvSpPr>
          <p:spPr>
            <a:xfrm>
              <a:off x="1381521" y="3508844"/>
              <a:ext cx="4929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3" name="Google Shape;2513;p147"/>
            <p:cNvSpPr txBox="1"/>
            <p:nvPr/>
          </p:nvSpPr>
          <p:spPr>
            <a:xfrm>
              <a:off x="1373201" y="2219497"/>
              <a:ext cx="3249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4" name="Google Shape;2514;p147"/>
            <p:cNvSpPr txBox="1"/>
            <p:nvPr/>
          </p:nvSpPr>
          <p:spPr>
            <a:xfrm>
              <a:off x="1949210" y="2219497"/>
              <a:ext cx="3915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5" name="Google Shape;2515;p147"/>
            <p:cNvSpPr txBox="1"/>
            <p:nvPr/>
          </p:nvSpPr>
          <p:spPr>
            <a:xfrm>
              <a:off x="1964090" y="3468031"/>
              <a:ext cx="4929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516" name="Google Shape;2516;p147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517" name="Google Shape;2517;p147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2518" name="Google Shape;2518;p147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9" name="Google Shape;2519;p147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0" name="Google Shape;2520;p147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2521" name="Google Shape;2521;p147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22" name="Google Shape;2522;p147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3" name="Google Shape;2523;p147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524" name="Google Shape;2524;p147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25" name="Google Shape;2525;p147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526" name="Google Shape;2526;p147"/>
            <p:cNvCxnSpPr/>
            <p:nvPr/>
          </p:nvCxnSpPr>
          <p:spPr>
            <a:xfrm>
              <a:off x="344551" y="2685383"/>
              <a:ext cx="20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27" name="Google Shape;2527;p147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528" name="Google Shape;2528;p147"/>
          <p:cNvSpPr/>
          <p:nvPr/>
        </p:nvSpPr>
        <p:spPr>
          <a:xfrm>
            <a:off x="5243616" y="1642534"/>
            <a:ext cx="336900" cy="12858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9" name="Google Shape;2529;p147"/>
          <p:cNvSpPr/>
          <p:nvPr/>
        </p:nvSpPr>
        <p:spPr>
          <a:xfrm>
            <a:off x="5637975" y="1864975"/>
            <a:ext cx="2466000" cy="7653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0" name="Google Shape;2530;p147"/>
          <p:cNvSpPr txBox="1"/>
          <p:nvPr/>
        </p:nvSpPr>
        <p:spPr>
          <a:xfrm>
            <a:off x="297300" y="3920575"/>
            <a:ext cx="40971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are correct.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Representing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this in a ratio table.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31" name="Google Shape;2531;p147"/>
          <p:cNvGraphicFramePr/>
          <p:nvPr/>
        </p:nvGraphicFramePr>
        <p:xfrm>
          <a:off x="5354225" y="332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166350"/>
                <a:gridCol w="1166350"/>
              </a:tblGrid>
              <a:tr h="3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32" name="Google Shape;2532;p147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5400000">
            <a:off x="7420651" y="3929901"/>
            <a:ext cx="887300" cy="47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3" name="Google Shape;2533;p147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-5400000">
            <a:off x="4681586" y="3959476"/>
            <a:ext cx="910076" cy="496398"/>
          </a:xfrm>
          <a:prstGeom prst="rect">
            <a:avLst/>
          </a:prstGeom>
          <a:noFill/>
          <a:ln>
            <a:noFill/>
          </a:ln>
        </p:spPr>
      </p:pic>
      <p:sp>
        <p:nvSpPr>
          <p:cNvPr id="2534" name="Google Shape;2534;p147"/>
          <p:cNvSpPr txBox="1"/>
          <p:nvPr/>
        </p:nvSpPr>
        <p:spPr>
          <a:xfrm>
            <a:off x="4396191" y="3969175"/>
            <a:ext cx="761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1.5</a:t>
            </a:r>
            <a:endParaRPr/>
          </a:p>
        </p:txBody>
      </p:sp>
      <p:sp>
        <p:nvSpPr>
          <p:cNvPr id="2535" name="Google Shape;2535;p147"/>
          <p:cNvSpPr txBox="1"/>
          <p:nvPr/>
        </p:nvSpPr>
        <p:spPr>
          <a:xfrm>
            <a:off x="8020591" y="3931075"/>
            <a:ext cx="761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1.5</a:t>
            </a:r>
            <a:endParaRPr/>
          </a:p>
        </p:txBody>
      </p:sp>
      <p:grpSp>
        <p:nvGrpSpPr>
          <p:cNvPr id="2536" name="Google Shape;2536;p147"/>
          <p:cNvGrpSpPr/>
          <p:nvPr/>
        </p:nvGrpSpPr>
        <p:grpSpPr>
          <a:xfrm>
            <a:off x="6325500" y="3807043"/>
            <a:ext cx="526899" cy="415254"/>
            <a:chOff x="4438881" y="3084125"/>
            <a:chExt cx="771900" cy="581100"/>
          </a:xfrm>
        </p:grpSpPr>
        <p:sp>
          <p:nvSpPr>
            <p:cNvPr id="2537" name="Google Shape;2537;p147"/>
            <p:cNvSpPr/>
            <p:nvPr/>
          </p:nvSpPr>
          <p:spPr>
            <a:xfrm>
              <a:off x="4496175" y="3084125"/>
              <a:ext cx="405300" cy="581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times\frac{1}{4}&quot;&gt;&lt;mo&gt;×&lt;/mo&gt;&lt;mfrac&gt;&lt;mn&gt;1&lt;/mn&gt;&lt;mn&gt;4&lt;/mn&gt;&lt;/mfrac&gt;&lt;/math&gt;" id="2538" name="Google Shape;2538;p147" title="times 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92253" y="3112720"/>
              <a:ext cx="262225" cy="3962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39" name="Google Shape;2539;p147"/>
            <p:cNvCxnSpPr/>
            <p:nvPr/>
          </p:nvCxnSpPr>
          <p:spPr>
            <a:xfrm>
              <a:off x="4438881" y="3570666"/>
              <a:ext cx="771900" cy="9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540" name="Google Shape;2540;p147"/>
          <p:cNvGrpSpPr/>
          <p:nvPr/>
        </p:nvGrpSpPr>
        <p:grpSpPr>
          <a:xfrm>
            <a:off x="6325500" y="4264243"/>
            <a:ext cx="526899" cy="415254"/>
            <a:chOff x="4438881" y="3084125"/>
            <a:chExt cx="771900" cy="581100"/>
          </a:xfrm>
        </p:grpSpPr>
        <p:sp>
          <p:nvSpPr>
            <p:cNvPr id="2541" name="Google Shape;2541;p147"/>
            <p:cNvSpPr/>
            <p:nvPr/>
          </p:nvSpPr>
          <p:spPr>
            <a:xfrm>
              <a:off x="4496175" y="3084125"/>
              <a:ext cx="405300" cy="581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times\frac{1}{4}&quot;&gt;&lt;mo&gt;×&lt;/mo&gt;&lt;mfrac&gt;&lt;mn&gt;1&lt;/mn&gt;&lt;mn&gt;4&lt;/mn&gt;&lt;/mfrac&gt;&lt;/math&gt;" id="2542" name="Google Shape;2542;p147" title="times 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92253" y="3112720"/>
              <a:ext cx="262225" cy="3962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43" name="Google Shape;2543;p147"/>
            <p:cNvCxnSpPr/>
            <p:nvPr/>
          </p:nvCxnSpPr>
          <p:spPr>
            <a:xfrm>
              <a:off x="4438881" y="3570666"/>
              <a:ext cx="771900" cy="9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544" name="Google Shape;2544;p147"/>
          <p:cNvSpPr txBox="1"/>
          <p:nvPr/>
        </p:nvSpPr>
        <p:spPr>
          <a:xfrm>
            <a:off x="6448800" y="4241025"/>
            <a:ext cx="13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1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Fill in the blanks.</a:t>
            </a:r>
            <a:endParaRPr/>
          </a:p>
        </p:txBody>
      </p:sp>
      <p:sp>
        <p:nvSpPr>
          <p:cNvPr id="2550" name="Google Shape;2550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grpSp>
        <p:nvGrpSpPr>
          <p:cNvPr id="2551" name="Google Shape;2551;p148"/>
          <p:cNvGrpSpPr/>
          <p:nvPr/>
        </p:nvGrpSpPr>
        <p:grpSpPr>
          <a:xfrm>
            <a:off x="957784" y="1240025"/>
            <a:ext cx="3717817" cy="1687550"/>
            <a:chOff x="1068647" y="1398000"/>
            <a:chExt cx="3717817" cy="1687550"/>
          </a:xfrm>
        </p:grpSpPr>
        <p:grpSp>
          <p:nvGrpSpPr>
            <p:cNvPr id="2552" name="Google Shape;2552;p148"/>
            <p:cNvGrpSpPr/>
            <p:nvPr/>
          </p:nvGrpSpPr>
          <p:grpSpPr>
            <a:xfrm>
              <a:off x="1171164" y="1398000"/>
              <a:ext cx="3615300" cy="1687550"/>
              <a:chOff x="232050" y="2160000"/>
              <a:chExt cx="3615300" cy="1687550"/>
            </a:xfrm>
          </p:grpSpPr>
          <p:grpSp>
            <p:nvGrpSpPr>
              <p:cNvPr id="2553" name="Google Shape;2553;p148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54" name="Google Shape;2554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55" name="Google Shape;2555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56" name="Google Shape;2556;p148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57" name="Google Shape;2557;p148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58" name="Google Shape;2558;p148"/>
              <p:cNvSpPr txBox="1"/>
              <p:nvPr/>
            </p:nvSpPr>
            <p:spPr>
              <a:xfrm>
                <a:off x="799918" y="2160000"/>
                <a:ext cx="199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59" name="Google Shape;2559;p148"/>
              <p:cNvSpPr txBox="1"/>
              <p:nvPr/>
            </p:nvSpPr>
            <p:spPr>
              <a:xfrm>
                <a:off x="13538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0" name="Google Shape;2560;p148"/>
              <p:cNvSpPr txBox="1"/>
              <p:nvPr/>
            </p:nvSpPr>
            <p:spPr>
              <a:xfrm>
                <a:off x="6581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4.5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1" name="Google Shape;2561;p148"/>
              <p:cNvSpPr txBox="1"/>
              <p:nvPr/>
            </p:nvSpPr>
            <p:spPr>
              <a:xfrm>
                <a:off x="1373213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2" name="Google Shape;2562;p148"/>
              <p:cNvSpPr txBox="1"/>
              <p:nvPr/>
            </p:nvSpPr>
            <p:spPr>
              <a:xfrm>
                <a:off x="1949216" y="2160000"/>
                <a:ext cx="253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3" name="Google Shape;2563;p148"/>
              <p:cNvSpPr txBox="1"/>
              <p:nvPr/>
            </p:nvSpPr>
            <p:spPr>
              <a:xfrm>
                <a:off x="1811950" y="3508850"/>
                <a:ext cx="692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13.5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64" name="Google Shape;2564;p148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65" name="Google Shape;2565;p148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66" name="Google Shape;2566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67" name="Google Shape;2567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68" name="Google Shape;2568;p148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69" name="Google Shape;2569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70" name="Google Shape;2570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71" name="Google Shape;2571;p148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72" name="Google Shape;2572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73" name="Google Shape;2573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574" name="Google Shape;2574;p148"/>
              <p:cNvCxnSpPr>
                <a:endCxn id="2556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575" name="Google Shape;2575;p148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576" name="Google Shape;2576;p148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7" name="Google Shape;2577;p148"/>
            <p:cNvSpPr/>
            <p:nvPr/>
          </p:nvSpPr>
          <p:spPr>
            <a:xfrm>
              <a:off x="1757875" y="19915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8" name="Google Shape;2578;p148"/>
          <p:cNvGrpSpPr/>
          <p:nvPr/>
        </p:nvGrpSpPr>
        <p:grpSpPr>
          <a:xfrm>
            <a:off x="5339284" y="1240025"/>
            <a:ext cx="3717817" cy="1687544"/>
            <a:chOff x="1068647" y="1398000"/>
            <a:chExt cx="3717817" cy="1687544"/>
          </a:xfrm>
        </p:grpSpPr>
        <p:grpSp>
          <p:nvGrpSpPr>
            <p:cNvPr id="2579" name="Google Shape;2579;p148"/>
            <p:cNvGrpSpPr/>
            <p:nvPr/>
          </p:nvGrpSpPr>
          <p:grpSpPr>
            <a:xfrm>
              <a:off x="1171164" y="1398000"/>
              <a:ext cx="3615300" cy="1687544"/>
              <a:chOff x="232050" y="2160000"/>
              <a:chExt cx="3615300" cy="1687544"/>
            </a:xfrm>
          </p:grpSpPr>
          <p:grpSp>
            <p:nvGrpSpPr>
              <p:cNvPr id="2580" name="Google Shape;2580;p148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81" name="Google Shape;2581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82" name="Google Shape;2582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83" name="Google Shape;2583;p148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4" name="Google Shape;2584;p148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5" name="Google Shape;2585;p148"/>
              <p:cNvSpPr txBox="1"/>
              <p:nvPr/>
            </p:nvSpPr>
            <p:spPr>
              <a:xfrm>
                <a:off x="723721" y="2160000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6" name="Google Shape;2586;p148"/>
              <p:cNvSpPr txBox="1"/>
              <p:nvPr/>
            </p:nvSpPr>
            <p:spPr>
              <a:xfrm>
                <a:off x="1404662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7" name="Google Shape;2587;p148"/>
              <p:cNvSpPr txBox="1"/>
              <p:nvPr/>
            </p:nvSpPr>
            <p:spPr>
              <a:xfrm>
                <a:off x="772411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8" name="Google Shape;2588;p148"/>
              <p:cNvSpPr txBox="1"/>
              <p:nvPr/>
            </p:nvSpPr>
            <p:spPr>
              <a:xfrm>
                <a:off x="1297030" y="2160000"/>
                <a:ext cx="404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9" name="Google Shape;2589;p148"/>
              <p:cNvSpPr txBox="1"/>
              <p:nvPr/>
            </p:nvSpPr>
            <p:spPr>
              <a:xfrm>
                <a:off x="1873022" y="2160000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90" name="Google Shape;2590;p148"/>
              <p:cNvSpPr txBox="1"/>
              <p:nvPr/>
            </p:nvSpPr>
            <p:spPr>
              <a:xfrm>
                <a:off x="1951646" y="3508844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91" name="Google Shape;2591;p148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92" name="Google Shape;2592;p148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93" name="Google Shape;2593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94" name="Google Shape;2594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95" name="Google Shape;2595;p148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96" name="Google Shape;2596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97" name="Google Shape;2597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98" name="Google Shape;2598;p148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99" name="Google Shape;2599;p148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00" name="Google Shape;2600;p148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601" name="Google Shape;2601;p148"/>
              <p:cNvCxnSpPr>
                <a:endCxn id="2583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602" name="Google Shape;2602;p148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603" name="Google Shape;2603;p148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4" name="Google Shape;2604;p148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5" name="Google Shape;2605;p148"/>
          <p:cNvSpPr txBox="1"/>
          <p:nvPr/>
        </p:nvSpPr>
        <p:spPr>
          <a:xfrm>
            <a:off x="3240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606" name="Google Shape;2606;p148"/>
          <p:cNvSpPr txBox="1"/>
          <p:nvPr/>
        </p:nvSpPr>
        <p:spPr>
          <a:xfrm>
            <a:off x="4667400" y="1346200"/>
            <a:ext cx="64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graphicFrame>
        <p:nvGraphicFramePr>
          <p:cNvPr id="2607" name="Google Shape;2607;p148"/>
          <p:cNvGraphicFramePr/>
          <p:nvPr/>
        </p:nvGraphicFramePr>
        <p:xfrm>
          <a:off x="127195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08" name="Google Shape;2608;p148"/>
          <p:cNvSpPr txBox="1"/>
          <p:nvPr/>
        </p:nvSpPr>
        <p:spPr>
          <a:xfrm>
            <a:off x="464075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1.5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09" name="Google Shape;2609;p148"/>
          <p:cNvGraphicFramePr/>
          <p:nvPr/>
        </p:nvGraphicFramePr>
        <p:xfrm>
          <a:off x="55556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10" name="Google Shape;2610;p148"/>
          <p:cNvSpPr txBox="1"/>
          <p:nvPr/>
        </p:nvSpPr>
        <p:spPr>
          <a:xfrm>
            <a:off x="4747800" y="447240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A, there are 0.3 Bs.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11" name="Google Shape;2611;p148"/>
          <p:cNvGrpSpPr/>
          <p:nvPr/>
        </p:nvGrpSpPr>
        <p:grpSpPr>
          <a:xfrm>
            <a:off x="5941000" y="3840200"/>
            <a:ext cx="1459538" cy="352200"/>
            <a:chOff x="5941000" y="3840200"/>
            <a:chExt cx="1459538" cy="352200"/>
          </a:xfrm>
        </p:grpSpPr>
        <p:sp>
          <p:nvSpPr>
            <p:cNvPr id="2612" name="Google Shape;2612;p148"/>
            <p:cNvSpPr/>
            <p:nvPr/>
          </p:nvSpPr>
          <p:spPr>
            <a:xfrm>
              <a:off x="5941000" y="38402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3" name="Google Shape;2613;p148"/>
            <p:cNvSpPr/>
            <p:nvPr/>
          </p:nvSpPr>
          <p:spPr>
            <a:xfrm>
              <a:off x="6995838" y="38402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14" name="Google Shape;2614;p148"/>
          <p:cNvGrpSpPr/>
          <p:nvPr/>
        </p:nvGrpSpPr>
        <p:grpSpPr>
          <a:xfrm>
            <a:off x="6525200" y="2571750"/>
            <a:ext cx="988900" cy="352200"/>
            <a:chOff x="6525200" y="2571750"/>
            <a:chExt cx="988900" cy="352200"/>
          </a:xfrm>
        </p:grpSpPr>
        <p:sp>
          <p:nvSpPr>
            <p:cNvPr id="2615" name="Google Shape;2615;p148"/>
            <p:cNvSpPr/>
            <p:nvPr/>
          </p:nvSpPr>
          <p:spPr>
            <a:xfrm>
              <a:off x="652520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6" name="Google Shape;2616;p148"/>
            <p:cNvSpPr/>
            <p:nvPr/>
          </p:nvSpPr>
          <p:spPr>
            <a:xfrm>
              <a:off x="710940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17" name="Google Shape;2617;p148"/>
          <p:cNvGrpSpPr/>
          <p:nvPr/>
        </p:nvGrpSpPr>
        <p:grpSpPr>
          <a:xfrm>
            <a:off x="5941000" y="1240025"/>
            <a:ext cx="938100" cy="352200"/>
            <a:chOff x="5941000" y="1240025"/>
            <a:chExt cx="938100" cy="352200"/>
          </a:xfrm>
        </p:grpSpPr>
        <p:sp>
          <p:nvSpPr>
            <p:cNvPr id="2618" name="Google Shape;2618;p148"/>
            <p:cNvSpPr/>
            <p:nvPr/>
          </p:nvSpPr>
          <p:spPr>
            <a:xfrm>
              <a:off x="5941000" y="1240025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9" name="Google Shape;2619;p148"/>
            <p:cNvSpPr/>
            <p:nvPr/>
          </p:nvSpPr>
          <p:spPr>
            <a:xfrm>
              <a:off x="6474400" y="1240025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0" name="Google Shape;2620;p148"/>
          <p:cNvGrpSpPr/>
          <p:nvPr/>
        </p:nvGrpSpPr>
        <p:grpSpPr>
          <a:xfrm>
            <a:off x="1482450" y="2571750"/>
            <a:ext cx="976000" cy="352200"/>
            <a:chOff x="1482450" y="2571750"/>
            <a:chExt cx="976000" cy="352200"/>
          </a:xfrm>
        </p:grpSpPr>
        <p:sp>
          <p:nvSpPr>
            <p:cNvPr id="2621" name="Google Shape;2621;p148"/>
            <p:cNvSpPr/>
            <p:nvPr/>
          </p:nvSpPr>
          <p:spPr>
            <a:xfrm>
              <a:off x="148245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2" name="Google Shape;2622;p148"/>
            <p:cNvSpPr/>
            <p:nvPr/>
          </p:nvSpPr>
          <p:spPr>
            <a:xfrm>
              <a:off x="2053750" y="25717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23" name="Google Shape;2623;p148"/>
          <p:cNvSpPr/>
          <p:nvPr/>
        </p:nvSpPr>
        <p:spPr>
          <a:xfrm>
            <a:off x="1482450" y="1240025"/>
            <a:ext cx="4047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24" name="Google Shape;2624;p148"/>
          <p:cNvGrpSpPr/>
          <p:nvPr/>
        </p:nvGrpSpPr>
        <p:grpSpPr>
          <a:xfrm>
            <a:off x="1634850" y="3829050"/>
            <a:ext cx="1509400" cy="352200"/>
            <a:chOff x="1634850" y="3829050"/>
            <a:chExt cx="1509400" cy="352200"/>
          </a:xfrm>
        </p:grpSpPr>
        <p:sp>
          <p:nvSpPr>
            <p:cNvPr id="2625" name="Google Shape;2625;p148"/>
            <p:cNvSpPr/>
            <p:nvPr/>
          </p:nvSpPr>
          <p:spPr>
            <a:xfrm>
              <a:off x="1634850" y="38290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6" name="Google Shape;2626;p148"/>
            <p:cNvSpPr/>
            <p:nvPr/>
          </p:nvSpPr>
          <p:spPr>
            <a:xfrm>
              <a:off x="2739550" y="382905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27" name="Google Shape;2627;p148"/>
          <p:cNvSpPr/>
          <p:nvPr/>
        </p:nvSpPr>
        <p:spPr>
          <a:xfrm>
            <a:off x="3260450" y="4421600"/>
            <a:ext cx="3339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p14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2633" name="Google Shape;2633;p14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sp>
        <p:nvSpPr>
          <p:cNvPr id="2634" name="Google Shape;2634;p14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</p:txBody>
      </p:sp>
      <p:pic>
        <p:nvPicPr>
          <p:cNvPr id="2635" name="Google Shape;2635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0" name="Google Shape;2640;p150"/>
          <p:cNvGrpSpPr/>
          <p:nvPr/>
        </p:nvGrpSpPr>
        <p:grpSpPr>
          <a:xfrm>
            <a:off x="4294585" y="3552898"/>
            <a:ext cx="4053479" cy="1151259"/>
            <a:chOff x="3989785" y="3705298"/>
            <a:chExt cx="4053479" cy="1151259"/>
          </a:xfrm>
        </p:grpSpPr>
        <p:cxnSp>
          <p:nvCxnSpPr>
            <p:cNvPr id="2641" name="Google Shape;2641;p150"/>
            <p:cNvCxnSpPr/>
            <p:nvPr/>
          </p:nvCxnSpPr>
          <p:spPr>
            <a:xfrm>
              <a:off x="4011959" y="3821257"/>
              <a:ext cx="0" cy="1035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2" name="Google Shape;2642;p150"/>
            <p:cNvGrpSpPr/>
            <p:nvPr/>
          </p:nvGrpSpPr>
          <p:grpSpPr>
            <a:xfrm>
              <a:off x="3989785" y="3705298"/>
              <a:ext cx="4053479" cy="587867"/>
              <a:chOff x="2069852" y="3407400"/>
              <a:chExt cx="4937848" cy="716125"/>
            </a:xfrm>
          </p:grpSpPr>
          <p:cxnSp>
            <p:nvCxnSpPr>
              <p:cNvPr id="2643" name="Google Shape;2643;p150"/>
              <p:cNvCxnSpPr/>
              <p:nvPr/>
            </p:nvCxnSpPr>
            <p:spPr>
              <a:xfrm>
                <a:off x="2119997" y="3900635"/>
                <a:ext cx="414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644" name="Google Shape;2644;p150"/>
              <p:cNvCxnSpPr/>
              <p:nvPr/>
            </p:nvCxnSpPr>
            <p:spPr>
              <a:xfrm>
                <a:off x="2069852" y="3902644"/>
                <a:ext cx="262368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5" name="Google Shape;2645;p150"/>
              <p:cNvCxnSpPr/>
              <p:nvPr/>
            </p:nvCxnSpPr>
            <p:spPr>
              <a:xfrm>
                <a:off x="4170175" y="3902644"/>
                <a:ext cx="1900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6" name="Google Shape;2646;p150"/>
              <p:cNvCxnSpPr/>
              <p:nvPr/>
            </p:nvCxnSpPr>
            <p:spPr>
              <a:xfrm>
                <a:off x="4170277" y="3767832"/>
                <a:ext cx="0" cy="26563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47" name="Google Shape;2647;p150"/>
              <p:cNvSpPr txBox="1"/>
              <p:nvPr/>
            </p:nvSpPr>
            <p:spPr>
              <a:xfrm>
                <a:off x="29890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648" name="Google Shape;2648;p150"/>
              <p:cNvCxnSpPr/>
              <p:nvPr/>
            </p:nvCxnSpPr>
            <p:spPr>
              <a:xfrm>
                <a:off x="3119266" y="3746184"/>
                <a:ext cx="0" cy="265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9" name="Google Shape;2649;p150"/>
              <p:cNvCxnSpPr/>
              <p:nvPr/>
            </p:nvCxnSpPr>
            <p:spPr>
              <a:xfrm>
                <a:off x="5211700" y="3746184"/>
                <a:ext cx="0" cy="265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50" name="Google Shape;2650;p150"/>
              <p:cNvSpPr txBox="1"/>
              <p:nvPr/>
            </p:nvSpPr>
            <p:spPr>
              <a:xfrm>
                <a:off x="6363900" y="3625525"/>
                <a:ext cx="643800" cy="4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5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y</a:t>
                </a:r>
                <a:endParaRPr i="1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51" name="Google Shape;2651;p150"/>
              <p:cNvSpPr txBox="1"/>
              <p:nvPr/>
            </p:nvSpPr>
            <p:spPr>
              <a:xfrm>
                <a:off x="40558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52" name="Google Shape;2652;p150"/>
              <p:cNvSpPr txBox="1"/>
              <p:nvPr/>
            </p:nvSpPr>
            <p:spPr>
              <a:xfrm>
                <a:off x="51226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653" name="Google Shape;2653;p150"/>
          <p:cNvGrpSpPr/>
          <p:nvPr/>
        </p:nvGrpSpPr>
        <p:grpSpPr>
          <a:xfrm>
            <a:off x="4294564" y="4232333"/>
            <a:ext cx="4900741" cy="630755"/>
            <a:chOff x="4294564" y="4232333"/>
            <a:chExt cx="4900741" cy="630755"/>
          </a:xfrm>
        </p:grpSpPr>
        <p:cxnSp>
          <p:nvCxnSpPr>
            <p:cNvPr id="2654" name="Google Shape;2654;p150"/>
            <p:cNvCxnSpPr/>
            <p:nvPr/>
          </p:nvCxnSpPr>
          <p:spPr>
            <a:xfrm>
              <a:off x="4335728" y="4419056"/>
              <a:ext cx="3441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55" name="Google Shape;2655;p150"/>
            <p:cNvCxnSpPr/>
            <p:nvPr/>
          </p:nvCxnSpPr>
          <p:spPr>
            <a:xfrm>
              <a:off x="5154701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6" name="Google Shape;2656;p150"/>
            <p:cNvCxnSpPr/>
            <p:nvPr/>
          </p:nvCxnSpPr>
          <p:spPr>
            <a:xfrm>
              <a:off x="6014831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7" name="Google Shape;2657;p150"/>
            <p:cNvCxnSpPr/>
            <p:nvPr/>
          </p:nvCxnSpPr>
          <p:spPr>
            <a:xfrm>
              <a:off x="6878836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58" name="Google Shape;2658;p150"/>
            <p:cNvGrpSpPr/>
            <p:nvPr/>
          </p:nvGrpSpPr>
          <p:grpSpPr>
            <a:xfrm>
              <a:off x="4294564" y="4232333"/>
              <a:ext cx="4900741" cy="630755"/>
              <a:chOff x="4294564" y="3851333"/>
              <a:chExt cx="4900741" cy="630755"/>
            </a:xfrm>
          </p:grpSpPr>
          <p:cxnSp>
            <p:nvCxnSpPr>
              <p:cNvPr id="2659" name="Google Shape;2659;p150"/>
              <p:cNvCxnSpPr/>
              <p:nvPr/>
            </p:nvCxnSpPr>
            <p:spPr>
              <a:xfrm>
                <a:off x="4294564" y="4043338"/>
                <a:ext cx="215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0" name="Google Shape;2660;p150"/>
              <p:cNvCxnSpPr/>
              <p:nvPr/>
            </p:nvCxnSpPr>
            <p:spPr>
              <a:xfrm>
                <a:off x="6018699" y="4043338"/>
                <a:ext cx="1706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61" name="Google Shape;2661;p150"/>
              <p:cNvSpPr txBox="1"/>
              <p:nvPr/>
            </p:nvSpPr>
            <p:spPr>
              <a:xfrm>
                <a:off x="5074795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2" name="Google Shape;2662;p150"/>
              <p:cNvSpPr txBox="1"/>
              <p:nvPr/>
            </p:nvSpPr>
            <p:spPr>
              <a:xfrm>
                <a:off x="7819506" y="3851333"/>
                <a:ext cx="1375800" cy="4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5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x</a:t>
                </a:r>
                <a:endParaRPr i="1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63" name="Google Shape;2663;p150"/>
              <p:cNvSpPr txBox="1"/>
              <p:nvPr/>
            </p:nvSpPr>
            <p:spPr>
              <a:xfrm>
                <a:off x="5950520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4" name="Google Shape;2664;p150"/>
              <p:cNvSpPr txBox="1"/>
              <p:nvPr/>
            </p:nvSpPr>
            <p:spPr>
              <a:xfrm>
                <a:off x="6826246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665" name="Google Shape;2665;p150"/>
          <p:cNvSpPr txBox="1"/>
          <p:nvPr/>
        </p:nvSpPr>
        <p:spPr>
          <a:xfrm>
            <a:off x="4134760" y="4297711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6" name="Google Shape;2666;p150"/>
          <p:cNvSpPr txBox="1"/>
          <p:nvPr>
            <p:ph idx="1" type="body"/>
          </p:nvPr>
        </p:nvSpPr>
        <p:spPr>
          <a:xfrm>
            <a:off x="388600" y="810000"/>
            <a:ext cx="30786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represent a ratio on a graph.</a:t>
            </a:r>
            <a:endParaRPr sz="1800"/>
          </a:p>
        </p:txBody>
      </p:sp>
      <p:sp>
        <p:nvSpPr>
          <p:cNvPr id="2667" name="Google Shape;2667;p150"/>
          <p:cNvSpPr txBox="1"/>
          <p:nvPr>
            <p:ph idx="1" type="body"/>
          </p:nvPr>
        </p:nvSpPr>
        <p:spPr>
          <a:xfrm>
            <a:off x="388600" y="4320000"/>
            <a:ext cx="34308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 a double number line:</a:t>
            </a:r>
            <a:endParaRPr sz="1800"/>
          </a:p>
        </p:txBody>
      </p:sp>
      <p:sp>
        <p:nvSpPr>
          <p:cNvPr id="2668" name="Google Shape;2668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grpSp>
        <p:nvGrpSpPr>
          <p:cNvPr id="2669" name="Google Shape;2669;p150"/>
          <p:cNvGrpSpPr/>
          <p:nvPr/>
        </p:nvGrpSpPr>
        <p:grpSpPr>
          <a:xfrm rot="-846034">
            <a:off x="4232176" y="3493939"/>
            <a:ext cx="4053653" cy="587892"/>
            <a:chOff x="2069852" y="3407400"/>
            <a:chExt cx="4937848" cy="716125"/>
          </a:xfrm>
        </p:grpSpPr>
        <p:cxnSp>
          <p:nvCxnSpPr>
            <p:cNvPr id="2670" name="Google Shape;2670;p150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71" name="Google Shape;2671;p150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2" name="Google Shape;2672;p150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3" name="Google Shape;2673;p150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74" name="Google Shape;2674;p150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75" name="Google Shape;2675;p150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6" name="Google Shape;2676;p150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77" name="Google Shape;2677;p150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78" name="Google Shape;2678;p150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9" name="Google Shape;2679;p150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0" name="Google Shape;2680;p150"/>
          <p:cNvGrpSpPr/>
          <p:nvPr/>
        </p:nvGrpSpPr>
        <p:grpSpPr>
          <a:xfrm rot="-1513739">
            <a:off x="4044346" y="3118785"/>
            <a:ext cx="4053503" cy="587871"/>
            <a:chOff x="2069852" y="3407400"/>
            <a:chExt cx="4937848" cy="716125"/>
          </a:xfrm>
        </p:grpSpPr>
        <p:cxnSp>
          <p:nvCxnSpPr>
            <p:cNvPr id="2681" name="Google Shape;2681;p150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82" name="Google Shape;2682;p150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3" name="Google Shape;2683;p150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4" name="Google Shape;2684;p150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85" name="Google Shape;2685;p150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86" name="Google Shape;2686;p150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7" name="Google Shape;2687;p150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88" name="Google Shape;2688;p150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89" name="Google Shape;2689;p150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0" name="Google Shape;2690;p150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1" name="Google Shape;2691;p150"/>
          <p:cNvGrpSpPr/>
          <p:nvPr/>
        </p:nvGrpSpPr>
        <p:grpSpPr>
          <a:xfrm rot="-2075300">
            <a:off x="3856695" y="2868530"/>
            <a:ext cx="4053434" cy="587860"/>
            <a:chOff x="2069852" y="3407400"/>
            <a:chExt cx="4937848" cy="716125"/>
          </a:xfrm>
        </p:grpSpPr>
        <p:cxnSp>
          <p:nvCxnSpPr>
            <p:cNvPr id="2692" name="Google Shape;2692;p150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93" name="Google Shape;2693;p150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4" name="Google Shape;2694;p150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5" name="Google Shape;2695;p150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96" name="Google Shape;2696;p150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97" name="Google Shape;2697;p150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8" name="Google Shape;2698;p150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99" name="Google Shape;2699;p150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00" name="Google Shape;2700;p150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1" name="Google Shape;2701;p150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2" name="Google Shape;2702;p150"/>
          <p:cNvGrpSpPr/>
          <p:nvPr/>
        </p:nvGrpSpPr>
        <p:grpSpPr>
          <a:xfrm rot="-2906231">
            <a:off x="3543874" y="2492843"/>
            <a:ext cx="4053341" cy="587847"/>
            <a:chOff x="2069852" y="3407400"/>
            <a:chExt cx="4937848" cy="716125"/>
          </a:xfrm>
        </p:grpSpPr>
        <p:cxnSp>
          <p:nvCxnSpPr>
            <p:cNvPr id="2703" name="Google Shape;2703;p150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04" name="Google Shape;2704;p150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5" name="Google Shape;2705;p150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6" name="Google Shape;2706;p150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07" name="Google Shape;2707;p150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08" name="Google Shape;2708;p150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9" name="Google Shape;2709;p150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10" name="Google Shape;2710;p150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11" name="Google Shape;2711;p150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2" name="Google Shape;2712;p150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3" name="Google Shape;2713;p150"/>
          <p:cNvGrpSpPr/>
          <p:nvPr/>
        </p:nvGrpSpPr>
        <p:grpSpPr>
          <a:xfrm rot="-3920365">
            <a:off x="3022546" y="2221631"/>
            <a:ext cx="4053315" cy="587843"/>
            <a:chOff x="2069852" y="3407400"/>
            <a:chExt cx="4937848" cy="716125"/>
          </a:xfrm>
        </p:grpSpPr>
        <p:cxnSp>
          <p:nvCxnSpPr>
            <p:cNvPr id="2714" name="Google Shape;2714;p150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15" name="Google Shape;2715;p150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6" name="Google Shape;2716;p150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7" name="Google Shape;2717;p150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18" name="Google Shape;2718;p150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19" name="Google Shape;2719;p150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0" name="Google Shape;2720;p150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21" name="Google Shape;2721;p150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22" name="Google Shape;2722;p150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3" name="Google Shape;2723;p150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4" name="Google Shape;2724;p150"/>
          <p:cNvGrpSpPr/>
          <p:nvPr/>
        </p:nvGrpSpPr>
        <p:grpSpPr>
          <a:xfrm rot="-3416461">
            <a:off x="3294080" y="2357487"/>
            <a:ext cx="4053455" cy="587864"/>
            <a:chOff x="2069852" y="3407400"/>
            <a:chExt cx="4937848" cy="716125"/>
          </a:xfrm>
        </p:grpSpPr>
        <p:cxnSp>
          <p:nvCxnSpPr>
            <p:cNvPr id="2725" name="Google Shape;2725;p150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26" name="Google Shape;2726;p150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7" name="Google Shape;2727;p150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8" name="Google Shape;2728;p150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29" name="Google Shape;2729;p150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30" name="Google Shape;2730;p150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1" name="Google Shape;2731;p150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32" name="Google Shape;2732;p150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33" name="Google Shape;2733;p150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4" name="Google Shape;2734;p150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5" name="Google Shape;2735;p150"/>
          <p:cNvGrpSpPr/>
          <p:nvPr/>
        </p:nvGrpSpPr>
        <p:grpSpPr>
          <a:xfrm rot="-4613386">
            <a:off x="2647144" y="2096144"/>
            <a:ext cx="4053461" cy="587864"/>
            <a:chOff x="2069852" y="3407400"/>
            <a:chExt cx="4937848" cy="716125"/>
          </a:xfrm>
        </p:grpSpPr>
        <p:cxnSp>
          <p:nvCxnSpPr>
            <p:cNvPr id="2736" name="Google Shape;2736;p150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37" name="Google Shape;2737;p150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8" name="Google Shape;2738;p150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9" name="Google Shape;2739;p150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40" name="Google Shape;2740;p150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41" name="Google Shape;2741;p150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2" name="Google Shape;2742;p150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43" name="Google Shape;2743;p150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44" name="Google Shape;2744;p150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5" name="Google Shape;2745;p150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46" name="Google Shape;2746;p150"/>
          <p:cNvGrpSpPr/>
          <p:nvPr/>
        </p:nvGrpSpPr>
        <p:grpSpPr>
          <a:xfrm>
            <a:off x="4011815" y="647676"/>
            <a:ext cx="630759" cy="3790607"/>
            <a:chOff x="-573283" y="-85257"/>
            <a:chExt cx="768375" cy="4617623"/>
          </a:xfrm>
        </p:grpSpPr>
        <p:cxnSp>
          <p:nvCxnSpPr>
            <p:cNvPr id="2747" name="Google Shape;2747;p150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48" name="Google Shape;2748;p150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9" name="Google Shape;2749;p150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0" name="Google Shape;2750;p150"/>
            <p:cNvCxnSpPr/>
            <p:nvPr/>
          </p:nvCxnSpPr>
          <p:spPr>
            <a:xfrm rot="10800000">
              <a:off x="-219202" y="2311215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1" name="Google Shape;2751;p150"/>
            <p:cNvSpPr txBox="1"/>
            <p:nvPr/>
          </p:nvSpPr>
          <p:spPr>
            <a:xfrm>
              <a:off x="-573283" y="32744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52" name="Google Shape;2752;p150"/>
            <p:cNvCxnSpPr/>
            <p:nvPr/>
          </p:nvCxnSpPr>
          <p:spPr>
            <a:xfrm rot="10800000">
              <a:off x="-240849" y="335020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3" name="Google Shape;2753;p150"/>
            <p:cNvCxnSpPr/>
            <p:nvPr/>
          </p:nvCxnSpPr>
          <p:spPr>
            <a:xfrm rot="10800000">
              <a:off x="-240849" y="126979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4" name="Google Shape;2754;p150"/>
            <p:cNvSpPr txBox="1"/>
            <p:nvPr/>
          </p:nvSpPr>
          <p:spPr>
            <a:xfrm>
              <a:off x="-448708" y="-85257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55" name="Google Shape;2755;p150"/>
            <p:cNvSpPr txBox="1"/>
            <p:nvPr/>
          </p:nvSpPr>
          <p:spPr>
            <a:xfrm>
              <a:off x="-573283" y="22076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6" name="Google Shape;2756;p150"/>
            <p:cNvSpPr txBox="1"/>
            <p:nvPr/>
          </p:nvSpPr>
          <p:spPr>
            <a:xfrm>
              <a:off x="-573283" y="11408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57" name="Google Shape;2757;p150"/>
          <p:cNvSpPr txBox="1"/>
          <p:nvPr/>
        </p:nvSpPr>
        <p:spPr>
          <a:xfrm>
            <a:off x="388600" y="1472688"/>
            <a:ext cx="318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the following multiplicative relationship:</a:t>
            </a:r>
            <a:endParaRPr sz="1800"/>
          </a:p>
        </p:txBody>
      </p:sp>
      <p:graphicFrame>
        <p:nvGraphicFramePr>
          <p:cNvPr id="2758" name="Google Shape;2758;p150"/>
          <p:cNvGraphicFramePr/>
          <p:nvPr/>
        </p:nvGraphicFramePr>
        <p:xfrm>
          <a:off x="1684200" y="309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59" name="Google Shape;2759;p150"/>
          <p:cNvGraphicFramePr/>
          <p:nvPr/>
        </p:nvGraphicFramePr>
        <p:xfrm>
          <a:off x="1310738" y="247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41825"/>
                <a:gridCol w="741825"/>
                <a:gridCol w="74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60" name="Google Shape;2760;p150"/>
          <p:cNvSpPr txBox="1"/>
          <p:nvPr/>
        </p:nvSpPr>
        <p:spPr>
          <a:xfrm>
            <a:off x="388600" y="2379475"/>
            <a:ext cx="8964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Bar model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" name="Google Shape;2765;p151"/>
          <p:cNvGraphicFramePr/>
          <p:nvPr/>
        </p:nvGraphicFramePr>
        <p:xfrm>
          <a:off x="4302425" y="104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860325"/>
                <a:gridCol w="860325"/>
                <a:gridCol w="860325"/>
                <a:gridCol w="860325"/>
              </a:tblGrid>
              <a:tr h="8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8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8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8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cxnSp>
        <p:nvCxnSpPr>
          <p:cNvPr id="2766" name="Google Shape;2766;p151"/>
          <p:cNvCxnSpPr/>
          <p:nvPr/>
        </p:nvCxnSpPr>
        <p:spPr>
          <a:xfrm flipH="1" rot="10800000">
            <a:off x="4300350" y="1044925"/>
            <a:ext cx="3434100" cy="3375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7" name="Google Shape;2767;p151"/>
          <p:cNvCxnSpPr/>
          <p:nvPr/>
        </p:nvCxnSpPr>
        <p:spPr>
          <a:xfrm>
            <a:off x="4335728" y="4419056"/>
            <a:ext cx="344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8" name="Google Shape;2768;p151"/>
          <p:cNvCxnSpPr/>
          <p:nvPr/>
        </p:nvCxnSpPr>
        <p:spPr>
          <a:xfrm>
            <a:off x="4294564" y="4424338"/>
            <a:ext cx="215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9" name="Google Shape;2769;p151"/>
          <p:cNvCxnSpPr/>
          <p:nvPr/>
        </p:nvCxnSpPr>
        <p:spPr>
          <a:xfrm>
            <a:off x="5154701" y="4315312"/>
            <a:ext cx="0" cy="217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0" name="Google Shape;2770;p151"/>
          <p:cNvCxnSpPr/>
          <p:nvPr/>
        </p:nvCxnSpPr>
        <p:spPr>
          <a:xfrm>
            <a:off x="6014831" y="4315312"/>
            <a:ext cx="0" cy="217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1" name="Google Shape;2771;p151"/>
          <p:cNvCxnSpPr/>
          <p:nvPr/>
        </p:nvCxnSpPr>
        <p:spPr>
          <a:xfrm>
            <a:off x="6018699" y="4424338"/>
            <a:ext cx="1706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2" name="Google Shape;2772;p151"/>
          <p:cNvCxnSpPr/>
          <p:nvPr/>
        </p:nvCxnSpPr>
        <p:spPr>
          <a:xfrm>
            <a:off x="6878836" y="4315312"/>
            <a:ext cx="0" cy="217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3" name="Google Shape;2773;p151"/>
          <p:cNvSpPr txBox="1"/>
          <p:nvPr/>
        </p:nvSpPr>
        <p:spPr>
          <a:xfrm>
            <a:off x="5074795" y="4524389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4" name="Google Shape;2774;p151"/>
          <p:cNvSpPr txBox="1"/>
          <p:nvPr/>
        </p:nvSpPr>
        <p:spPr>
          <a:xfrm>
            <a:off x="7819506" y="4232333"/>
            <a:ext cx="1375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endParaRPr i="1" sz="2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5" name="Google Shape;2775;p151"/>
          <p:cNvSpPr txBox="1"/>
          <p:nvPr/>
        </p:nvSpPr>
        <p:spPr>
          <a:xfrm>
            <a:off x="5950520" y="4524389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6" name="Google Shape;2776;p151"/>
          <p:cNvSpPr txBox="1"/>
          <p:nvPr/>
        </p:nvSpPr>
        <p:spPr>
          <a:xfrm>
            <a:off x="6826246" y="4524389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7" name="Google Shape;2777;p151"/>
          <p:cNvSpPr txBox="1"/>
          <p:nvPr/>
        </p:nvSpPr>
        <p:spPr>
          <a:xfrm>
            <a:off x="4134760" y="4297711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8" name="Google Shape;277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grpSp>
        <p:nvGrpSpPr>
          <p:cNvPr id="2779" name="Google Shape;2779;p151"/>
          <p:cNvGrpSpPr/>
          <p:nvPr/>
        </p:nvGrpSpPr>
        <p:grpSpPr>
          <a:xfrm>
            <a:off x="4011815" y="634976"/>
            <a:ext cx="630759" cy="3790607"/>
            <a:chOff x="-573283" y="-85257"/>
            <a:chExt cx="768375" cy="4617623"/>
          </a:xfrm>
        </p:grpSpPr>
        <p:cxnSp>
          <p:nvCxnSpPr>
            <p:cNvPr id="2780" name="Google Shape;2780;p151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81" name="Google Shape;2781;p151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2" name="Google Shape;2782;p151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3" name="Google Shape;2783;p151"/>
            <p:cNvCxnSpPr/>
            <p:nvPr/>
          </p:nvCxnSpPr>
          <p:spPr>
            <a:xfrm rot="10800000">
              <a:off x="-219202" y="2317227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84" name="Google Shape;2784;p151"/>
            <p:cNvSpPr txBox="1"/>
            <p:nvPr/>
          </p:nvSpPr>
          <p:spPr>
            <a:xfrm>
              <a:off x="-573283" y="32744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85" name="Google Shape;2785;p151"/>
            <p:cNvCxnSpPr/>
            <p:nvPr/>
          </p:nvCxnSpPr>
          <p:spPr>
            <a:xfrm rot="10800000">
              <a:off x="-240849" y="335020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6" name="Google Shape;2786;p151"/>
            <p:cNvCxnSpPr/>
            <p:nvPr/>
          </p:nvCxnSpPr>
          <p:spPr>
            <a:xfrm rot="10800000">
              <a:off x="-240849" y="129827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87" name="Google Shape;2787;p151"/>
            <p:cNvSpPr txBox="1"/>
            <p:nvPr/>
          </p:nvSpPr>
          <p:spPr>
            <a:xfrm>
              <a:off x="-448708" y="-85257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88" name="Google Shape;2788;p151"/>
            <p:cNvSpPr txBox="1"/>
            <p:nvPr/>
          </p:nvSpPr>
          <p:spPr>
            <a:xfrm>
              <a:off x="-573283" y="22076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9" name="Google Shape;2789;p151"/>
            <p:cNvSpPr txBox="1"/>
            <p:nvPr/>
          </p:nvSpPr>
          <p:spPr>
            <a:xfrm>
              <a:off x="-573283" y="11408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90" name="Google Shape;2790;p151"/>
          <p:cNvSpPr txBox="1"/>
          <p:nvPr>
            <p:ph idx="1" type="body"/>
          </p:nvPr>
        </p:nvSpPr>
        <p:spPr>
          <a:xfrm>
            <a:off x="388600" y="810000"/>
            <a:ext cx="30786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represent a ratio on a graph.</a:t>
            </a:r>
            <a:endParaRPr sz="1800"/>
          </a:p>
        </p:txBody>
      </p:sp>
      <p:sp>
        <p:nvSpPr>
          <p:cNvPr id="2791" name="Google Shape;2791;p151"/>
          <p:cNvSpPr txBox="1"/>
          <p:nvPr/>
        </p:nvSpPr>
        <p:spPr>
          <a:xfrm>
            <a:off x="388600" y="1620000"/>
            <a:ext cx="280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line represents all of the points where the ratio is equivalent. </a:t>
            </a:r>
            <a:endParaRPr sz="1000"/>
          </a:p>
        </p:txBody>
      </p:sp>
      <p:graphicFrame>
        <p:nvGraphicFramePr>
          <p:cNvPr id="2792" name="Google Shape;2792;p151"/>
          <p:cNvGraphicFramePr/>
          <p:nvPr/>
        </p:nvGraphicFramePr>
        <p:xfrm>
          <a:off x="963800" y="269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93" name="Google Shape;2793;p151"/>
          <p:cNvGraphicFramePr/>
          <p:nvPr/>
        </p:nvGraphicFramePr>
        <p:xfrm>
          <a:off x="963800" y="269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94" name="Google Shape;2794;p151"/>
          <p:cNvGraphicFramePr/>
          <p:nvPr/>
        </p:nvGraphicFramePr>
        <p:xfrm>
          <a:off x="963800" y="269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i="1" sz="20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95" name="Google Shape;2795;p151"/>
          <p:cNvSpPr/>
          <p:nvPr/>
        </p:nvSpPr>
        <p:spPr>
          <a:xfrm>
            <a:off x="4984000" y="3390950"/>
            <a:ext cx="341400" cy="376200"/>
          </a:xfrm>
          <a:prstGeom prst="mathMultiply">
            <a:avLst>
              <a:gd fmla="val 10860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6" name="Google Shape;2796;p151"/>
          <p:cNvSpPr/>
          <p:nvPr/>
        </p:nvSpPr>
        <p:spPr>
          <a:xfrm>
            <a:off x="5846700" y="2544625"/>
            <a:ext cx="341400" cy="376200"/>
          </a:xfrm>
          <a:prstGeom prst="mathMultiply">
            <a:avLst>
              <a:gd fmla="val 10860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7" name="Google Shape;2797;p151"/>
          <p:cNvSpPr/>
          <p:nvPr/>
        </p:nvSpPr>
        <p:spPr>
          <a:xfrm>
            <a:off x="6291925" y="2109050"/>
            <a:ext cx="341400" cy="376200"/>
          </a:xfrm>
          <a:prstGeom prst="mathMultiply">
            <a:avLst>
              <a:gd fmla="val 10860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8" name="Google Shape;2798;p151"/>
          <p:cNvSpPr txBox="1"/>
          <p:nvPr/>
        </p:nvSpPr>
        <p:spPr>
          <a:xfrm>
            <a:off x="337525" y="4138875"/>
            <a:ext cx="3526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an infinite number of equivalent ratios.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152"/>
          <p:cNvSpPr txBox="1"/>
          <p:nvPr>
            <p:ph idx="1" type="body"/>
          </p:nvPr>
        </p:nvSpPr>
        <p:spPr>
          <a:xfrm>
            <a:off x="324000" y="759300"/>
            <a:ext cx="8237700" cy="3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and Sofia have each represented a ratio graphically.</a:t>
            </a:r>
            <a:endParaRPr/>
          </a:p>
        </p:txBody>
      </p:sp>
      <p:sp>
        <p:nvSpPr>
          <p:cNvPr id="2804" name="Google Shape;2804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Graphical representations</a:t>
            </a:r>
            <a:endParaRPr/>
          </a:p>
        </p:txBody>
      </p:sp>
      <p:pic>
        <p:nvPicPr>
          <p:cNvPr id="2805" name="Google Shape;2805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74" y="17053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6" name="Google Shape;2806;p152"/>
          <p:cNvSpPr txBox="1"/>
          <p:nvPr/>
        </p:nvSpPr>
        <p:spPr>
          <a:xfrm>
            <a:off x="91438" y="25254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7" name="Google Shape;2807;p152"/>
          <p:cNvSpPr txBox="1"/>
          <p:nvPr/>
        </p:nvSpPr>
        <p:spPr>
          <a:xfrm>
            <a:off x="7412088" y="24070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08" name="Google Shape;2808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3940" y="1619988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9" name="Google Shape;2809;p152"/>
          <p:cNvGrpSpPr/>
          <p:nvPr/>
        </p:nvGrpSpPr>
        <p:grpSpPr>
          <a:xfrm>
            <a:off x="1715874" y="1186560"/>
            <a:ext cx="6493331" cy="2513374"/>
            <a:chOff x="1807849" y="1544710"/>
            <a:chExt cx="6493331" cy="2513374"/>
          </a:xfrm>
        </p:grpSpPr>
        <p:sp>
          <p:nvSpPr>
            <p:cNvPr id="2810" name="Google Shape;2810;p152"/>
            <p:cNvSpPr txBox="1"/>
            <p:nvPr/>
          </p:nvSpPr>
          <p:spPr>
            <a:xfrm>
              <a:off x="3994606" y="3575558"/>
              <a:ext cx="13758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x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2811" name="Google Shape;2811;p15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97837" y="1923207"/>
              <a:ext cx="2096759" cy="2090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2" name="Google Shape;2812;p152"/>
            <p:cNvPicPr preferRelativeResize="0"/>
            <p:nvPr/>
          </p:nvPicPr>
          <p:blipFill rotWithShape="1">
            <a:blip r:embed="rId6">
              <a:alphaModFix/>
            </a:blip>
            <a:srcRect b="5428" l="0" r="0" t="0"/>
            <a:stretch/>
          </p:blipFill>
          <p:spPr>
            <a:xfrm>
              <a:off x="4713990" y="1887475"/>
              <a:ext cx="2261997" cy="20905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13" name="Google Shape;2813;p152"/>
            <p:cNvCxnSpPr/>
            <p:nvPr/>
          </p:nvCxnSpPr>
          <p:spPr>
            <a:xfrm rot="10800000">
              <a:off x="5187275" y="1651120"/>
              <a:ext cx="0" cy="2016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14" name="Google Shape;2814;p152"/>
            <p:cNvSpPr txBox="1"/>
            <p:nvPr/>
          </p:nvSpPr>
          <p:spPr>
            <a:xfrm>
              <a:off x="1807849" y="1544710"/>
              <a:ext cx="3372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815" name="Google Shape;2815;p152"/>
            <p:cNvCxnSpPr/>
            <p:nvPr/>
          </p:nvCxnSpPr>
          <p:spPr>
            <a:xfrm>
              <a:off x="5174375" y="3649165"/>
              <a:ext cx="2025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16" name="Google Shape;2816;p152"/>
            <p:cNvCxnSpPr/>
            <p:nvPr/>
          </p:nvCxnSpPr>
          <p:spPr>
            <a:xfrm rot="10800000">
              <a:off x="2209500" y="1651187"/>
              <a:ext cx="0" cy="2016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17" name="Google Shape;2817;p152"/>
            <p:cNvCxnSpPr/>
            <p:nvPr/>
          </p:nvCxnSpPr>
          <p:spPr>
            <a:xfrm>
              <a:off x="2196600" y="3649232"/>
              <a:ext cx="2025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18" name="Google Shape;2818;p152"/>
            <p:cNvSpPr txBox="1"/>
            <p:nvPr/>
          </p:nvSpPr>
          <p:spPr>
            <a:xfrm>
              <a:off x="6925381" y="3649183"/>
              <a:ext cx="13758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x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19" name="Google Shape;2819;p152"/>
            <p:cNvSpPr txBox="1"/>
            <p:nvPr/>
          </p:nvSpPr>
          <p:spPr>
            <a:xfrm>
              <a:off x="4713999" y="1544710"/>
              <a:ext cx="3372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820" name="Google Shape;2820;p152"/>
          <p:cNvSpPr txBox="1"/>
          <p:nvPr>
            <p:ph idx="1" type="body"/>
          </p:nvPr>
        </p:nvSpPr>
        <p:spPr>
          <a:xfrm>
            <a:off x="340375" y="3706500"/>
            <a:ext cx="8237700" cy="3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thinks they have both represented the same ratio.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Do you agree with him?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153"/>
          <p:cNvSpPr txBox="1"/>
          <p:nvPr>
            <p:ph idx="1" type="body"/>
          </p:nvPr>
        </p:nvSpPr>
        <p:spPr>
          <a:xfrm>
            <a:off x="324000" y="759300"/>
            <a:ext cx="8237700" cy="3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and Sofia have each represented a ratio graphically.</a:t>
            </a:r>
            <a:endParaRPr/>
          </a:p>
        </p:txBody>
      </p:sp>
      <p:sp>
        <p:nvSpPr>
          <p:cNvPr id="2826" name="Google Shape;282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pic>
        <p:nvPicPr>
          <p:cNvPr id="2827" name="Google Shape;2827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74" y="17053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8" name="Google Shape;2828;p153"/>
          <p:cNvSpPr txBox="1"/>
          <p:nvPr/>
        </p:nvSpPr>
        <p:spPr>
          <a:xfrm>
            <a:off x="91438" y="25254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9" name="Google Shape;2829;p153"/>
          <p:cNvSpPr txBox="1"/>
          <p:nvPr/>
        </p:nvSpPr>
        <p:spPr>
          <a:xfrm>
            <a:off x="7412088" y="24070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0" name="Google Shape;2830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3940" y="1619988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1" name="Google Shape;2831;p153"/>
          <p:cNvGrpSpPr/>
          <p:nvPr/>
        </p:nvGrpSpPr>
        <p:grpSpPr>
          <a:xfrm>
            <a:off x="1715874" y="1186560"/>
            <a:ext cx="6493331" cy="2513374"/>
            <a:chOff x="1807849" y="1544710"/>
            <a:chExt cx="6493331" cy="2513374"/>
          </a:xfrm>
        </p:grpSpPr>
        <p:sp>
          <p:nvSpPr>
            <p:cNvPr id="2832" name="Google Shape;2832;p153"/>
            <p:cNvSpPr txBox="1"/>
            <p:nvPr/>
          </p:nvSpPr>
          <p:spPr>
            <a:xfrm>
              <a:off x="3994606" y="3575558"/>
              <a:ext cx="13758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x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2833" name="Google Shape;2833;p15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97837" y="1923207"/>
              <a:ext cx="2096759" cy="2090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4" name="Google Shape;2834;p153"/>
            <p:cNvPicPr preferRelativeResize="0"/>
            <p:nvPr/>
          </p:nvPicPr>
          <p:blipFill rotWithShape="1">
            <a:blip r:embed="rId6">
              <a:alphaModFix/>
            </a:blip>
            <a:srcRect b="5428" l="0" r="0" t="0"/>
            <a:stretch/>
          </p:blipFill>
          <p:spPr>
            <a:xfrm>
              <a:off x="4713990" y="1887475"/>
              <a:ext cx="2261997" cy="20905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35" name="Google Shape;2835;p153"/>
            <p:cNvCxnSpPr/>
            <p:nvPr/>
          </p:nvCxnSpPr>
          <p:spPr>
            <a:xfrm rot="10800000">
              <a:off x="5187275" y="1651120"/>
              <a:ext cx="0" cy="2016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36" name="Google Shape;2836;p153"/>
            <p:cNvSpPr txBox="1"/>
            <p:nvPr/>
          </p:nvSpPr>
          <p:spPr>
            <a:xfrm>
              <a:off x="1807849" y="1544710"/>
              <a:ext cx="3372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837" name="Google Shape;2837;p153"/>
            <p:cNvCxnSpPr/>
            <p:nvPr/>
          </p:nvCxnSpPr>
          <p:spPr>
            <a:xfrm>
              <a:off x="5174375" y="3649165"/>
              <a:ext cx="2025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38" name="Google Shape;2838;p153"/>
            <p:cNvCxnSpPr/>
            <p:nvPr/>
          </p:nvCxnSpPr>
          <p:spPr>
            <a:xfrm rot="10800000">
              <a:off x="2209500" y="1651187"/>
              <a:ext cx="0" cy="2016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39" name="Google Shape;2839;p153"/>
            <p:cNvCxnSpPr/>
            <p:nvPr/>
          </p:nvCxnSpPr>
          <p:spPr>
            <a:xfrm>
              <a:off x="2196600" y="3649232"/>
              <a:ext cx="2025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40" name="Google Shape;2840;p153"/>
            <p:cNvSpPr txBox="1"/>
            <p:nvPr/>
          </p:nvSpPr>
          <p:spPr>
            <a:xfrm>
              <a:off x="6925381" y="3649183"/>
              <a:ext cx="13758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x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41" name="Google Shape;2841;p153"/>
            <p:cNvSpPr txBox="1"/>
            <p:nvPr/>
          </p:nvSpPr>
          <p:spPr>
            <a:xfrm>
              <a:off x="4713999" y="1544710"/>
              <a:ext cx="3372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842" name="Google Shape;2842;p153"/>
          <p:cNvSpPr txBox="1"/>
          <p:nvPr>
            <p:ph idx="1" type="body"/>
          </p:nvPr>
        </p:nvSpPr>
        <p:spPr>
          <a:xfrm>
            <a:off x="340375" y="3706500"/>
            <a:ext cx="8237700" cy="3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thinks they have both represented the same ratio.</a:t>
            </a:r>
            <a:endParaRPr/>
          </a:p>
        </p:txBody>
      </p:sp>
      <p:sp>
        <p:nvSpPr>
          <p:cNvPr id="2843" name="Google Shape;2843;p153"/>
          <p:cNvSpPr txBox="1"/>
          <p:nvPr>
            <p:ph idx="1" type="body"/>
          </p:nvPr>
        </p:nvSpPr>
        <p:spPr>
          <a:xfrm>
            <a:off x="340375" y="4079075"/>
            <a:ext cx="8237700" cy="3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different ratios.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need to pay attention to the scale on the axes.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154"/>
          <p:cNvSpPr txBox="1"/>
          <p:nvPr>
            <p:ph idx="1" type="body"/>
          </p:nvPr>
        </p:nvSpPr>
        <p:spPr>
          <a:xfrm>
            <a:off x="324000" y="683100"/>
            <a:ext cx="8237700" cy="4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gaps for the ratio.</a:t>
            </a:r>
            <a:endParaRPr/>
          </a:p>
        </p:txBody>
      </p:sp>
      <p:sp>
        <p:nvSpPr>
          <p:cNvPr id="2849" name="Google Shape;2849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graphicFrame>
        <p:nvGraphicFramePr>
          <p:cNvPr id="2850" name="Google Shape;2850;p154"/>
          <p:cNvGraphicFramePr/>
          <p:nvPr/>
        </p:nvGraphicFramePr>
        <p:xfrm>
          <a:off x="661575" y="123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548775"/>
                <a:gridCol w="548775"/>
                <a:gridCol w="548775"/>
                <a:gridCol w="548775"/>
              </a:tblGrid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851" name="Google Shape;2851;p154"/>
          <p:cNvCxnSpPr/>
          <p:nvPr/>
        </p:nvCxnSpPr>
        <p:spPr>
          <a:xfrm>
            <a:off x="687835" y="3376286"/>
            <a:ext cx="2417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2" name="Google Shape;2852;p154"/>
          <p:cNvCxnSpPr/>
          <p:nvPr/>
        </p:nvCxnSpPr>
        <p:spPr>
          <a:xfrm>
            <a:off x="661577" y="3379655"/>
            <a:ext cx="137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3" name="Google Shape;2853;p154"/>
          <p:cNvCxnSpPr/>
          <p:nvPr/>
        </p:nvCxnSpPr>
        <p:spPr>
          <a:xfrm>
            <a:off x="1210261" y="3310107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4" name="Google Shape;2854;p154"/>
          <p:cNvCxnSpPr/>
          <p:nvPr/>
        </p:nvCxnSpPr>
        <p:spPr>
          <a:xfrm>
            <a:off x="1758940" y="3310107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5" name="Google Shape;2855;p154"/>
          <p:cNvCxnSpPr/>
          <p:nvPr/>
        </p:nvCxnSpPr>
        <p:spPr>
          <a:xfrm>
            <a:off x="1761407" y="3379655"/>
            <a:ext cx="1088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6" name="Google Shape;2856;p154"/>
          <p:cNvCxnSpPr/>
          <p:nvPr/>
        </p:nvCxnSpPr>
        <p:spPr>
          <a:xfrm>
            <a:off x="2310091" y="3310107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7" name="Google Shape;2857;p154"/>
          <p:cNvSpPr txBox="1"/>
          <p:nvPr/>
        </p:nvSpPr>
        <p:spPr>
          <a:xfrm>
            <a:off x="1159288" y="3443478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8" name="Google Shape;2858;p154"/>
          <p:cNvSpPr txBox="1"/>
          <p:nvPr/>
        </p:nvSpPr>
        <p:spPr>
          <a:xfrm>
            <a:off x="2936981" y="3298883"/>
            <a:ext cx="1375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endParaRPr i="1" sz="2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9" name="Google Shape;2859;p154"/>
          <p:cNvSpPr txBox="1"/>
          <p:nvPr/>
        </p:nvSpPr>
        <p:spPr>
          <a:xfrm>
            <a:off x="1717916" y="3443478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0" name="Google Shape;2860;p154"/>
          <p:cNvSpPr txBox="1"/>
          <p:nvPr/>
        </p:nvSpPr>
        <p:spPr>
          <a:xfrm>
            <a:off x="2276543" y="3443478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1" name="Google Shape;2861;p154"/>
          <p:cNvSpPr txBox="1"/>
          <p:nvPr/>
        </p:nvSpPr>
        <p:spPr>
          <a:xfrm>
            <a:off x="559637" y="3298879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62" name="Google Shape;2862;p154"/>
          <p:cNvGrpSpPr/>
          <p:nvPr/>
        </p:nvGrpSpPr>
        <p:grpSpPr>
          <a:xfrm>
            <a:off x="241624" y="962397"/>
            <a:ext cx="494514" cy="2418249"/>
            <a:chOff x="-1030721" y="-85257"/>
            <a:chExt cx="944269" cy="4617623"/>
          </a:xfrm>
        </p:grpSpPr>
        <p:cxnSp>
          <p:nvCxnSpPr>
            <p:cNvPr id="2863" name="Google Shape;2863;p154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64" name="Google Shape;2864;p154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5" name="Google Shape;2865;p154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6" name="Google Shape;2866;p154"/>
            <p:cNvCxnSpPr/>
            <p:nvPr/>
          </p:nvCxnSpPr>
          <p:spPr>
            <a:xfrm rot="10800000">
              <a:off x="-219202" y="2317227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67" name="Google Shape;2867;p154"/>
            <p:cNvSpPr txBox="1"/>
            <p:nvPr/>
          </p:nvSpPr>
          <p:spPr>
            <a:xfrm>
              <a:off x="-802721" y="3201678"/>
              <a:ext cx="415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68" name="Google Shape;2868;p154"/>
            <p:cNvCxnSpPr/>
            <p:nvPr/>
          </p:nvCxnSpPr>
          <p:spPr>
            <a:xfrm rot="10800000">
              <a:off x="-240849" y="335020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9" name="Google Shape;2869;p154"/>
            <p:cNvCxnSpPr/>
            <p:nvPr/>
          </p:nvCxnSpPr>
          <p:spPr>
            <a:xfrm rot="10800000">
              <a:off x="-240849" y="129827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70" name="Google Shape;2870;p154"/>
            <p:cNvSpPr txBox="1"/>
            <p:nvPr/>
          </p:nvSpPr>
          <p:spPr>
            <a:xfrm>
              <a:off x="-1030721" y="-85257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71" name="Google Shape;2871;p154"/>
            <p:cNvSpPr txBox="1"/>
            <p:nvPr/>
          </p:nvSpPr>
          <p:spPr>
            <a:xfrm>
              <a:off x="-802721" y="2207630"/>
              <a:ext cx="415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2" name="Google Shape;2872;p154"/>
            <p:cNvSpPr txBox="1"/>
            <p:nvPr/>
          </p:nvSpPr>
          <p:spPr>
            <a:xfrm>
              <a:off x="-802721" y="1140830"/>
              <a:ext cx="415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873" name="Google Shape;2873;p154"/>
          <p:cNvGraphicFramePr/>
          <p:nvPr/>
        </p:nvGraphicFramePr>
        <p:xfrm>
          <a:off x="3523350" y="1241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548775"/>
                <a:gridCol w="548775"/>
                <a:gridCol w="548775"/>
                <a:gridCol w="548775"/>
              </a:tblGrid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874" name="Google Shape;2874;p154"/>
          <p:cNvCxnSpPr/>
          <p:nvPr/>
        </p:nvCxnSpPr>
        <p:spPr>
          <a:xfrm>
            <a:off x="3549610" y="3383548"/>
            <a:ext cx="2417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5" name="Google Shape;2875;p154"/>
          <p:cNvCxnSpPr/>
          <p:nvPr/>
        </p:nvCxnSpPr>
        <p:spPr>
          <a:xfrm>
            <a:off x="3523352" y="3386917"/>
            <a:ext cx="137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6" name="Google Shape;2876;p154"/>
          <p:cNvCxnSpPr/>
          <p:nvPr/>
        </p:nvCxnSpPr>
        <p:spPr>
          <a:xfrm>
            <a:off x="4072036" y="3317369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7" name="Google Shape;2877;p154"/>
          <p:cNvCxnSpPr/>
          <p:nvPr/>
        </p:nvCxnSpPr>
        <p:spPr>
          <a:xfrm>
            <a:off x="4620715" y="3317369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8" name="Google Shape;2878;p154"/>
          <p:cNvCxnSpPr/>
          <p:nvPr/>
        </p:nvCxnSpPr>
        <p:spPr>
          <a:xfrm>
            <a:off x="4623182" y="3386917"/>
            <a:ext cx="1088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9" name="Google Shape;2879;p154"/>
          <p:cNvCxnSpPr/>
          <p:nvPr/>
        </p:nvCxnSpPr>
        <p:spPr>
          <a:xfrm>
            <a:off x="5171866" y="3317369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0" name="Google Shape;2880;p154"/>
          <p:cNvSpPr txBox="1"/>
          <p:nvPr/>
        </p:nvSpPr>
        <p:spPr>
          <a:xfrm>
            <a:off x="4021063" y="3450740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1" name="Google Shape;2881;p154"/>
          <p:cNvSpPr txBox="1"/>
          <p:nvPr/>
        </p:nvSpPr>
        <p:spPr>
          <a:xfrm>
            <a:off x="5722556" y="3306146"/>
            <a:ext cx="1375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endParaRPr i="1" sz="2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82" name="Google Shape;2882;p154"/>
          <p:cNvSpPr txBox="1"/>
          <p:nvPr/>
        </p:nvSpPr>
        <p:spPr>
          <a:xfrm>
            <a:off x="4579691" y="3450740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3" name="Google Shape;2883;p154"/>
          <p:cNvSpPr txBox="1"/>
          <p:nvPr/>
        </p:nvSpPr>
        <p:spPr>
          <a:xfrm>
            <a:off x="5138318" y="3450740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4" name="Google Shape;2884;p154"/>
          <p:cNvSpPr txBox="1"/>
          <p:nvPr/>
        </p:nvSpPr>
        <p:spPr>
          <a:xfrm>
            <a:off x="3421412" y="3306141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85" name="Google Shape;2885;p154"/>
          <p:cNvGrpSpPr/>
          <p:nvPr/>
        </p:nvGrpSpPr>
        <p:grpSpPr>
          <a:xfrm>
            <a:off x="3103244" y="969660"/>
            <a:ext cx="494669" cy="2418249"/>
            <a:chOff x="-1031017" y="-85257"/>
            <a:chExt cx="944565" cy="4617623"/>
          </a:xfrm>
        </p:grpSpPr>
        <p:cxnSp>
          <p:nvCxnSpPr>
            <p:cNvPr id="2886" name="Google Shape;2886;p154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87" name="Google Shape;2887;p154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88" name="Google Shape;2888;p154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89" name="Google Shape;2889;p154"/>
            <p:cNvCxnSpPr/>
            <p:nvPr/>
          </p:nvCxnSpPr>
          <p:spPr>
            <a:xfrm rot="10800000">
              <a:off x="-219202" y="2317227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90" name="Google Shape;2890;p154"/>
            <p:cNvSpPr txBox="1"/>
            <p:nvPr/>
          </p:nvSpPr>
          <p:spPr>
            <a:xfrm>
              <a:off x="-802721" y="3201678"/>
              <a:ext cx="415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91" name="Google Shape;2891;p154"/>
            <p:cNvCxnSpPr/>
            <p:nvPr/>
          </p:nvCxnSpPr>
          <p:spPr>
            <a:xfrm rot="10800000">
              <a:off x="-240849" y="335020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92" name="Google Shape;2892;p154"/>
            <p:cNvCxnSpPr/>
            <p:nvPr/>
          </p:nvCxnSpPr>
          <p:spPr>
            <a:xfrm rot="10800000">
              <a:off x="-240849" y="129827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93" name="Google Shape;2893;p154"/>
            <p:cNvSpPr txBox="1"/>
            <p:nvPr/>
          </p:nvSpPr>
          <p:spPr>
            <a:xfrm>
              <a:off x="-1030721" y="-85257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94" name="Google Shape;2894;p154"/>
            <p:cNvSpPr txBox="1"/>
            <p:nvPr/>
          </p:nvSpPr>
          <p:spPr>
            <a:xfrm>
              <a:off x="-1031017" y="2207640"/>
              <a:ext cx="741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5" name="Google Shape;2895;p154"/>
            <p:cNvSpPr txBox="1"/>
            <p:nvPr/>
          </p:nvSpPr>
          <p:spPr>
            <a:xfrm>
              <a:off x="-1030727" y="1140808"/>
              <a:ext cx="64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896" name="Google Shape;2896;p154"/>
          <p:cNvGraphicFramePr/>
          <p:nvPr/>
        </p:nvGraphicFramePr>
        <p:xfrm>
          <a:off x="6342750" y="1241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548775"/>
                <a:gridCol w="548775"/>
                <a:gridCol w="548775"/>
                <a:gridCol w="548775"/>
              </a:tblGrid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897" name="Google Shape;2897;p154"/>
          <p:cNvCxnSpPr/>
          <p:nvPr/>
        </p:nvCxnSpPr>
        <p:spPr>
          <a:xfrm>
            <a:off x="6369010" y="3383548"/>
            <a:ext cx="2417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8" name="Google Shape;2898;p154"/>
          <p:cNvCxnSpPr/>
          <p:nvPr/>
        </p:nvCxnSpPr>
        <p:spPr>
          <a:xfrm>
            <a:off x="6342752" y="3386917"/>
            <a:ext cx="137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9" name="Google Shape;2899;p154"/>
          <p:cNvCxnSpPr/>
          <p:nvPr/>
        </p:nvCxnSpPr>
        <p:spPr>
          <a:xfrm>
            <a:off x="6891436" y="3317369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0" name="Google Shape;2900;p154"/>
          <p:cNvCxnSpPr/>
          <p:nvPr/>
        </p:nvCxnSpPr>
        <p:spPr>
          <a:xfrm>
            <a:off x="7440115" y="3317369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1" name="Google Shape;2901;p154"/>
          <p:cNvCxnSpPr/>
          <p:nvPr/>
        </p:nvCxnSpPr>
        <p:spPr>
          <a:xfrm>
            <a:off x="7442582" y="3386917"/>
            <a:ext cx="1088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2" name="Google Shape;2902;p154"/>
          <p:cNvCxnSpPr/>
          <p:nvPr/>
        </p:nvCxnSpPr>
        <p:spPr>
          <a:xfrm>
            <a:off x="7991266" y="3317369"/>
            <a:ext cx="0" cy="13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3" name="Google Shape;2903;p154"/>
          <p:cNvSpPr txBox="1"/>
          <p:nvPr/>
        </p:nvSpPr>
        <p:spPr>
          <a:xfrm>
            <a:off x="6840463" y="3450740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4" name="Google Shape;2904;p154"/>
          <p:cNvSpPr txBox="1"/>
          <p:nvPr/>
        </p:nvSpPr>
        <p:spPr>
          <a:xfrm>
            <a:off x="8618156" y="3306146"/>
            <a:ext cx="1375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endParaRPr i="1" sz="2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05" name="Google Shape;2905;p154"/>
          <p:cNvSpPr txBox="1"/>
          <p:nvPr/>
        </p:nvSpPr>
        <p:spPr>
          <a:xfrm>
            <a:off x="7399091" y="3450740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6" name="Google Shape;2906;p154"/>
          <p:cNvSpPr txBox="1"/>
          <p:nvPr/>
        </p:nvSpPr>
        <p:spPr>
          <a:xfrm>
            <a:off x="7957718" y="3450740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7" name="Google Shape;2907;p154"/>
          <p:cNvSpPr txBox="1"/>
          <p:nvPr/>
        </p:nvSpPr>
        <p:spPr>
          <a:xfrm>
            <a:off x="6240812" y="3306141"/>
            <a:ext cx="2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8" name="Google Shape;2908;p154"/>
          <p:cNvGrpSpPr/>
          <p:nvPr/>
        </p:nvGrpSpPr>
        <p:grpSpPr>
          <a:xfrm>
            <a:off x="5922797" y="969660"/>
            <a:ext cx="494516" cy="2418249"/>
            <a:chOff x="-1030724" y="-85257"/>
            <a:chExt cx="944273" cy="4617623"/>
          </a:xfrm>
        </p:grpSpPr>
        <p:cxnSp>
          <p:nvCxnSpPr>
            <p:cNvPr id="2909" name="Google Shape;2909;p154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10" name="Google Shape;2910;p154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11" name="Google Shape;2911;p154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12" name="Google Shape;2912;p154"/>
            <p:cNvCxnSpPr/>
            <p:nvPr/>
          </p:nvCxnSpPr>
          <p:spPr>
            <a:xfrm rot="10800000">
              <a:off x="-219202" y="2317227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13" name="Google Shape;2913;p154"/>
            <p:cNvSpPr txBox="1"/>
            <p:nvPr/>
          </p:nvSpPr>
          <p:spPr>
            <a:xfrm>
              <a:off x="-802721" y="3201678"/>
              <a:ext cx="415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14" name="Google Shape;2914;p154"/>
            <p:cNvCxnSpPr/>
            <p:nvPr/>
          </p:nvCxnSpPr>
          <p:spPr>
            <a:xfrm rot="10800000">
              <a:off x="-240849" y="335020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15" name="Google Shape;2915;p154"/>
            <p:cNvCxnSpPr/>
            <p:nvPr/>
          </p:nvCxnSpPr>
          <p:spPr>
            <a:xfrm rot="10800000">
              <a:off x="-240849" y="129827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16" name="Google Shape;2916;p154"/>
            <p:cNvSpPr txBox="1"/>
            <p:nvPr/>
          </p:nvSpPr>
          <p:spPr>
            <a:xfrm>
              <a:off x="-1030721" y="-85257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y</a:t>
              </a:r>
              <a:endParaRPr i="1"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17" name="Google Shape;2917;p154"/>
            <p:cNvSpPr txBox="1"/>
            <p:nvPr/>
          </p:nvSpPr>
          <p:spPr>
            <a:xfrm>
              <a:off x="-1030724" y="2207640"/>
              <a:ext cx="64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8" name="Google Shape;2918;p154"/>
            <p:cNvSpPr txBox="1"/>
            <p:nvPr/>
          </p:nvSpPr>
          <p:spPr>
            <a:xfrm>
              <a:off x="-1030724" y="1140808"/>
              <a:ext cx="64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919" name="Google Shape;2919;p154"/>
          <p:cNvCxnSpPr>
            <a:stCxn id="2861" idx="1"/>
          </p:cNvCxnSpPr>
          <p:nvPr/>
        </p:nvCxnSpPr>
        <p:spPr>
          <a:xfrm flipH="1" rot="10800000">
            <a:off x="559637" y="1248229"/>
            <a:ext cx="2299500" cy="2220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0" name="Google Shape;2920;p154"/>
          <p:cNvCxnSpPr/>
          <p:nvPr/>
        </p:nvCxnSpPr>
        <p:spPr>
          <a:xfrm flipH="1" rot="10800000">
            <a:off x="3523424" y="1273729"/>
            <a:ext cx="2180400" cy="210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1" name="Google Shape;2921;p154"/>
          <p:cNvCxnSpPr/>
          <p:nvPr/>
        </p:nvCxnSpPr>
        <p:spPr>
          <a:xfrm flipH="1" rot="10800000">
            <a:off x="6382674" y="1235404"/>
            <a:ext cx="1035900" cy="2115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2" name="Google Shape;2922;p154"/>
          <p:cNvSpPr txBox="1"/>
          <p:nvPr/>
        </p:nvSpPr>
        <p:spPr>
          <a:xfrm>
            <a:off x="607700" y="3923600"/>
            <a:ext cx="2417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every 1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there is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sp>
        <p:nvSpPr>
          <p:cNvPr id="2923" name="Google Shape;2923;p154"/>
          <p:cNvSpPr txBox="1"/>
          <p:nvPr/>
        </p:nvSpPr>
        <p:spPr>
          <a:xfrm>
            <a:off x="3503300" y="3923600"/>
            <a:ext cx="2417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2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there are  7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sp>
        <p:nvSpPr>
          <p:cNvPr id="2924" name="Google Shape;2924;p154"/>
          <p:cNvSpPr txBox="1"/>
          <p:nvPr/>
        </p:nvSpPr>
        <p:spPr>
          <a:xfrm>
            <a:off x="6322700" y="3923600"/>
            <a:ext cx="2417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there are  7 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sp>
        <p:nvSpPr>
          <p:cNvPr id="2925" name="Google Shape;2925;p154"/>
          <p:cNvSpPr/>
          <p:nvPr/>
        </p:nvSpPr>
        <p:spPr>
          <a:xfrm>
            <a:off x="1726125" y="4365500"/>
            <a:ext cx="3411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6" name="Google Shape;2926;p154"/>
          <p:cNvSpPr/>
          <p:nvPr/>
        </p:nvSpPr>
        <p:spPr>
          <a:xfrm>
            <a:off x="4821000" y="4365500"/>
            <a:ext cx="3411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7" name="Google Shape;2927;p154"/>
          <p:cNvSpPr/>
          <p:nvPr/>
        </p:nvSpPr>
        <p:spPr>
          <a:xfrm>
            <a:off x="7627700" y="4365500"/>
            <a:ext cx="3411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2" name="Google Shape;2932;p155"/>
          <p:cNvGrpSpPr/>
          <p:nvPr/>
        </p:nvGrpSpPr>
        <p:grpSpPr>
          <a:xfrm>
            <a:off x="324000" y="746405"/>
            <a:ext cx="3891800" cy="4111646"/>
            <a:chOff x="324000" y="746405"/>
            <a:chExt cx="3891800" cy="4111646"/>
          </a:xfrm>
        </p:grpSpPr>
        <p:grpSp>
          <p:nvGrpSpPr>
            <p:cNvPr id="2933" name="Google Shape;2933;p155"/>
            <p:cNvGrpSpPr/>
            <p:nvPr/>
          </p:nvGrpSpPr>
          <p:grpSpPr>
            <a:xfrm>
              <a:off x="324000" y="746405"/>
              <a:ext cx="3891800" cy="4111646"/>
              <a:chOff x="324000" y="746405"/>
              <a:chExt cx="3891800" cy="4111646"/>
            </a:xfrm>
          </p:grpSpPr>
          <p:pic>
            <p:nvPicPr>
              <p:cNvPr id="2934" name="Google Shape;2934;p155"/>
              <p:cNvPicPr preferRelativeResize="0"/>
              <p:nvPr/>
            </p:nvPicPr>
            <p:blipFill rotWithShape="1">
              <a:blip r:embed="rId3">
                <a:alphaModFix/>
              </a:blip>
              <a:srcRect b="0" l="2960" r="30064" t="14442"/>
              <a:stretch/>
            </p:blipFill>
            <p:spPr>
              <a:xfrm>
                <a:off x="324000" y="759300"/>
                <a:ext cx="3878075" cy="409875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935" name="Google Shape;2935;p155"/>
              <p:cNvCxnSpPr/>
              <p:nvPr/>
            </p:nvCxnSpPr>
            <p:spPr>
              <a:xfrm rot="10800000">
                <a:off x="589700" y="746405"/>
                <a:ext cx="0" cy="237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36" name="Google Shape;2936;p155"/>
              <p:cNvCxnSpPr/>
              <p:nvPr/>
            </p:nvCxnSpPr>
            <p:spPr>
              <a:xfrm>
                <a:off x="4016900" y="4537255"/>
                <a:ext cx="198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937" name="Google Shape;2937;p155"/>
            <p:cNvCxnSpPr/>
            <p:nvPr/>
          </p:nvCxnSpPr>
          <p:spPr>
            <a:xfrm flipH="1" rot="10800000">
              <a:off x="581537" y="759000"/>
              <a:ext cx="3103500" cy="379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38" name="Google Shape;2938;p155"/>
          <p:cNvSpPr txBox="1"/>
          <p:nvPr>
            <p:ph idx="1" type="body"/>
          </p:nvPr>
        </p:nvSpPr>
        <p:spPr>
          <a:xfrm>
            <a:off x="4482300" y="746400"/>
            <a:ext cx="4337700" cy="8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graph, complete the information.</a:t>
            </a:r>
            <a:endParaRPr/>
          </a:p>
        </p:txBody>
      </p:sp>
      <p:sp>
        <p:nvSpPr>
          <p:cNvPr id="2939" name="Google Shape;2939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sp>
        <p:nvSpPr>
          <p:cNvPr id="2940" name="Google Shape;2940;p155"/>
          <p:cNvSpPr txBox="1"/>
          <p:nvPr/>
        </p:nvSpPr>
        <p:spPr>
          <a:xfrm>
            <a:off x="3932550" y="4472400"/>
            <a:ext cx="6693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1" name="Google Shape;2941;p155"/>
          <p:cNvSpPr txBox="1"/>
          <p:nvPr/>
        </p:nvSpPr>
        <p:spPr>
          <a:xfrm>
            <a:off x="230150" y="613500"/>
            <a:ext cx="6693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42" name="Google Shape;2942;p155"/>
          <p:cNvGrpSpPr/>
          <p:nvPr/>
        </p:nvGrpSpPr>
        <p:grpSpPr>
          <a:xfrm>
            <a:off x="5502384" y="1645743"/>
            <a:ext cx="3717817" cy="1661807"/>
            <a:chOff x="1068647" y="1423743"/>
            <a:chExt cx="3717817" cy="1661807"/>
          </a:xfrm>
        </p:grpSpPr>
        <p:grpSp>
          <p:nvGrpSpPr>
            <p:cNvPr id="2943" name="Google Shape;2943;p155"/>
            <p:cNvGrpSpPr/>
            <p:nvPr/>
          </p:nvGrpSpPr>
          <p:grpSpPr>
            <a:xfrm>
              <a:off x="1171164" y="1423743"/>
              <a:ext cx="3615300" cy="1661807"/>
              <a:chOff x="232050" y="2185743"/>
              <a:chExt cx="3615300" cy="1661807"/>
            </a:xfrm>
          </p:grpSpPr>
          <p:grpSp>
            <p:nvGrpSpPr>
              <p:cNvPr id="2944" name="Google Shape;2944;p155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945" name="Google Shape;2945;p15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46" name="Google Shape;2946;p15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47" name="Google Shape;2947;p155"/>
              <p:cNvSpPr txBox="1"/>
              <p:nvPr/>
            </p:nvSpPr>
            <p:spPr>
              <a:xfrm>
                <a:off x="2445450" y="2574225"/>
                <a:ext cx="1401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£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8" name="Google Shape;2948;p155"/>
              <p:cNvSpPr txBox="1"/>
              <p:nvPr/>
            </p:nvSpPr>
            <p:spPr>
              <a:xfrm>
                <a:off x="2460186" y="3181550"/>
                <a:ext cx="13017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$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9" name="Google Shape;2949;p155"/>
              <p:cNvSpPr txBox="1"/>
              <p:nvPr/>
            </p:nvSpPr>
            <p:spPr>
              <a:xfrm>
                <a:off x="788079" y="2185743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0" name="Google Shape;2950;p155"/>
              <p:cNvSpPr txBox="1"/>
              <p:nvPr/>
            </p:nvSpPr>
            <p:spPr>
              <a:xfrm>
                <a:off x="1189100" y="3495975"/>
                <a:ext cx="606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2.40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1" name="Google Shape;2951;p155"/>
              <p:cNvSpPr txBox="1"/>
              <p:nvPr/>
            </p:nvSpPr>
            <p:spPr>
              <a:xfrm>
                <a:off x="519799" y="3495975"/>
                <a:ext cx="6693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1.2</a:t>
                </a: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2" name="Google Shape;2952;p155"/>
              <p:cNvSpPr txBox="1"/>
              <p:nvPr/>
            </p:nvSpPr>
            <p:spPr>
              <a:xfrm>
                <a:off x="1361388" y="2185743"/>
                <a:ext cx="404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3" name="Google Shape;2953;p155"/>
              <p:cNvSpPr txBox="1"/>
              <p:nvPr/>
            </p:nvSpPr>
            <p:spPr>
              <a:xfrm>
                <a:off x="1937380" y="2185743"/>
                <a:ext cx="492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4" name="Google Shape;2954;p155"/>
              <p:cNvSpPr txBox="1"/>
              <p:nvPr/>
            </p:nvSpPr>
            <p:spPr>
              <a:xfrm>
                <a:off x="1901200" y="3508850"/>
                <a:ext cx="606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3.60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955" name="Google Shape;2955;p155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956" name="Google Shape;2956;p155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957" name="Google Shape;2957;p15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58" name="Google Shape;2958;p15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959" name="Google Shape;2959;p155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960" name="Google Shape;2960;p15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61" name="Google Shape;2961;p15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962" name="Google Shape;2962;p155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963" name="Google Shape;2963;p15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64" name="Google Shape;2964;p15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965" name="Google Shape;2965;p155"/>
              <p:cNvCxnSpPr>
                <a:endCxn id="2947" idx="1"/>
              </p:cNvCxnSpPr>
              <p:nvPr/>
            </p:nvCxnSpPr>
            <p:spPr>
              <a:xfrm>
                <a:off x="344550" y="27174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66" name="Google Shape;2966;p155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967" name="Google Shape;2967;p155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8" name="Google Shape;2968;p155"/>
            <p:cNvSpPr/>
            <p:nvPr/>
          </p:nvSpPr>
          <p:spPr>
            <a:xfrm>
              <a:off x="1757875" y="2004275"/>
              <a:ext cx="1301700" cy="5298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969" name="Google Shape;2969;p155"/>
          <p:cNvGraphicFramePr/>
          <p:nvPr/>
        </p:nvGraphicFramePr>
        <p:xfrm>
          <a:off x="5642575" y="340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70" name="Google Shape;2970;p155"/>
          <p:cNvSpPr txBox="1"/>
          <p:nvPr/>
        </p:nvSpPr>
        <p:spPr>
          <a:xfrm>
            <a:off x="4755750" y="4474350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£1, there are $1.20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1" name="Google Shape;2971;p155"/>
          <p:cNvSpPr/>
          <p:nvPr/>
        </p:nvSpPr>
        <p:spPr>
          <a:xfrm>
            <a:off x="5866575" y="2915400"/>
            <a:ext cx="5571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72" name="Google Shape;2972;p155"/>
          <p:cNvGrpSpPr/>
          <p:nvPr/>
        </p:nvGrpSpPr>
        <p:grpSpPr>
          <a:xfrm>
            <a:off x="6552375" y="1620000"/>
            <a:ext cx="557100" cy="1647600"/>
            <a:chOff x="6476175" y="1620000"/>
            <a:chExt cx="557100" cy="1647600"/>
          </a:xfrm>
        </p:grpSpPr>
        <p:sp>
          <p:nvSpPr>
            <p:cNvPr id="2973" name="Google Shape;2973;p155"/>
            <p:cNvSpPr/>
            <p:nvPr/>
          </p:nvSpPr>
          <p:spPr>
            <a:xfrm>
              <a:off x="6552375" y="16200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4" name="Google Shape;2974;p155"/>
            <p:cNvSpPr/>
            <p:nvPr/>
          </p:nvSpPr>
          <p:spPr>
            <a:xfrm>
              <a:off x="6476175" y="2915400"/>
              <a:ext cx="5571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75" name="Google Shape;2975;p155"/>
          <p:cNvGrpSpPr/>
          <p:nvPr/>
        </p:nvGrpSpPr>
        <p:grpSpPr>
          <a:xfrm>
            <a:off x="7238175" y="1620000"/>
            <a:ext cx="557100" cy="1647600"/>
            <a:chOff x="7161975" y="1620000"/>
            <a:chExt cx="557100" cy="1647600"/>
          </a:xfrm>
        </p:grpSpPr>
        <p:sp>
          <p:nvSpPr>
            <p:cNvPr id="2976" name="Google Shape;2976;p155"/>
            <p:cNvSpPr/>
            <p:nvPr/>
          </p:nvSpPr>
          <p:spPr>
            <a:xfrm>
              <a:off x="7161975" y="1620000"/>
              <a:ext cx="4047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7" name="Google Shape;2977;p155"/>
            <p:cNvSpPr/>
            <p:nvPr/>
          </p:nvSpPr>
          <p:spPr>
            <a:xfrm>
              <a:off x="7161975" y="2915400"/>
              <a:ext cx="557100" cy="352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78" name="Google Shape;2978;p155"/>
          <p:cNvSpPr/>
          <p:nvPr/>
        </p:nvSpPr>
        <p:spPr>
          <a:xfrm>
            <a:off x="6980794" y="3926178"/>
            <a:ext cx="5571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9" name="Google Shape;2979;p155"/>
          <p:cNvSpPr/>
          <p:nvPr/>
        </p:nvSpPr>
        <p:spPr>
          <a:xfrm>
            <a:off x="7618156" y="4458103"/>
            <a:ext cx="557100" cy="3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p156"/>
          <p:cNvSpPr txBox="1"/>
          <p:nvPr>
            <p:ph idx="1" type="body"/>
          </p:nvPr>
        </p:nvSpPr>
        <p:spPr>
          <a:xfrm>
            <a:off x="4385300" y="670200"/>
            <a:ext cx="4427700" cy="8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graph shows a scale conversion on a map. Using the graph, work out the following: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How many km is 12 cm?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How many cm is 3 km?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85" name="Google Shape;2985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grpSp>
        <p:nvGrpSpPr>
          <p:cNvPr id="2986" name="Google Shape;2986;p156"/>
          <p:cNvGrpSpPr/>
          <p:nvPr/>
        </p:nvGrpSpPr>
        <p:grpSpPr>
          <a:xfrm>
            <a:off x="241971" y="918305"/>
            <a:ext cx="4197031" cy="4037702"/>
            <a:chOff x="241971" y="918305"/>
            <a:chExt cx="4197031" cy="4037702"/>
          </a:xfrm>
        </p:grpSpPr>
        <p:pic>
          <p:nvPicPr>
            <p:cNvPr id="2987" name="Google Shape;2987;p156"/>
            <p:cNvPicPr preferRelativeResize="0"/>
            <p:nvPr/>
          </p:nvPicPr>
          <p:blipFill rotWithShape="1">
            <a:blip r:embed="rId3">
              <a:alphaModFix/>
            </a:blip>
            <a:srcRect b="-9" l="0" r="0" t="5874"/>
            <a:stretch/>
          </p:blipFill>
          <p:spPr>
            <a:xfrm>
              <a:off x="457200" y="932275"/>
              <a:ext cx="3775700" cy="38905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88" name="Google Shape;2988;p156"/>
            <p:cNvCxnSpPr/>
            <p:nvPr/>
          </p:nvCxnSpPr>
          <p:spPr>
            <a:xfrm rot="10800000">
              <a:off x="780050" y="918305"/>
              <a:ext cx="0" cy="237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89" name="Google Shape;2989;p156"/>
            <p:cNvCxnSpPr/>
            <p:nvPr/>
          </p:nvCxnSpPr>
          <p:spPr>
            <a:xfrm>
              <a:off x="3934050" y="4574538"/>
              <a:ext cx="159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90" name="Google Shape;2990;p156"/>
            <p:cNvSpPr txBox="1"/>
            <p:nvPr/>
          </p:nvSpPr>
          <p:spPr>
            <a:xfrm>
              <a:off x="3769702" y="4454106"/>
              <a:ext cx="6693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1" name="Google Shape;2991;p156"/>
            <p:cNvSpPr txBox="1"/>
            <p:nvPr/>
          </p:nvSpPr>
          <p:spPr>
            <a:xfrm>
              <a:off x="241971" y="1008450"/>
              <a:ext cx="6693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km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92" name="Google Shape;2992;p156"/>
            <p:cNvCxnSpPr/>
            <p:nvPr/>
          </p:nvCxnSpPr>
          <p:spPr>
            <a:xfrm flipH="1" rot="10800000">
              <a:off x="780062" y="1573050"/>
              <a:ext cx="3003300" cy="2988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93" name="Google Shape;2993;p156"/>
          <p:cNvSpPr txBox="1"/>
          <p:nvPr/>
        </p:nvSpPr>
        <p:spPr>
          <a:xfrm>
            <a:off x="4309100" y="1791150"/>
            <a:ext cx="467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2 cm on the map, is 15 km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4" name="Google Shape;2994;p156"/>
          <p:cNvSpPr txBox="1"/>
          <p:nvPr/>
        </p:nvSpPr>
        <p:spPr>
          <a:xfrm>
            <a:off x="4309100" y="1791163"/>
            <a:ext cx="467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1 cm on the map, is 7.5 km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995" name="Google Shape;2995;p156"/>
          <p:cNvGraphicFramePr/>
          <p:nvPr/>
        </p:nvGraphicFramePr>
        <p:xfrm>
          <a:off x="5445025" y="276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91900"/>
                <a:gridCol w="10919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96" name="Google Shape;2996;p156"/>
          <p:cNvGraphicFramePr/>
          <p:nvPr/>
        </p:nvGraphicFramePr>
        <p:xfrm>
          <a:off x="5445025" y="36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91900"/>
                <a:gridCol w="10919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97" name="Google Shape;2997;p156"/>
          <p:cNvSpPr txBox="1"/>
          <p:nvPr/>
        </p:nvSpPr>
        <p:spPr>
          <a:xfrm>
            <a:off x="4680291" y="3384500"/>
            <a:ext cx="761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6</a:t>
            </a:r>
            <a:endParaRPr/>
          </a:p>
        </p:txBody>
      </p:sp>
      <p:sp>
        <p:nvSpPr>
          <p:cNvPr id="2998" name="Google Shape;2998;p156"/>
          <p:cNvSpPr txBox="1"/>
          <p:nvPr/>
        </p:nvSpPr>
        <p:spPr>
          <a:xfrm>
            <a:off x="7999891" y="3346400"/>
            <a:ext cx="761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6</a:t>
            </a:r>
            <a:endParaRPr/>
          </a:p>
        </p:txBody>
      </p:sp>
      <p:pic>
        <p:nvPicPr>
          <p:cNvPr id="2999" name="Google Shape;2999;p156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rot="5400000">
            <a:off x="7432118" y="3434762"/>
            <a:ext cx="838600" cy="45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0" name="Google Shape;3000;p156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flipH="1" rot="-5400000">
            <a:off x="4890784" y="3479700"/>
            <a:ext cx="838600" cy="3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Google Shape;3001;p156"/>
          <p:cNvSpPr txBox="1"/>
          <p:nvPr/>
        </p:nvSpPr>
        <p:spPr>
          <a:xfrm>
            <a:off x="7855750" y="2348025"/>
            <a:ext cx="104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157"/>
          <p:cNvSpPr txBox="1"/>
          <p:nvPr>
            <p:ph idx="1" type="body"/>
          </p:nvPr>
        </p:nvSpPr>
        <p:spPr>
          <a:xfrm>
            <a:off x="4385300" y="670200"/>
            <a:ext cx="4427700" cy="8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graph shows a scale conversion on a map. Using the graph, work out the following: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How many km is 12 cm?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How many cm is 3 km?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07" name="Google Shape;3007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sp>
        <p:nvSpPr>
          <p:cNvPr id="3008" name="Google Shape;3008;p157"/>
          <p:cNvSpPr txBox="1"/>
          <p:nvPr/>
        </p:nvSpPr>
        <p:spPr>
          <a:xfrm>
            <a:off x="4320000" y="1791150"/>
            <a:ext cx="45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2 cm on the map, is 15 km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009" name="Google Shape;3009;p157"/>
          <p:cNvGraphicFramePr/>
          <p:nvPr/>
        </p:nvGraphicFramePr>
        <p:xfrm>
          <a:off x="5445025" y="276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91900"/>
                <a:gridCol w="10919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10" name="Google Shape;3010;p157"/>
          <p:cNvGraphicFramePr/>
          <p:nvPr/>
        </p:nvGraphicFramePr>
        <p:xfrm>
          <a:off x="5445025" y="36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1091900"/>
                <a:gridCol w="10919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11" name="Google Shape;3011;p157"/>
          <p:cNvSpPr txBox="1"/>
          <p:nvPr/>
        </p:nvSpPr>
        <p:spPr>
          <a:xfrm>
            <a:off x="4680291" y="3384500"/>
            <a:ext cx="761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5</a:t>
            </a:r>
            <a:endParaRPr/>
          </a:p>
        </p:txBody>
      </p:sp>
      <p:sp>
        <p:nvSpPr>
          <p:cNvPr id="3012" name="Google Shape;3012;p157"/>
          <p:cNvSpPr txBox="1"/>
          <p:nvPr/>
        </p:nvSpPr>
        <p:spPr>
          <a:xfrm>
            <a:off x="7999891" y="3346400"/>
            <a:ext cx="761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5</a:t>
            </a:r>
            <a:endParaRPr/>
          </a:p>
        </p:txBody>
      </p:sp>
      <p:pic>
        <p:nvPicPr>
          <p:cNvPr id="3013" name="Google Shape;3013;p15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5400000">
            <a:off x="7432118" y="3434762"/>
            <a:ext cx="838600" cy="45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4" name="Google Shape;3014;p15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-5400000">
            <a:off x="4890784" y="3479700"/>
            <a:ext cx="838600" cy="3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5" name="Google Shape;3015;p157"/>
          <p:cNvSpPr txBox="1"/>
          <p:nvPr/>
        </p:nvSpPr>
        <p:spPr>
          <a:xfrm>
            <a:off x="7855750" y="2324017"/>
            <a:ext cx="104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 km</a:t>
            </a:r>
            <a:endParaRPr/>
          </a:p>
        </p:txBody>
      </p:sp>
      <p:sp>
        <p:nvSpPr>
          <p:cNvPr id="3016" name="Google Shape;3016;p157"/>
          <p:cNvSpPr txBox="1"/>
          <p:nvPr/>
        </p:nvSpPr>
        <p:spPr>
          <a:xfrm>
            <a:off x="7574958" y="4316177"/>
            <a:ext cx="104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/>
          </a:p>
        </p:txBody>
      </p:sp>
      <p:grpSp>
        <p:nvGrpSpPr>
          <p:cNvPr id="3017" name="Google Shape;3017;p157"/>
          <p:cNvGrpSpPr/>
          <p:nvPr/>
        </p:nvGrpSpPr>
        <p:grpSpPr>
          <a:xfrm>
            <a:off x="241971" y="918305"/>
            <a:ext cx="4197031" cy="4037702"/>
            <a:chOff x="241971" y="918305"/>
            <a:chExt cx="4197031" cy="4037702"/>
          </a:xfrm>
        </p:grpSpPr>
        <p:pic>
          <p:nvPicPr>
            <p:cNvPr id="3018" name="Google Shape;3018;p157"/>
            <p:cNvPicPr preferRelativeResize="0"/>
            <p:nvPr/>
          </p:nvPicPr>
          <p:blipFill rotWithShape="1">
            <a:blip r:embed="rId4">
              <a:alphaModFix/>
            </a:blip>
            <a:srcRect b="-9" l="0" r="0" t="5874"/>
            <a:stretch/>
          </p:blipFill>
          <p:spPr>
            <a:xfrm>
              <a:off x="457200" y="932275"/>
              <a:ext cx="3775700" cy="38905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19" name="Google Shape;3019;p157"/>
            <p:cNvGrpSpPr/>
            <p:nvPr/>
          </p:nvGrpSpPr>
          <p:grpSpPr>
            <a:xfrm>
              <a:off x="241971" y="918305"/>
              <a:ext cx="4197031" cy="4037702"/>
              <a:chOff x="241971" y="918305"/>
              <a:chExt cx="4197031" cy="4037702"/>
            </a:xfrm>
          </p:grpSpPr>
          <p:cxnSp>
            <p:nvCxnSpPr>
              <p:cNvPr id="3020" name="Google Shape;3020;p157"/>
              <p:cNvCxnSpPr/>
              <p:nvPr/>
            </p:nvCxnSpPr>
            <p:spPr>
              <a:xfrm rot="10800000">
                <a:off x="780050" y="918305"/>
                <a:ext cx="0" cy="237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021" name="Google Shape;3021;p157"/>
              <p:cNvCxnSpPr/>
              <p:nvPr/>
            </p:nvCxnSpPr>
            <p:spPr>
              <a:xfrm>
                <a:off x="3934050" y="4574538"/>
                <a:ext cx="159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022" name="Google Shape;3022;p157"/>
              <p:cNvSpPr txBox="1"/>
              <p:nvPr/>
            </p:nvSpPr>
            <p:spPr>
              <a:xfrm>
                <a:off x="3769702" y="4454106"/>
                <a:ext cx="6693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3" name="Google Shape;3023;p157"/>
              <p:cNvSpPr txBox="1"/>
              <p:nvPr/>
            </p:nvSpPr>
            <p:spPr>
              <a:xfrm>
                <a:off x="241971" y="1008450"/>
                <a:ext cx="6693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km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024" name="Google Shape;3024;p157"/>
              <p:cNvCxnSpPr/>
              <p:nvPr/>
            </p:nvCxnSpPr>
            <p:spPr>
              <a:xfrm flipH="1" rot="10800000">
                <a:off x="780062" y="1573050"/>
                <a:ext cx="3003300" cy="2988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8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Google Shape;3029;p158"/>
          <p:cNvSpPr txBox="1"/>
          <p:nvPr>
            <p:ph idx="1" type="body"/>
          </p:nvPr>
        </p:nvSpPr>
        <p:spPr>
          <a:xfrm>
            <a:off x="289250" y="661631"/>
            <a:ext cx="82377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ratio tables using the corresponding graphs.</a:t>
            </a:r>
            <a:endParaRPr/>
          </a:p>
        </p:txBody>
      </p:sp>
      <p:sp>
        <p:nvSpPr>
          <p:cNvPr id="3030" name="Google Shape;3030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031" name="Google Shape;3031;p158"/>
          <p:cNvGrpSpPr/>
          <p:nvPr/>
        </p:nvGrpSpPr>
        <p:grpSpPr>
          <a:xfrm>
            <a:off x="6013789" y="843430"/>
            <a:ext cx="2672625" cy="3199945"/>
            <a:chOff x="6013789" y="1045020"/>
            <a:chExt cx="2672625" cy="3199945"/>
          </a:xfrm>
        </p:grpSpPr>
        <p:pic>
          <p:nvPicPr>
            <p:cNvPr id="3032" name="Google Shape;3032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12725" y="1329260"/>
              <a:ext cx="2382550" cy="27675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33" name="Google Shape;3033;p158"/>
            <p:cNvGrpSpPr/>
            <p:nvPr/>
          </p:nvGrpSpPr>
          <p:grpSpPr>
            <a:xfrm>
              <a:off x="6013789" y="1045020"/>
              <a:ext cx="364500" cy="461700"/>
              <a:chOff x="3118189" y="1102170"/>
              <a:chExt cx="364500" cy="461700"/>
            </a:xfrm>
          </p:grpSpPr>
          <p:cxnSp>
            <p:nvCxnSpPr>
              <p:cNvPr id="3034" name="Google Shape;3034;p158"/>
              <p:cNvCxnSpPr/>
              <p:nvPr/>
            </p:nvCxnSpPr>
            <p:spPr>
              <a:xfrm rot="10800000">
                <a:off x="3453394" y="1222875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035" name="Google Shape;3035;p158"/>
              <p:cNvSpPr txBox="1"/>
              <p:nvPr/>
            </p:nvSpPr>
            <p:spPr>
              <a:xfrm>
                <a:off x="3118189" y="1102170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</p:grpSp>
        <p:grpSp>
          <p:nvGrpSpPr>
            <p:cNvPr id="3036" name="Google Shape;3036;p158"/>
            <p:cNvGrpSpPr/>
            <p:nvPr/>
          </p:nvGrpSpPr>
          <p:grpSpPr>
            <a:xfrm>
              <a:off x="8321914" y="3783265"/>
              <a:ext cx="364500" cy="461700"/>
              <a:chOff x="5621194" y="3427225"/>
              <a:chExt cx="364500" cy="461700"/>
            </a:xfrm>
          </p:grpSpPr>
          <p:cxnSp>
            <p:nvCxnSpPr>
              <p:cNvPr id="3037" name="Google Shape;3037;p158"/>
              <p:cNvCxnSpPr/>
              <p:nvPr/>
            </p:nvCxnSpPr>
            <p:spPr>
              <a:xfrm>
                <a:off x="5707294" y="3531850"/>
                <a:ext cx="192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038" name="Google Shape;3038;p158"/>
              <p:cNvSpPr txBox="1"/>
              <p:nvPr/>
            </p:nvSpPr>
            <p:spPr>
              <a:xfrm>
                <a:off x="5621194" y="342722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000"/>
              </a:p>
            </p:txBody>
          </p:sp>
        </p:grpSp>
      </p:grpSp>
      <p:graphicFrame>
        <p:nvGraphicFramePr>
          <p:cNvPr id="3039" name="Google Shape;3039;p158"/>
          <p:cNvGraphicFramePr/>
          <p:nvPr/>
        </p:nvGraphicFramePr>
        <p:xfrm>
          <a:off x="897700" y="38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40" name="Google Shape;3040;p158"/>
          <p:cNvGraphicFramePr/>
          <p:nvPr/>
        </p:nvGraphicFramePr>
        <p:xfrm>
          <a:off x="3717100" y="38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41" name="Google Shape;3041;p158"/>
          <p:cNvGraphicFramePr/>
          <p:nvPr/>
        </p:nvGraphicFramePr>
        <p:xfrm>
          <a:off x="6688900" y="39230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042" name="Google Shape;3042;p158"/>
          <p:cNvGrpSpPr/>
          <p:nvPr/>
        </p:nvGrpSpPr>
        <p:grpSpPr>
          <a:xfrm>
            <a:off x="201945" y="1225782"/>
            <a:ext cx="2867505" cy="2807613"/>
            <a:chOff x="201945" y="1013145"/>
            <a:chExt cx="2867505" cy="2807613"/>
          </a:xfrm>
        </p:grpSpPr>
        <p:grpSp>
          <p:nvGrpSpPr>
            <p:cNvPr id="3043" name="Google Shape;3043;p158"/>
            <p:cNvGrpSpPr/>
            <p:nvPr/>
          </p:nvGrpSpPr>
          <p:grpSpPr>
            <a:xfrm>
              <a:off x="201945" y="1013145"/>
              <a:ext cx="2867505" cy="2807613"/>
              <a:chOff x="201945" y="1165545"/>
              <a:chExt cx="2867505" cy="2807613"/>
            </a:xfrm>
          </p:grpSpPr>
          <p:pic>
            <p:nvPicPr>
              <p:cNvPr id="3044" name="Google Shape;3044;p15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4000" y="1381800"/>
                <a:ext cx="2601162" cy="24173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045" name="Google Shape;3045;p158"/>
              <p:cNvCxnSpPr/>
              <p:nvPr/>
            </p:nvCxnSpPr>
            <p:spPr>
              <a:xfrm rot="10800000">
                <a:off x="537150" y="1286250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3046" name="Google Shape;3046;p158"/>
              <p:cNvGrpSpPr/>
              <p:nvPr/>
            </p:nvGrpSpPr>
            <p:grpSpPr>
              <a:xfrm>
                <a:off x="2704950" y="3511458"/>
                <a:ext cx="364500" cy="461700"/>
                <a:chOff x="2704950" y="3511458"/>
                <a:chExt cx="364500" cy="461700"/>
              </a:xfrm>
            </p:grpSpPr>
            <p:cxnSp>
              <p:nvCxnSpPr>
                <p:cNvPr id="3047" name="Google Shape;3047;p158"/>
                <p:cNvCxnSpPr/>
                <p:nvPr/>
              </p:nvCxnSpPr>
              <p:spPr>
                <a:xfrm>
                  <a:off x="2791050" y="3616083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048" name="Google Shape;3048;p158"/>
                <p:cNvSpPr txBox="1"/>
                <p:nvPr/>
              </p:nvSpPr>
              <p:spPr>
                <a:xfrm>
                  <a:off x="2704950" y="3511458"/>
                  <a:ext cx="364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000"/>
                </a:p>
              </p:txBody>
            </p:sp>
          </p:grpSp>
          <p:sp>
            <p:nvSpPr>
              <p:cNvPr id="3049" name="Google Shape;3049;p158"/>
              <p:cNvSpPr txBox="1"/>
              <p:nvPr/>
            </p:nvSpPr>
            <p:spPr>
              <a:xfrm>
                <a:off x="201945" y="116554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</p:grpSp>
        <p:cxnSp>
          <p:nvCxnSpPr>
            <p:cNvPr id="3050" name="Google Shape;3050;p158"/>
            <p:cNvCxnSpPr/>
            <p:nvPr/>
          </p:nvCxnSpPr>
          <p:spPr>
            <a:xfrm flipH="1" rot="10800000">
              <a:off x="520150" y="1335125"/>
              <a:ext cx="2133600" cy="2143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51" name="Google Shape;3051;p158"/>
          <p:cNvGrpSpPr/>
          <p:nvPr/>
        </p:nvGrpSpPr>
        <p:grpSpPr>
          <a:xfrm>
            <a:off x="3118189" y="909712"/>
            <a:ext cx="2701200" cy="3133270"/>
            <a:chOff x="3118189" y="873570"/>
            <a:chExt cx="2701200" cy="3133270"/>
          </a:xfrm>
        </p:grpSpPr>
        <p:grpSp>
          <p:nvGrpSpPr>
            <p:cNvPr id="3052" name="Google Shape;3052;p158"/>
            <p:cNvGrpSpPr/>
            <p:nvPr/>
          </p:nvGrpSpPr>
          <p:grpSpPr>
            <a:xfrm>
              <a:off x="3118189" y="873570"/>
              <a:ext cx="2701200" cy="3133270"/>
              <a:chOff x="3118189" y="1102170"/>
              <a:chExt cx="2701200" cy="3133270"/>
            </a:xfrm>
          </p:grpSpPr>
          <p:pic>
            <p:nvPicPr>
              <p:cNvPr id="3053" name="Google Shape;3053;p15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51575" y="1355800"/>
                <a:ext cx="2382550" cy="26884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54" name="Google Shape;3054;p158"/>
              <p:cNvGrpSpPr/>
              <p:nvPr/>
            </p:nvGrpSpPr>
            <p:grpSpPr>
              <a:xfrm>
                <a:off x="5454889" y="3773740"/>
                <a:ext cx="364500" cy="461700"/>
                <a:chOff x="5621194" y="3427225"/>
                <a:chExt cx="364500" cy="461700"/>
              </a:xfrm>
            </p:grpSpPr>
            <p:cxnSp>
              <p:nvCxnSpPr>
                <p:cNvPr id="3055" name="Google Shape;3055;p158"/>
                <p:cNvCxnSpPr/>
                <p:nvPr/>
              </p:nvCxnSpPr>
              <p:spPr>
                <a:xfrm>
                  <a:off x="5707294" y="3531850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056" name="Google Shape;3056;p158"/>
                <p:cNvSpPr txBox="1"/>
                <p:nvPr/>
              </p:nvSpPr>
              <p:spPr>
                <a:xfrm>
                  <a:off x="5621194" y="3427225"/>
                  <a:ext cx="364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000"/>
                </a:p>
              </p:txBody>
            </p:sp>
          </p:grpSp>
          <p:grpSp>
            <p:nvGrpSpPr>
              <p:cNvPr id="3057" name="Google Shape;3057;p158"/>
              <p:cNvGrpSpPr/>
              <p:nvPr/>
            </p:nvGrpSpPr>
            <p:grpSpPr>
              <a:xfrm>
                <a:off x="3118189" y="1102170"/>
                <a:ext cx="364500" cy="461700"/>
                <a:chOff x="3118189" y="1102170"/>
                <a:chExt cx="364500" cy="461700"/>
              </a:xfrm>
            </p:grpSpPr>
            <p:cxnSp>
              <p:nvCxnSpPr>
                <p:cNvPr id="3058" name="Google Shape;3058;p158"/>
                <p:cNvCxnSpPr/>
                <p:nvPr/>
              </p:nvCxnSpPr>
              <p:spPr>
                <a:xfrm rot="10800000">
                  <a:off x="3453394" y="1222875"/>
                  <a:ext cx="0" cy="248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059" name="Google Shape;3059;p158"/>
                <p:cNvSpPr txBox="1"/>
                <p:nvPr/>
              </p:nvSpPr>
              <p:spPr>
                <a:xfrm>
                  <a:off x="3118189" y="1102170"/>
                  <a:ext cx="364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sz="1000"/>
                </a:p>
              </p:txBody>
            </p:sp>
          </p:grpSp>
        </p:grpSp>
        <p:cxnSp>
          <p:nvCxnSpPr>
            <p:cNvPr id="3060" name="Google Shape;3060;p158"/>
            <p:cNvCxnSpPr/>
            <p:nvPr/>
          </p:nvCxnSpPr>
          <p:spPr>
            <a:xfrm flipH="1" rot="10800000">
              <a:off x="3474825" y="1201950"/>
              <a:ext cx="1203300" cy="244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061" name="Google Shape;3061;p158"/>
          <p:cNvCxnSpPr/>
          <p:nvPr/>
        </p:nvCxnSpPr>
        <p:spPr>
          <a:xfrm flipH="1" rot="10800000">
            <a:off x="6339800" y="1267913"/>
            <a:ext cx="989100" cy="247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5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p159"/>
          <p:cNvSpPr txBox="1"/>
          <p:nvPr>
            <p:ph idx="1" type="body"/>
          </p:nvPr>
        </p:nvSpPr>
        <p:spPr>
          <a:xfrm>
            <a:off x="324000" y="759300"/>
            <a:ext cx="82377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Fill in the missing information on the </a:t>
            </a:r>
            <a:r>
              <a:rPr lang="en-GB" sz="1900"/>
              <a:t>double number line of graph.</a:t>
            </a:r>
            <a:endParaRPr sz="1900"/>
          </a:p>
        </p:txBody>
      </p:sp>
      <p:sp>
        <p:nvSpPr>
          <p:cNvPr id="3067" name="Google Shape;3067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068" name="Google Shape;3068;p159"/>
          <p:cNvGrpSpPr/>
          <p:nvPr/>
        </p:nvGrpSpPr>
        <p:grpSpPr>
          <a:xfrm>
            <a:off x="400200" y="3404850"/>
            <a:ext cx="2839298" cy="1245396"/>
            <a:chOff x="1068645" y="1397986"/>
            <a:chExt cx="3717818" cy="1689359"/>
          </a:xfrm>
        </p:grpSpPr>
        <p:grpSp>
          <p:nvGrpSpPr>
            <p:cNvPr id="3069" name="Google Shape;3069;p159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3070" name="Google Shape;3070;p159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071" name="Google Shape;3071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72" name="Google Shape;3072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73" name="Google Shape;3073;p159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4" name="Google Shape;3074;p159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5" name="Google Shape;3075;p159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6" name="Google Shape;3076;p159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7" name="Google Shape;3077;p159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8" name="Google Shape;3078;p159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9" name="Google Shape;3079;p159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080" name="Google Shape;3080;p159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081" name="Google Shape;3081;p159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082" name="Google Shape;3082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83" name="Google Shape;3083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84" name="Google Shape;3084;p159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085" name="Google Shape;3085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86" name="Google Shape;3086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87" name="Google Shape;3087;p159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088" name="Google Shape;3088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89" name="Google Shape;3089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090" name="Google Shape;3090;p159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091" name="Google Shape;3091;p159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092" name="Google Shape;3092;p159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93" name="Google Shape;3093;p159"/>
          <p:cNvSpPr/>
          <p:nvPr/>
        </p:nvSpPr>
        <p:spPr>
          <a:xfrm>
            <a:off x="628875" y="3874775"/>
            <a:ext cx="1257300" cy="36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94" name="Google Shape;3094;p159"/>
          <p:cNvGrpSpPr/>
          <p:nvPr/>
        </p:nvGrpSpPr>
        <p:grpSpPr>
          <a:xfrm>
            <a:off x="3295800" y="3524550"/>
            <a:ext cx="2839298" cy="1132741"/>
            <a:chOff x="1068645" y="1560357"/>
            <a:chExt cx="3717818" cy="1536546"/>
          </a:xfrm>
        </p:grpSpPr>
        <p:grpSp>
          <p:nvGrpSpPr>
            <p:cNvPr id="3095" name="Google Shape;3095;p159"/>
            <p:cNvGrpSpPr/>
            <p:nvPr/>
          </p:nvGrpSpPr>
          <p:grpSpPr>
            <a:xfrm>
              <a:off x="1283663" y="1593125"/>
              <a:ext cx="3502800" cy="1503778"/>
              <a:chOff x="344550" y="2355125"/>
              <a:chExt cx="3502800" cy="1503778"/>
            </a:xfrm>
          </p:grpSpPr>
          <p:grpSp>
            <p:nvGrpSpPr>
              <p:cNvPr id="3096" name="Google Shape;3096;p159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097" name="Google Shape;3097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98" name="Google Shape;3098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99" name="Google Shape;3099;p159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0" name="Google Shape;3100;p159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1" name="Google Shape;3101;p159"/>
              <p:cNvSpPr txBox="1"/>
              <p:nvPr/>
            </p:nvSpPr>
            <p:spPr>
              <a:xfrm>
                <a:off x="1354773" y="3483003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2" name="Google Shape;3102;p159"/>
              <p:cNvSpPr txBox="1"/>
              <p:nvPr/>
            </p:nvSpPr>
            <p:spPr>
              <a:xfrm>
                <a:off x="1951646" y="3483003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03" name="Google Shape;3103;p159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104" name="Google Shape;3104;p159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05" name="Google Shape;3105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06" name="Google Shape;3106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07" name="Google Shape;3107;p159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08" name="Google Shape;3108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09" name="Google Shape;3109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10" name="Google Shape;3110;p159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11" name="Google Shape;3111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12" name="Google Shape;3112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113" name="Google Shape;3113;p159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14" name="Google Shape;3114;p159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115" name="Google Shape;3115;p159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16" name="Google Shape;3116;p159"/>
          <p:cNvSpPr/>
          <p:nvPr/>
        </p:nvSpPr>
        <p:spPr>
          <a:xfrm>
            <a:off x="3524475" y="3874775"/>
            <a:ext cx="1257300" cy="36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17" name="Google Shape;3117;p159"/>
          <p:cNvGrpSpPr/>
          <p:nvPr/>
        </p:nvGrpSpPr>
        <p:grpSpPr>
          <a:xfrm>
            <a:off x="6021865" y="3404021"/>
            <a:ext cx="2839298" cy="1195191"/>
            <a:chOff x="1068645" y="1398000"/>
            <a:chExt cx="3717818" cy="1621257"/>
          </a:xfrm>
        </p:grpSpPr>
        <p:grpSp>
          <p:nvGrpSpPr>
            <p:cNvPr id="3118" name="Google Shape;3118;p159"/>
            <p:cNvGrpSpPr/>
            <p:nvPr/>
          </p:nvGrpSpPr>
          <p:grpSpPr>
            <a:xfrm>
              <a:off x="1283663" y="1398000"/>
              <a:ext cx="3502800" cy="1552625"/>
              <a:chOff x="344550" y="2160000"/>
              <a:chExt cx="3502800" cy="1552625"/>
            </a:xfrm>
          </p:grpSpPr>
          <p:grpSp>
            <p:nvGrpSpPr>
              <p:cNvPr id="3119" name="Google Shape;3119;p159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20" name="Google Shape;3120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21" name="Google Shape;3121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22" name="Google Shape;3122;p159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3" name="Google Shape;3123;p159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4" name="Google Shape;3124;p159"/>
              <p:cNvSpPr txBox="1"/>
              <p:nvPr/>
            </p:nvSpPr>
            <p:spPr>
              <a:xfrm>
                <a:off x="1873022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25" name="Google Shape;3125;p159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126" name="Google Shape;3126;p159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27" name="Google Shape;3127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28" name="Google Shape;3128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29" name="Google Shape;3129;p159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30" name="Google Shape;3130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31" name="Google Shape;3131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32" name="Google Shape;3132;p159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33" name="Google Shape;3133;p159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34" name="Google Shape;3134;p15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135" name="Google Shape;3135;p159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36" name="Google Shape;3136;p159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137" name="Google Shape;3137;p159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38" name="Google Shape;3138;p159"/>
          <p:cNvSpPr/>
          <p:nvPr/>
        </p:nvSpPr>
        <p:spPr>
          <a:xfrm>
            <a:off x="6250540" y="3873935"/>
            <a:ext cx="1257300" cy="36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39" name="Google Shape;3139;p159"/>
          <p:cNvGrpSpPr/>
          <p:nvPr/>
        </p:nvGrpSpPr>
        <p:grpSpPr>
          <a:xfrm>
            <a:off x="5351645" y="3102929"/>
            <a:ext cx="364500" cy="461700"/>
            <a:chOff x="2342020" y="3104395"/>
            <a:chExt cx="364500" cy="461700"/>
          </a:xfrm>
        </p:grpSpPr>
        <p:sp>
          <p:nvSpPr>
            <p:cNvPr id="3140" name="Google Shape;3140;p159"/>
            <p:cNvSpPr txBox="1"/>
            <p:nvPr/>
          </p:nvSpPr>
          <p:spPr>
            <a:xfrm>
              <a:off x="2342020" y="31043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000"/>
            </a:p>
          </p:txBody>
        </p:sp>
        <p:cxnSp>
          <p:nvCxnSpPr>
            <p:cNvPr id="3141" name="Google Shape;3141;p159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142" name="Google Shape;3142;p159"/>
          <p:cNvGrpSpPr/>
          <p:nvPr/>
        </p:nvGrpSpPr>
        <p:grpSpPr>
          <a:xfrm>
            <a:off x="3084970" y="1158295"/>
            <a:ext cx="473917" cy="461700"/>
            <a:chOff x="113170" y="1158295"/>
            <a:chExt cx="473917" cy="461700"/>
          </a:xfrm>
        </p:grpSpPr>
        <p:sp>
          <p:nvSpPr>
            <p:cNvPr id="3143" name="Google Shape;3143;p159"/>
            <p:cNvSpPr txBox="1"/>
            <p:nvPr/>
          </p:nvSpPr>
          <p:spPr>
            <a:xfrm>
              <a:off x="113170" y="11582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000"/>
            </a:p>
          </p:txBody>
        </p:sp>
        <p:cxnSp>
          <p:nvCxnSpPr>
            <p:cNvPr id="3144" name="Google Shape;3144;p159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145" name="Google Shape;3145;p159"/>
          <p:cNvGrpSpPr/>
          <p:nvPr/>
        </p:nvGrpSpPr>
        <p:grpSpPr>
          <a:xfrm>
            <a:off x="189370" y="1158295"/>
            <a:ext cx="2517150" cy="2407800"/>
            <a:chOff x="189370" y="1158295"/>
            <a:chExt cx="2517150" cy="2407800"/>
          </a:xfrm>
        </p:grpSpPr>
        <p:pic>
          <p:nvPicPr>
            <p:cNvPr id="3146" name="Google Shape;3146;p1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0202" y="1290562"/>
              <a:ext cx="2023675" cy="2033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47" name="Google Shape;3147;p159"/>
            <p:cNvGrpSpPr/>
            <p:nvPr/>
          </p:nvGrpSpPr>
          <p:grpSpPr>
            <a:xfrm>
              <a:off x="189370" y="1158295"/>
              <a:ext cx="397717" cy="461700"/>
              <a:chOff x="189370" y="1158295"/>
              <a:chExt cx="397717" cy="461700"/>
            </a:xfrm>
          </p:grpSpPr>
          <p:sp>
            <p:nvSpPr>
              <p:cNvPr id="3148" name="Google Shape;3148;p159"/>
              <p:cNvSpPr txBox="1"/>
              <p:nvPr/>
            </p:nvSpPr>
            <p:spPr>
              <a:xfrm>
                <a:off x="189370" y="115829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  <p:cxnSp>
            <p:nvCxnSpPr>
              <p:cNvPr id="3149" name="Google Shape;3149;p159"/>
              <p:cNvCxnSpPr/>
              <p:nvPr/>
            </p:nvCxnSpPr>
            <p:spPr>
              <a:xfrm rot="10800000">
                <a:off x="587087" y="1198669"/>
                <a:ext cx="0" cy="20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3150" name="Google Shape;3150;p159"/>
            <p:cNvGrpSpPr/>
            <p:nvPr/>
          </p:nvGrpSpPr>
          <p:grpSpPr>
            <a:xfrm>
              <a:off x="2342020" y="3104395"/>
              <a:ext cx="364500" cy="461700"/>
              <a:chOff x="2342020" y="3104395"/>
              <a:chExt cx="364500" cy="461700"/>
            </a:xfrm>
          </p:grpSpPr>
          <p:sp>
            <p:nvSpPr>
              <p:cNvPr id="3151" name="Google Shape;3151;p159"/>
              <p:cNvSpPr txBox="1"/>
              <p:nvPr/>
            </p:nvSpPr>
            <p:spPr>
              <a:xfrm>
                <a:off x="2342020" y="310439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000"/>
              </a:p>
            </p:txBody>
          </p:sp>
          <p:cxnSp>
            <p:nvCxnSpPr>
              <p:cNvPr id="3152" name="Google Shape;3152;p159"/>
              <p:cNvCxnSpPr/>
              <p:nvPr/>
            </p:nvCxnSpPr>
            <p:spPr>
              <a:xfrm>
                <a:off x="2342020" y="3168970"/>
                <a:ext cx="148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3153" name="Google Shape;3153;p159"/>
            <p:cNvCxnSpPr/>
            <p:nvPr/>
          </p:nvCxnSpPr>
          <p:spPr>
            <a:xfrm flipH="1" rot="10800000">
              <a:off x="572925" y="1373150"/>
              <a:ext cx="1809900" cy="180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54" name="Google Shape;3154;p159"/>
          <p:cNvGrpSpPr/>
          <p:nvPr/>
        </p:nvGrpSpPr>
        <p:grpSpPr>
          <a:xfrm>
            <a:off x="3372002" y="1290562"/>
            <a:ext cx="2023675" cy="2033926"/>
            <a:chOff x="3372002" y="1290562"/>
            <a:chExt cx="2023675" cy="2033926"/>
          </a:xfrm>
        </p:grpSpPr>
        <p:pic>
          <p:nvPicPr>
            <p:cNvPr id="3155" name="Google Shape;3155;p1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72002" y="1290562"/>
              <a:ext cx="2023675" cy="203392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56" name="Google Shape;3156;p159"/>
            <p:cNvCxnSpPr/>
            <p:nvPr/>
          </p:nvCxnSpPr>
          <p:spPr>
            <a:xfrm flipH="1" rot="10800000">
              <a:off x="3556950" y="2280500"/>
              <a:ext cx="1782300" cy="886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57" name="Google Shape;3157;p159"/>
          <p:cNvGrpSpPr/>
          <p:nvPr/>
        </p:nvGrpSpPr>
        <p:grpSpPr>
          <a:xfrm>
            <a:off x="5932180" y="1082095"/>
            <a:ext cx="2458348" cy="2417409"/>
            <a:chOff x="5932180" y="1082095"/>
            <a:chExt cx="2458348" cy="2417409"/>
          </a:xfrm>
        </p:grpSpPr>
        <p:pic>
          <p:nvPicPr>
            <p:cNvPr id="3158" name="Google Shape;3158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35100" y="1210200"/>
              <a:ext cx="2023675" cy="209204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59" name="Google Shape;3159;p159"/>
            <p:cNvGrpSpPr/>
            <p:nvPr/>
          </p:nvGrpSpPr>
          <p:grpSpPr>
            <a:xfrm>
              <a:off x="8026029" y="3037804"/>
              <a:ext cx="364500" cy="461700"/>
              <a:chOff x="2342020" y="3104395"/>
              <a:chExt cx="364500" cy="461700"/>
            </a:xfrm>
          </p:grpSpPr>
          <p:sp>
            <p:nvSpPr>
              <p:cNvPr id="3160" name="Google Shape;3160;p159"/>
              <p:cNvSpPr txBox="1"/>
              <p:nvPr/>
            </p:nvSpPr>
            <p:spPr>
              <a:xfrm>
                <a:off x="2342020" y="310439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000"/>
              </a:p>
            </p:txBody>
          </p:sp>
          <p:cxnSp>
            <p:nvCxnSpPr>
              <p:cNvPr id="3161" name="Google Shape;3161;p159"/>
              <p:cNvCxnSpPr/>
              <p:nvPr/>
            </p:nvCxnSpPr>
            <p:spPr>
              <a:xfrm>
                <a:off x="2342020" y="3168970"/>
                <a:ext cx="148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3162" name="Google Shape;3162;p159"/>
            <p:cNvGrpSpPr/>
            <p:nvPr/>
          </p:nvGrpSpPr>
          <p:grpSpPr>
            <a:xfrm>
              <a:off x="5932180" y="1082095"/>
              <a:ext cx="397717" cy="461700"/>
              <a:chOff x="189370" y="1158295"/>
              <a:chExt cx="397717" cy="461700"/>
            </a:xfrm>
          </p:grpSpPr>
          <p:sp>
            <p:nvSpPr>
              <p:cNvPr id="3163" name="Google Shape;3163;p159"/>
              <p:cNvSpPr txBox="1"/>
              <p:nvPr/>
            </p:nvSpPr>
            <p:spPr>
              <a:xfrm>
                <a:off x="189370" y="115829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  <p:cxnSp>
            <p:nvCxnSpPr>
              <p:cNvPr id="3164" name="Google Shape;3164;p159"/>
              <p:cNvCxnSpPr/>
              <p:nvPr/>
            </p:nvCxnSpPr>
            <p:spPr>
              <a:xfrm rot="10800000">
                <a:off x="587087" y="1198669"/>
                <a:ext cx="0" cy="20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3165" name="Google Shape;3165;p159"/>
          <p:cNvSpPr txBox="1"/>
          <p:nvPr/>
        </p:nvSpPr>
        <p:spPr>
          <a:xfrm>
            <a:off x="7354349" y="4380178"/>
            <a:ext cx="37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6" name="Google Shape;3166;p159"/>
          <p:cNvSpPr/>
          <p:nvPr/>
        </p:nvSpPr>
        <p:spPr>
          <a:xfrm>
            <a:off x="858025" y="3460925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7" name="Google Shape;3167;p159"/>
          <p:cNvSpPr/>
          <p:nvPr/>
        </p:nvSpPr>
        <p:spPr>
          <a:xfrm>
            <a:off x="1291111" y="3460925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8" name="Google Shape;3168;p159"/>
          <p:cNvSpPr/>
          <p:nvPr/>
        </p:nvSpPr>
        <p:spPr>
          <a:xfrm>
            <a:off x="1733843" y="3460925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9" name="Google Shape;3169;p159"/>
          <p:cNvSpPr/>
          <p:nvPr/>
        </p:nvSpPr>
        <p:spPr>
          <a:xfrm>
            <a:off x="1302203" y="4375325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0" name="Google Shape;3170;p159"/>
          <p:cNvSpPr/>
          <p:nvPr/>
        </p:nvSpPr>
        <p:spPr>
          <a:xfrm>
            <a:off x="1719374" y="4375325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1" name="Google Shape;3171;p159"/>
          <p:cNvSpPr txBox="1"/>
          <p:nvPr/>
        </p:nvSpPr>
        <p:spPr>
          <a:xfrm>
            <a:off x="808582" y="4282801"/>
            <a:ext cx="32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3172" name="Google Shape;3172;p159"/>
          <p:cNvSpPr/>
          <p:nvPr/>
        </p:nvSpPr>
        <p:spPr>
          <a:xfrm>
            <a:off x="3764000" y="3473012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3" name="Google Shape;3173;p159"/>
          <p:cNvSpPr/>
          <p:nvPr/>
        </p:nvSpPr>
        <p:spPr>
          <a:xfrm>
            <a:off x="4197086" y="3473012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4" name="Google Shape;3174;p159"/>
          <p:cNvSpPr/>
          <p:nvPr/>
        </p:nvSpPr>
        <p:spPr>
          <a:xfrm>
            <a:off x="4639818" y="3473012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5" name="Google Shape;3175;p159"/>
          <p:cNvSpPr/>
          <p:nvPr/>
        </p:nvSpPr>
        <p:spPr>
          <a:xfrm>
            <a:off x="3750978" y="4387412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6" name="Google Shape;3176;p159"/>
          <p:cNvSpPr/>
          <p:nvPr/>
        </p:nvSpPr>
        <p:spPr>
          <a:xfrm>
            <a:off x="6483086" y="3473012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7" name="Google Shape;3177;p159"/>
          <p:cNvSpPr/>
          <p:nvPr/>
        </p:nvSpPr>
        <p:spPr>
          <a:xfrm>
            <a:off x="6470065" y="4387412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8" name="Google Shape;3178;p159"/>
          <p:cNvSpPr/>
          <p:nvPr/>
        </p:nvSpPr>
        <p:spPr>
          <a:xfrm>
            <a:off x="6915208" y="4387412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9" name="Google Shape;3179;p159"/>
          <p:cNvSpPr txBox="1"/>
          <p:nvPr/>
        </p:nvSpPr>
        <p:spPr>
          <a:xfrm>
            <a:off x="6887669" y="3404021"/>
            <a:ext cx="37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3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p160"/>
          <p:cNvSpPr txBox="1"/>
          <p:nvPr>
            <p:ph idx="1" type="body"/>
          </p:nvPr>
        </p:nvSpPr>
        <p:spPr>
          <a:xfrm>
            <a:off x="324000" y="759300"/>
            <a:ext cx="53373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Jacob has interpreted the graph incorrectly.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Explain where his mistake is and correctly answer the question.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p160"/>
          <p:cNvSpPr/>
          <p:nvPr/>
        </p:nvSpPr>
        <p:spPr>
          <a:xfrm>
            <a:off x="407075" y="1536075"/>
            <a:ext cx="4346700" cy="240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86" name="Google Shape;3186;p160"/>
          <p:cNvGrpSpPr/>
          <p:nvPr/>
        </p:nvGrpSpPr>
        <p:grpSpPr>
          <a:xfrm>
            <a:off x="1289613" y="1895639"/>
            <a:ext cx="2916841" cy="1038295"/>
            <a:chOff x="1061252" y="1362093"/>
            <a:chExt cx="3725212" cy="1839644"/>
          </a:xfrm>
        </p:grpSpPr>
        <p:grpSp>
          <p:nvGrpSpPr>
            <p:cNvPr id="3187" name="Google Shape;3187;p160"/>
            <p:cNvGrpSpPr/>
            <p:nvPr/>
          </p:nvGrpSpPr>
          <p:grpSpPr>
            <a:xfrm>
              <a:off x="1217651" y="1362093"/>
              <a:ext cx="3568812" cy="1839644"/>
              <a:chOff x="278538" y="2124093"/>
              <a:chExt cx="3568812" cy="1839644"/>
            </a:xfrm>
          </p:grpSpPr>
          <p:grpSp>
            <p:nvGrpSpPr>
              <p:cNvPr id="3188" name="Google Shape;3188;p16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189" name="Google Shape;3189;p16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90" name="Google Shape;3190;p16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91" name="Google Shape;3191;p160"/>
              <p:cNvSpPr txBox="1"/>
              <p:nvPr/>
            </p:nvSpPr>
            <p:spPr>
              <a:xfrm>
                <a:off x="2445450" y="2574225"/>
                <a:ext cx="1401900" cy="51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2" name="Google Shape;3192;p160"/>
              <p:cNvSpPr txBox="1"/>
              <p:nvPr/>
            </p:nvSpPr>
            <p:spPr>
              <a:xfrm>
                <a:off x="2460186" y="3181550"/>
                <a:ext cx="1301700" cy="51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3" name="Google Shape;3193;p160"/>
              <p:cNvSpPr txBox="1"/>
              <p:nvPr/>
            </p:nvSpPr>
            <p:spPr>
              <a:xfrm>
                <a:off x="799918" y="2124093"/>
                <a:ext cx="1998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4" name="Google Shape;3194;p160"/>
              <p:cNvSpPr txBox="1"/>
              <p:nvPr/>
            </p:nvSpPr>
            <p:spPr>
              <a:xfrm>
                <a:off x="1404662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5" name="Google Shape;3195;p160"/>
              <p:cNvSpPr txBox="1"/>
              <p:nvPr/>
            </p:nvSpPr>
            <p:spPr>
              <a:xfrm>
                <a:off x="772411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6" name="Google Shape;3196;p160"/>
              <p:cNvSpPr txBox="1"/>
              <p:nvPr/>
            </p:nvSpPr>
            <p:spPr>
              <a:xfrm>
                <a:off x="1373213" y="2124093"/>
                <a:ext cx="2535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7" name="Google Shape;3197;p160"/>
              <p:cNvSpPr txBox="1"/>
              <p:nvPr/>
            </p:nvSpPr>
            <p:spPr>
              <a:xfrm>
                <a:off x="1949226" y="2124093"/>
                <a:ext cx="3003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8" name="Google Shape;3198;p160"/>
              <p:cNvSpPr txBox="1"/>
              <p:nvPr/>
            </p:nvSpPr>
            <p:spPr>
              <a:xfrm>
                <a:off x="1951646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99" name="Google Shape;3199;p16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200" name="Google Shape;3200;p160"/>
              <p:cNvGrpSpPr/>
              <p:nvPr/>
            </p:nvGrpSpPr>
            <p:grpSpPr>
              <a:xfrm>
                <a:off x="856988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201" name="Google Shape;3201;p16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2" name="Google Shape;3202;p160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203" name="Google Shape;3203;p160"/>
              <p:cNvGrpSpPr/>
              <p:nvPr/>
            </p:nvGrpSpPr>
            <p:grpSpPr>
              <a:xfrm>
                <a:off x="2008903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204" name="Google Shape;3204;p16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5" name="Google Shape;3205;p160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206" name="Google Shape;3206;p160"/>
              <p:cNvGrpSpPr/>
              <p:nvPr/>
            </p:nvGrpSpPr>
            <p:grpSpPr>
              <a:xfrm>
                <a:off x="1432946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207" name="Google Shape;3207;p16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8" name="Google Shape;3208;p160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209" name="Google Shape;3209;p160"/>
              <p:cNvCxnSpPr>
                <a:endCxn id="3191" idx="1"/>
              </p:cNvCxnSpPr>
              <p:nvPr/>
            </p:nvCxnSpPr>
            <p:spPr>
              <a:xfrm>
                <a:off x="344550" y="28302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210" name="Google Shape;3210;p160"/>
              <p:cNvCxnSpPr/>
              <p:nvPr/>
            </p:nvCxnSpPr>
            <p:spPr>
              <a:xfrm>
                <a:off x="278538" y="3318438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211" name="Google Shape;3211;p160"/>
            <p:cNvSpPr/>
            <p:nvPr/>
          </p:nvSpPr>
          <p:spPr>
            <a:xfrm>
              <a:off x="1061252" y="1767125"/>
              <a:ext cx="244500" cy="10041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2" name="Google Shape;3212;p160"/>
            <p:cNvSpPr/>
            <p:nvPr/>
          </p:nvSpPr>
          <p:spPr>
            <a:xfrm>
              <a:off x="1367043" y="2114725"/>
              <a:ext cx="1650600" cy="4116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13" name="Google Shape;3213;p160"/>
          <p:cNvSpPr txBox="1"/>
          <p:nvPr/>
        </p:nvSpPr>
        <p:spPr>
          <a:xfrm>
            <a:off x="635375" y="1497325"/>
            <a:ext cx="4118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double number line is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3 As, there is 1 B.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there are 12 As there are 4 B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4" name="Google Shape;3214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215" name="Google Shape;3215;p160"/>
          <p:cNvGrpSpPr/>
          <p:nvPr/>
        </p:nvGrpSpPr>
        <p:grpSpPr>
          <a:xfrm>
            <a:off x="5392993" y="909792"/>
            <a:ext cx="3197284" cy="2933781"/>
            <a:chOff x="189370" y="1158295"/>
            <a:chExt cx="2517150" cy="2309700"/>
          </a:xfrm>
        </p:grpSpPr>
        <p:pic>
          <p:nvPicPr>
            <p:cNvPr id="3216" name="Google Shape;3216;p1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0202" y="1290562"/>
              <a:ext cx="2023675" cy="2033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17" name="Google Shape;3217;p160"/>
            <p:cNvGrpSpPr/>
            <p:nvPr/>
          </p:nvGrpSpPr>
          <p:grpSpPr>
            <a:xfrm>
              <a:off x="189370" y="1158295"/>
              <a:ext cx="397717" cy="363600"/>
              <a:chOff x="189370" y="1158295"/>
              <a:chExt cx="397717" cy="363600"/>
            </a:xfrm>
          </p:grpSpPr>
          <p:sp>
            <p:nvSpPr>
              <p:cNvPr id="3218" name="Google Shape;3218;p160"/>
              <p:cNvSpPr txBox="1"/>
              <p:nvPr/>
            </p:nvSpPr>
            <p:spPr>
              <a:xfrm>
                <a:off x="189370" y="1158295"/>
                <a:ext cx="3645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  <p:cxnSp>
            <p:nvCxnSpPr>
              <p:cNvPr id="3219" name="Google Shape;3219;p160"/>
              <p:cNvCxnSpPr/>
              <p:nvPr/>
            </p:nvCxnSpPr>
            <p:spPr>
              <a:xfrm rot="10800000">
                <a:off x="587087" y="1198669"/>
                <a:ext cx="0" cy="20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3220" name="Google Shape;3220;p160"/>
            <p:cNvGrpSpPr/>
            <p:nvPr/>
          </p:nvGrpSpPr>
          <p:grpSpPr>
            <a:xfrm>
              <a:off x="2342020" y="3104395"/>
              <a:ext cx="364500" cy="363600"/>
              <a:chOff x="2342020" y="3104395"/>
              <a:chExt cx="364500" cy="363600"/>
            </a:xfrm>
          </p:grpSpPr>
          <p:sp>
            <p:nvSpPr>
              <p:cNvPr id="3221" name="Google Shape;3221;p160"/>
              <p:cNvSpPr txBox="1"/>
              <p:nvPr/>
            </p:nvSpPr>
            <p:spPr>
              <a:xfrm>
                <a:off x="2342020" y="3104395"/>
                <a:ext cx="3645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000"/>
              </a:p>
            </p:txBody>
          </p:sp>
          <p:cxnSp>
            <p:nvCxnSpPr>
              <p:cNvPr id="3222" name="Google Shape;3222;p160"/>
              <p:cNvCxnSpPr/>
              <p:nvPr/>
            </p:nvCxnSpPr>
            <p:spPr>
              <a:xfrm>
                <a:off x="2342020" y="3168970"/>
                <a:ext cx="148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3223" name="Google Shape;3223;p160"/>
            <p:cNvCxnSpPr/>
            <p:nvPr/>
          </p:nvCxnSpPr>
          <p:spPr>
            <a:xfrm flipH="1" rot="10800000">
              <a:off x="572925" y="1373150"/>
              <a:ext cx="1809900" cy="180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161"/>
          <p:cNvSpPr txBox="1"/>
          <p:nvPr>
            <p:ph idx="1" type="body"/>
          </p:nvPr>
        </p:nvSpPr>
        <p:spPr>
          <a:xfrm>
            <a:off x="324000" y="759300"/>
            <a:ext cx="42819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4) Fill in missing </a:t>
            </a:r>
            <a:r>
              <a:rPr lang="en-GB" sz="1900"/>
              <a:t>information</a:t>
            </a:r>
            <a:r>
              <a:rPr lang="en-GB" sz="1900"/>
              <a:t> and </a:t>
            </a:r>
            <a:r>
              <a:rPr lang="en-GB" sz="1900"/>
              <a:t>graph when a scale drawing on a map states for every ….. cm is …… km in real life.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Work out …….. cm in km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Work out 45 cm in km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Work out ……. km in cm</a:t>
            </a:r>
            <a:endParaRPr sz="1900"/>
          </a:p>
        </p:txBody>
      </p:sp>
      <p:sp>
        <p:nvSpPr>
          <p:cNvPr id="3229" name="Google Shape;3229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3230" name="Google Shape;3230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515" y="1362600"/>
            <a:ext cx="4344120" cy="3628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31" name="Google Shape;3231;p161"/>
          <p:cNvSpPr txBox="1"/>
          <p:nvPr/>
        </p:nvSpPr>
        <p:spPr>
          <a:xfrm>
            <a:off x="661825" y="2454400"/>
            <a:ext cx="365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40 km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2" name="Google Shape;3232;p161"/>
          <p:cNvSpPr txBox="1"/>
          <p:nvPr/>
        </p:nvSpPr>
        <p:spPr>
          <a:xfrm>
            <a:off x="661825" y="3445000"/>
            <a:ext cx="288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150 km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3" name="Google Shape;3233;p161"/>
          <p:cNvSpPr txBox="1"/>
          <p:nvPr/>
        </p:nvSpPr>
        <p:spPr>
          <a:xfrm>
            <a:off x="661825" y="4359400"/>
            <a:ext cx="328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18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8" name="Google Shape;3238;p162"/>
          <p:cNvGraphicFramePr/>
          <p:nvPr/>
        </p:nvGraphicFramePr>
        <p:xfrm>
          <a:off x="897700" y="38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39" name="Google Shape;3239;p162"/>
          <p:cNvGraphicFramePr/>
          <p:nvPr/>
        </p:nvGraphicFramePr>
        <p:xfrm>
          <a:off x="3717100" y="38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40" name="Google Shape;3240;p162"/>
          <p:cNvGraphicFramePr/>
          <p:nvPr/>
        </p:nvGraphicFramePr>
        <p:xfrm>
          <a:off x="6688900" y="39230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41" name="Google Shape;3241;p162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ratio tables using the corresponding graphs.</a:t>
            </a:r>
            <a:endParaRPr/>
          </a:p>
        </p:txBody>
      </p:sp>
      <p:sp>
        <p:nvSpPr>
          <p:cNvPr id="3242" name="Google Shape;3242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  <p:grpSp>
        <p:nvGrpSpPr>
          <p:cNvPr id="3243" name="Google Shape;3243;p162"/>
          <p:cNvGrpSpPr/>
          <p:nvPr/>
        </p:nvGrpSpPr>
        <p:grpSpPr>
          <a:xfrm>
            <a:off x="6013789" y="879572"/>
            <a:ext cx="2672625" cy="3199945"/>
            <a:chOff x="6013789" y="1045020"/>
            <a:chExt cx="2672625" cy="3199945"/>
          </a:xfrm>
        </p:grpSpPr>
        <p:pic>
          <p:nvPicPr>
            <p:cNvPr id="3244" name="Google Shape;3244;p1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12725" y="1329260"/>
              <a:ext cx="2382550" cy="27675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45" name="Google Shape;3245;p162"/>
            <p:cNvGrpSpPr/>
            <p:nvPr/>
          </p:nvGrpSpPr>
          <p:grpSpPr>
            <a:xfrm>
              <a:off x="6013789" y="1045020"/>
              <a:ext cx="364500" cy="461700"/>
              <a:chOff x="3118189" y="1102170"/>
              <a:chExt cx="364500" cy="461700"/>
            </a:xfrm>
          </p:grpSpPr>
          <p:cxnSp>
            <p:nvCxnSpPr>
              <p:cNvPr id="3246" name="Google Shape;3246;p162"/>
              <p:cNvCxnSpPr/>
              <p:nvPr/>
            </p:nvCxnSpPr>
            <p:spPr>
              <a:xfrm rot="10800000">
                <a:off x="3453394" y="1222875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247" name="Google Shape;3247;p162"/>
              <p:cNvSpPr txBox="1"/>
              <p:nvPr/>
            </p:nvSpPr>
            <p:spPr>
              <a:xfrm>
                <a:off x="3118189" y="1102170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</p:grpSp>
        <p:grpSp>
          <p:nvGrpSpPr>
            <p:cNvPr id="3248" name="Google Shape;3248;p162"/>
            <p:cNvGrpSpPr/>
            <p:nvPr/>
          </p:nvGrpSpPr>
          <p:grpSpPr>
            <a:xfrm>
              <a:off x="8321914" y="3783265"/>
              <a:ext cx="364500" cy="461700"/>
              <a:chOff x="5621194" y="3427225"/>
              <a:chExt cx="364500" cy="461700"/>
            </a:xfrm>
          </p:grpSpPr>
          <p:cxnSp>
            <p:nvCxnSpPr>
              <p:cNvPr id="3249" name="Google Shape;3249;p162"/>
              <p:cNvCxnSpPr/>
              <p:nvPr/>
            </p:nvCxnSpPr>
            <p:spPr>
              <a:xfrm>
                <a:off x="5707294" y="3531850"/>
                <a:ext cx="192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250" name="Google Shape;3250;p162"/>
              <p:cNvSpPr txBox="1"/>
              <p:nvPr/>
            </p:nvSpPr>
            <p:spPr>
              <a:xfrm>
                <a:off x="5621194" y="342722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000"/>
              </a:p>
            </p:txBody>
          </p:sp>
        </p:grpSp>
      </p:grpSp>
      <p:graphicFrame>
        <p:nvGraphicFramePr>
          <p:cNvPr id="3251" name="Google Shape;3251;p162"/>
          <p:cNvGraphicFramePr/>
          <p:nvPr/>
        </p:nvGraphicFramePr>
        <p:xfrm>
          <a:off x="897700" y="38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52" name="Google Shape;3252;p162"/>
          <p:cNvGraphicFramePr/>
          <p:nvPr/>
        </p:nvGraphicFramePr>
        <p:xfrm>
          <a:off x="3717100" y="38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53" name="Google Shape;3253;p162"/>
          <p:cNvGraphicFramePr/>
          <p:nvPr/>
        </p:nvGraphicFramePr>
        <p:xfrm>
          <a:off x="6688900" y="39230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{865DB486-1704-4687-83B4-D31E4B5EDFAF}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254" name="Google Shape;3254;p162"/>
          <p:cNvGrpSpPr/>
          <p:nvPr/>
        </p:nvGrpSpPr>
        <p:grpSpPr>
          <a:xfrm>
            <a:off x="201945" y="1013145"/>
            <a:ext cx="2867505" cy="2807613"/>
            <a:chOff x="201945" y="1013145"/>
            <a:chExt cx="2867505" cy="2807613"/>
          </a:xfrm>
        </p:grpSpPr>
        <p:grpSp>
          <p:nvGrpSpPr>
            <p:cNvPr id="3255" name="Google Shape;3255;p162"/>
            <p:cNvGrpSpPr/>
            <p:nvPr/>
          </p:nvGrpSpPr>
          <p:grpSpPr>
            <a:xfrm>
              <a:off x="201945" y="1013145"/>
              <a:ext cx="2867505" cy="2807613"/>
              <a:chOff x="201945" y="1165545"/>
              <a:chExt cx="2867505" cy="2807613"/>
            </a:xfrm>
          </p:grpSpPr>
          <p:pic>
            <p:nvPicPr>
              <p:cNvPr id="3256" name="Google Shape;3256;p16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4000" y="1381800"/>
                <a:ext cx="2601162" cy="24173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257" name="Google Shape;3257;p162"/>
              <p:cNvCxnSpPr/>
              <p:nvPr/>
            </p:nvCxnSpPr>
            <p:spPr>
              <a:xfrm rot="10800000">
                <a:off x="537150" y="1286250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3258" name="Google Shape;3258;p162"/>
              <p:cNvGrpSpPr/>
              <p:nvPr/>
            </p:nvGrpSpPr>
            <p:grpSpPr>
              <a:xfrm>
                <a:off x="2704950" y="3511458"/>
                <a:ext cx="364500" cy="461700"/>
                <a:chOff x="2704950" y="3511458"/>
                <a:chExt cx="364500" cy="461700"/>
              </a:xfrm>
            </p:grpSpPr>
            <p:cxnSp>
              <p:nvCxnSpPr>
                <p:cNvPr id="3259" name="Google Shape;3259;p162"/>
                <p:cNvCxnSpPr/>
                <p:nvPr/>
              </p:nvCxnSpPr>
              <p:spPr>
                <a:xfrm>
                  <a:off x="2791050" y="3616083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260" name="Google Shape;3260;p162"/>
                <p:cNvSpPr txBox="1"/>
                <p:nvPr/>
              </p:nvSpPr>
              <p:spPr>
                <a:xfrm>
                  <a:off x="2704950" y="3511458"/>
                  <a:ext cx="364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000"/>
                </a:p>
              </p:txBody>
            </p:sp>
          </p:grpSp>
          <p:sp>
            <p:nvSpPr>
              <p:cNvPr id="3261" name="Google Shape;3261;p162"/>
              <p:cNvSpPr txBox="1"/>
              <p:nvPr/>
            </p:nvSpPr>
            <p:spPr>
              <a:xfrm>
                <a:off x="201945" y="1165545"/>
                <a:ext cx="364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</p:grpSp>
        <p:cxnSp>
          <p:nvCxnSpPr>
            <p:cNvPr id="3262" name="Google Shape;3262;p162"/>
            <p:cNvCxnSpPr/>
            <p:nvPr/>
          </p:nvCxnSpPr>
          <p:spPr>
            <a:xfrm flipH="1" rot="10800000">
              <a:off x="520150" y="1335125"/>
              <a:ext cx="2133600" cy="2143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63" name="Google Shape;3263;p162"/>
          <p:cNvGrpSpPr/>
          <p:nvPr/>
        </p:nvGrpSpPr>
        <p:grpSpPr>
          <a:xfrm>
            <a:off x="3118189" y="873570"/>
            <a:ext cx="2701200" cy="3133270"/>
            <a:chOff x="3118189" y="873570"/>
            <a:chExt cx="2701200" cy="3133270"/>
          </a:xfrm>
        </p:grpSpPr>
        <p:grpSp>
          <p:nvGrpSpPr>
            <p:cNvPr id="3264" name="Google Shape;3264;p162"/>
            <p:cNvGrpSpPr/>
            <p:nvPr/>
          </p:nvGrpSpPr>
          <p:grpSpPr>
            <a:xfrm>
              <a:off x="3118189" y="873570"/>
              <a:ext cx="2701200" cy="3133270"/>
              <a:chOff x="3118189" y="1102170"/>
              <a:chExt cx="2701200" cy="3133270"/>
            </a:xfrm>
          </p:grpSpPr>
          <p:pic>
            <p:nvPicPr>
              <p:cNvPr id="3265" name="Google Shape;3265;p16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51575" y="1355800"/>
                <a:ext cx="2382550" cy="26884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266" name="Google Shape;3266;p162"/>
              <p:cNvGrpSpPr/>
              <p:nvPr/>
            </p:nvGrpSpPr>
            <p:grpSpPr>
              <a:xfrm>
                <a:off x="5454889" y="3773740"/>
                <a:ext cx="364500" cy="461700"/>
                <a:chOff x="5621194" y="3427225"/>
                <a:chExt cx="364500" cy="461700"/>
              </a:xfrm>
            </p:grpSpPr>
            <p:cxnSp>
              <p:nvCxnSpPr>
                <p:cNvPr id="3267" name="Google Shape;3267;p162"/>
                <p:cNvCxnSpPr/>
                <p:nvPr/>
              </p:nvCxnSpPr>
              <p:spPr>
                <a:xfrm>
                  <a:off x="5707294" y="3531850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268" name="Google Shape;3268;p162"/>
                <p:cNvSpPr txBox="1"/>
                <p:nvPr/>
              </p:nvSpPr>
              <p:spPr>
                <a:xfrm>
                  <a:off x="5621194" y="3427225"/>
                  <a:ext cx="364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000"/>
                </a:p>
              </p:txBody>
            </p:sp>
          </p:grpSp>
          <p:grpSp>
            <p:nvGrpSpPr>
              <p:cNvPr id="3269" name="Google Shape;3269;p162"/>
              <p:cNvGrpSpPr/>
              <p:nvPr/>
            </p:nvGrpSpPr>
            <p:grpSpPr>
              <a:xfrm>
                <a:off x="3118189" y="1102170"/>
                <a:ext cx="364500" cy="461700"/>
                <a:chOff x="3118189" y="1102170"/>
                <a:chExt cx="364500" cy="461700"/>
              </a:xfrm>
            </p:grpSpPr>
            <p:cxnSp>
              <p:nvCxnSpPr>
                <p:cNvPr id="3270" name="Google Shape;3270;p162"/>
                <p:cNvCxnSpPr/>
                <p:nvPr/>
              </p:nvCxnSpPr>
              <p:spPr>
                <a:xfrm rot="10800000">
                  <a:off x="3453394" y="1222875"/>
                  <a:ext cx="0" cy="248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271" name="Google Shape;3271;p162"/>
                <p:cNvSpPr txBox="1"/>
                <p:nvPr/>
              </p:nvSpPr>
              <p:spPr>
                <a:xfrm>
                  <a:off x="3118189" y="1102170"/>
                  <a:ext cx="364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sz="1000"/>
                </a:p>
              </p:txBody>
            </p:sp>
          </p:grpSp>
        </p:grpSp>
        <p:cxnSp>
          <p:nvCxnSpPr>
            <p:cNvPr id="3272" name="Google Shape;3272;p162"/>
            <p:cNvCxnSpPr/>
            <p:nvPr/>
          </p:nvCxnSpPr>
          <p:spPr>
            <a:xfrm flipH="1" rot="10800000">
              <a:off x="3474825" y="1201950"/>
              <a:ext cx="1203300" cy="244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273" name="Google Shape;3273;p162"/>
          <p:cNvCxnSpPr/>
          <p:nvPr/>
        </p:nvCxnSpPr>
        <p:spPr>
          <a:xfrm flipH="1" rot="10800000">
            <a:off x="6339800" y="1267913"/>
            <a:ext cx="989100" cy="247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7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p1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Fill in the missing information on the double number line of graph.</a:t>
            </a:r>
            <a:endParaRPr sz="1900"/>
          </a:p>
        </p:txBody>
      </p:sp>
      <p:sp>
        <p:nvSpPr>
          <p:cNvPr id="3279" name="Google Shape;3279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280" name="Google Shape;3280;p163"/>
          <p:cNvGrpSpPr/>
          <p:nvPr/>
        </p:nvGrpSpPr>
        <p:grpSpPr>
          <a:xfrm>
            <a:off x="400200" y="3404850"/>
            <a:ext cx="2839298" cy="1245396"/>
            <a:chOff x="1068645" y="1397986"/>
            <a:chExt cx="3717818" cy="1689359"/>
          </a:xfrm>
        </p:grpSpPr>
        <p:grpSp>
          <p:nvGrpSpPr>
            <p:cNvPr id="3281" name="Google Shape;3281;p163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3282" name="Google Shape;3282;p16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283" name="Google Shape;3283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84" name="Google Shape;3284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85" name="Google Shape;3285;p163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6" name="Google Shape;3286;p163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7" name="Google Shape;3287;p163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8" name="Google Shape;3288;p163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9" name="Google Shape;3289;p163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0" name="Google Shape;3290;p163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1" name="Google Shape;3291;p163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2" name="Google Shape;3292;p163"/>
              <p:cNvSpPr txBox="1"/>
              <p:nvPr/>
            </p:nvSpPr>
            <p:spPr>
              <a:xfrm>
                <a:off x="1903124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293" name="Google Shape;3293;p16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294" name="Google Shape;3294;p163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295" name="Google Shape;3295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96" name="Google Shape;3296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297" name="Google Shape;3297;p163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298" name="Google Shape;3298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99" name="Google Shape;3299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00" name="Google Shape;3300;p163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01" name="Google Shape;3301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02" name="Google Shape;3302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303" name="Google Shape;3303;p163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04" name="Google Shape;3304;p163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305" name="Google Shape;3305;p163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06" name="Google Shape;3306;p163"/>
          <p:cNvSpPr/>
          <p:nvPr/>
        </p:nvSpPr>
        <p:spPr>
          <a:xfrm>
            <a:off x="628875" y="3874775"/>
            <a:ext cx="1257300" cy="3627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07" name="Google Shape;3307;p163"/>
          <p:cNvGrpSpPr/>
          <p:nvPr/>
        </p:nvGrpSpPr>
        <p:grpSpPr>
          <a:xfrm>
            <a:off x="3295800" y="3404850"/>
            <a:ext cx="2839298" cy="1252442"/>
            <a:chOff x="1068645" y="1397986"/>
            <a:chExt cx="3717818" cy="1698917"/>
          </a:xfrm>
        </p:grpSpPr>
        <p:grpSp>
          <p:nvGrpSpPr>
            <p:cNvPr id="3308" name="Google Shape;3308;p163"/>
            <p:cNvGrpSpPr/>
            <p:nvPr/>
          </p:nvGrpSpPr>
          <p:grpSpPr>
            <a:xfrm>
              <a:off x="1283663" y="1397986"/>
              <a:ext cx="3502800" cy="1698917"/>
              <a:chOff x="344550" y="2159986"/>
              <a:chExt cx="3502800" cy="1698917"/>
            </a:xfrm>
          </p:grpSpPr>
          <p:grpSp>
            <p:nvGrpSpPr>
              <p:cNvPr id="3309" name="Google Shape;3309;p16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10" name="Google Shape;3310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11" name="Google Shape;3311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312" name="Google Shape;3312;p163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3" name="Google Shape;3313;p163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4" name="Google Shape;3314;p163"/>
              <p:cNvSpPr txBox="1"/>
              <p:nvPr/>
            </p:nvSpPr>
            <p:spPr>
              <a:xfrm>
                <a:off x="773610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5" name="Google Shape;3315;p163"/>
              <p:cNvSpPr txBox="1"/>
              <p:nvPr/>
            </p:nvSpPr>
            <p:spPr>
              <a:xfrm>
                <a:off x="1354773" y="3483003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6" name="Google Shape;3316;p163"/>
              <p:cNvSpPr txBox="1"/>
              <p:nvPr/>
            </p:nvSpPr>
            <p:spPr>
              <a:xfrm>
                <a:off x="772411" y="3483003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7" name="Google Shape;3317;p163"/>
              <p:cNvSpPr txBox="1"/>
              <p:nvPr/>
            </p:nvSpPr>
            <p:spPr>
              <a:xfrm>
                <a:off x="1346928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8" name="Google Shape;3318;p163"/>
              <p:cNvSpPr txBox="1"/>
              <p:nvPr/>
            </p:nvSpPr>
            <p:spPr>
              <a:xfrm>
                <a:off x="1922911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9" name="Google Shape;3319;p163"/>
              <p:cNvSpPr txBox="1"/>
              <p:nvPr/>
            </p:nvSpPr>
            <p:spPr>
              <a:xfrm>
                <a:off x="1951646" y="3483003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320" name="Google Shape;3320;p16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321" name="Google Shape;3321;p163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22" name="Google Shape;3322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23" name="Google Shape;3323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24" name="Google Shape;3324;p163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25" name="Google Shape;3325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26" name="Google Shape;3326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27" name="Google Shape;3327;p163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28" name="Google Shape;3328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29" name="Google Shape;3329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330" name="Google Shape;3330;p163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31" name="Google Shape;3331;p163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332" name="Google Shape;3332;p163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33" name="Google Shape;3333;p163"/>
          <p:cNvSpPr/>
          <p:nvPr/>
        </p:nvSpPr>
        <p:spPr>
          <a:xfrm>
            <a:off x="3524475" y="3874775"/>
            <a:ext cx="1257300" cy="3627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34" name="Google Shape;3334;p163"/>
          <p:cNvGrpSpPr/>
          <p:nvPr/>
        </p:nvGrpSpPr>
        <p:grpSpPr>
          <a:xfrm>
            <a:off x="6021865" y="3404010"/>
            <a:ext cx="2839298" cy="1271492"/>
            <a:chOff x="1068645" y="1397986"/>
            <a:chExt cx="3717818" cy="1724758"/>
          </a:xfrm>
        </p:grpSpPr>
        <p:grpSp>
          <p:nvGrpSpPr>
            <p:cNvPr id="3335" name="Google Shape;3335;p163"/>
            <p:cNvGrpSpPr/>
            <p:nvPr/>
          </p:nvGrpSpPr>
          <p:grpSpPr>
            <a:xfrm>
              <a:off x="1283663" y="1397986"/>
              <a:ext cx="3502800" cy="1724758"/>
              <a:chOff x="344550" y="2159986"/>
              <a:chExt cx="3502800" cy="1724758"/>
            </a:xfrm>
          </p:grpSpPr>
          <p:grpSp>
            <p:nvGrpSpPr>
              <p:cNvPr id="3336" name="Google Shape;3336;p16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37" name="Google Shape;3337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38" name="Google Shape;3338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339" name="Google Shape;3339;p163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0" name="Google Shape;3340;p163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1" name="Google Shape;3341;p163"/>
              <p:cNvSpPr txBox="1"/>
              <p:nvPr/>
            </p:nvSpPr>
            <p:spPr>
              <a:xfrm>
                <a:off x="691523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2" name="Google Shape;3342;p163"/>
              <p:cNvSpPr txBox="1"/>
              <p:nvPr/>
            </p:nvSpPr>
            <p:spPr>
              <a:xfrm>
                <a:off x="1367245" y="3508844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3" name="Google Shape;3343;p163"/>
              <p:cNvSpPr txBox="1"/>
              <p:nvPr/>
            </p:nvSpPr>
            <p:spPr>
              <a:xfrm>
                <a:off x="772411" y="3508844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4" name="Google Shape;3344;p163"/>
              <p:cNvSpPr txBox="1"/>
              <p:nvPr/>
            </p:nvSpPr>
            <p:spPr>
              <a:xfrm>
                <a:off x="1297039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5" name="Google Shape;3345;p163"/>
              <p:cNvSpPr txBox="1"/>
              <p:nvPr/>
            </p:nvSpPr>
            <p:spPr>
              <a:xfrm>
                <a:off x="1873022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6" name="Google Shape;3346;p163"/>
              <p:cNvSpPr txBox="1"/>
              <p:nvPr/>
            </p:nvSpPr>
            <p:spPr>
              <a:xfrm>
                <a:off x="1914230" y="3508844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347" name="Google Shape;3347;p16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348" name="Google Shape;3348;p163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49" name="Google Shape;3349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50" name="Google Shape;3350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51" name="Google Shape;3351;p163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52" name="Google Shape;3352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53" name="Google Shape;3353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54" name="Google Shape;3354;p163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355" name="Google Shape;3355;p16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56" name="Google Shape;3356;p16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357" name="Google Shape;3357;p163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58" name="Google Shape;3358;p163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359" name="Google Shape;3359;p163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60" name="Google Shape;3360;p163"/>
          <p:cNvSpPr/>
          <p:nvPr/>
        </p:nvSpPr>
        <p:spPr>
          <a:xfrm>
            <a:off x="6250540" y="3873935"/>
            <a:ext cx="1257300" cy="3627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61" name="Google Shape;3361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2" y="1290562"/>
            <a:ext cx="2023675" cy="203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2" name="Google Shape;3362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002" y="1290562"/>
            <a:ext cx="2023675" cy="203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3" name="Google Shape;3363;p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5100" y="1210200"/>
            <a:ext cx="2023675" cy="20920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4" name="Google Shape;3364;p163"/>
          <p:cNvGrpSpPr/>
          <p:nvPr/>
        </p:nvGrpSpPr>
        <p:grpSpPr>
          <a:xfrm>
            <a:off x="189370" y="1158295"/>
            <a:ext cx="397717" cy="461700"/>
            <a:chOff x="189370" y="1158295"/>
            <a:chExt cx="397717" cy="461700"/>
          </a:xfrm>
        </p:grpSpPr>
        <p:sp>
          <p:nvSpPr>
            <p:cNvPr id="3365" name="Google Shape;3365;p163"/>
            <p:cNvSpPr txBox="1"/>
            <p:nvPr/>
          </p:nvSpPr>
          <p:spPr>
            <a:xfrm>
              <a:off x="189370" y="11582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000"/>
            </a:p>
          </p:txBody>
        </p:sp>
        <p:cxnSp>
          <p:nvCxnSpPr>
            <p:cNvPr id="3366" name="Google Shape;3366;p163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67" name="Google Shape;3367;p163"/>
          <p:cNvGrpSpPr/>
          <p:nvPr/>
        </p:nvGrpSpPr>
        <p:grpSpPr>
          <a:xfrm>
            <a:off x="2342020" y="3104395"/>
            <a:ext cx="364500" cy="461700"/>
            <a:chOff x="2342020" y="3104395"/>
            <a:chExt cx="364500" cy="461700"/>
          </a:xfrm>
        </p:grpSpPr>
        <p:sp>
          <p:nvSpPr>
            <p:cNvPr id="3368" name="Google Shape;3368;p163"/>
            <p:cNvSpPr txBox="1"/>
            <p:nvPr/>
          </p:nvSpPr>
          <p:spPr>
            <a:xfrm>
              <a:off x="2342020" y="31043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000"/>
            </a:p>
          </p:txBody>
        </p:sp>
        <p:cxnSp>
          <p:nvCxnSpPr>
            <p:cNvPr id="3369" name="Google Shape;3369;p163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70" name="Google Shape;3370;p163"/>
          <p:cNvGrpSpPr/>
          <p:nvPr/>
        </p:nvGrpSpPr>
        <p:grpSpPr>
          <a:xfrm>
            <a:off x="5351645" y="3102929"/>
            <a:ext cx="364500" cy="461700"/>
            <a:chOff x="2342020" y="3104395"/>
            <a:chExt cx="364500" cy="461700"/>
          </a:xfrm>
        </p:grpSpPr>
        <p:sp>
          <p:nvSpPr>
            <p:cNvPr id="3371" name="Google Shape;3371;p163"/>
            <p:cNvSpPr txBox="1"/>
            <p:nvPr/>
          </p:nvSpPr>
          <p:spPr>
            <a:xfrm>
              <a:off x="2342020" y="31043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000"/>
            </a:p>
          </p:txBody>
        </p:sp>
        <p:cxnSp>
          <p:nvCxnSpPr>
            <p:cNvPr id="3372" name="Google Shape;3372;p163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73" name="Google Shape;3373;p163"/>
          <p:cNvGrpSpPr/>
          <p:nvPr/>
        </p:nvGrpSpPr>
        <p:grpSpPr>
          <a:xfrm>
            <a:off x="8026029" y="3037804"/>
            <a:ext cx="364500" cy="461700"/>
            <a:chOff x="2342020" y="3104395"/>
            <a:chExt cx="364500" cy="461700"/>
          </a:xfrm>
        </p:grpSpPr>
        <p:sp>
          <p:nvSpPr>
            <p:cNvPr id="3374" name="Google Shape;3374;p163"/>
            <p:cNvSpPr txBox="1"/>
            <p:nvPr/>
          </p:nvSpPr>
          <p:spPr>
            <a:xfrm>
              <a:off x="2342020" y="31043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000"/>
            </a:p>
          </p:txBody>
        </p:sp>
        <p:cxnSp>
          <p:nvCxnSpPr>
            <p:cNvPr id="3375" name="Google Shape;3375;p163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76" name="Google Shape;3376;p163"/>
          <p:cNvGrpSpPr/>
          <p:nvPr/>
        </p:nvGrpSpPr>
        <p:grpSpPr>
          <a:xfrm>
            <a:off x="3161170" y="1158295"/>
            <a:ext cx="397717" cy="461700"/>
            <a:chOff x="189370" y="1158295"/>
            <a:chExt cx="397717" cy="461700"/>
          </a:xfrm>
        </p:grpSpPr>
        <p:sp>
          <p:nvSpPr>
            <p:cNvPr id="3377" name="Google Shape;3377;p163"/>
            <p:cNvSpPr txBox="1"/>
            <p:nvPr/>
          </p:nvSpPr>
          <p:spPr>
            <a:xfrm>
              <a:off x="189370" y="11582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000"/>
            </a:p>
          </p:txBody>
        </p:sp>
        <p:cxnSp>
          <p:nvCxnSpPr>
            <p:cNvPr id="3378" name="Google Shape;3378;p163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79" name="Google Shape;3379;p163"/>
          <p:cNvGrpSpPr/>
          <p:nvPr/>
        </p:nvGrpSpPr>
        <p:grpSpPr>
          <a:xfrm>
            <a:off x="5932180" y="1082095"/>
            <a:ext cx="397717" cy="461700"/>
            <a:chOff x="189370" y="1158295"/>
            <a:chExt cx="397717" cy="461700"/>
          </a:xfrm>
        </p:grpSpPr>
        <p:sp>
          <p:nvSpPr>
            <p:cNvPr id="3380" name="Google Shape;3380;p163"/>
            <p:cNvSpPr txBox="1"/>
            <p:nvPr/>
          </p:nvSpPr>
          <p:spPr>
            <a:xfrm>
              <a:off x="189370" y="1158295"/>
              <a:ext cx="36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000"/>
            </a:p>
          </p:txBody>
        </p:sp>
        <p:cxnSp>
          <p:nvCxnSpPr>
            <p:cNvPr id="3381" name="Google Shape;3381;p163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3382" name="Google Shape;3382;p163"/>
          <p:cNvCxnSpPr/>
          <p:nvPr/>
        </p:nvCxnSpPr>
        <p:spPr>
          <a:xfrm flipH="1" rot="10800000">
            <a:off x="3556950" y="2280500"/>
            <a:ext cx="1782300" cy="88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3" name="Google Shape;3383;p163"/>
          <p:cNvCxnSpPr/>
          <p:nvPr/>
        </p:nvCxnSpPr>
        <p:spPr>
          <a:xfrm flipH="1" rot="10800000">
            <a:off x="572925" y="1373150"/>
            <a:ext cx="1809900" cy="180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4" name="Google Shape;3384;p163"/>
          <p:cNvCxnSpPr/>
          <p:nvPr/>
        </p:nvCxnSpPr>
        <p:spPr>
          <a:xfrm flipH="1" rot="10800000">
            <a:off x="6329750" y="1333875"/>
            <a:ext cx="1773900" cy="177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85" name="Google Shape;3385;p163"/>
          <p:cNvGrpSpPr/>
          <p:nvPr/>
        </p:nvGrpSpPr>
        <p:grpSpPr>
          <a:xfrm>
            <a:off x="891550" y="3460925"/>
            <a:ext cx="1112518" cy="1158900"/>
            <a:chOff x="891550" y="3460925"/>
            <a:chExt cx="1112518" cy="1158900"/>
          </a:xfrm>
        </p:grpSpPr>
        <p:sp>
          <p:nvSpPr>
            <p:cNvPr id="3386" name="Google Shape;3386;p163"/>
            <p:cNvSpPr/>
            <p:nvPr/>
          </p:nvSpPr>
          <p:spPr>
            <a:xfrm>
              <a:off x="891550" y="3460925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7" name="Google Shape;3387;p163"/>
            <p:cNvSpPr/>
            <p:nvPr/>
          </p:nvSpPr>
          <p:spPr>
            <a:xfrm>
              <a:off x="1324636" y="3460925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8" name="Google Shape;3388;p163"/>
            <p:cNvSpPr/>
            <p:nvPr/>
          </p:nvSpPr>
          <p:spPr>
            <a:xfrm>
              <a:off x="1767368" y="3460925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9" name="Google Shape;3389;p163"/>
            <p:cNvSpPr/>
            <p:nvPr/>
          </p:nvSpPr>
          <p:spPr>
            <a:xfrm>
              <a:off x="1335728" y="4375325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0" name="Google Shape;3390;p163"/>
            <p:cNvSpPr/>
            <p:nvPr/>
          </p:nvSpPr>
          <p:spPr>
            <a:xfrm>
              <a:off x="1752899" y="4375325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91" name="Google Shape;3391;p163"/>
          <p:cNvGrpSpPr/>
          <p:nvPr/>
        </p:nvGrpSpPr>
        <p:grpSpPr>
          <a:xfrm>
            <a:off x="3784503" y="3473012"/>
            <a:ext cx="1125539" cy="1158900"/>
            <a:chOff x="3784503" y="3473012"/>
            <a:chExt cx="1125539" cy="1158900"/>
          </a:xfrm>
        </p:grpSpPr>
        <p:sp>
          <p:nvSpPr>
            <p:cNvPr id="3392" name="Google Shape;3392;p163"/>
            <p:cNvSpPr/>
            <p:nvPr/>
          </p:nvSpPr>
          <p:spPr>
            <a:xfrm>
              <a:off x="3797525" y="3473012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3" name="Google Shape;3393;p163"/>
            <p:cNvSpPr/>
            <p:nvPr/>
          </p:nvSpPr>
          <p:spPr>
            <a:xfrm>
              <a:off x="4230611" y="3473012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4" name="Google Shape;3394;p163"/>
            <p:cNvSpPr/>
            <p:nvPr/>
          </p:nvSpPr>
          <p:spPr>
            <a:xfrm>
              <a:off x="4673343" y="3473012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5" name="Google Shape;3395;p163"/>
            <p:cNvSpPr/>
            <p:nvPr/>
          </p:nvSpPr>
          <p:spPr>
            <a:xfrm>
              <a:off x="3784503" y="4387412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96" name="Google Shape;3396;p163"/>
          <p:cNvGrpSpPr/>
          <p:nvPr/>
        </p:nvGrpSpPr>
        <p:grpSpPr>
          <a:xfrm>
            <a:off x="6489780" y="3452889"/>
            <a:ext cx="662128" cy="1179023"/>
            <a:chOff x="6489780" y="3452889"/>
            <a:chExt cx="662128" cy="1179023"/>
          </a:xfrm>
        </p:grpSpPr>
        <p:sp>
          <p:nvSpPr>
            <p:cNvPr id="3397" name="Google Shape;3397;p163"/>
            <p:cNvSpPr/>
            <p:nvPr/>
          </p:nvSpPr>
          <p:spPr>
            <a:xfrm>
              <a:off x="6489780" y="3452889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8" name="Google Shape;3398;p163"/>
            <p:cNvSpPr/>
            <p:nvPr/>
          </p:nvSpPr>
          <p:spPr>
            <a:xfrm>
              <a:off x="6503590" y="4387412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9" name="Google Shape;3399;p163"/>
            <p:cNvSpPr/>
            <p:nvPr/>
          </p:nvSpPr>
          <p:spPr>
            <a:xfrm>
              <a:off x="6915208" y="4387412"/>
              <a:ext cx="236700" cy="24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3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164"/>
          <p:cNvSpPr txBox="1"/>
          <p:nvPr>
            <p:ph idx="1" type="body"/>
          </p:nvPr>
        </p:nvSpPr>
        <p:spPr>
          <a:xfrm>
            <a:off x="324000" y="759300"/>
            <a:ext cx="506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Jacob has interpreted the graph incorrectly.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Expl</a:t>
            </a:r>
            <a:r>
              <a:rPr lang="en-GB"/>
              <a:t>a</a:t>
            </a:r>
            <a:r>
              <a:rPr lang="en-GB"/>
              <a:t>in where his mistake is and correctly answer the question.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05" name="Google Shape;3405;p164"/>
          <p:cNvSpPr/>
          <p:nvPr/>
        </p:nvSpPr>
        <p:spPr>
          <a:xfrm>
            <a:off x="407075" y="1536075"/>
            <a:ext cx="4346700" cy="240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6" name="Google Shape;3406;p164"/>
          <p:cNvSpPr txBox="1"/>
          <p:nvPr/>
        </p:nvSpPr>
        <p:spPr>
          <a:xfrm>
            <a:off x="635375" y="1497325"/>
            <a:ext cx="4118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double number line is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3 As, there is 1 B.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there are 12 As there are 4 Bs.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7" name="Google Shape;3407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408" name="Google Shape;3408;p164"/>
          <p:cNvGrpSpPr/>
          <p:nvPr/>
        </p:nvGrpSpPr>
        <p:grpSpPr>
          <a:xfrm>
            <a:off x="1289613" y="1895639"/>
            <a:ext cx="2916841" cy="1038295"/>
            <a:chOff x="1061252" y="1362093"/>
            <a:chExt cx="3725212" cy="1839644"/>
          </a:xfrm>
        </p:grpSpPr>
        <p:grpSp>
          <p:nvGrpSpPr>
            <p:cNvPr id="3409" name="Google Shape;3409;p164"/>
            <p:cNvGrpSpPr/>
            <p:nvPr/>
          </p:nvGrpSpPr>
          <p:grpSpPr>
            <a:xfrm>
              <a:off x="1217651" y="1362093"/>
              <a:ext cx="3568812" cy="1839644"/>
              <a:chOff x="278538" y="2124093"/>
              <a:chExt cx="3568812" cy="1839644"/>
            </a:xfrm>
          </p:grpSpPr>
          <p:grpSp>
            <p:nvGrpSpPr>
              <p:cNvPr id="3410" name="Google Shape;3410;p164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411" name="Google Shape;3411;p16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12" name="Google Shape;3412;p164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13" name="Google Shape;3413;p164"/>
              <p:cNvSpPr txBox="1"/>
              <p:nvPr/>
            </p:nvSpPr>
            <p:spPr>
              <a:xfrm>
                <a:off x="2445450" y="2574225"/>
                <a:ext cx="1401900" cy="51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4" name="Google Shape;3414;p164"/>
              <p:cNvSpPr txBox="1"/>
              <p:nvPr/>
            </p:nvSpPr>
            <p:spPr>
              <a:xfrm>
                <a:off x="2460186" y="3181550"/>
                <a:ext cx="1301700" cy="51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5" name="Google Shape;3415;p164"/>
              <p:cNvSpPr txBox="1"/>
              <p:nvPr/>
            </p:nvSpPr>
            <p:spPr>
              <a:xfrm>
                <a:off x="799918" y="2124093"/>
                <a:ext cx="1998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6" name="Google Shape;3416;p164"/>
              <p:cNvSpPr txBox="1"/>
              <p:nvPr/>
            </p:nvSpPr>
            <p:spPr>
              <a:xfrm>
                <a:off x="1404662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7" name="Google Shape;3417;p164"/>
              <p:cNvSpPr txBox="1"/>
              <p:nvPr/>
            </p:nvSpPr>
            <p:spPr>
              <a:xfrm>
                <a:off x="772411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8" name="Google Shape;3418;p164"/>
              <p:cNvSpPr txBox="1"/>
              <p:nvPr/>
            </p:nvSpPr>
            <p:spPr>
              <a:xfrm>
                <a:off x="1373213" y="2124093"/>
                <a:ext cx="2535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9" name="Google Shape;3419;p164"/>
              <p:cNvSpPr txBox="1"/>
              <p:nvPr/>
            </p:nvSpPr>
            <p:spPr>
              <a:xfrm>
                <a:off x="1949226" y="2124093"/>
                <a:ext cx="3003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20" name="Google Shape;3420;p164"/>
              <p:cNvSpPr txBox="1"/>
              <p:nvPr/>
            </p:nvSpPr>
            <p:spPr>
              <a:xfrm>
                <a:off x="1951646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421" name="Google Shape;3421;p164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22" name="Google Shape;3422;p164"/>
              <p:cNvGrpSpPr/>
              <p:nvPr/>
            </p:nvGrpSpPr>
            <p:grpSpPr>
              <a:xfrm>
                <a:off x="856988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423" name="Google Shape;3423;p16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24" name="Google Shape;3424;p164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25" name="Google Shape;3425;p164"/>
              <p:cNvGrpSpPr/>
              <p:nvPr/>
            </p:nvGrpSpPr>
            <p:grpSpPr>
              <a:xfrm>
                <a:off x="2008903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426" name="Google Shape;3426;p16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27" name="Google Shape;3427;p164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28" name="Google Shape;3428;p164"/>
              <p:cNvGrpSpPr/>
              <p:nvPr/>
            </p:nvGrpSpPr>
            <p:grpSpPr>
              <a:xfrm>
                <a:off x="1432946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429" name="Google Shape;3429;p164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30" name="Google Shape;3430;p164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431" name="Google Shape;3431;p164"/>
              <p:cNvCxnSpPr>
                <a:endCxn id="3413" idx="1"/>
              </p:cNvCxnSpPr>
              <p:nvPr/>
            </p:nvCxnSpPr>
            <p:spPr>
              <a:xfrm>
                <a:off x="344550" y="28302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432" name="Google Shape;3432;p164"/>
              <p:cNvCxnSpPr/>
              <p:nvPr/>
            </p:nvCxnSpPr>
            <p:spPr>
              <a:xfrm>
                <a:off x="278538" y="3318438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433" name="Google Shape;3433;p164"/>
            <p:cNvSpPr/>
            <p:nvPr/>
          </p:nvSpPr>
          <p:spPr>
            <a:xfrm>
              <a:off x="1061252" y="1767125"/>
              <a:ext cx="244500" cy="10041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34" name="Google Shape;3434;p164"/>
            <p:cNvSpPr/>
            <p:nvPr/>
          </p:nvSpPr>
          <p:spPr>
            <a:xfrm>
              <a:off x="1367043" y="2114725"/>
              <a:ext cx="1650600" cy="4116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35" name="Google Shape;3435;p164"/>
          <p:cNvGrpSpPr/>
          <p:nvPr/>
        </p:nvGrpSpPr>
        <p:grpSpPr>
          <a:xfrm>
            <a:off x="5392993" y="757392"/>
            <a:ext cx="3197284" cy="2933781"/>
            <a:chOff x="189370" y="1158295"/>
            <a:chExt cx="2517150" cy="2309700"/>
          </a:xfrm>
        </p:grpSpPr>
        <p:pic>
          <p:nvPicPr>
            <p:cNvPr id="3436" name="Google Shape;3436;p1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0202" y="1290562"/>
              <a:ext cx="2023675" cy="2033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37" name="Google Shape;3437;p164"/>
            <p:cNvGrpSpPr/>
            <p:nvPr/>
          </p:nvGrpSpPr>
          <p:grpSpPr>
            <a:xfrm>
              <a:off x="189370" y="1158295"/>
              <a:ext cx="397717" cy="363600"/>
              <a:chOff x="189370" y="1158295"/>
              <a:chExt cx="397717" cy="363600"/>
            </a:xfrm>
          </p:grpSpPr>
          <p:sp>
            <p:nvSpPr>
              <p:cNvPr id="3438" name="Google Shape;3438;p164"/>
              <p:cNvSpPr txBox="1"/>
              <p:nvPr/>
            </p:nvSpPr>
            <p:spPr>
              <a:xfrm>
                <a:off x="189370" y="1158295"/>
                <a:ext cx="3645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  <p:cxnSp>
            <p:nvCxnSpPr>
              <p:cNvPr id="3439" name="Google Shape;3439;p164"/>
              <p:cNvCxnSpPr/>
              <p:nvPr/>
            </p:nvCxnSpPr>
            <p:spPr>
              <a:xfrm rot="10800000">
                <a:off x="587087" y="1198669"/>
                <a:ext cx="0" cy="20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3440" name="Google Shape;3440;p164"/>
            <p:cNvGrpSpPr/>
            <p:nvPr/>
          </p:nvGrpSpPr>
          <p:grpSpPr>
            <a:xfrm>
              <a:off x="2342020" y="3104395"/>
              <a:ext cx="364500" cy="363600"/>
              <a:chOff x="2342020" y="3104395"/>
              <a:chExt cx="364500" cy="363600"/>
            </a:xfrm>
          </p:grpSpPr>
          <p:sp>
            <p:nvSpPr>
              <p:cNvPr id="3441" name="Google Shape;3441;p164"/>
              <p:cNvSpPr txBox="1"/>
              <p:nvPr/>
            </p:nvSpPr>
            <p:spPr>
              <a:xfrm>
                <a:off x="2342020" y="3104395"/>
                <a:ext cx="3645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000"/>
              </a:p>
            </p:txBody>
          </p:sp>
          <p:cxnSp>
            <p:nvCxnSpPr>
              <p:cNvPr id="3442" name="Google Shape;3442;p164"/>
              <p:cNvCxnSpPr/>
              <p:nvPr/>
            </p:nvCxnSpPr>
            <p:spPr>
              <a:xfrm>
                <a:off x="2342020" y="3168970"/>
                <a:ext cx="148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3443" name="Google Shape;3443;p164"/>
            <p:cNvCxnSpPr/>
            <p:nvPr/>
          </p:nvCxnSpPr>
          <p:spPr>
            <a:xfrm flipH="1" rot="10800000">
              <a:off x="572925" y="1373150"/>
              <a:ext cx="1809900" cy="180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44" name="Google Shape;3444;p164"/>
          <p:cNvSpPr txBox="1"/>
          <p:nvPr/>
        </p:nvSpPr>
        <p:spPr>
          <a:xfrm>
            <a:off x="5257550" y="3561350"/>
            <a:ext cx="34542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Jacob’s double number line has B as the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axis and A as the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axis.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8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50" name="Google Shape;3450;p165"/>
          <p:cNvSpPr txBox="1"/>
          <p:nvPr>
            <p:ph idx="1" type="body"/>
          </p:nvPr>
        </p:nvSpPr>
        <p:spPr>
          <a:xfrm>
            <a:off x="324000" y="987900"/>
            <a:ext cx="5069100" cy="5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correct double number line is:</a:t>
            </a:r>
            <a:endParaRPr/>
          </a:p>
        </p:txBody>
      </p:sp>
      <p:grpSp>
        <p:nvGrpSpPr>
          <p:cNvPr id="3451" name="Google Shape;3451;p165"/>
          <p:cNvGrpSpPr/>
          <p:nvPr/>
        </p:nvGrpSpPr>
        <p:grpSpPr>
          <a:xfrm>
            <a:off x="5392993" y="909792"/>
            <a:ext cx="3197284" cy="2933781"/>
            <a:chOff x="189370" y="1158295"/>
            <a:chExt cx="2517150" cy="2309700"/>
          </a:xfrm>
        </p:grpSpPr>
        <p:pic>
          <p:nvPicPr>
            <p:cNvPr id="3452" name="Google Shape;3452;p1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0202" y="1290562"/>
              <a:ext cx="2023675" cy="2033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53" name="Google Shape;3453;p165"/>
            <p:cNvGrpSpPr/>
            <p:nvPr/>
          </p:nvGrpSpPr>
          <p:grpSpPr>
            <a:xfrm>
              <a:off x="189370" y="1158295"/>
              <a:ext cx="397717" cy="363600"/>
              <a:chOff x="189370" y="1158295"/>
              <a:chExt cx="397717" cy="363600"/>
            </a:xfrm>
          </p:grpSpPr>
          <p:sp>
            <p:nvSpPr>
              <p:cNvPr id="3454" name="Google Shape;3454;p165"/>
              <p:cNvSpPr txBox="1"/>
              <p:nvPr/>
            </p:nvSpPr>
            <p:spPr>
              <a:xfrm>
                <a:off x="189370" y="1158295"/>
                <a:ext cx="3645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000"/>
              </a:p>
            </p:txBody>
          </p:sp>
          <p:cxnSp>
            <p:nvCxnSpPr>
              <p:cNvPr id="3455" name="Google Shape;3455;p165"/>
              <p:cNvCxnSpPr/>
              <p:nvPr/>
            </p:nvCxnSpPr>
            <p:spPr>
              <a:xfrm rot="10800000">
                <a:off x="587087" y="1198669"/>
                <a:ext cx="0" cy="20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3456" name="Google Shape;3456;p165"/>
            <p:cNvGrpSpPr/>
            <p:nvPr/>
          </p:nvGrpSpPr>
          <p:grpSpPr>
            <a:xfrm>
              <a:off x="2342020" y="3104395"/>
              <a:ext cx="364500" cy="363600"/>
              <a:chOff x="2342020" y="3104395"/>
              <a:chExt cx="364500" cy="363600"/>
            </a:xfrm>
          </p:grpSpPr>
          <p:sp>
            <p:nvSpPr>
              <p:cNvPr id="3457" name="Google Shape;3457;p165"/>
              <p:cNvSpPr txBox="1"/>
              <p:nvPr/>
            </p:nvSpPr>
            <p:spPr>
              <a:xfrm>
                <a:off x="2342020" y="3104395"/>
                <a:ext cx="3645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000"/>
              </a:p>
            </p:txBody>
          </p:sp>
          <p:cxnSp>
            <p:nvCxnSpPr>
              <p:cNvPr id="3458" name="Google Shape;3458;p165"/>
              <p:cNvCxnSpPr/>
              <p:nvPr/>
            </p:nvCxnSpPr>
            <p:spPr>
              <a:xfrm>
                <a:off x="2342020" y="3168970"/>
                <a:ext cx="148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3459" name="Google Shape;3459;p165"/>
            <p:cNvCxnSpPr/>
            <p:nvPr/>
          </p:nvCxnSpPr>
          <p:spPr>
            <a:xfrm flipH="1" rot="10800000">
              <a:off x="572925" y="1373150"/>
              <a:ext cx="1809900" cy="180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460" name="Google Shape;3460;p165"/>
          <p:cNvGrpSpPr/>
          <p:nvPr/>
        </p:nvGrpSpPr>
        <p:grpSpPr>
          <a:xfrm>
            <a:off x="1289613" y="1895639"/>
            <a:ext cx="2916841" cy="1038295"/>
            <a:chOff x="1061252" y="1362093"/>
            <a:chExt cx="3725212" cy="1839644"/>
          </a:xfrm>
        </p:grpSpPr>
        <p:grpSp>
          <p:nvGrpSpPr>
            <p:cNvPr id="3461" name="Google Shape;3461;p165"/>
            <p:cNvGrpSpPr/>
            <p:nvPr/>
          </p:nvGrpSpPr>
          <p:grpSpPr>
            <a:xfrm>
              <a:off x="1217651" y="1362093"/>
              <a:ext cx="3568812" cy="1839644"/>
              <a:chOff x="278538" y="2124093"/>
              <a:chExt cx="3568812" cy="1839644"/>
            </a:xfrm>
          </p:grpSpPr>
          <p:grpSp>
            <p:nvGrpSpPr>
              <p:cNvPr id="3462" name="Google Shape;3462;p165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463" name="Google Shape;3463;p16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64" name="Google Shape;3464;p165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65" name="Google Shape;3465;p165"/>
              <p:cNvSpPr txBox="1"/>
              <p:nvPr/>
            </p:nvSpPr>
            <p:spPr>
              <a:xfrm>
                <a:off x="2445450" y="2574225"/>
                <a:ext cx="1401900" cy="51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66" name="Google Shape;3466;p165"/>
              <p:cNvSpPr txBox="1"/>
              <p:nvPr/>
            </p:nvSpPr>
            <p:spPr>
              <a:xfrm>
                <a:off x="2460186" y="3181550"/>
                <a:ext cx="1301700" cy="51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67" name="Google Shape;3467;p165"/>
              <p:cNvSpPr txBox="1"/>
              <p:nvPr/>
            </p:nvSpPr>
            <p:spPr>
              <a:xfrm>
                <a:off x="799918" y="2124093"/>
                <a:ext cx="1998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68" name="Google Shape;3468;p165"/>
              <p:cNvSpPr txBox="1"/>
              <p:nvPr/>
            </p:nvSpPr>
            <p:spPr>
              <a:xfrm>
                <a:off x="1404662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69" name="Google Shape;3469;p165"/>
              <p:cNvSpPr txBox="1"/>
              <p:nvPr/>
            </p:nvSpPr>
            <p:spPr>
              <a:xfrm>
                <a:off x="772411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70" name="Google Shape;3470;p165"/>
              <p:cNvSpPr txBox="1"/>
              <p:nvPr/>
            </p:nvSpPr>
            <p:spPr>
              <a:xfrm>
                <a:off x="1373213" y="2124093"/>
                <a:ext cx="2535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71" name="Google Shape;3471;p165"/>
              <p:cNvSpPr txBox="1"/>
              <p:nvPr/>
            </p:nvSpPr>
            <p:spPr>
              <a:xfrm>
                <a:off x="1949226" y="2124093"/>
                <a:ext cx="3003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72" name="Google Shape;3472;p165"/>
              <p:cNvSpPr txBox="1"/>
              <p:nvPr/>
            </p:nvSpPr>
            <p:spPr>
              <a:xfrm>
                <a:off x="1951646" y="3472937"/>
                <a:ext cx="4929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473" name="Google Shape;3473;p165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74" name="Google Shape;3474;p165"/>
              <p:cNvGrpSpPr/>
              <p:nvPr/>
            </p:nvGrpSpPr>
            <p:grpSpPr>
              <a:xfrm>
                <a:off x="856988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475" name="Google Shape;3475;p16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76" name="Google Shape;3476;p165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77" name="Google Shape;3477;p165"/>
              <p:cNvGrpSpPr/>
              <p:nvPr/>
            </p:nvGrpSpPr>
            <p:grpSpPr>
              <a:xfrm>
                <a:off x="2008903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478" name="Google Shape;3478;p16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79" name="Google Shape;3479;p165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80" name="Google Shape;3480;p165"/>
              <p:cNvGrpSpPr/>
              <p:nvPr/>
            </p:nvGrpSpPr>
            <p:grpSpPr>
              <a:xfrm>
                <a:off x="1432946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3481" name="Google Shape;3481;p16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82" name="Google Shape;3482;p165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483" name="Google Shape;3483;p165"/>
              <p:cNvCxnSpPr>
                <a:endCxn id="3465" idx="1"/>
              </p:cNvCxnSpPr>
              <p:nvPr/>
            </p:nvCxnSpPr>
            <p:spPr>
              <a:xfrm>
                <a:off x="344550" y="28302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484" name="Google Shape;3484;p165"/>
              <p:cNvCxnSpPr/>
              <p:nvPr/>
            </p:nvCxnSpPr>
            <p:spPr>
              <a:xfrm>
                <a:off x="278538" y="3318438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485" name="Google Shape;3485;p165"/>
            <p:cNvSpPr/>
            <p:nvPr/>
          </p:nvSpPr>
          <p:spPr>
            <a:xfrm>
              <a:off x="1061252" y="1767125"/>
              <a:ext cx="244500" cy="10041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6" name="Google Shape;3486;p165"/>
            <p:cNvSpPr/>
            <p:nvPr/>
          </p:nvSpPr>
          <p:spPr>
            <a:xfrm>
              <a:off x="1367043" y="2114725"/>
              <a:ext cx="1650600" cy="4116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87" name="Google Shape;3487;p165"/>
          <p:cNvSpPr txBox="1"/>
          <p:nvPr/>
        </p:nvSpPr>
        <p:spPr>
          <a:xfrm>
            <a:off x="635375" y="3865600"/>
            <a:ext cx="386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1 A, there are 3 Bs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8" name="Google Shape;3488;p165"/>
          <p:cNvSpPr txBox="1"/>
          <p:nvPr/>
        </p:nvSpPr>
        <p:spPr>
          <a:xfrm>
            <a:off x="635375" y="3332200"/>
            <a:ext cx="456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3 As, there are 9 Bs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166"/>
          <p:cNvSpPr txBox="1"/>
          <p:nvPr>
            <p:ph idx="1" type="body"/>
          </p:nvPr>
        </p:nvSpPr>
        <p:spPr>
          <a:xfrm>
            <a:off x="324000" y="759300"/>
            <a:ext cx="41814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4) Fill in missing information and graph when a scale drawing on a map states for every 3 cm is 10 km in real life.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Work out 12 cm in km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Work out 45 cm in km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Work out 60 km in cm</a:t>
            </a:r>
            <a:endParaRPr sz="1900"/>
          </a:p>
        </p:txBody>
      </p:sp>
      <p:sp>
        <p:nvSpPr>
          <p:cNvPr id="3494" name="Google Shape;3494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95" name="Google Shape;3495;p166"/>
          <p:cNvSpPr txBox="1"/>
          <p:nvPr/>
        </p:nvSpPr>
        <p:spPr>
          <a:xfrm>
            <a:off x="661825" y="2454400"/>
            <a:ext cx="281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40 km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6" name="Google Shape;3496;p166"/>
          <p:cNvSpPr txBox="1"/>
          <p:nvPr/>
        </p:nvSpPr>
        <p:spPr>
          <a:xfrm>
            <a:off x="661825" y="3445000"/>
            <a:ext cx="289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km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7" name="Google Shape;3497;p166"/>
          <p:cNvSpPr txBox="1"/>
          <p:nvPr/>
        </p:nvSpPr>
        <p:spPr>
          <a:xfrm>
            <a:off x="661825" y="4359400"/>
            <a:ext cx="328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8" name="Google Shape;3498;p166"/>
          <p:cNvSpPr/>
          <p:nvPr/>
        </p:nvSpPr>
        <p:spPr>
          <a:xfrm>
            <a:off x="2768850" y="1423575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9" name="Google Shape;3499;p166"/>
          <p:cNvSpPr/>
          <p:nvPr/>
        </p:nvSpPr>
        <p:spPr>
          <a:xfrm>
            <a:off x="3694383" y="1423575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0" name="Google Shape;3500;p166"/>
          <p:cNvSpPr/>
          <p:nvPr/>
        </p:nvSpPr>
        <p:spPr>
          <a:xfrm>
            <a:off x="1930650" y="2207841"/>
            <a:ext cx="236700" cy="24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1" name="Google Shape;3501;p166"/>
          <p:cNvSpPr/>
          <p:nvPr/>
        </p:nvSpPr>
        <p:spPr>
          <a:xfrm>
            <a:off x="1930650" y="4036652"/>
            <a:ext cx="285000" cy="33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2" name="Google Shape;3502;p166"/>
          <p:cNvSpPr txBox="1"/>
          <p:nvPr/>
        </p:nvSpPr>
        <p:spPr>
          <a:xfrm>
            <a:off x="3296475" y="3316650"/>
            <a:ext cx="4592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15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cm for every 10 km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503" name="Google Shape;3503;p166"/>
          <p:cNvGrpSpPr/>
          <p:nvPr/>
        </p:nvGrpSpPr>
        <p:grpSpPr>
          <a:xfrm>
            <a:off x="4961475" y="576000"/>
            <a:ext cx="3734350" cy="3210499"/>
            <a:chOff x="4961475" y="576000"/>
            <a:chExt cx="3734350" cy="3210499"/>
          </a:xfrm>
        </p:grpSpPr>
        <p:grpSp>
          <p:nvGrpSpPr>
            <p:cNvPr id="3504" name="Google Shape;3504;p166"/>
            <p:cNvGrpSpPr/>
            <p:nvPr/>
          </p:nvGrpSpPr>
          <p:grpSpPr>
            <a:xfrm>
              <a:off x="4961475" y="576000"/>
              <a:ext cx="3734350" cy="3210499"/>
              <a:chOff x="4961475" y="576000"/>
              <a:chExt cx="3734350" cy="3210499"/>
            </a:xfrm>
          </p:grpSpPr>
          <p:pic>
            <p:nvPicPr>
              <p:cNvPr id="3505" name="Google Shape;3505;p16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961475" y="731100"/>
                <a:ext cx="3570917" cy="30553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06" name="Google Shape;3506;p166"/>
              <p:cNvSpPr txBox="1"/>
              <p:nvPr/>
            </p:nvSpPr>
            <p:spPr>
              <a:xfrm>
                <a:off x="8077525" y="3208775"/>
                <a:ext cx="618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/>
              </a:p>
            </p:txBody>
          </p:sp>
          <p:sp>
            <p:nvSpPr>
              <p:cNvPr id="3507" name="Google Shape;3507;p166"/>
              <p:cNvSpPr txBox="1"/>
              <p:nvPr/>
            </p:nvSpPr>
            <p:spPr>
              <a:xfrm>
                <a:off x="5081725" y="576000"/>
                <a:ext cx="618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k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m</a:t>
                </a:r>
                <a:endParaRPr/>
              </a:p>
            </p:txBody>
          </p:sp>
          <p:cxnSp>
            <p:nvCxnSpPr>
              <p:cNvPr id="3508" name="Google Shape;3508;p166"/>
              <p:cNvCxnSpPr/>
              <p:nvPr/>
            </p:nvCxnSpPr>
            <p:spPr>
              <a:xfrm rot="10800000">
                <a:off x="5146798" y="1150819"/>
                <a:ext cx="0" cy="26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3509" name="Google Shape;3509;p166"/>
            <p:cNvCxnSpPr/>
            <p:nvPr/>
          </p:nvCxnSpPr>
          <p:spPr>
            <a:xfrm flipH="1" rot="10800000">
              <a:off x="8383548" y="3602169"/>
              <a:ext cx="160200" cy="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3" name="Shape 3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16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</p:txBody>
      </p:sp>
      <p:sp>
        <p:nvSpPr>
          <p:cNvPr id="3515" name="Google Shape;3515;p167"/>
          <p:cNvSpPr txBox="1"/>
          <p:nvPr/>
        </p:nvSpPr>
        <p:spPr>
          <a:xfrm>
            <a:off x="32400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Proportionality means when variables are in proportion if they have a constant multiplicative relationship.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6" name="Google Shape;3516;p167"/>
          <p:cNvSpPr txBox="1"/>
          <p:nvPr/>
        </p:nvSpPr>
        <p:spPr>
          <a:xfrm>
            <a:off x="324000" y="19023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lots of different ways to represent a ratio: bar models, ratio tables, double number lines and graphs to name some examples.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7" name="Google Shape;3517;p167"/>
          <p:cNvSpPr txBox="1"/>
          <p:nvPr/>
        </p:nvSpPr>
        <p:spPr>
          <a:xfrm>
            <a:off x="324000" y="33501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important is understanding how the same ratio can be represented in lots of these different ways.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1" name="Shape 3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Google Shape;3522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523" name="Google Shape;3523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