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EA1E7D-F01D-4F13-8CD1-B6BB5FC9258D}">
  <a:tblStyle styleId="{50EA1E7D-F01D-4F13-8CD1-B6BB5FC925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a911c841d4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a911c841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a9123b35ed_0_3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a9123b35ed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68000" y="864000"/>
            <a:ext cx="6624000" cy="83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multiplicative relationships as ratios and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1633900"/>
            <a:ext cx="530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Multiplicative relationships as ratios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19250" y="2012075"/>
            <a:ext cx="67248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ratio table, fill in the blanks.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1489050" y="2288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1243150"/>
                <a:gridCol w="1243150"/>
                <a:gridCol w="1243150"/>
                <a:gridCol w="1243150"/>
              </a:tblGrid>
              <a:tr h="45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Flour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Eggs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Sugar (g)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</a:tr>
              <a:tr h="28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514500" y="3471575"/>
            <a:ext cx="6855300" cy="17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eggs ×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Flour (g)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egg, there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 of flour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 of water (ml) ×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8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= Sugar (g)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ml of water, there is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 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flour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Amount of sugar (g) 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0.5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Flour (g)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g of sugar,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there is 0.5 g of flour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5608800"/>
            <a:ext cx="4749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the following bar models,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Shorts  × …………   = 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shirts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pair of shorts, there are ………………………..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Cat  × ………… = Mice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cat, there are ………………………..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House × …………. = Phone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house , there are ……………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3410536" y="6465025"/>
            <a:ext cx="1746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T-shirts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2737042" y="7598063"/>
            <a:ext cx="136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mice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640350" y="6165225"/>
            <a:ext cx="42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573575" y="8368567"/>
            <a:ext cx="42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959067" y="8645125"/>
            <a:ext cx="136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phones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374750" y="7266900"/>
            <a:ext cx="42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2347275" y="699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531625"/>
                <a:gridCol w="531625"/>
                <a:gridCol w="531625"/>
                <a:gridCol w="531625"/>
                <a:gridCol w="531625"/>
                <a:gridCol w="531625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C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/>
                        <a:t>C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/>
                        <a:t>M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/>
                        <a:t>M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/>
                        <a:t>M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100"/>
                        <a:t>M</a:t>
                      </a:r>
                      <a:endParaRPr sz="21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4" name="Google Shape;184;p20"/>
          <p:cNvGraphicFramePr/>
          <p:nvPr/>
        </p:nvGraphicFramePr>
        <p:xfrm>
          <a:off x="1455850" y="593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621575"/>
                <a:gridCol w="621575"/>
                <a:gridCol w="621575"/>
                <a:gridCol w="621575"/>
                <a:gridCol w="621575"/>
                <a:gridCol w="621575"/>
                <a:gridCol w="621575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</a:rPr>
                        <a:t>S</a:t>
                      </a:r>
                      <a:endParaRPr sz="19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000000"/>
                          </a:solidFill>
                        </a:rPr>
                        <a:t>T</a:t>
                      </a:r>
                      <a:endParaRPr sz="19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" name="Google Shape;185;p20"/>
          <p:cNvGraphicFramePr/>
          <p:nvPr/>
        </p:nvGraphicFramePr>
        <p:xfrm>
          <a:off x="2377375" y="815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547075"/>
                <a:gridCol w="547075"/>
                <a:gridCol w="547075"/>
                <a:gridCol w="547075"/>
                <a:gridCol w="547075"/>
                <a:gridCol w="547075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H</a:t>
                      </a:r>
                      <a:endParaRPr sz="22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H</a:t>
                      </a:r>
                      <a:endParaRPr sz="22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</a:t>
                      </a:r>
                      <a:endParaRPr sz="2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</a:t>
                      </a:r>
                      <a:endParaRPr sz="22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/>
                        <a:t>P</a:t>
                      </a:r>
                      <a:endParaRPr sz="22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/>
                        <a:t>P</a:t>
                      </a:r>
                      <a:endParaRPr sz="2200"/>
                    </a:p>
                  </a:txBody>
                  <a:tcPr marT="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multiplicative relationships as ratios and fractions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990025"/>
            <a:ext cx="82377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spills ink all over his work.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work out what was under the ink splats?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Ratio table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1101750" y="1651513"/>
            <a:ext cx="6970200" cy="6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Here is a bar model showing the ratio water, glue and paper.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3" name="Google Shape;193;p21"/>
          <p:cNvGraphicFramePr/>
          <p:nvPr/>
        </p:nvGraphicFramePr>
        <p:xfrm>
          <a:off x="1243025" y="1950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474850"/>
                <a:gridCol w="474850"/>
                <a:gridCol w="474850"/>
                <a:gridCol w="474850"/>
                <a:gridCol w="474850"/>
                <a:gridCol w="474850"/>
                <a:gridCol w="474850"/>
                <a:gridCol w="474850"/>
                <a:gridCol w="474850"/>
                <a:gridCol w="474850"/>
                <a:gridCol w="474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W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W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4" name="Google Shape;194;p21"/>
          <p:cNvGraphicFramePr/>
          <p:nvPr/>
        </p:nvGraphicFramePr>
        <p:xfrm>
          <a:off x="511350" y="2869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664925"/>
                <a:gridCol w="664925"/>
                <a:gridCol w="664925"/>
              </a:tblGrid>
              <a:tr h="330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468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1"/>
          <p:cNvSpPr txBox="1"/>
          <p:nvPr/>
        </p:nvSpPr>
        <p:spPr>
          <a:xfrm>
            <a:off x="2667575" y="2863950"/>
            <a:ext cx="44247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part water, there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are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3 parts glue.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part paper, there are 2 parts glue.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1 part glue, there are 0.5 parts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paper.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part water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there are 1.5 parts paper.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8000" y="690783"/>
            <a:ext cx="530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Multiplicative relationships as ratios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511350" y="4177775"/>
            <a:ext cx="6686700" cy="39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Laura, Lucas Alex and are making papier mache.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instructions are: for every 4 tablespoons of white flour use 240 ml of water.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uses 8 tablespoons of flour and 480 ml of water.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Alex used 6 tablespoons of flour and 242 ml of water.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Lucas used 2 tablespoons of flour and 238 ml of water.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8" name="Google Shape;198;p21"/>
          <p:cNvGraphicFramePr/>
          <p:nvPr/>
        </p:nvGraphicFramePr>
        <p:xfrm>
          <a:off x="551438" y="490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1347575"/>
                <a:gridCol w="1243400"/>
              </a:tblGrid>
              <a:tr h="500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Tablespoons of flour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3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21"/>
          <p:cNvSpPr txBox="1"/>
          <p:nvPr/>
        </p:nvSpPr>
        <p:spPr>
          <a:xfrm>
            <a:off x="3221100" y="5322463"/>
            <a:ext cx="41433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Tablespoons of flour × 60 = ml of water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221100" y="4911875"/>
            <a:ext cx="22503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240 ÷ 4 = 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01" name="Google Shape;201;p21"/>
          <p:cNvGraphicFramePr/>
          <p:nvPr/>
        </p:nvGraphicFramePr>
        <p:xfrm>
          <a:off x="511338" y="6306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1919200"/>
                <a:gridCol w="1038950"/>
              </a:tblGrid>
              <a:tr h="14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Tablespoons of flour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16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2" name="Google Shape;202;p21"/>
          <p:cNvSpPr txBox="1"/>
          <p:nvPr/>
        </p:nvSpPr>
        <p:spPr>
          <a:xfrm>
            <a:off x="3753900" y="6268075"/>
            <a:ext cx="326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480 ÷  8 = 60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Laura has the correct ratio.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For every tablespoon of flour, there are 60 ml of water</a:t>
            </a:r>
            <a:endParaRPr sz="1200"/>
          </a:p>
        </p:txBody>
      </p:sp>
      <p:graphicFrame>
        <p:nvGraphicFramePr>
          <p:cNvPr id="203" name="Google Shape;203;p21"/>
          <p:cNvGraphicFramePr/>
          <p:nvPr/>
        </p:nvGraphicFramePr>
        <p:xfrm>
          <a:off x="511350" y="749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1919175"/>
                <a:gridCol w="1038975"/>
              </a:tblGrid>
              <a:tr h="26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Tablespoons of flour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62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4" name="Google Shape;204;p21"/>
          <p:cNvGrpSpPr/>
          <p:nvPr/>
        </p:nvGrpSpPr>
        <p:grpSpPr>
          <a:xfrm>
            <a:off x="3617275" y="7486538"/>
            <a:ext cx="3216000" cy="738900"/>
            <a:chOff x="3617275" y="7550038"/>
            <a:chExt cx="3216000" cy="738900"/>
          </a:xfrm>
        </p:grpSpPr>
        <p:sp>
          <p:nvSpPr>
            <p:cNvPr id="205" name="Google Shape;205;p21"/>
            <p:cNvSpPr txBox="1"/>
            <p:nvPr/>
          </p:nvSpPr>
          <p:spPr>
            <a:xfrm>
              <a:off x="3617275" y="7550038"/>
              <a:ext cx="321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242 ÷  6 = 40  . </a:t>
              </a:r>
              <a:r>
                <a:rPr lang="en-GB" sz="1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Alex has added 2 tablespoons and then added 2 ml. For every tablespoon of flour, there are 40  ml of water </a:t>
              </a:r>
              <a:endParaRPr sz="800"/>
            </a:p>
          </p:txBody>
        </p:sp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206" name="Google Shape;206;p21" title="one thir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09863" y="7624363"/>
              <a:ext cx="63925" cy="21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207" name="Google Shape;207;p21" title="one thir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11713" y="8003113"/>
              <a:ext cx="63925" cy="21150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08" name="Google Shape;208;p21"/>
          <p:cNvGraphicFramePr/>
          <p:nvPr/>
        </p:nvGraphicFramePr>
        <p:xfrm>
          <a:off x="511350" y="886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1919200"/>
                <a:gridCol w="1038950"/>
              </a:tblGrid>
              <a:tr h="69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Tablespoons of flour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Water (ml)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" name="Google Shape;209;p21"/>
          <p:cNvSpPr txBox="1"/>
          <p:nvPr/>
        </p:nvSpPr>
        <p:spPr>
          <a:xfrm>
            <a:off x="3700950" y="8812125"/>
            <a:ext cx="337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238 ÷ 2 = 119.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Lucas has subtracted 2 tablespoons and then subtracted 2 ml. For every tablespoon of flour, there are 119 ml of water.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51450" y="9609625"/>
            <a:ext cx="607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Lucas’s ratio will be too watery.</a:t>
            </a:r>
            <a:endParaRPr sz="800"/>
          </a:p>
        </p:txBody>
      </p:sp>
      <p:cxnSp>
        <p:nvCxnSpPr>
          <p:cNvPr id="211" name="Google Shape;211;p21"/>
          <p:cNvCxnSpPr/>
          <p:nvPr/>
        </p:nvCxnSpPr>
        <p:spPr>
          <a:xfrm>
            <a:off x="474757" y="994250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/>
        </p:nvSpPr>
        <p:spPr>
          <a:xfrm>
            <a:off x="468000" y="1077950"/>
            <a:ext cx="6473100" cy="3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the bar model,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Cat 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=  Dog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	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cat, there are 3 dogs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Present ×    =  Heart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present, there are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Apple ×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=  Orange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apple, there are 2  oranges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217" name="Google Shape;217;p22" title="fiv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052" y="2995184"/>
            <a:ext cx="123384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2}&quot;&gt;&lt;mfrac&gt;&lt;mn&gt;5&lt;/mn&gt;&lt;mn&gt;2&lt;/mn&gt;&lt;/mfrac&gt;&lt;/math&gt;" id="218" name="Google Shape;218;p22" title="five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6715" y="2995184"/>
            <a:ext cx="123384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0" name="Google Shape;220;p22"/>
          <p:cNvSpPr txBox="1"/>
          <p:nvPr>
            <p:ph idx="1" type="subTitle"/>
          </p:nvPr>
        </p:nvSpPr>
        <p:spPr>
          <a:xfrm>
            <a:off x="1463400" y="360000"/>
            <a:ext cx="47826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Expressing multiplicative relationships as ratios and fractions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468000" y="720000"/>
            <a:ext cx="530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Multiplicative relationships as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3817375" y="3609975"/>
            <a:ext cx="272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 of oranges =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4}{6}=\frac{2}{3}&quot;&gt;&lt;mfrac&gt;&lt;mn&gt;4&lt;/mn&gt;&lt;mn&gt;6&lt;/mn&gt;&lt;/mfrac&gt;&lt;mo&gt;=&lt;/mo&gt;&lt;mfrac&gt;&lt;mn&gt;2&lt;/mn&gt;&lt;mn&gt;3&lt;/mn&gt;&lt;/mfrac&gt;&lt;/math&gt;" id="226" name="Google Shape;226;p22" title="four sixths equals two thirds"/>
          <p:cNvPicPr preferRelativeResize="0"/>
          <p:nvPr/>
        </p:nvPicPr>
        <p:blipFill rotWithShape="1">
          <a:blip r:embed="rId4">
            <a:alphaModFix/>
          </a:blip>
          <a:srcRect b="0" l="0" r="65162" t="0"/>
          <a:stretch/>
        </p:blipFill>
        <p:spPr>
          <a:xfrm>
            <a:off x="5517525" y="3601383"/>
            <a:ext cx="183505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4162225" y="2494563"/>
            <a:ext cx="419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 of hearts =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5}{7}&quot;&gt;&lt;mfrac&gt;&lt;mn&gt;5&lt;/mn&gt;&lt;mn&gt;7&lt;/mn&gt;&lt;/mfrac&gt;&lt;/math&gt;" id="228" name="Google Shape;228;p22" title="five sev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4369" y="2458024"/>
            <a:ext cx="141954" cy="4424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22"/>
          <p:cNvGrpSpPr/>
          <p:nvPr/>
        </p:nvGrpSpPr>
        <p:grpSpPr>
          <a:xfrm>
            <a:off x="3078925" y="1517477"/>
            <a:ext cx="1698352" cy="441776"/>
            <a:chOff x="3078925" y="1517477"/>
            <a:chExt cx="1698352" cy="441776"/>
          </a:xfrm>
        </p:grpSpPr>
        <p:sp>
          <p:nvSpPr>
            <p:cNvPr id="230" name="Google Shape;230;p22"/>
            <p:cNvSpPr txBox="1"/>
            <p:nvPr/>
          </p:nvSpPr>
          <p:spPr>
            <a:xfrm>
              <a:off x="3078925" y="1553725"/>
              <a:ext cx="1537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Fraction of dogs =</a:t>
              </a:r>
              <a:endParaRPr sz="1200"/>
            </a:p>
          </p:txBody>
        </p:sp>
        <p:pic>
          <p:nvPicPr>
            <p:cNvPr descr="&lt;math xmlns=&quot;http://www.w3.org/1998/Math/MathML&quot; display=&quot;block&quot; data-is-equatio=&quot;1&quot; data-latex=&quot;\frac{3}{4}&quot;&gt;&lt;mfrac&gt;&lt;mn&gt;3&lt;/mn&gt;&lt;mn&gt;4&lt;/mn&gt;&lt;/mfrac&gt;&lt;/math&gt;" id="231" name="Google Shape;231;p22" title="three fourth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635323" y="1517477"/>
              <a:ext cx="141954" cy="441776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232" name="Google Shape;232;p22"/>
          <p:cNvGraphicFramePr/>
          <p:nvPr/>
        </p:nvGraphicFramePr>
        <p:xfrm>
          <a:off x="5792600" y="6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382850"/>
                <a:gridCol w="382850"/>
                <a:gridCol w="382850"/>
              </a:tblGrid>
              <a:tr h="3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1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3" name="Google Shape;233;p22"/>
          <p:cNvGraphicFramePr/>
          <p:nvPr/>
        </p:nvGraphicFramePr>
        <p:xfrm>
          <a:off x="565350" y="6544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440975"/>
                <a:gridCol w="440975"/>
                <a:gridCol w="436250"/>
              </a:tblGrid>
              <a:tr h="27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7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4" name="Google Shape;234;p22"/>
          <p:cNvGraphicFramePr/>
          <p:nvPr/>
        </p:nvGraphicFramePr>
        <p:xfrm>
          <a:off x="2144800" y="6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382850"/>
                <a:gridCol w="382850"/>
                <a:gridCol w="382850"/>
              </a:tblGrid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5" name="Google Shape;235;p22"/>
          <p:cNvGraphicFramePr/>
          <p:nvPr/>
        </p:nvGraphicFramePr>
        <p:xfrm>
          <a:off x="3710600" y="6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470325"/>
                <a:gridCol w="470325"/>
                <a:gridCol w="465300"/>
              </a:tblGrid>
              <a:tr h="33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3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" name="Google Shape;236;p22"/>
          <p:cNvSpPr txBox="1"/>
          <p:nvPr/>
        </p:nvSpPr>
        <p:spPr>
          <a:xfrm>
            <a:off x="428439" y="7460850"/>
            <a:ext cx="856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Jacob likes strawberries, which smoothie should he pick?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4912125" y="7417549"/>
            <a:ext cx="70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421392" y="8046500"/>
            <a:ext cx="856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Sofia likes apple, which smoothie should she pick?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4408125" y="8022575"/>
            <a:ext cx="171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432675" y="8672200"/>
            <a:ext cx="327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smoothie has the least banana?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3593688" y="8672487"/>
            <a:ext cx="70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585450" y="7730400"/>
            <a:ext cx="503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Smoothie B has the highest proportion of strawberries.    are strawberries.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8}\ \frac{1}{3}\ \ \frac{3}{11}\ \frac{1}{5}&quot;&gt;&lt;mfrac&gt;&lt;mn&gt;1&lt;/mn&gt;&lt;mn&gt;8&lt;/mn&gt;&lt;/mfrac&gt;&lt;mtext&gt;&lt;/mtext&gt;&lt;mfrac&gt;&lt;mn&gt;1&lt;/mn&gt;&lt;mn&gt;3&lt;/mn&gt;&lt;/mfrac&gt;&lt;mtext&gt;&lt;/mtext&gt;&lt;mtext&gt;&lt;/mtext&gt;&lt;mfrac&gt;&lt;mn&gt;3&lt;/mn&gt;&lt;mn&gt;11&lt;/mn&gt;&lt;/mfrac&gt;&lt;mtext&gt;&lt;/mtext&gt;&lt;mfrac&gt;&lt;mn&gt;1&lt;/mn&gt;&lt;mn&gt;5&lt;/mn&gt;&lt;/mfrac&gt;&lt;/math&gt;" id="243" name="Google Shape;243;p22" title="one eighth one third 3 over 11 one fifth"/>
          <p:cNvPicPr preferRelativeResize="0"/>
          <p:nvPr/>
        </p:nvPicPr>
        <p:blipFill rotWithShape="1">
          <a:blip r:embed="rId7">
            <a:alphaModFix/>
          </a:blip>
          <a:srcRect b="0" l="22819" r="59551" t="0"/>
          <a:stretch/>
        </p:blipFill>
        <p:spPr>
          <a:xfrm>
            <a:off x="4342600" y="7713199"/>
            <a:ext cx="141950" cy="35640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567900" y="8381600"/>
            <a:ext cx="653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Smoothie D has the highest proportion of apples.    are apples.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8}=\frac{1}{4}\ \frac{1}{3}\ \frac{2}{11}\ \frac{2}{5}&quot;&gt;&lt;mfrac&gt;&lt;mn&gt;2&lt;/mn&gt;&lt;mn&gt;8&lt;/mn&gt;&lt;/mfrac&gt;&lt;mo&gt;=&lt;/mo&gt;&lt;mfrac&gt;&lt;mn&gt;1&lt;/mn&gt;&lt;mn&gt;4&lt;/mn&gt;&lt;/mfrac&gt;&lt;mtext&gt;&lt;/mtext&gt;&lt;mfrac&gt;&lt;mn&gt;1&lt;/mn&gt;&lt;mn&gt;3&lt;/mn&gt;&lt;/mfrac&gt;&lt;mtext&gt;&lt;/mtext&gt;&lt;mfrac&gt;&lt;mn&gt;2&lt;/mn&gt;&lt;mn&gt;11&lt;/mn&gt;&lt;/mfrac&gt;&lt;mtext&gt;&lt;/mtext&gt;&lt;mfrac&gt;&lt;mn&gt;2&lt;/mn&gt;&lt;mn&gt;5&lt;/mn&gt;&lt;/mfrac&gt;&lt;/math&gt;" id="245" name="Google Shape;245;p22" title="two eighths equals one fourth one third 2 over 11 two fifths"/>
          <p:cNvPicPr preferRelativeResize="0"/>
          <p:nvPr/>
        </p:nvPicPr>
        <p:blipFill rotWithShape="1">
          <a:blip r:embed="rId8">
            <a:alphaModFix/>
          </a:blip>
          <a:srcRect b="0" l="84367" r="-2944" t="0"/>
          <a:stretch/>
        </p:blipFill>
        <p:spPr>
          <a:xfrm>
            <a:off x="3829312" y="8314934"/>
            <a:ext cx="234051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2"/>
          <p:cNvSpPr txBox="1"/>
          <p:nvPr/>
        </p:nvSpPr>
        <p:spPr>
          <a:xfrm>
            <a:off x="482100" y="8965306"/>
            <a:ext cx="653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Smoothie B has the least proportion of bananas.    are bananas.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8}\ \frac{1}{3}\ \ \frac{3}{11}\ \frac{1}{5}&quot;&gt;&lt;mfrac&gt;&lt;mn&gt;1&lt;/mn&gt;&lt;mn&gt;8&lt;/mn&gt;&lt;/mfrac&gt;&lt;mtext&gt;&lt;/mtext&gt;&lt;mfrac&gt;&lt;mn&gt;1&lt;/mn&gt;&lt;mn&gt;3&lt;/mn&gt;&lt;/mfrac&gt;&lt;mtext&gt;&lt;/mtext&gt;&lt;mtext&gt;&lt;/mtext&gt;&lt;mfrac&gt;&lt;mn&gt;3&lt;/mn&gt;&lt;mn&gt;11&lt;/mn&gt;&lt;/mfrac&gt;&lt;mtext&gt;&lt;/mtext&gt;&lt;mfrac&gt;&lt;mn&gt;1&lt;/mn&gt;&lt;mn&gt;5&lt;/mn&gt;&lt;/mfrac&gt;&lt;/math&gt;" id="247" name="Google Shape;247;p22" title="one eighth one third 3 over 11 one fifth"/>
          <p:cNvPicPr preferRelativeResize="0"/>
          <p:nvPr/>
        </p:nvPicPr>
        <p:blipFill rotWithShape="1">
          <a:blip r:embed="rId7">
            <a:alphaModFix/>
          </a:blip>
          <a:srcRect b="0" l="22819" r="59551" t="0"/>
          <a:stretch/>
        </p:blipFill>
        <p:spPr>
          <a:xfrm>
            <a:off x="3783713" y="9015699"/>
            <a:ext cx="141950" cy="35640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/>
          <p:nvPr/>
        </p:nvSpPr>
        <p:spPr>
          <a:xfrm>
            <a:off x="2054688" y="5096388"/>
            <a:ext cx="1259400" cy="1173600"/>
          </a:xfrm>
          <a:prstGeom prst="flowChartAlternateProcess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5466213" y="5096388"/>
            <a:ext cx="1616700" cy="1173600"/>
          </a:xfrm>
          <a:prstGeom prst="flowChartAlternateProcess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3388013" y="5091463"/>
            <a:ext cx="2018700" cy="1173600"/>
          </a:xfrm>
          <a:prstGeom prst="flowChartAlternateProcess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505288" y="5091463"/>
            <a:ext cx="1505100" cy="1173600"/>
          </a:xfrm>
          <a:prstGeom prst="flowChartAlternateProcess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477088" y="4561188"/>
            <a:ext cx="65667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There are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four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types of smoothies for sale all containing strawberries, apples and banana.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609388" y="5157888"/>
            <a:ext cx="1401000" cy="13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strawberry, there are 2 slices of apples and 5 slices of banana.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2126913" y="5220300"/>
            <a:ext cx="8490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All fruit is equally split.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3443650" y="5096388"/>
            <a:ext cx="1893000" cy="1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Banana ×   = Apples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every strawberry, there are 2 slices of banana.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5526613" y="5198038"/>
            <a:ext cx="1318200" cy="14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Apple and banana have the same ratio. Strawberry is 50% of banana.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1586863" y="4984713"/>
            <a:ext cx="39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58" name="Google Shape;258;p22" title="one thir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59365" y="5255958"/>
            <a:ext cx="111125" cy="36778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2899213" y="5041375"/>
            <a:ext cx="705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5020013" y="5011188"/>
            <a:ext cx="33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6682563" y="5026612"/>
            <a:ext cx="3939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496650" y="9308500"/>
            <a:ext cx="6566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Create your own smoothie so the ratio of banana &gt; ratio of apple &gt; ratio of strawberries.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5526625" y="2963975"/>
            <a:ext cx="74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hearts</a:t>
            </a:r>
            <a:endParaRPr sz="13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4" name="Google Shape;264;p22"/>
          <p:cNvGraphicFramePr/>
          <p:nvPr/>
        </p:nvGraphicFramePr>
        <p:xfrm>
          <a:off x="760600" y="35353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501375"/>
                <a:gridCol w="501375"/>
                <a:gridCol w="501375"/>
                <a:gridCol w="501375"/>
                <a:gridCol w="501375"/>
                <a:gridCol w="501375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65" name="Google Shape;265;p22"/>
          <p:cNvGraphicFramePr/>
          <p:nvPr/>
        </p:nvGraphicFramePr>
        <p:xfrm>
          <a:off x="760600" y="2449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471825"/>
                <a:gridCol w="471825"/>
                <a:gridCol w="471825"/>
                <a:gridCol w="471825"/>
                <a:gridCol w="471825"/>
                <a:gridCol w="471825"/>
                <a:gridCol w="471825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6" name="Google Shape;266;p22"/>
          <p:cNvGraphicFramePr/>
          <p:nvPr/>
        </p:nvGraphicFramePr>
        <p:xfrm>
          <a:off x="778751" y="1384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{50EA1E7D-F01D-4F13-8CD1-B6BB5FC9258D}</a:tableStyleId>
              </a:tblPr>
              <a:tblGrid>
                <a:gridCol w="543650"/>
                <a:gridCol w="543650"/>
                <a:gridCol w="543650"/>
                <a:gridCol w="543650"/>
              </a:tblGrid>
              <a:tr h="3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9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