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71" r:id="rId4"/>
    <p:sldMasterId id="214748377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9391551-2877-4EA5-9AC9-840A8582D54C}">
  <a:tblStyle styleId="{B9391551-2877-4EA5-9AC9-840A8582D54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1" name="Shape 1491"/>
        <p:cNvGrpSpPr/>
        <p:nvPr/>
      </p:nvGrpSpPr>
      <p:grpSpPr>
        <a:xfrm>
          <a:off x="0" y="0"/>
          <a:ext cx="0" cy="0"/>
          <a:chOff x="0" y="0"/>
          <a:chExt cx="0" cy="0"/>
        </a:xfrm>
      </p:grpSpPr>
      <p:sp>
        <p:nvSpPr>
          <p:cNvPr id="1492" name="Google Shape;1492;g1ec3db0a106_0_7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3" name="Google Shape;1493;g1ec3db0a106_0_7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7" name="Shape 1497"/>
        <p:cNvGrpSpPr/>
        <p:nvPr/>
      </p:nvGrpSpPr>
      <p:grpSpPr>
        <a:xfrm>
          <a:off x="0" y="0"/>
          <a:ext cx="0" cy="0"/>
          <a:chOff x="0" y="0"/>
          <a:chExt cx="0" cy="0"/>
        </a:xfrm>
      </p:grpSpPr>
      <p:sp>
        <p:nvSpPr>
          <p:cNvPr id="1498" name="Google Shape;1498;g1ec3db0a106_0_7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9" name="Google Shape;1499;g1ec3db0a106_0_7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2" name="Shape 1502"/>
        <p:cNvGrpSpPr/>
        <p:nvPr/>
      </p:nvGrpSpPr>
      <p:grpSpPr>
        <a:xfrm>
          <a:off x="0" y="0"/>
          <a:ext cx="0" cy="0"/>
          <a:chOff x="0" y="0"/>
          <a:chExt cx="0" cy="0"/>
        </a:xfrm>
      </p:grpSpPr>
      <p:sp>
        <p:nvSpPr>
          <p:cNvPr id="1503" name="Google Shape;1503;g1ec3db0a106_0_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4" name="Google Shape;1504;g1ec3db0a106_0_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7" name="Shape 1507"/>
        <p:cNvGrpSpPr/>
        <p:nvPr/>
      </p:nvGrpSpPr>
      <p:grpSpPr>
        <a:xfrm>
          <a:off x="0" y="0"/>
          <a:ext cx="0" cy="0"/>
          <a:chOff x="0" y="0"/>
          <a:chExt cx="0" cy="0"/>
        </a:xfrm>
      </p:grpSpPr>
      <p:sp>
        <p:nvSpPr>
          <p:cNvPr id="1508" name="Google Shape;1508;g2a2e2c60a0c_0_7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9" name="Google Shape;1509;g2a2e2c60a0c_0_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4" name="Shape 1514"/>
        <p:cNvGrpSpPr/>
        <p:nvPr/>
      </p:nvGrpSpPr>
      <p:grpSpPr>
        <a:xfrm>
          <a:off x="0" y="0"/>
          <a:ext cx="0" cy="0"/>
          <a:chOff x="0" y="0"/>
          <a:chExt cx="0" cy="0"/>
        </a:xfrm>
      </p:grpSpPr>
      <p:sp>
        <p:nvSpPr>
          <p:cNvPr id="1515" name="Google Shape;1515;g2a2e2c60a0c_0_1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6" name="Google Shape;1516;g2a2e2c60a0c_0_1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2" name="Shape 1522"/>
        <p:cNvGrpSpPr/>
        <p:nvPr/>
      </p:nvGrpSpPr>
      <p:grpSpPr>
        <a:xfrm>
          <a:off x="0" y="0"/>
          <a:ext cx="0" cy="0"/>
          <a:chOff x="0" y="0"/>
          <a:chExt cx="0" cy="0"/>
        </a:xfrm>
      </p:grpSpPr>
      <p:sp>
        <p:nvSpPr>
          <p:cNvPr id="1523" name="Google Shape;1523;g2a2e2c60a0c_0_4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4" name="Google Shape;1524;g2a2e2c60a0c_0_4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9" name="Shape 1529"/>
        <p:cNvGrpSpPr/>
        <p:nvPr/>
      </p:nvGrpSpPr>
      <p:grpSpPr>
        <a:xfrm>
          <a:off x="0" y="0"/>
          <a:ext cx="0" cy="0"/>
          <a:chOff x="0" y="0"/>
          <a:chExt cx="0" cy="0"/>
        </a:xfrm>
      </p:grpSpPr>
      <p:sp>
        <p:nvSpPr>
          <p:cNvPr id="1530" name="Google Shape;1530;g2a36a964c4e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1" name="Google Shape;1531;g2a36a964c4e_0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5" name="Shape 1545"/>
        <p:cNvGrpSpPr/>
        <p:nvPr/>
      </p:nvGrpSpPr>
      <p:grpSpPr>
        <a:xfrm>
          <a:off x="0" y="0"/>
          <a:ext cx="0" cy="0"/>
          <a:chOff x="0" y="0"/>
          <a:chExt cx="0" cy="0"/>
        </a:xfrm>
      </p:grpSpPr>
      <p:sp>
        <p:nvSpPr>
          <p:cNvPr id="1546" name="Google Shape;1546;g2a36a964c4e_0_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7" name="Google Shape;1547;g2a36a964c4e_0_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1" name="Shape 1561"/>
        <p:cNvGrpSpPr/>
        <p:nvPr/>
      </p:nvGrpSpPr>
      <p:grpSpPr>
        <a:xfrm>
          <a:off x="0" y="0"/>
          <a:ext cx="0" cy="0"/>
          <a:chOff x="0" y="0"/>
          <a:chExt cx="0" cy="0"/>
        </a:xfrm>
      </p:grpSpPr>
      <p:sp>
        <p:nvSpPr>
          <p:cNvPr id="1562" name="Google Shape;1562;g2a36a964c4e_0_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3" name="Google Shape;1563;g2a36a964c4e_0_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7" name="Shape 1577"/>
        <p:cNvGrpSpPr/>
        <p:nvPr/>
      </p:nvGrpSpPr>
      <p:grpSpPr>
        <a:xfrm>
          <a:off x="0" y="0"/>
          <a:ext cx="0" cy="0"/>
          <a:chOff x="0" y="0"/>
          <a:chExt cx="0" cy="0"/>
        </a:xfrm>
      </p:grpSpPr>
      <p:sp>
        <p:nvSpPr>
          <p:cNvPr id="1578" name="Google Shape;1578;g2a36a964c4e_0_5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9" name="Google Shape;1579;g2a36a964c4e_0_5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7" name="Shape 1607"/>
        <p:cNvGrpSpPr/>
        <p:nvPr/>
      </p:nvGrpSpPr>
      <p:grpSpPr>
        <a:xfrm>
          <a:off x="0" y="0"/>
          <a:ext cx="0" cy="0"/>
          <a:chOff x="0" y="0"/>
          <a:chExt cx="0" cy="0"/>
        </a:xfrm>
      </p:grpSpPr>
      <p:sp>
        <p:nvSpPr>
          <p:cNvPr id="1608" name="Google Shape;1608;g2a36a964c4e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9" name="Google Shape;1609;g2a36a964c4e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8" name="Shape 1628"/>
        <p:cNvGrpSpPr/>
        <p:nvPr/>
      </p:nvGrpSpPr>
      <p:grpSpPr>
        <a:xfrm>
          <a:off x="0" y="0"/>
          <a:ext cx="0" cy="0"/>
          <a:chOff x="0" y="0"/>
          <a:chExt cx="0" cy="0"/>
        </a:xfrm>
      </p:grpSpPr>
      <p:sp>
        <p:nvSpPr>
          <p:cNvPr id="1629" name="Google Shape;1629;g2a36a964c4e_0_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0" name="Google Shape;1630;g2a36a964c4e_0_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9" name="Shape 1649"/>
        <p:cNvGrpSpPr/>
        <p:nvPr/>
      </p:nvGrpSpPr>
      <p:grpSpPr>
        <a:xfrm>
          <a:off x="0" y="0"/>
          <a:ext cx="0" cy="0"/>
          <a:chOff x="0" y="0"/>
          <a:chExt cx="0" cy="0"/>
        </a:xfrm>
      </p:grpSpPr>
      <p:sp>
        <p:nvSpPr>
          <p:cNvPr id="1650" name="Google Shape;1650;g2a36a964c4e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1" name="Google Shape;1651;g2a36a964c4e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0" name="Shape 1670"/>
        <p:cNvGrpSpPr/>
        <p:nvPr/>
      </p:nvGrpSpPr>
      <p:grpSpPr>
        <a:xfrm>
          <a:off x="0" y="0"/>
          <a:ext cx="0" cy="0"/>
          <a:chOff x="0" y="0"/>
          <a:chExt cx="0" cy="0"/>
        </a:xfrm>
      </p:grpSpPr>
      <p:sp>
        <p:nvSpPr>
          <p:cNvPr id="1671" name="Google Shape;1671;g2a36a964c4e_0_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2" name="Google Shape;1672;g2a36a964c4e_0_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2" name="Shape 1692"/>
        <p:cNvGrpSpPr/>
        <p:nvPr/>
      </p:nvGrpSpPr>
      <p:grpSpPr>
        <a:xfrm>
          <a:off x="0" y="0"/>
          <a:ext cx="0" cy="0"/>
          <a:chOff x="0" y="0"/>
          <a:chExt cx="0" cy="0"/>
        </a:xfrm>
      </p:grpSpPr>
      <p:sp>
        <p:nvSpPr>
          <p:cNvPr id="1693" name="Google Shape;1693;g2a36a964c4e_0_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4" name="Google Shape;1694;g2a36a964c4e_0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0" name="Shape 1730"/>
        <p:cNvGrpSpPr/>
        <p:nvPr/>
      </p:nvGrpSpPr>
      <p:grpSpPr>
        <a:xfrm>
          <a:off x="0" y="0"/>
          <a:ext cx="0" cy="0"/>
          <a:chOff x="0" y="0"/>
          <a:chExt cx="0" cy="0"/>
        </a:xfrm>
      </p:grpSpPr>
      <p:sp>
        <p:nvSpPr>
          <p:cNvPr id="1731" name="Google Shape;1731;g2a36a964c4e_0_6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2" name="Google Shape;1732;g2a36a964c4e_0_6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1" name="Shape 1751"/>
        <p:cNvGrpSpPr/>
        <p:nvPr/>
      </p:nvGrpSpPr>
      <p:grpSpPr>
        <a:xfrm>
          <a:off x="0" y="0"/>
          <a:ext cx="0" cy="0"/>
          <a:chOff x="0" y="0"/>
          <a:chExt cx="0" cy="0"/>
        </a:xfrm>
      </p:grpSpPr>
      <p:sp>
        <p:nvSpPr>
          <p:cNvPr id="1752" name="Google Shape;1752;g2a36a964c4e_0_6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3" name="Google Shape;1753;g2a36a964c4e_0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3" name="Shape 1773"/>
        <p:cNvGrpSpPr/>
        <p:nvPr/>
      </p:nvGrpSpPr>
      <p:grpSpPr>
        <a:xfrm>
          <a:off x="0" y="0"/>
          <a:ext cx="0" cy="0"/>
          <a:chOff x="0" y="0"/>
          <a:chExt cx="0" cy="0"/>
        </a:xfrm>
      </p:grpSpPr>
      <p:sp>
        <p:nvSpPr>
          <p:cNvPr id="1774" name="Google Shape;1774;g2a36a964c4e_0_7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5" name="Google Shape;1775;g2a36a964c4e_0_7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9" name="Shape 1819"/>
        <p:cNvGrpSpPr/>
        <p:nvPr/>
      </p:nvGrpSpPr>
      <p:grpSpPr>
        <a:xfrm>
          <a:off x="0" y="0"/>
          <a:ext cx="0" cy="0"/>
          <a:chOff x="0" y="0"/>
          <a:chExt cx="0" cy="0"/>
        </a:xfrm>
      </p:grpSpPr>
      <p:sp>
        <p:nvSpPr>
          <p:cNvPr id="1820" name="Google Shape;1820;g2a36a964c4e_0_7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1" name="Google Shape;1821;g2a36a964c4e_0_7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9" name="Shape 1849"/>
        <p:cNvGrpSpPr/>
        <p:nvPr/>
      </p:nvGrpSpPr>
      <p:grpSpPr>
        <a:xfrm>
          <a:off x="0" y="0"/>
          <a:ext cx="0" cy="0"/>
          <a:chOff x="0" y="0"/>
          <a:chExt cx="0" cy="0"/>
        </a:xfrm>
      </p:grpSpPr>
      <p:sp>
        <p:nvSpPr>
          <p:cNvPr id="1850" name="Google Shape;1850;g2a36a964c4e_0_7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1" name="Google Shape;1851;g2a36a964c4e_0_7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3" name="Shape 1863"/>
        <p:cNvGrpSpPr/>
        <p:nvPr/>
      </p:nvGrpSpPr>
      <p:grpSpPr>
        <a:xfrm>
          <a:off x="0" y="0"/>
          <a:ext cx="0" cy="0"/>
          <a:chOff x="0" y="0"/>
          <a:chExt cx="0" cy="0"/>
        </a:xfrm>
      </p:grpSpPr>
      <p:sp>
        <p:nvSpPr>
          <p:cNvPr id="1864" name="Google Shape;1864;g2a36a964c4e_0_8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5" name="Google Shape;1865;g2a36a964c4e_0_8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2" name="Shape 1872"/>
        <p:cNvGrpSpPr/>
        <p:nvPr/>
      </p:nvGrpSpPr>
      <p:grpSpPr>
        <a:xfrm>
          <a:off x="0" y="0"/>
          <a:ext cx="0" cy="0"/>
          <a:chOff x="0" y="0"/>
          <a:chExt cx="0" cy="0"/>
        </a:xfrm>
      </p:grpSpPr>
      <p:sp>
        <p:nvSpPr>
          <p:cNvPr id="1873" name="Google Shape;1873;g2a36a964c4e_0_8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4" name="Google Shape;1874;g2a36a964c4e_0_8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7" name="Shape 1887"/>
        <p:cNvGrpSpPr/>
        <p:nvPr/>
      </p:nvGrpSpPr>
      <p:grpSpPr>
        <a:xfrm>
          <a:off x="0" y="0"/>
          <a:ext cx="0" cy="0"/>
          <a:chOff x="0" y="0"/>
          <a:chExt cx="0" cy="0"/>
        </a:xfrm>
      </p:grpSpPr>
      <p:sp>
        <p:nvSpPr>
          <p:cNvPr id="1888" name="Google Shape;1888;g2a36a964c4e_0_8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9" name="Google Shape;1889;g2a36a964c4e_0_8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3" name="Shape 1893"/>
        <p:cNvGrpSpPr/>
        <p:nvPr/>
      </p:nvGrpSpPr>
      <p:grpSpPr>
        <a:xfrm>
          <a:off x="0" y="0"/>
          <a:ext cx="0" cy="0"/>
          <a:chOff x="0" y="0"/>
          <a:chExt cx="0" cy="0"/>
        </a:xfrm>
      </p:grpSpPr>
      <p:sp>
        <p:nvSpPr>
          <p:cNvPr id="1894" name="Google Shape;1894;g2a36a964c4e_0_1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5" name="Google Shape;1895;g2a36a964c4e_0_1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7" name="Shape 1907"/>
        <p:cNvGrpSpPr/>
        <p:nvPr/>
      </p:nvGrpSpPr>
      <p:grpSpPr>
        <a:xfrm>
          <a:off x="0" y="0"/>
          <a:ext cx="0" cy="0"/>
          <a:chOff x="0" y="0"/>
          <a:chExt cx="0" cy="0"/>
        </a:xfrm>
      </p:grpSpPr>
      <p:sp>
        <p:nvSpPr>
          <p:cNvPr id="1908" name="Google Shape;1908;g2a36a964c4e_0_1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9" name="Google Shape;1909;g2a36a964c4e_0_1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2" name="Shape 1922"/>
        <p:cNvGrpSpPr/>
        <p:nvPr/>
      </p:nvGrpSpPr>
      <p:grpSpPr>
        <a:xfrm>
          <a:off x="0" y="0"/>
          <a:ext cx="0" cy="0"/>
          <a:chOff x="0" y="0"/>
          <a:chExt cx="0" cy="0"/>
        </a:xfrm>
      </p:grpSpPr>
      <p:sp>
        <p:nvSpPr>
          <p:cNvPr id="1923" name="Google Shape;1923;g2a36a964c4e_0_16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4" name="Google Shape;1924;g2a36a964c4e_0_16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8" name="Shape 1938"/>
        <p:cNvGrpSpPr/>
        <p:nvPr/>
      </p:nvGrpSpPr>
      <p:grpSpPr>
        <a:xfrm>
          <a:off x="0" y="0"/>
          <a:ext cx="0" cy="0"/>
          <a:chOff x="0" y="0"/>
          <a:chExt cx="0" cy="0"/>
        </a:xfrm>
      </p:grpSpPr>
      <p:sp>
        <p:nvSpPr>
          <p:cNvPr id="1939" name="Google Shape;1939;g2a36a964c4e_0_8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0" name="Google Shape;1940;g2a36a964c4e_0_8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4" name="Shape 1944"/>
        <p:cNvGrpSpPr/>
        <p:nvPr/>
      </p:nvGrpSpPr>
      <p:grpSpPr>
        <a:xfrm>
          <a:off x="0" y="0"/>
          <a:ext cx="0" cy="0"/>
          <a:chOff x="0" y="0"/>
          <a:chExt cx="0" cy="0"/>
        </a:xfrm>
      </p:grpSpPr>
      <p:sp>
        <p:nvSpPr>
          <p:cNvPr id="1945" name="Google Shape;1945;g2a36a964c4e_0_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6" name="Google Shape;1946;g2a36a964c4e_0_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2" name="Shape 1962"/>
        <p:cNvGrpSpPr/>
        <p:nvPr/>
      </p:nvGrpSpPr>
      <p:grpSpPr>
        <a:xfrm>
          <a:off x="0" y="0"/>
          <a:ext cx="0" cy="0"/>
          <a:chOff x="0" y="0"/>
          <a:chExt cx="0" cy="0"/>
        </a:xfrm>
      </p:grpSpPr>
      <p:sp>
        <p:nvSpPr>
          <p:cNvPr id="1963" name="Google Shape;1963;g2a36a964c4e_0_8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4" name="Google Shape;1964;g2a36a964c4e_0_8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3" name="Shape 1983"/>
        <p:cNvGrpSpPr/>
        <p:nvPr/>
      </p:nvGrpSpPr>
      <p:grpSpPr>
        <a:xfrm>
          <a:off x="0" y="0"/>
          <a:ext cx="0" cy="0"/>
          <a:chOff x="0" y="0"/>
          <a:chExt cx="0" cy="0"/>
        </a:xfrm>
      </p:grpSpPr>
      <p:sp>
        <p:nvSpPr>
          <p:cNvPr id="1984" name="Google Shape;1984;g2a2e2c60a0c_0_15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5" name="Google Shape;1985;g2a2e2c60a0c_0_15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1" name="Shape 1991"/>
        <p:cNvGrpSpPr/>
        <p:nvPr/>
      </p:nvGrpSpPr>
      <p:grpSpPr>
        <a:xfrm>
          <a:off x="0" y="0"/>
          <a:ext cx="0" cy="0"/>
          <a:chOff x="0" y="0"/>
          <a:chExt cx="0" cy="0"/>
        </a:xfrm>
      </p:grpSpPr>
      <p:sp>
        <p:nvSpPr>
          <p:cNvPr id="1992" name="Google Shape;1992;g2a2e2c60a0c_0_1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3" name="Google Shape;1993;g2a2e2c60a0c_0_1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8" name="Shape 1998"/>
        <p:cNvGrpSpPr/>
        <p:nvPr/>
      </p:nvGrpSpPr>
      <p:grpSpPr>
        <a:xfrm>
          <a:off x="0" y="0"/>
          <a:ext cx="0" cy="0"/>
          <a:chOff x="0" y="0"/>
          <a:chExt cx="0" cy="0"/>
        </a:xfrm>
      </p:grpSpPr>
      <p:sp>
        <p:nvSpPr>
          <p:cNvPr id="1999" name="Google Shape;1999;g2a36a964c4e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0" name="Google Shape;2000;g2a36a964c4e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6" name="Shape 2016"/>
        <p:cNvGrpSpPr/>
        <p:nvPr/>
      </p:nvGrpSpPr>
      <p:grpSpPr>
        <a:xfrm>
          <a:off x="0" y="0"/>
          <a:ext cx="0" cy="0"/>
          <a:chOff x="0" y="0"/>
          <a:chExt cx="0" cy="0"/>
        </a:xfrm>
      </p:grpSpPr>
      <p:sp>
        <p:nvSpPr>
          <p:cNvPr id="2017" name="Google Shape;2017;g2a63886f367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8" name="Google Shape;2018;g2a63886f36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4" name="Shape 2034"/>
        <p:cNvGrpSpPr/>
        <p:nvPr/>
      </p:nvGrpSpPr>
      <p:grpSpPr>
        <a:xfrm>
          <a:off x="0" y="0"/>
          <a:ext cx="0" cy="0"/>
          <a:chOff x="0" y="0"/>
          <a:chExt cx="0" cy="0"/>
        </a:xfrm>
      </p:grpSpPr>
      <p:sp>
        <p:nvSpPr>
          <p:cNvPr id="2035" name="Google Shape;2035;g2a36a964c4e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6" name="Google Shape;2036;g2a36a964c4e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5" name="Shape 2055"/>
        <p:cNvGrpSpPr/>
        <p:nvPr/>
      </p:nvGrpSpPr>
      <p:grpSpPr>
        <a:xfrm>
          <a:off x="0" y="0"/>
          <a:ext cx="0" cy="0"/>
          <a:chOff x="0" y="0"/>
          <a:chExt cx="0" cy="0"/>
        </a:xfrm>
      </p:grpSpPr>
      <p:sp>
        <p:nvSpPr>
          <p:cNvPr id="2056" name="Google Shape;2056;g2a36a964c4e_0_1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7" name="Google Shape;2057;g2a36a964c4e_0_1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5" name="Shape 2075"/>
        <p:cNvGrpSpPr/>
        <p:nvPr/>
      </p:nvGrpSpPr>
      <p:grpSpPr>
        <a:xfrm>
          <a:off x="0" y="0"/>
          <a:ext cx="0" cy="0"/>
          <a:chOff x="0" y="0"/>
          <a:chExt cx="0" cy="0"/>
        </a:xfrm>
      </p:grpSpPr>
      <p:sp>
        <p:nvSpPr>
          <p:cNvPr id="2076" name="Google Shape;2076;g2a36a964c4e_0_17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7" name="Google Shape;2077;g2a36a964c4e_0_1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3" name="Shape 2093"/>
        <p:cNvGrpSpPr/>
        <p:nvPr/>
      </p:nvGrpSpPr>
      <p:grpSpPr>
        <a:xfrm>
          <a:off x="0" y="0"/>
          <a:ext cx="0" cy="0"/>
          <a:chOff x="0" y="0"/>
          <a:chExt cx="0" cy="0"/>
        </a:xfrm>
      </p:grpSpPr>
      <p:sp>
        <p:nvSpPr>
          <p:cNvPr id="2094" name="Google Shape;2094;g2a36a964c4e_0_17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5" name="Google Shape;2095;g2a36a964c4e_0_17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4" name="Shape 2124"/>
        <p:cNvGrpSpPr/>
        <p:nvPr/>
      </p:nvGrpSpPr>
      <p:grpSpPr>
        <a:xfrm>
          <a:off x="0" y="0"/>
          <a:ext cx="0" cy="0"/>
          <a:chOff x="0" y="0"/>
          <a:chExt cx="0" cy="0"/>
        </a:xfrm>
      </p:grpSpPr>
      <p:sp>
        <p:nvSpPr>
          <p:cNvPr id="2125" name="Google Shape;2125;g2a36a964c4e_0_17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6" name="Google Shape;2126;g2a36a964c4e_0_17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5" name="Shape 2155"/>
        <p:cNvGrpSpPr/>
        <p:nvPr/>
      </p:nvGrpSpPr>
      <p:grpSpPr>
        <a:xfrm>
          <a:off x="0" y="0"/>
          <a:ext cx="0" cy="0"/>
          <a:chOff x="0" y="0"/>
          <a:chExt cx="0" cy="0"/>
        </a:xfrm>
      </p:grpSpPr>
      <p:sp>
        <p:nvSpPr>
          <p:cNvPr id="2156" name="Google Shape;2156;g2a36a964c4e_0_17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7" name="Google Shape;2157;g2a36a964c4e_0_17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5" name="Shape 2175"/>
        <p:cNvGrpSpPr/>
        <p:nvPr/>
      </p:nvGrpSpPr>
      <p:grpSpPr>
        <a:xfrm>
          <a:off x="0" y="0"/>
          <a:ext cx="0" cy="0"/>
          <a:chOff x="0" y="0"/>
          <a:chExt cx="0" cy="0"/>
        </a:xfrm>
      </p:grpSpPr>
      <p:sp>
        <p:nvSpPr>
          <p:cNvPr id="2176" name="Google Shape;2176;g2a3ce4872ea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7" name="Google Shape;2177;g2a3ce4872ea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1" name="Shape 2211"/>
        <p:cNvGrpSpPr/>
        <p:nvPr/>
      </p:nvGrpSpPr>
      <p:grpSpPr>
        <a:xfrm>
          <a:off x="0" y="0"/>
          <a:ext cx="0" cy="0"/>
          <a:chOff x="0" y="0"/>
          <a:chExt cx="0" cy="0"/>
        </a:xfrm>
      </p:grpSpPr>
      <p:sp>
        <p:nvSpPr>
          <p:cNvPr id="2212" name="Google Shape;2212;g2a3ce4872ea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3" name="Google Shape;2213;g2a3ce4872ea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6" name="Shape 2246"/>
        <p:cNvGrpSpPr/>
        <p:nvPr/>
      </p:nvGrpSpPr>
      <p:grpSpPr>
        <a:xfrm>
          <a:off x="0" y="0"/>
          <a:ext cx="0" cy="0"/>
          <a:chOff x="0" y="0"/>
          <a:chExt cx="0" cy="0"/>
        </a:xfrm>
      </p:grpSpPr>
      <p:sp>
        <p:nvSpPr>
          <p:cNvPr id="2247" name="Google Shape;2247;g2a3ce4872ea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8" name="Google Shape;2248;g2a3ce4872ea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5" name="Shape 2275"/>
        <p:cNvGrpSpPr/>
        <p:nvPr/>
      </p:nvGrpSpPr>
      <p:grpSpPr>
        <a:xfrm>
          <a:off x="0" y="0"/>
          <a:ext cx="0" cy="0"/>
          <a:chOff x="0" y="0"/>
          <a:chExt cx="0" cy="0"/>
        </a:xfrm>
      </p:grpSpPr>
      <p:sp>
        <p:nvSpPr>
          <p:cNvPr id="2276" name="Google Shape;2276;g2a3ce4872ea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7" name="Google Shape;2277;g2a3ce4872ea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4" name="Shape 2304"/>
        <p:cNvGrpSpPr/>
        <p:nvPr/>
      </p:nvGrpSpPr>
      <p:grpSpPr>
        <a:xfrm>
          <a:off x="0" y="0"/>
          <a:ext cx="0" cy="0"/>
          <a:chOff x="0" y="0"/>
          <a:chExt cx="0" cy="0"/>
        </a:xfrm>
      </p:grpSpPr>
      <p:sp>
        <p:nvSpPr>
          <p:cNvPr id="2305" name="Google Shape;2305;g1ec3db0a106_0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6" name="Google Shape;2306;g1ec3db0a106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0" name="Shape 2310"/>
        <p:cNvGrpSpPr/>
        <p:nvPr/>
      </p:nvGrpSpPr>
      <p:grpSpPr>
        <a:xfrm>
          <a:off x="0" y="0"/>
          <a:ext cx="0" cy="0"/>
          <a:chOff x="0" y="0"/>
          <a:chExt cx="0" cy="0"/>
        </a:xfrm>
      </p:grpSpPr>
      <p:sp>
        <p:nvSpPr>
          <p:cNvPr id="2311" name="Google Shape;2311;g1ec3db0a106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2" name="Google Shape;2312;g1ec3db0a106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9.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8.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1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7.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2.png"/><Relationship Id="rId4" Type="http://schemas.openxmlformats.org/officeDocument/2006/relationships/image" Target="../media/image20.png"/><Relationship Id="rId5" Type="http://schemas.openxmlformats.org/officeDocument/2006/relationships/image" Target="../media/image23.png"/><Relationship Id="rId6" Type="http://schemas.openxmlformats.org/officeDocument/2006/relationships/image" Target="../media/image14.png"/><Relationship Id="rId7" Type="http://schemas.openxmlformats.org/officeDocument/2006/relationships/image" Target="../media/image1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85.png"/><Relationship Id="rId5" Type="http://schemas.openxmlformats.org/officeDocument/2006/relationships/image" Target="../media/image28.png"/><Relationship Id="rId6" Type="http://schemas.openxmlformats.org/officeDocument/2006/relationships/image" Target="../media/image27.png"/><Relationship Id="rId7" Type="http://schemas.openxmlformats.org/officeDocument/2006/relationships/image" Target="../media/image1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85.png"/><Relationship Id="rId4" Type="http://schemas.openxmlformats.org/officeDocument/2006/relationships/image" Target="../media/image24.png"/><Relationship Id="rId9" Type="http://schemas.openxmlformats.org/officeDocument/2006/relationships/image" Target="../media/image12.png"/><Relationship Id="rId5" Type="http://schemas.openxmlformats.org/officeDocument/2006/relationships/image" Target="../media/image25.png"/><Relationship Id="rId6" Type="http://schemas.openxmlformats.org/officeDocument/2006/relationships/image" Target="../media/image31.png"/><Relationship Id="rId7" Type="http://schemas.openxmlformats.org/officeDocument/2006/relationships/image" Target="../media/image28.png"/><Relationship Id="rId8" Type="http://schemas.openxmlformats.org/officeDocument/2006/relationships/image" Target="../media/image2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85.png"/><Relationship Id="rId4" Type="http://schemas.openxmlformats.org/officeDocument/2006/relationships/image" Target="../media/image29.png"/><Relationship Id="rId11" Type="http://schemas.openxmlformats.org/officeDocument/2006/relationships/image" Target="../media/image12.png"/><Relationship Id="rId10" Type="http://schemas.openxmlformats.org/officeDocument/2006/relationships/image" Target="../media/image40.png"/><Relationship Id="rId9" Type="http://schemas.openxmlformats.org/officeDocument/2006/relationships/image" Target="../media/image27.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31.png"/><Relationship Id="rId8" Type="http://schemas.openxmlformats.org/officeDocument/2006/relationships/image" Target="../media/image2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8.png"/><Relationship Id="rId4" Type="http://schemas.openxmlformats.org/officeDocument/2006/relationships/image" Target="../media/image4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8.png"/><Relationship Id="rId4" Type="http://schemas.openxmlformats.org/officeDocument/2006/relationships/image" Target="../media/image4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4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8.png"/><Relationship Id="rId4" Type="http://schemas.openxmlformats.org/officeDocument/2006/relationships/image" Target="../media/image4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36.png"/><Relationship Id="rId4" Type="http://schemas.openxmlformats.org/officeDocument/2006/relationships/image" Target="../media/image41.png"/><Relationship Id="rId5" Type="http://schemas.openxmlformats.org/officeDocument/2006/relationships/image" Target="../media/image4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5.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5.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7.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7.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7.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7.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7.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9.png"/><Relationship Id="rId4" Type="http://schemas.openxmlformats.org/officeDocument/2006/relationships/image" Target="../media/image4.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8.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10.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8.png"/><Relationship Id="rId4" Type="http://schemas.openxmlformats.org/officeDocument/2006/relationships/image" Target="../media/image4.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13.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7.png"/><Relationship Id="rId4" Type="http://schemas.openxmlformats.org/officeDocument/2006/relationships/image" Target="../media/image4.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22.png"/><Relationship Id="rId4" Type="http://schemas.openxmlformats.org/officeDocument/2006/relationships/image" Target="../media/image20.png"/><Relationship Id="rId5" Type="http://schemas.openxmlformats.org/officeDocument/2006/relationships/image" Target="../media/image23.png"/><Relationship Id="rId6" Type="http://schemas.openxmlformats.org/officeDocument/2006/relationships/image" Target="../media/image14.png"/><Relationship Id="rId7" Type="http://schemas.openxmlformats.org/officeDocument/2006/relationships/image" Target="../media/image15.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85.png"/><Relationship Id="rId5" Type="http://schemas.openxmlformats.org/officeDocument/2006/relationships/image" Target="../media/image28.png"/><Relationship Id="rId6" Type="http://schemas.openxmlformats.org/officeDocument/2006/relationships/image" Target="../media/image27.png"/><Relationship Id="rId7" Type="http://schemas.openxmlformats.org/officeDocument/2006/relationships/image" Target="../media/image12.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 Id="rId3" Type="http://schemas.openxmlformats.org/officeDocument/2006/relationships/image" Target="../media/image85.png"/><Relationship Id="rId4" Type="http://schemas.openxmlformats.org/officeDocument/2006/relationships/image" Target="../media/image24.png"/><Relationship Id="rId9" Type="http://schemas.openxmlformats.org/officeDocument/2006/relationships/image" Target="../media/image12.png"/><Relationship Id="rId5" Type="http://schemas.openxmlformats.org/officeDocument/2006/relationships/image" Target="../media/image25.png"/><Relationship Id="rId6" Type="http://schemas.openxmlformats.org/officeDocument/2006/relationships/image" Target="../media/image31.png"/><Relationship Id="rId7" Type="http://schemas.openxmlformats.org/officeDocument/2006/relationships/image" Target="../media/image28.png"/><Relationship Id="rId8" Type="http://schemas.openxmlformats.org/officeDocument/2006/relationships/image" Target="../media/image27.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 Id="rId3" Type="http://schemas.openxmlformats.org/officeDocument/2006/relationships/image" Target="../media/image85.png"/><Relationship Id="rId4" Type="http://schemas.openxmlformats.org/officeDocument/2006/relationships/image" Target="../media/image29.png"/><Relationship Id="rId11" Type="http://schemas.openxmlformats.org/officeDocument/2006/relationships/image" Target="../media/image12.png"/><Relationship Id="rId10" Type="http://schemas.openxmlformats.org/officeDocument/2006/relationships/image" Target="../media/image40.png"/><Relationship Id="rId9" Type="http://schemas.openxmlformats.org/officeDocument/2006/relationships/image" Target="../media/image27.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31.png"/><Relationship Id="rId8" Type="http://schemas.openxmlformats.org/officeDocument/2006/relationships/image" Target="../media/image28.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38.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38.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38.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38.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38.png"/><Relationship Id="rId4" Type="http://schemas.openxmlformats.org/officeDocument/2006/relationships/image" Target="../media/image41.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38.png"/><Relationship Id="rId4" Type="http://schemas.openxmlformats.org/officeDocument/2006/relationships/image" Target="../media/image41.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41.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38.png"/><Relationship Id="rId4" Type="http://schemas.openxmlformats.org/officeDocument/2006/relationships/image" Target="../media/image41.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 Id="rId3" Type="http://schemas.openxmlformats.org/officeDocument/2006/relationships/image" Target="../media/image36.png"/><Relationship Id="rId4" Type="http://schemas.openxmlformats.org/officeDocument/2006/relationships/image" Target="../media/image41.png"/><Relationship Id="rId5" Type="http://schemas.openxmlformats.org/officeDocument/2006/relationships/image" Target="../media/image44.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4.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41.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41.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41.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41.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45.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45.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45.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45.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47.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47.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47.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47.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901925" y="9534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                                          to </a:t>
            </a:r>
            <a:r>
              <a:rPr lang="en-GB" sz="1200">
                <a:solidFill>
                  <a:srgbClr val="000000"/>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650916" y="16444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7" name="Google Shape;107;p1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8" name="Shape 108"/>
        <p:cNvGrpSpPr/>
        <p:nvPr/>
      </p:nvGrpSpPr>
      <p:grpSpPr>
        <a:xfrm>
          <a:off x="0" y="0"/>
          <a:ext cx="0" cy="0"/>
          <a:chOff x="0" y="0"/>
          <a:chExt cx="0" cy="0"/>
        </a:xfrm>
      </p:grpSpPr>
      <p:sp>
        <p:nvSpPr>
          <p:cNvPr id="109" name="Google Shape;109;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 name="Google Shape;110;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1" name="Google Shape;111;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2" name="Google Shape;112;p1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3" name="Google Shape;113;p1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4" name="Google Shape;114;p13"/>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5" name="Google Shape;115;p13"/>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6" name="Google Shape;116;p13"/>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7" name="Google Shape;117;p13"/>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18" name="Shape 118"/>
        <p:cNvGrpSpPr/>
        <p:nvPr/>
      </p:nvGrpSpPr>
      <p:grpSpPr>
        <a:xfrm>
          <a:off x="0" y="0"/>
          <a:ext cx="0" cy="0"/>
          <a:chOff x="0" y="0"/>
          <a:chExt cx="0" cy="0"/>
        </a:xfrm>
      </p:grpSpPr>
      <p:sp>
        <p:nvSpPr>
          <p:cNvPr id="119" name="Google Shape;119;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 name="Google Shape;120;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1" name="Google Shape;121;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22" name="Google Shape;122;p1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3" name="Google Shape;123;p1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4" name="Google Shape;124;p14"/>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5" name="Google Shape;125;p14"/>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6" name="Google Shape;126;p14"/>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7" name="Google Shape;127;p14"/>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8" name="Google Shape;128;p14"/>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9" name="Google Shape;129;p14"/>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30" name="Shape 130"/>
        <p:cNvGrpSpPr/>
        <p:nvPr/>
      </p:nvGrpSpPr>
      <p:grpSpPr>
        <a:xfrm>
          <a:off x="0" y="0"/>
          <a:ext cx="0" cy="0"/>
          <a:chOff x="0" y="0"/>
          <a:chExt cx="0" cy="0"/>
        </a:xfrm>
      </p:grpSpPr>
      <p:sp>
        <p:nvSpPr>
          <p:cNvPr id="131" name="Google Shape;131;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 name="Google Shape;132;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3" name="Google Shape;133;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34" name="Google Shape;134;p1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6" name="Google Shape;136;p15"/>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7" name="Google Shape;137;p15"/>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8" name="Google Shape;138;p15"/>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9" name="Google Shape;139;p15"/>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0" name="Google Shape;140;p15"/>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5"/>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2" name="Google Shape;142;p15"/>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5"/>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4" name="Shape 144"/>
        <p:cNvGrpSpPr/>
        <p:nvPr/>
      </p:nvGrpSpPr>
      <p:grpSpPr>
        <a:xfrm>
          <a:off x="0" y="0"/>
          <a:ext cx="0" cy="0"/>
          <a:chOff x="0" y="0"/>
          <a:chExt cx="0" cy="0"/>
        </a:xfrm>
      </p:grpSpPr>
      <p:sp>
        <p:nvSpPr>
          <p:cNvPr id="145" name="Google Shape;145;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6" name="Google Shape;146;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7" name="Google Shape;147;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8" name="Google Shape;148;p1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9" name="Google Shape;149;p1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50" name="Google Shape;150;p16"/>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6"/>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2" name="Shape 152"/>
        <p:cNvGrpSpPr/>
        <p:nvPr/>
      </p:nvGrpSpPr>
      <p:grpSpPr>
        <a:xfrm>
          <a:off x="0" y="0"/>
          <a:ext cx="0" cy="0"/>
          <a:chOff x="0" y="0"/>
          <a:chExt cx="0" cy="0"/>
        </a:xfrm>
      </p:grpSpPr>
      <p:sp>
        <p:nvSpPr>
          <p:cNvPr id="153" name="Google Shape;153;p1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4" name="Google Shape;154;p17"/>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5" name="Google Shape;155;p17"/>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6" name="Google Shape;156;p17"/>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57" name="Google Shape;157;p17"/>
          <p:cNvCxnSpPr>
            <a:endCxn id="15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59" name="Google Shape;159;p17"/>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0" name="Google Shape;160;p17"/>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1" name="Google Shape;161;p1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8" name="Google Shape;158;p17"/>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2" name="Google Shape;162;p17"/>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3" name="Google Shape;163;p1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4" name="Google Shape;164;p1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5" name="Shape 165"/>
        <p:cNvGrpSpPr/>
        <p:nvPr/>
      </p:nvGrpSpPr>
      <p:grpSpPr>
        <a:xfrm>
          <a:off x="0" y="0"/>
          <a:ext cx="0" cy="0"/>
          <a:chOff x="0" y="0"/>
          <a:chExt cx="0" cy="0"/>
        </a:xfrm>
      </p:grpSpPr>
      <p:pic>
        <p:nvPicPr>
          <p:cNvPr id="166" name="Google Shape;166;p1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7" name="Google Shape;167;p1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8" name="Google Shape;168;p1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9" name="Google Shape;169;p1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0" name="Google Shape;170;p1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1" name="Google Shape;171;p1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2" name="Google Shape;172;p18"/>
          <p:cNvCxnSpPr>
            <a:endCxn id="173"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3" name="Google Shape;173;p18"/>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4" name="Google Shape;174;p18"/>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5" name="Google Shape;175;p18"/>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6" name="Google Shape;176;p1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7" name="Google Shape;177;p1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78" name="Google Shape;178;p18"/>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79" name="Google Shape;179;p1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0" name="Google Shape;180;p18"/>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1" name="Google Shape;181;p1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2" name="Google Shape;182;p1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3" name="Shape 183"/>
        <p:cNvGrpSpPr/>
        <p:nvPr/>
      </p:nvGrpSpPr>
      <p:grpSpPr>
        <a:xfrm>
          <a:off x="0" y="0"/>
          <a:ext cx="0" cy="0"/>
          <a:chOff x="0" y="0"/>
          <a:chExt cx="0" cy="0"/>
        </a:xfrm>
      </p:grpSpPr>
      <p:pic>
        <p:nvPicPr>
          <p:cNvPr id="184" name="Google Shape;184;p1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5" name="Google Shape;185;p1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6" name="Google Shape;186;p19"/>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87" name="Google Shape;187;p1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88" name="Google Shape;188;p1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89" name="Google Shape;189;p1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0" name="Google Shape;190;p1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1" name="Google Shape;191;p1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2" name="Google Shape;192;p19"/>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3" name="Google Shape;193;p19"/>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4" name="Google Shape;194;p19"/>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5" name="Google Shape;195;p19"/>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6" name="Google Shape;196;p19"/>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 name="Google Shape;197;p19"/>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19"/>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9" name="Google Shape;199;p19"/>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0" name="Google Shape;200;p19"/>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1" name="Google Shape;201;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2" name="Google Shape;202;p19"/>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3" name="Google Shape;203;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4" name="Google Shape;204;p19"/>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5" name="Shape 205"/>
        <p:cNvGrpSpPr/>
        <p:nvPr/>
      </p:nvGrpSpPr>
      <p:grpSpPr>
        <a:xfrm>
          <a:off x="0" y="0"/>
          <a:ext cx="0" cy="0"/>
          <a:chOff x="0" y="0"/>
          <a:chExt cx="0" cy="0"/>
        </a:xfrm>
      </p:grpSpPr>
      <p:pic>
        <p:nvPicPr>
          <p:cNvPr id="206" name="Google Shape;206;p2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07" name="Google Shape;207;p20"/>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09" name="Google Shape;209;p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0" name="Google Shape;210;p2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1" name="Google Shape;211;p2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2" name="Shape 212"/>
        <p:cNvGrpSpPr/>
        <p:nvPr/>
      </p:nvGrpSpPr>
      <p:grpSpPr>
        <a:xfrm>
          <a:off x="0" y="0"/>
          <a:ext cx="0" cy="0"/>
          <a:chOff x="0" y="0"/>
          <a:chExt cx="0" cy="0"/>
        </a:xfrm>
      </p:grpSpPr>
      <p:pic>
        <p:nvPicPr>
          <p:cNvPr id="213" name="Google Shape;213;p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4" name="Google Shape;214;p2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6" name="Google Shape;216;p2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17" name="Google Shape;217;p2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8" name="Google Shape;218;p2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19" name="Shape 219"/>
        <p:cNvGrpSpPr/>
        <p:nvPr/>
      </p:nvGrpSpPr>
      <p:grpSpPr>
        <a:xfrm>
          <a:off x="0" y="0"/>
          <a:ext cx="0" cy="0"/>
          <a:chOff x="0" y="0"/>
          <a:chExt cx="0" cy="0"/>
        </a:xfrm>
      </p:grpSpPr>
      <p:pic>
        <p:nvPicPr>
          <p:cNvPr id="220" name="Google Shape;220;p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1" name="Google Shape;221;p2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3" name="Google Shape;223;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4" name="Google Shape;224;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5" name="Google Shape;225;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6" name="Shape 226"/>
        <p:cNvGrpSpPr/>
        <p:nvPr/>
      </p:nvGrpSpPr>
      <p:grpSpPr>
        <a:xfrm>
          <a:off x="0" y="0"/>
          <a:ext cx="0" cy="0"/>
          <a:chOff x="0" y="0"/>
          <a:chExt cx="0" cy="0"/>
        </a:xfrm>
      </p:grpSpPr>
      <p:pic>
        <p:nvPicPr>
          <p:cNvPr id="227" name="Google Shape;227;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8" name="Google Shape;228;p2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0" name="Google Shape;230;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1" name="Google Shape;231;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2" name="Google Shape;232;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3" name="Shape 233"/>
        <p:cNvGrpSpPr/>
        <p:nvPr/>
      </p:nvGrpSpPr>
      <p:grpSpPr>
        <a:xfrm>
          <a:off x="0" y="0"/>
          <a:ext cx="0" cy="0"/>
          <a:chOff x="0" y="0"/>
          <a:chExt cx="0" cy="0"/>
        </a:xfrm>
      </p:grpSpPr>
      <p:sp>
        <p:nvSpPr>
          <p:cNvPr id="234" name="Google Shape;234;p2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5" name="Google Shape;235;p2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6" name="Google Shape;236;p2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8" name="Google Shape;238;p2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9" name="Google Shape;239;p24"/>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0" name="Google Shape;240;p24"/>
          <p:cNvGrpSpPr/>
          <p:nvPr/>
        </p:nvGrpSpPr>
        <p:grpSpPr>
          <a:xfrm>
            <a:off x="7834231" y="1285"/>
            <a:ext cx="828900" cy="576065"/>
            <a:chOff x="7801496" y="1285"/>
            <a:chExt cx="828900" cy="576065"/>
          </a:xfrm>
        </p:grpSpPr>
        <p:pic>
          <p:nvPicPr>
            <p:cNvPr id="241" name="Google Shape;241;p2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2" name="Google Shape;242;p2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3" name="Google Shape;243;p24"/>
          <p:cNvGrpSpPr/>
          <p:nvPr/>
        </p:nvGrpSpPr>
        <p:grpSpPr>
          <a:xfrm>
            <a:off x="8635663" y="1285"/>
            <a:ext cx="499700" cy="576065"/>
            <a:chOff x="8635663" y="1285"/>
            <a:chExt cx="499700" cy="576065"/>
          </a:xfrm>
        </p:grpSpPr>
        <p:pic>
          <p:nvPicPr>
            <p:cNvPr id="244" name="Google Shape;244;p2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5" name="Google Shape;245;p2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6" name="Shape 246"/>
        <p:cNvGrpSpPr/>
        <p:nvPr/>
      </p:nvGrpSpPr>
      <p:grpSpPr>
        <a:xfrm>
          <a:off x="0" y="0"/>
          <a:ext cx="0" cy="0"/>
          <a:chOff x="0" y="0"/>
          <a:chExt cx="0" cy="0"/>
        </a:xfrm>
      </p:grpSpPr>
      <p:sp>
        <p:nvSpPr>
          <p:cNvPr id="247" name="Google Shape;247;p2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8" name="Google Shape;248;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49" name="Google Shape;249;p2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1" name="Google Shape;251;p2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2" name="Google Shape;252;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3" name="Google Shape;253;p25"/>
          <p:cNvGrpSpPr/>
          <p:nvPr/>
        </p:nvGrpSpPr>
        <p:grpSpPr>
          <a:xfrm>
            <a:off x="7834231" y="1285"/>
            <a:ext cx="828900" cy="576065"/>
            <a:chOff x="7801496" y="1285"/>
            <a:chExt cx="828900" cy="576065"/>
          </a:xfrm>
        </p:grpSpPr>
        <p:pic>
          <p:nvPicPr>
            <p:cNvPr id="254" name="Google Shape;254;p2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5" name="Google Shape;255;p2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6" name="Google Shape;256;p25"/>
          <p:cNvGrpSpPr/>
          <p:nvPr/>
        </p:nvGrpSpPr>
        <p:grpSpPr>
          <a:xfrm>
            <a:off x="8635663" y="1285"/>
            <a:ext cx="499700" cy="576065"/>
            <a:chOff x="8635663" y="1285"/>
            <a:chExt cx="499700" cy="576065"/>
          </a:xfrm>
        </p:grpSpPr>
        <p:pic>
          <p:nvPicPr>
            <p:cNvPr id="257" name="Google Shape;257;p2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58" name="Google Shape;258;p2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59" name="Shape 259"/>
        <p:cNvGrpSpPr/>
        <p:nvPr/>
      </p:nvGrpSpPr>
      <p:grpSpPr>
        <a:xfrm>
          <a:off x="0" y="0"/>
          <a:ext cx="0" cy="0"/>
          <a:chOff x="0" y="0"/>
          <a:chExt cx="0" cy="0"/>
        </a:xfrm>
      </p:grpSpPr>
      <p:sp>
        <p:nvSpPr>
          <p:cNvPr id="260" name="Google Shape;260;p26"/>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1" name="Google Shape;261;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2" name="Google Shape;262;p2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4" name="Google Shape;264;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5" name="Google Shape;265;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6" name="Google Shape;266;p26"/>
          <p:cNvGrpSpPr/>
          <p:nvPr/>
        </p:nvGrpSpPr>
        <p:grpSpPr>
          <a:xfrm>
            <a:off x="7834231" y="1285"/>
            <a:ext cx="828900" cy="576065"/>
            <a:chOff x="7801496" y="1285"/>
            <a:chExt cx="828900" cy="576065"/>
          </a:xfrm>
        </p:grpSpPr>
        <p:pic>
          <p:nvPicPr>
            <p:cNvPr id="267" name="Google Shape;267;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8" name="Google Shape;268;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9" name="Google Shape;269;p26"/>
          <p:cNvGrpSpPr/>
          <p:nvPr/>
        </p:nvGrpSpPr>
        <p:grpSpPr>
          <a:xfrm>
            <a:off x="8635663" y="1285"/>
            <a:ext cx="499700" cy="576065"/>
            <a:chOff x="8635663" y="1285"/>
            <a:chExt cx="499700" cy="576065"/>
          </a:xfrm>
        </p:grpSpPr>
        <p:pic>
          <p:nvPicPr>
            <p:cNvPr id="270" name="Google Shape;270;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1" name="Google Shape;271;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2" name="Shape 272"/>
        <p:cNvGrpSpPr/>
        <p:nvPr/>
      </p:nvGrpSpPr>
      <p:grpSpPr>
        <a:xfrm>
          <a:off x="0" y="0"/>
          <a:ext cx="0" cy="0"/>
          <a:chOff x="0" y="0"/>
          <a:chExt cx="0" cy="0"/>
        </a:xfrm>
      </p:grpSpPr>
      <p:sp>
        <p:nvSpPr>
          <p:cNvPr id="273" name="Google Shape;273;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5" name="Google Shape;275;p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8" name="Google Shape;278;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9" name="Google Shape;279;p27"/>
          <p:cNvGrpSpPr/>
          <p:nvPr/>
        </p:nvGrpSpPr>
        <p:grpSpPr>
          <a:xfrm>
            <a:off x="7834231" y="1285"/>
            <a:ext cx="828900" cy="576065"/>
            <a:chOff x="7801496" y="1285"/>
            <a:chExt cx="828900" cy="576065"/>
          </a:xfrm>
        </p:grpSpPr>
        <p:pic>
          <p:nvPicPr>
            <p:cNvPr id="280" name="Google Shape;280;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1" name="Google Shape;281;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2" name="Google Shape;282;p27"/>
          <p:cNvGrpSpPr/>
          <p:nvPr/>
        </p:nvGrpSpPr>
        <p:grpSpPr>
          <a:xfrm>
            <a:off x="8635663" y="1285"/>
            <a:ext cx="499700" cy="576065"/>
            <a:chOff x="8635663" y="1285"/>
            <a:chExt cx="499700" cy="576065"/>
          </a:xfrm>
        </p:grpSpPr>
        <p:pic>
          <p:nvPicPr>
            <p:cNvPr id="283" name="Google Shape;283;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4" name="Google Shape;284;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5" name="Shape 285"/>
        <p:cNvGrpSpPr/>
        <p:nvPr/>
      </p:nvGrpSpPr>
      <p:grpSpPr>
        <a:xfrm>
          <a:off x="0" y="0"/>
          <a:ext cx="0" cy="0"/>
          <a:chOff x="0" y="0"/>
          <a:chExt cx="0" cy="0"/>
        </a:xfrm>
      </p:grpSpPr>
      <p:pic>
        <p:nvPicPr>
          <p:cNvPr id="286" name="Google Shape;286;p28"/>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87" name="Google Shape;287;p28"/>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88" name="Google Shape;288;p28"/>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89" name="Google Shape;289;p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1" name="Google Shape;291;p2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2" name="Google Shape;292;p2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3" name="Google Shape;293;p28"/>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4" name="Google Shape;294;p28"/>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5" name="Google Shape;295;p2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6" name="Google Shape;296;p2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2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98" name="Google Shape;298;p2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99" name="Google Shape;299;p2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0" name="Google Shape;300;p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1" name="Google Shape;301;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2" name="Google Shape;302;p28"/>
          <p:cNvGrpSpPr/>
          <p:nvPr/>
        </p:nvGrpSpPr>
        <p:grpSpPr>
          <a:xfrm>
            <a:off x="324128" y="3139463"/>
            <a:ext cx="457200" cy="457200"/>
            <a:chOff x="1020916" y="1442088"/>
            <a:chExt cx="457200" cy="457200"/>
          </a:xfrm>
        </p:grpSpPr>
        <p:pic>
          <p:nvPicPr>
            <p:cNvPr id="303" name="Google Shape;303;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4" name="Google Shape;304;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5" name="Google Shape;305;p28"/>
          <p:cNvGrpSpPr/>
          <p:nvPr/>
        </p:nvGrpSpPr>
        <p:grpSpPr>
          <a:xfrm>
            <a:off x="324128" y="3987825"/>
            <a:ext cx="457200" cy="457200"/>
            <a:chOff x="1020916" y="1442088"/>
            <a:chExt cx="457200" cy="457200"/>
          </a:xfrm>
        </p:grpSpPr>
        <p:pic>
          <p:nvPicPr>
            <p:cNvPr id="306" name="Google Shape;306;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08" name="Shape 308"/>
        <p:cNvGrpSpPr/>
        <p:nvPr/>
      </p:nvGrpSpPr>
      <p:grpSpPr>
        <a:xfrm>
          <a:off x="0" y="0"/>
          <a:ext cx="0" cy="0"/>
          <a:chOff x="0" y="0"/>
          <a:chExt cx="0" cy="0"/>
        </a:xfrm>
      </p:grpSpPr>
      <p:pic>
        <p:nvPicPr>
          <p:cNvPr id="309" name="Google Shape;309;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0" name="Google Shape;310;p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2" name="Google Shape;312;p2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3" name="Google Shape;313;p2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4" name="Google Shape;314;p29"/>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5" name="Google Shape;315;p2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6" name="Google Shape;316;p2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7" name="Google Shape;317;p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18" name="Google Shape;318;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9" name="Google Shape;319;p29"/>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0" name="Google Shape;320;p29"/>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1" name="Google Shape;321;p29"/>
          <p:cNvGrpSpPr/>
          <p:nvPr/>
        </p:nvGrpSpPr>
        <p:grpSpPr>
          <a:xfrm>
            <a:off x="324128" y="3139463"/>
            <a:ext cx="457200" cy="457200"/>
            <a:chOff x="1020916" y="1442088"/>
            <a:chExt cx="457200" cy="457200"/>
          </a:xfrm>
        </p:grpSpPr>
        <p:pic>
          <p:nvPicPr>
            <p:cNvPr id="322" name="Google Shape;322;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3" name="Google Shape;323;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4" name="Google Shape;324;p29"/>
          <p:cNvGrpSpPr/>
          <p:nvPr/>
        </p:nvGrpSpPr>
        <p:grpSpPr>
          <a:xfrm>
            <a:off x="324128" y="3987825"/>
            <a:ext cx="457200" cy="457200"/>
            <a:chOff x="1020916" y="1442088"/>
            <a:chExt cx="457200" cy="457200"/>
          </a:xfrm>
        </p:grpSpPr>
        <p:pic>
          <p:nvPicPr>
            <p:cNvPr id="325" name="Google Shape;325;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27" name="Google Shape;327;p29"/>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28" name="Google Shape;328;p29"/>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29" name="Google Shape;329;p2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0" name="Google Shape;330;p2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1" name="Shape 331"/>
        <p:cNvGrpSpPr/>
        <p:nvPr/>
      </p:nvGrpSpPr>
      <p:grpSpPr>
        <a:xfrm>
          <a:off x="0" y="0"/>
          <a:ext cx="0" cy="0"/>
          <a:chOff x="0" y="0"/>
          <a:chExt cx="0" cy="0"/>
        </a:xfrm>
      </p:grpSpPr>
      <p:pic>
        <p:nvPicPr>
          <p:cNvPr id="332" name="Google Shape;332;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3" name="Google Shape;333;p3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5" name="Google Shape;335;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6" name="Google Shape;336;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7" name="Google Shape;337;p30"/>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8" name="Google Shape;33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9" name="Google Shape;339;p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0" name="Google Shape;340;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1" name="Google Shape;341;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2" name="Google Shape;342;p30"/>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3" name="Google Shape;343;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4" name="Google Shape;344;p30"/>
          <p:cNvGrpSpPr/>
          <p:nvPr/>
        </p:nvGrpSpPr>
        <p:grpSpPr>
          <a:xfrm>
            <a:off x="324128" y="3139463"/>
            <a:ext cx="457200" cy="457200"/>
            <a:chOff x="1020916" y="1442088"/>
            <a:chExt cx="457200" cy="457200"/>
          </a:xfrm>
        </p:grpSpPr>
        <p:pic>
          <p:nvPicPr>
            <p:cNvPr id="345" name="Google Shape;345;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6" name="Google Shape;346;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47" name="Google Shape;347;p30"/>
          <p:cNvGrpSpPr/>
          <p:nvPr/>
        </p:nvGrpSpPr>
        <p:grpSpPr>
          <a:xfrm>
            <a:off x="324128" y="3987825"/>
            <a:ext cx="457200" cy="457200"/>
            <a:chOff x="1020916" y="1442088"/>
            <a:chExt cx="457200" cy="457200"/>
          </a:xfrm>
        </p:grpSpPr>
        <p:pic>
          <p:nvPicPr>
            <p:cNvPr id="348" name="Google Shape;348;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0" name="Google Shape;350;p30"/>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1" name="Google Shape;351;p30"/>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2" name="Google Shape;352;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3" name="Google Shape;353;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4" name="Shape 354"/>
        <p:cNvGrpSpPr/>
        <p:nvPr/>
      </p:nvGrpSpPr>
      <p:grpSpPr>
        <a:xfrm>
          <a:off x="0" y="0"/>
          <a:ext cx="0" cy="0"/>
          <a:chOff x="0" y="0"/>
          <a:chExt cx="0" cy="0"/>
        </a:xfrm>
      </p:grpSpPr>
      <p:pic>
        <p:nvPicPr>
          <p:cNvPr id="355" name="Google Shape;355;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6" name="Google Shape;356;p3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8" name="Google Shape;358;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9" name="Google Shape;359;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0" name="Google Shape;360;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1" name="Google Shape;361;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2" name="Google Shape;362;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3" name="Google Shape;363;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4" name="Google Shape;364;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5" name="Google Shape;365;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6" name="Google Shape;366;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67" name="Google Shape;367;p31"/>
          <p:cNvGrpSpPr/>
          <p:nvPr/>
        </p:nvGrpSpPr>
        <p:grpSpPr>
          <a:xfrm>
            <a:off x="324128" y="3139463"/>
            <a:ext cx="457200" cy="457200"/>
            <a:chOff x="1020916" y="1442088"/>
            <a:chExt cx="457200" cy="457200"/>
          </a:xfrm>
        </p:grpSpPr>
        <p:pic>
          <p:nvPicPr>
            <p:cNvPr id="368" name="Google Shape;36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69" name="Google Shape;36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0" name="Google Shape;370;p31"/>
          <p:cNvGrpSpPr/>
          <p:nvPr/>
        </p:nvGrpSpPr>
        <p:grpSpPr>
          <a:xfrm>
            <a:off x="324128" y="3987825"/>
            <a:ext cx="457200" cy="457200"/>
            <a:chOff x="1020916" y="1442088"/>
            <a:chExt cx="457200" cy="457200"/>
          </a:xfrm>
        </p:grpSpPr>
        <p:pic>
          <p:nvPicPr>
            <p:cNvPr id="371" name="Google Shape;371;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3" name="Google Shape;373;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4" name="Google Shape;374;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5" name="Google Shape;375;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6" name="Google Shape;376;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77" name="Shape 377"/>
        <p:cNvGrpSpPr/>
        <p:nvPr/>
      </p:nvGrpSpPr>
      <p:grpSpPr>
        <a:xfrm>
          <a:off x="0" y="0"/>
          <a:ext cx="0" cy="0"/>
          <a:chOff x="0" y="0"/>
          <a:chExt cx="0" cy="0"/>
        </a:xfrm>
      </p:grpSpPr>
      <p:pic>
        <p:nvPicPr>
          <p:cNvPr id="378" name="Google Shape;378;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79" name="Google Shape;379;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1" name="Google Shape;381;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2" name="Google Shape;382;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3" name="Google Shape;383;p3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4" name="Google Shape;384;p3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6" name="Google Shape;386;p3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7" name="Google Shape;387;p32"/>
          <p:cNvGrpSpPr/>
          <p:nvPr/>
        </p:nvGrpSpPr>
        <p:grpSpPr>
          <a:xfrm>
            <a:off x="323653" y="1804438"/>
            <a:ext cx="457200" cy="457200"/>
            <a:chOff x="1020916" y="1442088"/>
            <a:chExt cx="457200" cy="457200"/>
          </a:xfrm>
        </p:grpSpPr>
        <p:pic>
          <p:nvPicPr>
            <p:cNvPr id="388" name="Google Shape;38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89" name="Google Shape;38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0" name="Google Shape;390;p32"/>
          <p:cNvGrpSpPr/>
          <p:nvPr/>
        </p:nvGrpSpPr>
        <p:grpSpPr>
          <a:xfrm>
            <a:off x="323653" y="2766575"/>
            <a:ext cx="457200" cy="457200"/>
            <a:chOff x="1020916" y="1442088"/>
            <a:chExt cx="457200" cy="457200"/>
          </a:xfrm>
        </p:grpSpPr>
        <p:pic>
          <p:nvPicPr>
            <p:cNvPr id="391" name="Google Shape;39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3" name="Google Shape;393;p32"/>
          <p:cNvGrpSpPr/>
          <p:nvPr/>
        </p:nvGrpSpPr>
        <p:grpSpPr>
          <a:xfrm>
            <a:off x="323641" y="3729038"/>
            <a:ext cx="457200" cy="457200"/>
            <a:chOff x="1020916" y="1442088"/>
            <a:chExt cx="457200" cy="457200"/>
          </a:xfrm>
        </p:grpSpPr>
        <p:pic>
          <p:nvPicPr>
            <p:cNvPr id="394" name="Google Shape;394;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6" name="Shape 396"/>
        <p:cNvGrpSpPr/>
        <p:nvPr/>
      </p:nvGrpSpPr>
      <p:grpSpPr>
        <a:xfrm>
          <a:off x="0" y="0"/>
          <a:ext cx="0" cy="0"/>
          <a:chOff x="0" y="0"/>
          <a:chExt cx="0" cy="0"/>
        </a:xfrm>
      </p:grpSpPr>
      <p:pic>
        <p:nvPicPr>
          <p:cNvPr id="397" name="Google Shape;397;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8" name="Google Shape;398;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0" name="Google Shape;400;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1" name="Google Shape;401;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2" name="Google Shape;402;p3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3" name="Google Shape;403;p3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4" name="Google Shape;404;p3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5" name="Google Shape;405;p3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6" name="Google Shape;406;p33"/>
          <p:cNvGrpSpPr/>
          <p:nvPr/>
        </p:nvGrpSpPr>
        <p:grpSpPr>
          <a:xfrm>
            <a:off x="323653" y="1804438"/>
            <a:ext cx="457200" cy="457200"/>
            <a:chOff x="1020916" y="1442088"/>
            <a:chExt cx="457200" cy="457200"/>
          </a:xfrm>
        </p:grpSpPr>
        <p:pic>
          <p:nvPicPr>
            <p:cNvPr id="407" name="Google Shape;407;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08" name="Google Shape;408;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09" name="Google Shape;409;p33"/>
          <p:cNvGrpSpPr/>
          <p:nvPr/>
        </p:nvGrpSpPr>
        <p:grpSpPr>
          <a:xfrm>
            <a:off x="323653" y="2766575"/>
            <a:ext cx="457200" cy="457200"/>
            <a:chOff x="1020916" y="1442088"/>
            <a:chExt cx="457200" cy="457200"/>
          </a:xfrm>
        </p:grpSpPr>
        <p:pic>
          <p:nvPicPr>
            <p:cNvPr id="410" name="Google Shape;410;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2" name="Google Shape;412;p33"/>
          <p:cNvGrpSpPr/>
          <p:nvPr/>
        </p:nvGrpSpPr>
        <p:grpSpPr>
          <a:xfrm>
            <a:off x="323641" y="3729038"/>
            <a:ext cx="457200" cy="457200"/>
            <a:chOff x="1020916" y="1442088"/>
            <a:chExt cx="457200" cy="457200"/>
          </a:xfrm>
        </p:grpSpPr>
        <p:pic>
          <p:nvPicPr>
            <p:cNvPr id="413" name="Google Shape;413;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5" name="Shape 415"/>
        <p:cNvGrpSpPr/>
        <p:nvPr/>
      </p:nvGrpSpPr>
      <p:grpSpPr>
        <a:xfrm>
          <a:off x="0" y="0"/>
          <a:ext cx="0" cy="0"/>
          <a:chOff x="0" y="0"/>
          <a:chExt cx="0" cy="0"/>
        </a:xfrm>
      </p:grpSpPr>
      <p:pic>
        <p:nvPicPr>
          <p:cNvPr id="416" name="Google Shape;416;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7" name="Google Shape;417;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9" name="Google Shape;419;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0" name="Google Shape;420;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1" name="Google Shape;421;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2" name="Google Shape;422;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3" name="Google Shape;423;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4" name="Google Shape;424;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5" name="Google Shape;425;p34"/>
          <p:cNvGrpSpPr/>
          <p:nvPr/>
        </p:nvGrpSpPr>
        <p:grpSpPr>
          <a:xfrm>
            <a:off x="323653" y="1804438"/>
            <a:ext cx="457200" cy="457200"/>
            <a:chOff x="1020916" y="1442088"/>
            <a:chExt cx="457200" cy="457200"/>
          </a:xfrm>
        </p:grpSpPr>
        <p:pic>
          <p:nvPicPr>
            <p:cNvPr id="426" name="Google Shape;426;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7" name="Google Shape;427;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28" name="Google Shape;428;p34"/>
          <p:cNvGrpSpPr/>
          <p:nvPr/>
        </p:nvGrpSpPr>
        <p:grpSpPr>
          <a:xfrm>
            <a:off x="323653" y="2766575"/>
            <a:ext cx="457200" cy="457200"/>
            <a:chOff x="1020916" y="1442088"/>
            <a:chExt cx="457200" cy="457200"/>
          </a:xfrm>
        </p:grpSpPr>
        <p:pic>
          <p:nvPicPr>
            <p:cNvPr id="429" name="Google Shape;429;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1" name="Google Shape;431;p34"/>
          <p:cNvGrpSpPr/>
          <p:nvPr/>
        </p:nvGrpSpPr>
        <p:grpSpPr>
          <a:xfrm>
            <a:off x="323641" y="3729038"/>
            <a:ext cx="457200" cy="457200"/>
            <a:chOff x="1020916" y="1442088"/>
            <a:chExt cx="457200" cy="457200"/>
          </a:xfrm>
        </p:grpSpPr>
        <p:pic>
          <p:nvPicPr>
            <p:cNvPr id="432" name="Google Shape;432;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4" name="Shape 434"/>
        <p:cNvGrpSpPr/>
        <p:nvPr/>
      </p:nvGrpSpPr>
      <p:grpSpPr>
        <a:xfrm>
          <a:off x="0" y="0"/>
          <a:ext cx="0" cy="0"/>
          <a:chOff x="0" y="0"/>
          <a:chExt cx="0" cy="0"/>
        </a:xfrm>
      </p:grpSpPr>
      <p:pic>
        <p:nvPicPr>
          <p:cNvPr id="435" name="Google Shape;435;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6" name="Google Shape;436;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38" name="Google Shape;438;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9" name="Google Shape;439;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0" name="Google Shape;440;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1" name="Google Shape;441;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2" name="Google Shape;442;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3" name="Google Shape;443;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4" name="Google Shape;444;p35"/>
          <p:cNvGrpSpPr/>
          <p:nvPr/>
        </p:nvGrpSpPr>
        <p:grpSpPr>
          <a:xfrm>
            <a:off x="323653" y="1804438"/>
            <a:ext cx="457200" cy="457200"/>
            <a:chOff x="1020916" y="1442088"/>
            <a:chExt cx="457200" cy="457200"/>
          </a:xfrm>
        </p:grpSpPr>
        <p:pic>
          <p:nvPicPr>
            <p:cNvPr id="445" name="Google Shape;445;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6" name="Google Shape;446;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47" name="Google Shape;447;p35"/>
          <p:cNvGrpSpPr/>
          <p:nvPr/>
        </p:nvGrpSpPr>
        <p:grpSpPr>
          <a:xfrm>
            <a:off x="323653" y="2766575"/>
            <a:ext cx="457200" cy="457200"/>
            <a:chOff x="1020916" y="1442088"/>
            <a:chExt cx="457200" cy="457200"/>
          </a:xfrm>
        </p:grpSpPr>
        <p:pic>
          <p:nvPicPr>
            <p:cNvPr id="448" name="Google Shape;448;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0" name="Google Shape;450;p35"/>
          <p:cNvGrpSpPr/>
          <p:nvPr/>
        </p:nvGrpSpPr>
        <p:grpSpPr>
          <a:xfrm>
            <a:off x="323641" y="3729038"/>
            <a:ext cx="457200" cy="457200"/>
            <a:chOff x="1020916" y="1442088"/>
            <a:chExt cx="457200" cy="457200"/>
          </a:xfrm>
        </p:grpSpPr>
        <p:pic>
          <p:nvPicPr>
            <p:cNvPr id="451" name="Google Shape;451;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3" name="Shape 453"/>
        <p:cNvGrpSpPr/>
        <p:nvPr/>
      </p:nvGrpSpPr>
      <p:grpSpPr>
        <a:xfrm>
          <a:off x="0" y="0"/>
          <a:ext cx="0" cy="0"/>
          <a:chOff x="0" y="0"/>
          <a:chExt cx="0" cy="0"/>
        </a:xfrm>
      </p:grpSpPr>
      <p:pic>
        <p:nvPicPr>
          <p:cNvPr id="454" name="Google Shape;454;p3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5" name="Google Shape;455;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7" name="Google Shape;457;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8" name="Google Shape;458;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59" name="Google Shape;459;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0" name="Google Shape;460;p3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3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3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3" name="Google Shape;463;p3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4" name="Google Shape;464;p36"/>
          <p:cNvGrpSpPr/>
          <p:nvPr/>
        </p:nvGrpSpPr>
        <p:grpSpPr>
          <a:xfrm>
            <a:off x="323653" y="1652038"/>
            <a:ext cx="457200" cy="457200"/>
            <a:chOff x="1020916" y="1442088"/>
            <a:chExt cx="457200" cy="457200"/>
          </a:xfrm>
        </p:grpSpPr>
        <p:pic>
          <p:nvPicPr>
            <p:cNvPr id="465" name="Google Shape;46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6" name="Google Shape;46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67" name="Google Shape;467;p36"/>
          <p:cNvGrpSpPr/>
          <p:nvPr/>
        </p:nvGrpSpPr>
        <p:grpSpPr>
          <a:xfrm>
            <a:off x="323653" y="2461775"/>
            <a:ext cx="457200" cy="457200"/>
            <a:chOff x="1020916" y="1442088"/>
            <a:chExt cx="457200" cy="457200"/>
          </a:xfrm>
        </p:grpSpPr>
        <p:pic>
          <p:nvPicPr>
            <p:cNvPr id="468" name="Google Shape;468;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0" name="Google Shape;470;p36"/>
          <p:cNvGrpSpPr/>
          <p:nvPr/>
        </p:nvGrpSpPr>
        <p:grpSpPr>
          <a:xfrm>
            <a:off x="323641" y="3271838"/>
            <a:ext cx="457200" cy="457200"/>
            <a:chOff x="1020916" y="1442088"/>
            <a:chExt cx="457200" cy="457200"/>
          </a:xfrm>
        </p:grpSpPr>
        <p:pic>
          <p:nvPicPr>
            <p:cNvPr id="471" name="Google Shape;471;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3" name="Google Shape;473;p36"/>
          <p:cNvGrpSpPr/>
          <p:nvPr/>
        </p:nvGrpSpPr>
        <p:grpSpPr>
          <a:xfrm>
            <a:off x="323641" y="4081763"/>
            <a:ext cx="457200" cy="457200"/>
            <a:chOff x="1020916" y="1442088"/>
            <a:chExt cx="457200" cy="457200"/>
          </a:xfrm>
        </p:grpSpPr>
        <p:pic>
          <p:nvPicPr>
            <p:cNvPr id="474" name="Google Shape;474;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6" name="Shape 476"/>
        <p:cNvGrpSpPr/>
        <p:nvPr/>
      </p:nvGrpSpPr>
      <p:grpSpPr>
        <a:xfrm>
          <a:off x="0" y="0"/>
          <a:ext cx="0" cy="0"/>
          <a:chOff x="0" y="0"/>
          <a:chExt cx="0" cy="0"/>
        </a:xfrm>
      </p:grpSpPr>
      <p:pic>
        <p:nvPicPr>
          <p:cNvPr id="477" name="Google Shape;477;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8" name="Google Shape;478;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0" name="Google Shape;480;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1" name="Google Shape;481;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2" name="Google Shape;482;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3" name="Google Shape;483;p3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4" name="Google Shape;484;p3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5" name="Google Shape;485;p3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6" name="Google Shape;486;p3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7" name="Google Shape;487;p37"/>
          <p:cNvGrpSpPr/>
          <p:nvPr/>
        </p:nvGrpSpPr>
        <p:grpSpPr>
          <a:xfrm>
            <a:off x="323653" y="1652038"/>
            <a:ext cx="457200" cy="457200"/>
            <a:chOff x="1020916" y="1442088"/>
            <a:chExt cx="457200" cy="457200"/>
          </a:xfrm>
        </p:grpSpPr>
        <p:pic>
          <p:nvPicPr>
            <p:cNvPr id="488" name="Google Shape;48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9" name="Google Shape;48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0" name="Google Shape;490;p37"/>
          <p:cNvGrpSpPr/>
          <p:nvPr/>
        </p:nvGrpSpPr>
        <p:grpSpPr>
          <a:xfrm>
            <a:off x="323653" y="2461775"/>
            <a:ext cx="457200" cy="457200"/>
            <a:chOff x="1020916" y="1442088"/>
            <a:chExt cx="457200" cy="457200"/>
          </a:xfrm>
        </p:grpSpPr>
        <p:pic>
          <p:nvPicPr>
            <p:cNvPr id="491" name="Google Shape;49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3" name="Google Shape;493;p37"/>
          <p:cNvGrpSpPr/>
          <p:nvPr/>
        </p:nvGrpSpPr>
        <p:grpSpPr>
          <a:xfrm>
            <a:off x="323641" y="3271838"/>
            <a:ext cx="457200" cy="457200"/>
            <a:chOff x="1020916" y="1442088"/>
            <a:chExt cx="457200" cy="457200"/>
          </a:xfrm>
        </p:grpSpPr>
        <p:pic>
          <p:nvPicPr>
            <p:cNvPr id="494" name="Google Shape;49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6" name="Google Shape;496;p37"/>
          <p:cNvGrpSpPr/>
          <p:nvPr/>
        </p:nvGrpSpPr>
        <p:grpSpPr>
          <a:xfrm>
            <a:off x="323641" y="4081763"/>
            <a:ext cx="457200" cy="457200"/>
            <a:chOff x="1020916" y="1442088"/>
            <a:chExt cx="457200" cy="457200"/>
          </a:xfrm>
        </p:grpSpPr>
        <p:pic>
          <p:nvPicPr>
            <p:cNvPr id="497" name="Google Shape;497;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499" name="Shape 499"/>
        <p:cNvGrpSpPr/>
        <p:nvPr/>
      </p:nvGrpSpPr>
      <p:grpSpPr>
        <a:xfrm>
          <a:off x="0" y="0"/>
          <a:ext cx="0" cy="0"/>
          <a:chOff x="0" y="0"/>
          <a:chExt cx="0" cy="0"/>
        </a:xfrm>
      </p:grpSpPr>
      <p:pic>
        <p:nvPicPr>
          <p:cNvPr id="500" name="Google Shape;500;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1" name="Google Shape;501;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3" name="Google Shape;503;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4" name="Google Shape;504;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5" name="Google Shape;505;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6" name="Google Shape;506;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7" name="Google Shape;507;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8" name="Google Shape;508;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9" name="Google Shape;509;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0" name="Google Shape;510;p38"/>
          <p:cNvGrpSpPr/>
          <p:nvPr/>
        </p:nvGrpSpPr>
        <p:grpSpPr>
          <a:xfrm>
            <a:off x="323653" y="1652038"/>
            <a:ext cx="457200" cy="457200"/>
            <a:chOff x="1020916" y="1442088"/>
            <a:chExt cx="457200" cy="457200"/>
          </a:xfrm>
        </p:grpSpPr>
        <p:pic>
          <p:nvPicPr>
            <p:cNvPr id="511" name="Google Shape;51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2" name="Google Shape;51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3" name="Google Shape;513;p38"/>
          <p:cNvGrpSpPr/>
          <p:nvPr/>
        </p:nvGrpSpPr>
        <p:grpSpPr>
          <a:xfrm>
            <a:off x="323653" y="2461775"/>
            <a:ext cx="457200" cy="457200"/>
            <a:chOff x="1020916" y="1442088"/>
            <a:chExt cx="457200" cy="457200"/>
          </a:xfrm>
        </p:grpSpPr>
        <p:pic>
          <p:nvPicPr>
            <p:cNvPr id="514" name="Google Shape;51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6" name="Google Shape;516;p38"/>
          <p:cNvGrpSpPr/>
          <p:nvPr/>
        </p:nvGrpSpPr>
        <p:grpSpPr>
          <a:xfrm>
            <a:off x="323641" y="3271838"/>
            <a:ext cx="457200" cy="457200"/>
            <a:chOff x="1020916" y="1442088"/>
            <a:chExt cx="457200" cy="457200"/>
          </a:xfrm>
        </p:grpSpPr>
        <p:pic>
          <p:nvPicPr>
            <p:cNvPr id="517" name="Google Shape;51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19" name="Google Shape;519;p38"/>
          <p:cNvGrpSpPr/>
          <p:nvPr/>
        </p:nvGrpSpPr>
        <p:grpSpPr>
          <a:xfrm>
            <a:off x="323641" y="4081763"/>
            <a:ext cx="457200" cy="457200"/>
            <a:chOff x="1020916" y="1442088"/>
            <a:chExt cx="457200" cy="457200"/>
          </a:xfrm>
        </p:grpSpPr>
        <p:pic>
          <p:nvPicPr>
            <p:cNvPr id="520" name="Google Shape;520;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2" name="Shape 522"/>
        <p:cNvGrpSpPr/>
        <p:nvPr/>
      </p:nvGrpSpPr>
      <p:grpSpPr>
        <a:xfrm>
          <a:off x="0" y="0"/>
          <a:ext cx="0" cy="0"/>
          <a:chOff x="0" y="0"/>
          <a:chExt cx="0" cy="0"/>
        </a:xfrm>
      </p:grpSpPr>
      <p:pic>
        <p:nvPicPr>
          <p:cNvPr id="523" name="Google Shape;523;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4" name="Google Shape;524;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6" name="Google Shape;526;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7" name="Google Shape;527;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8" name="Google Shape;528;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2" name="Google Shape;532;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3" name="Google Shape;533;p39"/>
          <p:cNvGrpSpPr/>
          <p:nvPr/>
        </p:nvGrpSpPr>
        <p:grpSpPr>
          <a:xfrm>
            <a:off x="323653" y="1652038"/>
            <a:ext cx="457200" cy="457200"/>
            <a:chOff x="1020916" y="1442088"/>
            <a:chExt cx="457200" cy="457200"/>
          </a:xfrm>
        </p:grpSpPr>
        <p:pic>
          <p:nvPicPr>
            <p:cNvPr id="534" name="Google Shape;53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5" name="Google Shape;53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6" name="Google Shape;536;p39"/>
          <p:cNvGrpSpPr/>
          <p:nvPr/>
        </p:nvGrpSpPr>
        <p:grpSpPr>
          <a:xfrm>
            <a:off x="323653" y="2461775"/>
            <a:ext cx="457200" cy="457200"/>
            <a:chOff x="1020916" y="1442088"/>
            <a:chExt cx="457200" cy="457200"/>
          </a:xfrm>
        </p:grpSpPr>
        <p:pic>
          <p:nvPicPr>
            <p:cNvPr id="537" name="Google Shape;53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9" name="Google Shape;539;p39"/>
          <p:cNvGrpSpPr/>
          <p:nvPr/>
        </p:nvGrpSpPr>
        <p:grpSpPr>
          <a:xfrm>
            <a:off x="323641" y="3271838"/>
            <a:ext cx="457200" cy="457200"/>
            <a:chOff x="1020916" y="1442088"/>
            <a:chExt cx="457200" cy="457200"/>
          </a:xfrm>
        </p:grpSpPr>
        <p:pic>
          <p:nvPicPr>
            <p:cNvPr id="540" name="Google Shape;54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2" name="Google Shape;542;p39"/>
          <p:cNvGrpSpPr/>
          <p:nvPr/>
        </p:nvGrpSpPr>
        <p:grpSpPr>
          <a:xfrm>
            <a:off x="323641" y="4081763"/>
            <a:ext cx="457200" cy="457200"/>
            <a:chOff x="1020916" y="1442088"/>
            <a:chExt cx="457200" cy="457200"/>
          </a:xfrm>
        </p:grpSpPr>
        <p:pic>
          <p:nvPicPr>
            <p:cNvPr id="543" name="Google Shape;543;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5" name="Shape 545"/>
        <p:cNvGrpSpPr/>
        <p:nvPr/>
      </p:nvGrpSpPr>
      <p:grpSpPr>
        <a:xfrm>
          <a:off x="0" y="0"/>
          <a:ext cx="0" cy="0"/>
          <a:chOff x="0" y="0"/>
          <a:chExt cx="0" cy="0"/>
        </a:xfrm>
      </p:grpSpPr>
      <p:pic>
        <p:nvPicPr>
          <p:cNvPr id="546" name="Google Shape;546;p4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7" name="Google Shape;547;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9" name="Google Shape;549;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0" name="Google Shape;550;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1" name="Google Shape;551;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2" name="Google Shape;552;p40"/>
          <p:cNvSpPr/>
          <p:nvPr>
            <p:ph idx="3" type="pic"/>
          </p:nvPr>
        </p:nvSpPr>
        <p:spPr>
          <a:xfrm>
            <a:off x="324000" y="1893950"/>
            <a:ext cx="2555400" cy="1939500"/>
          </a:xfrm>
          <a:prstGeom prst="rect">
            <a:avLst/>
          </a:prstGeom>
          <a:noFill/>
          <a:ln>
            <a:noFill/>
          </a:ln>
        </p:spPr>
      </p:sp>
      <p:sp>
        <p:nvSpPr>
          <p:cNvPr id="553" name="Google Shape;553;p40"/>
          <p:cNvSpPr/>
          <p:nvPr>
            <p:ph idx="4" type="pic"/>
          </p:nvPr>
        </p:nvSpPr>
        <p:spPr>
          <a:xfrm>
            <a:off x="6256800" y="1893950"/>
            <a:ext cx="2555400" cy="1939500"/>
          </a:xfrm>
          <a:prstGeom prst="rect">
            <a:avLst/>
          </a:prstGeom>
          <a:noFill/>
          <a:ln>
            <a:noFill/>
          </a:ln>
        </p:spPr>
      </p:sp>
      <p:sp>
        <p:nvSpPr>
          <p:cNvPr id="554" name="Google Shape;554;p40"/>
          <p:cNvSpPr/>
          <p:nvPr>
            <p:ph idx="5" type="pic"/>
          </p:nvPr>
        </p:nvSpPr>
        <p:spPr>
          <a:xfrm>
            <a:off x="3294300" y="1893950"/>
            <a:ext cx="2555400" cy="1939500"/>
          </a:xfrm>
          <a:prstGeom prst="rect">
            <a:avLst/>
          </a:prstGeom>
          <a:noFill/>
          <a:ln>
            <a:noFill/>
          </a:ln>
        </p:spPr>
      </p:sp>
      <p:grpSp>
        <p:nvGrpSpPr>
          <p:cNvPr id="555" name="Google Shape;555;p40"/>
          <p:cNvGrpSpPr/>
          <p:nvPr/>
        </p:nvGrpSpPr>
        <p:grpSpPr>
          <a:xfrm>
            <a:off x="1381028" y="4148538"/>
            <a:ext cx="457200" cy="457200"/>
            <a:chOff x="1020916" y="1442088"/>
            <a:chExt cx="457200" cy="457200"/>
          </a:xfrm>
        </p:grpSpPr>
        <p:pic>
          <p:nvPicPr>
            <p:cNvPr id="556" name="Google Shape;556;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8" name="Google Shape;558;p40"/>
          <p:cNvGrpSpPr/>
          <p:nvPr/>
        </p:nvGrpSpPr>
        <p:grpSpPr>
          <a:xfrm>
            <a:off x="4331066" y="4148550"/>
            <a:ext cx="457200" cy="457200"/>
            <a:chOff x="1020916" y="1442088"/>
            <a:chExt cx="457200" cy="457200"/>
          </a:xfrm>
        </p:grpSpPr>
        <p:pic>
          <p:nvPicPr>
            <p:cNvPr id="559" name="Google Shape;559;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1" name="Google Shape;561;p40"/>
          <p:cNvGrpSpPr/>
          <p:nvPr/>
        </p:nvGrpSpPr>
        <p:grpSpPr>
          <a:xfrm>
            <a:off x="7305791" y="4148538"/>
            <a:ext cx="457200" cy="457200"/>
            <a:chOff x="1020916" y="1442088"/>
            <a:chExt cx="457200" cy="457200"/>
          </a:xfrm>
        </p:grpSpPr>
        <p:pic>
          <p:nvPicPr>
            <p:cNvPr id="562" name="Google Shape;562;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4" name="Shape 564"/>
        <p:cNvGrpSpPr/>
        <p:nvPr/>
      </p:nvGrpSpPr>
      <p:grpSpPr>
        <a:xfrm>
          <a:off x="0" y="0"/>
          <a:ext cx="0" cy="0"/>
          <a:chOff x="0" y="0"/>
          <a:chExt cx="0" cy="0"/>
        </a:xfrm>
      </p:grpSpPr>
      <p:pic>
        <p:nvPicPr>
          <p:cNvPr id="565" name="Google Shape;565;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6" name="Google Shape;566;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8" name="Google Shape;568;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9" name="Google Shape;569;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0" name="Google Shape;570;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1" name="Google Shape;571;p41"/>
          <p:cNvSpPr/>
          <p:nvPr>
            <p:ph idx="3" type="pic"/>
          </p:nvPr>
        </p:nvSpPr>
        <p:spPr>
          <a:xfrm>
            <a:off x="324000" y="1893950"/>
            <a:ext cx="2555400" cy="1939500"/>
          </a:xfrm>
          <a:prstGeom prst="rect">
            <a:avLst/>
          </a:prstGeom>
          <a:noFill/>
          <a:ln>
            <a:noFill/>
          </a:ln>
        </p:spPr>
      </p:sp>
      <p:sp>
        <p:nvSpPr>
          <p:cNvPr id="572" name="Google Shape;572;p41"/>
          <p:cNvSpPr/>
          <p:nvPr>
            <p:ph idx="4" type="pic"/>
          </p:nvPr>
        </p:nvSpPr>
        <p:spPr>
          <a:xfrm>
            <a:off x="6256800" y="1893950"/>
            <a:ext cx="2555400" cy="1939500"/>
          </a:xfrm>
          <a:prstGeom prst="rect">
            <a:avLst/>
          </a:prstGeom>
          <a:noFill/>
          <a:ln>
            <a:noFill/>
          </a:ln>
        </p:spPr>
      </p:sp>
      <p:sp>
        <p:nvSpPr>
          <p:cNvPr id="573" name="Google Shape;573;p41"/>
          <p:cNvSpPr/>
          <p:nvPr>
            <p:ph idx="5" type="pic"/>
          </p:nvPr>
        </p:nvSpPr>
        <p:spPr>
          <a:xfrm>
            <a:off x="3294300" y="1893950"/>
            <a:ext cx="2555400" cy="1939500"/>
          </a:xfrm>
          <a:prstGeom prst="rect">
            <a:avLst/>
          </a:prstGeom>
          <a:noFill/>
          <a:ln>
            <a:noFill/>
          </a:ln>
        </p:spPr>
      </p:sp>
      <p:grpSp>
        <p:nvGrpSpPr>
          <p:cNvPr id="574" name="Google Shape;574;p41"/>
          <p:cNvGrpSpPr/>
          <p:nvPr/>
        </p:nvGrpSpPr>
        <p:grpSpPr>
          <a:xfrm>
            <a:off x="1381028" y="4148538"/>
            <a:ext cx="457200" cy="457200"/>
            <a:chOff x="1020916" y="1442088"/>
            <a:chExt cx="457200" cy="457200"/>
          </a:xfrm>
        </p:grpSpPr>
        <p:pic>
          <p:nvPicPr>
            <p:cNvPr id="575" name="Google Shape;575;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6" name="Google Shape;576;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7" name="Google Shape;577;p41"/>
          <p:cNvGrpSpPr/>
          <p:nvPr/>
        </p:nvGrpSpPr>
        <p:grpSpPr>
          <a:xfrm>
            <a:off x="4331066" y="4148550"/>
            <a:ext cx="457200" cy="457200"/>
            <a:chOff x="1020916" y="1442088"/>
            <a:chExt cx="457200" cy="457200"/>
          </a:xfrm>
        </p:grpSpPr>
        <p:pic>
          <p:nvPicPr>
            <p:cNvPr id="578" name="Google Shape;578;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0" name="Google Shape;580;p41"/>
          <p:cNvGrpSpPr/>
          <p:nvPr/>
        </p:nvGrpSpPr>
        <p:grpSpPr>
          <a:xfrm>
            <a:off x="7305791" y="4148538"/>
            <a:ext cx="457200" cy="457200"/>
            <a:chOff x="1020916" y="1442088"/>
            <a:chExt cx="457200" cy="457200"/>
          </a:xfrm>
        </p:grpSpPr>
        <p:pic>
          <p:nvPicPr>
            <p:cNvPr id="581" name="Google Shape;581;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3" name="Shape 583"/>
        <p:cNvGrpSpPr/>
        <p:nvPr/>
      </p:nvGrpSpPr>
      <p:grpSpPr>
        <a:xfrm>
          <a:off x="0" y="0"/>
          <a:ext cx="0" cy="0"/>
          <a:chOff x="0" y="0"/>
          <a:chExt cx="0" cy="0"/>
        </a:xfrm>
      </p:grpSpPr>
      <p:pic>
        <p:nvPicPr>
          <p:cNvPr id="584" name="Google Shape;584;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5" name="Google Shape;585;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7" name="Google Shape;587;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8" name="Google Shape;588;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89" name="Google Shape;589;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0" name="Google Shape;590;p42"/>
          <p:cNvSpPr/>
          <p:nvPr>
            <p:ph idx="3" type="pic"/>
          </p:nvPr>
        </p:nvSpPr>
        <p:spPr>
          <a:xfrm>
            <a:off x="324000" y="1893950"/>
            <a:ext cx="2555400" cy="1939500"/>
          </a:xfrm>
          <a:prstGeom prst="rect">
            <a:avLst/>
          </a:prstGeom>
          <a:noFill/>
          <a:ln>
            <a:noFill/>
          </a:ln>
        </p:spPr>
      </p:sp>
      <p:sp>
        <p:nvSpPr>
          <p:cNvPr id="591" name="Google Shape;591;p42"/>
          <p:cNvSpPr/>
          <p:nvPr>
            <p:ph idx="4" type="pic"/>
          </p:nvPr>
        </p:nvSpPr>
        <p:spPr>
          <a:xfrm>
            <a:off x="6256800" y="1893950"/>
            <a:ext cx="2555400" cy="1939500"/>
          </a:xfrm>
          <a:prstGeom prst="rect">
            <a:avLst/>
          </a:prstGeom>
          <a:noFill/>
          <a:ln>
            <a:noFill/>
          </a:ln>
        </p:spPr>
      </p:sp>
      <p:sp>
        <p:nvSpPr>
          <p:cNvPr id="592" name="Google Shape;592;p42"/>
          <p:cNvSpPr/>
          <p:nvPr>
            <p:ph idx="5" type="pic"/>
          </p:nvPr>
        </p:nvSpPr>
        <p:spPr>
          <a:xfrm>
            <a:off x="3294300" y="1893950"/>
            <a:ext cx="2555400" cy="1939500"/>
          </a:xfrm>
          <a:prstGeom prst="rect">
            <a:avLst/>
          </a:prstGeom>
          <a:noFill/>
          <a:ln>
            <a:noFill/>
          </a:ln>
        </p:spPr>
      </p:sp>
      <p:grpSp>
        <p:nvGrpSpPr>
          <p:cNvPr id="593" name="Google Shape;593;p42"/>
          <p:cNvGrpSpPr/>
          <p:nvPr/>
        </p:nvGrpSpPr>
        <p:grpSpPr>
          <a:xfrm>
            <a:off x="1381028" y="4148538"/>
            <a:ext cx="457200" cy="457200"/>
            <a:chOff x="1020916" y="1442088"/>
            <a:chExt cx="457200" cy="457200"/>
          </a:xfrm>
        </p:grpSpPr>
        <p:pic>
          <p:nvPicPr>
            <p:cNvPr id="594" name="Google Shape;594;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5" name="Google Shape;595;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6" name="Google Shape;596;p42"/>
          <p:cNvGrpSpPr/>
          <p:nvPr/>
        </p:nvGrpSpPr>
        <p:grpSpPr>
          <a:xfrm>
            <a:off x="4331066" y="4148550"/>
            <a:ext cx="457200" cy="457200"/>
            <a:chOff x="1020916" y="1442088"/>
            <a:chExt cx="457200" cy="457200"/>
          </a:xfrm>
        </p:grpSpPr>
        <p:pic>
          <p:nvPicPr>
            <p:cNvPr id="597" name="Google Shape;597;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9" name="Google Shape;599;p42"/>
          <p:cNvGrpSpPr/>
          <p:nvPr/>
        </p:nvGrpSpPr>
        <p:grpSpPr>
          <a:xfrm>
            <a:off x="7305791" y="4148538"/>
            <a:ext cx="457200" cy="457200"/>
            <a:chOff x="1020916" y="1442088"/>
            <a:chExt cx="457200" cy="457200"/>
          </a:xfrm>
        </p:grpSpPr>
        <p:pic>
          <p:nvPicPr>
            <p:cNvPr id="600" name="Google Shape;600;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2" name="Shape 602"/>
        <p:cNvGrpSpPr/>
        <p:nvPr/>
      </p:nvGrpSpPr>
      <p:grpSpPr>
        <a:xfrm>
          <a:off x="0" y="0"/>
          <a:ext cx="0" cy="0"/>
          <a:chOff x="0" y="0"/>
          <a:chExt cx="0" cy="0"/>
        </a:xfrm>
      </p:grpSpPr>
      <p:pic>
        <p:nvPicPr>
          <p:cNvPr id="603" name="Google Shape;603;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4" name="Google Shape;604;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6" name="Google Shape;606;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7" name="Google Shape;607;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08" name="Google Shape;608;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9" name="Google Shape;609;p43"/>
          <p:cNvSpPr/>
          <p:nvPr>
            <p:ph idx="3" type="pic"/>
          </p:nvPr>
        </p:nvSpPr>
        <p:spPr>
          <a:xfrm>
            <a:off x="324000" y="1893950"/>
            <a:ext cx="2555400" cy="1939500"/>
          </a:xfrm>
          <a:prstGeom prst="rect">
            <a:avLst/>
          </a:prstGeom>
          <a:noFill/>
          <a:ln>
            <a:noFill/>
          </a:ln>
        </p:spPr>
      </p:sp>
      <p:sp>
        <p:nvSpPr>
          <p:cNvPr id="610" name="Google Shape;610;p43"/>
          <p:cNvSpPr/>
          <p:nvPr>
            <p:ph idx="4" type="pic"/>
          </p:nvPr>
        </p:nvSpPr>
        <p:spPr>
          <a:xfrm>
            <a:off x="6256800" y="1893950"/>
            <a:ext cx="2555400" cy="1939500"/>
          </a:xfrm>
          <a:prstGeom prst="rect">
            <a:avLst/>
          </a:prstGeom>
          <a:noFill/>
          <a:ln>
            <a:noFill/>
          </a:ln>
        </p:spPr>
      </p:sp>
      <p:sp>
        <p:nvSpPr>
          <p:cNvPr id="611" name="Google Shape;611;p43"/>
          <p:cNvSpPr/>
          <p:nvPr>
            <p:ph idx="5" type="pic"/>
          </p:nvPr>
        </p:nvSpPr>
        <p:spPr>
          <a:xfrm>
            <a:off x="3294300" y="1893950"/>
            <a:ext cx="2555400" cy="1939500"/>
          </a:xfrm>
          <a:prstGeom prst="rect">
            <a:avLst/>
          </a:prstGeom>
          <a:noFill/>
          <a:ln>
            <a:noFill/>
          </a:ln>
        </p:spPr>
      </p:sp>
      <p:grpSp>
        <p:nvGrpSpPr>
          <p:cNvPr id="612" name="Google Shape;612;p43"/>
          <p:cNvGrpSpPr/>
          <p:nvPr/>
        </p:nvGrpSpPr>
        <p:grpSpPr>
          <a:xfrm>
            <a:off x="1381028" y="4148538"/>
            <a:ext cx="457200" cy="457200"/>
            <a:chOff x="1020916" y="1442088"/>
            <a:chExt cx="457200" cy="457200"/>
          </a:xfrm>
        </p:grpSpPr>
        <p:pic>
          <p:nvPicPr>
            <p:cNvPr id="613" name="Google Shape;613;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4" name="Google Shape;614;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5" name="Google Shape;615;p43"/>
          <p:cNvGrpSpPr/>
          <p:nvPr/>
        </p:nvGrpSpPr>
        <p:grpSpPr>
          <a:xfrm>
            <a:off x="4331066" y="4148550"/>
            <a:ext cx="457200" cy="457200"/>
            <a:chOff x="1020916" y="1442088"/>
            <a:chExt cx="457200" cy="457200"/>
          </a:xfrm>
        </p:grpSpPr>
        <p:pic>
          <p:nvPicPr>
            <p:cNvPr id="616" name="Google Shape;616;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8" name="Google Shape;618;p43"/>
          <p:cNvGrpSpPr/>
          <p:nvPr/>
        </p:nvGrpSpPr>
        <p:grpSpPr>
          <a:xfrm>
            <a:off x="7305791" y="4148538"/>
            <a:ext cx="457200" cy="457200"/>
            <a:chOff x="1020916" y="1442088"/>
            <a:chExt cx="457200" cy="457200"/>
          </a:xfrm>
        </p:grpSpPr>
        <p:pic>
          <p:nvPicPr>
            <p:cNvPr id="619" name="Google Shape;619;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1" name="Shape 621"/>
        <p:cNvGrpSpPr/>
        <p:nvPr/>
      </p:nvGrpSpPr>
      <p:grpSpPr>
        <a:xfrm>
          <a:off x="0" y="0"/>
          <a:ext cx="0" cy="0"/>
          <a:chOff x="0" y="0"/>
          <a:chExt cx="0" cy="0"/>
        </a:xfrm>
      </p:grpSpPr>
      <p:pic>
        <p:nvPicPr>
          <p:cNvPr id="622" name="Google Shape;622;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3" name="Google Shape;623;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5" name="Google Shape;625;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6" name="Google Shape;626;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27" name="Google Shape;627;p4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28" name="Shape 628"/>
        <p:cNvGrpSpPr/>
        <p:nvPr/>
      </p:nvGrpSpPr>
      <p:grpSpPr>
        <a:xfrm>
          <a:off x="0" y="0"/>
          <a:ext cx="0" cy="0"/>
          <a:chOff x="0" y="0"/>
          <a:chExt cx="0" cy="0"/>
        </a:xfrm>
      </p:grpSpPr>
      <p:pic>
        <p:nvPicPr>
          <p:cNvPr id="629" name="Google Shape;629;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0" name="Google Shape;630;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2" name="Google Shape;632;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3" name="Google Shape;633;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4" name="Google Shape;634;p4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5" name="Shape 635"/>
        <p:cNvGrpSpPr/>
        <p:nvPr/>
      </p:nvGrpSpPr>
      <p:grpSpPr>
        <a:xfrm>
          <a:off x="0" y="0"/>
          <a:ext cx="0" cy="0"/>
          <a:chOff x="0" y="0"/>
          <a:chExt cx="0" cy="0"/>
        </a:xfrm>
      </p:grpSpPr>
      <p:pic>
        <p:nvPicPr>
          <p:cNvPr id="636" name="Google Shape;636;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7" name="Google Shape;637;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9" name="Google Shape;639;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0" name="Google Shape;640;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1" name="Google Shape;641;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2" name="Shape 642"/>
        <p:cNvGrpSpPr/>
        <p:nvPr/>
      </p:nvGrpSpPr>
      <p:grpSpPr>
        <a:xfrm>
          <a:off x="0" y="0"/>
          <a:ext cx="0" cy="0"/>
          <a:chOff x="0" y="0"/>
          <a:chExt cx="0" cy="0"/>
        </a:xfrm>
      </p:grpSpPr>
      <p:pic>
        <p:nvPicPr>
          <p:cNvPr id="643" name="Google Shape;643;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4" name="Google Shape;644;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6" name="Google Shape;646;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7" name="Google Shape;647;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48" name="Google Shape;648;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49" name="Shape 649"/>
        <p:cNvGrpSpPr/>
        <p:nvPr/>
      </p:nvGrpSpPr>
      <p:grpSpPr>
        <a:xfrm>
          <a:off x="0" y="0"/>
          <a:ext cx="0" cy="0"/>
          <a:chOff x="0" y="0"/>
          <a:chExt cx="0" cy="0"/>
        </a:xfrm>
      </p:grpSpPr>
      <p:pic>
        <p:nvPicPr>
          <p:cNvPr id="650" name="Google Shape;650;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1" name="Google Shape;651;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53" name="Google Shape;653;p48"/>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54" name="Google Shape;654;p4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55" name="Google Shape;655;p4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6" name="Google Shape;656;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57" name="Shape 657"/>
        <p:cNvGrpSpPr/>
        <p:nvPr/>
      </p:nvGrpSpPr>
      <p:grpSpPr>
        <a:xfrm>
          <a:off x="0" y="0"/>
          <a:ext cx="0" cy="0"/>
          <a:chOff x="0" y="0"/>
          <a:chExt cx="0" cy="0"/>
        </a:xfrm>
      </p:grpSpPr>
      <p:pic>
        <p:nvPicPr>
          <p:cNvPr id="658" name="Google Shape;658;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9" name="Google Shape;659;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1" name="Google Shape;661;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sp>
        <p:nvSpPr>
          <p:cNvPr id="662" name="Google Shape;662;p49"/>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63" name="Google Shape;663;p4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64" name="Google Shape;664;p4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5" name="Shape 665"/>
        <p:cNvGrpSpPr/>
        <p:nvPr/>
      </p:nvGrpSpPr>
      <p:grpSpPr>
        <a:xfrm>
          <a:off x="0" y="0"/>
          <a:ext cx="0" cy="0"/>
          <a:chOff x="0" y="0"/>
          <a:chExt cx="0" cy="0"/>
        </a:xfrm>
      </p:grpSpPr>
      <p:pic>
        <p:nvPicPr>
          <p:cNvPr id="666" name="Google Shape;666;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7" name="Google Shape;667;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9" name="Google Shape;66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70" name="Google Shape;670;p50"/>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671" name="Google Shape;671;p5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72" name="Google Shape;672;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3" name="Shape 673"/>
        <p:cNvGrpSpPr/>
        <p:nvPr/>
      </p:nvGrpSpPr>
      <p:grpSpPr>
        <a:xfrm>
          <a:off x="0" y="0"/>
          <a:ext cx="0" cy="0"/>
          <a:chOff x="0" y="0"/>
          <a:chExt cx="0" cy="0"/>
        </a:xfrm>
      </p:grpSpPr>
      <p:pic>
        <p:nvPicPr>
          <p:cNvPr id="674" name="Google Shape;674;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5" name="Google Shape;675;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7" name="Google Shape;677;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sp>
        <p:nvSpPr>
          <p:cNvPr id="678" name="Google Shape;678;p51"/>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679" name="Google Shape;679;p5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80" name="Google Shape;680;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1" name="Shape 681"/>
        <p:cNvGrpSpPr/>
        <p:nvPr/>
      </p:nvGrpSpPr>
      <p:grpSpPr>
        <a:xfrm>
          <a:off x="0" y="0"/>
          <a:ext cx="0" cy="0"/>
          <a:chOff x="0" y="0"/>
          <a:chExt cx="0" cy="0"/>
        </a:xfrm>
      </p:grpSpPr>
      <p:pic>
        <p:nvPicPr>
          <p:cNvPr id="682" name="Google Shape;682;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3" name="Google Shape;683;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5" name="Google Shape;685;p52"/>
          <p:cNvSpPr txBox="1"/>
          <p:nvPr/>
        </p:nvSpPr>
        <p:spPr>
          <a:xfrm>
            <a:off x="324000" y="45525"/>
            <a:ext cx="10920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86" name="Google Shape;686;p5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87" name="Google Shape;687;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8" name="Google Shape;688;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89" name="Shape 689"/>
        <p:cNvGrpSpPr/>
        <p:nvPr/>
      </p:nvGrpSpPr>
      <p:grpSpPr>
        <a:xfrm>
          <a:off x="0" y="0"/>
          <a:ext cx="0" cy="0"/>
          <a:chOff x="0" y="0"/>
          <a:chExt cx="0" cy="0"/>
        </a:xfrm>
      </p:grpSpPr>
      <p:pic>
        <p:nvPicPr>
          <p:cNvPr id="690" name="Google Shape;690;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1" name="Google Shape;691;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3" name="Google Shape;693;p53"/>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94" name="Google Shape;694;p5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695" name="Google Shape;695;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6" name="Google Shape;696;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697" name="Shape 697"/>
        <p:cNvGrpSpPr/>
        <p:nvPr/>
      </p:nvGrpSpPr>
      <p:grpSpPr>
        <a:xfrm>
          <a:off x="0" y="0"/>
          <a:ext cx="0" cy="0"/>
          <a:chOff x="0" y="0"/>
          <a:chExt cx="0" cy="0"/>
        </a:xfrm>
      </p:grpSpPr>
      <p:pic>
        <p:nvPicPr>
          <p:cNvPr id="698" name="Google Shape;698;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9" name="Google Shape;699;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1" name="Google Shape;701;p54"/>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702" name="Google Shape;702;p5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03" name="Google Shape;703;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4" name="Google Shape;704;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5" name="Shape 705"/>
        <p:cNvGrpSpPr/>
        <p:nvPr/>
      </p:nvGrpSpPr>
      <p:grpSpPr>
        <a:xfrm>
          <a:off x="0" y="0"/>
          <a:ext cx="0" cy="0"/>
          <a:chOff x="0" y="0"/>
          <a:chExt cx="0" cy="0"/>
        </a:xfrm>
      </p:grpSpPr>
      <p:pic>
        <p:nvPicPr>
          <p:cNvPr id="706" name="Google Shape;706;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7" name="Google Shape;707;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9" name="Google Shape;709;p55"/>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0" name="Google Shape;710;p5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11" name="Google Shape;711;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2" name="Google Shape;712;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
    <p:spTree>
      <p:nvGrpSpPr>
        <p:cNvPr id="713" name="Shape 713"/>
        <p:cNvGrpSpPr/>
        <p:nvPr/>
      </p:nvGrpSpPr>
      <p:grpSpPr>
        <a:xfrm>
          <a:off x="0" y="0"/>
          <a:ext cx="0" cy="0"/>
          <a:chOff x="0" y="0"/>
          <a:chExt cx="0" cy="0"/>
        </a:xfrm>
      </p:grpSpPr>
      <p:sp>
        <p:nvSpPr>
          <p:cNvPr id="714" name="Google Shape;714;p5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5" name="Google Shape;715;p5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6" name="Google Shape;716;p5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7" name="Google Shape;717;p56"/>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18" name="Google Shape;718;p56"/>
          <p:cNvSpPr txBox="1"/>
          <p:nvPr>
            <p:ph type="title"/>
          </p:nvPr>
        </p:nvSpPr>
        <p:spPr>
          <a:xfrm>
            <a:off x="1684800" y="157525"/>
            <a:ext cx="5741400" cy="3828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19" name="Shape 719"/>
        <p:cNvGrpSpPr/>
        <p:nvPr/>
      </p:nvGrpSpPr>
      <p:grpSpPr>
        <a:xfrm>
          <a:off x="0" y="0"/>
          <a:ext cx="0" cy="0"/>
          <a:chOff x="0" y="0"/>
          <a:chExt cx="0" cy="0"/>
        </a:xfrm>
      </p:grpSpPr>
      <p:sp>
        <p:nvSpPr>
          <p:cNvPr id="720" name="Google Shape;720;p57"/>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1" name="Google Shape;721;p57"/>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2" name="Google Shape;722;p5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3" name="Google Shape;723;p57"/>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4" name="Google Shape;724;p57"/>
          <p:cNvSpPr txBox="1"/>
          <p:nvPr>
            <p:ph type="title"/>
          </p:nvPr>
        </p:nvSpPr>
        <p:spPr>
          <a:xfrm>
            <a:off x="1684800" y="157525"/>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5" name="Shape 725"/>
        <p:cNvGrpSpPr/>
        <p:nvPr/>
      </p:nvGrpSpPr>
      <p:grpSpPr>
        <a:xfrm>
          <a:off x="0" y="0"/>
          <a:ext cx="0" cy="0"/>
          <a:chOff x="0" y="0"/>
          <a:chExt cx="0" cy="0"/>
        </a:xfrm>
      </p:grpSpPr>
      <p:pic>
        <p:nvPicPr>
          <p:cNvPr id="726" name="Google Shape;726;p58"/>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7" name="Google Shape;727;p58"/>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8" name="Shape 728"/>
        <p:cNvGrpSpPr/>
        <p:nvPr/>
      </p:nvGrpSpPr>
      <p:grpSpPr>
        <a:xfrm>
          <a:off x="0" y="0"/>
          <a:ext cx="0" cy="0"/>
          <a:chOff x="0" y="0"/>
          <a:chExt cx="0" cy="0"/>
        </a:xfrm>
      </p:grpSpPr>
      <p:sp>
        <p:nvSpPr>
          <p:cNvPr id="729" name="Google Shape;729;p5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0" name="Google Shape;730;p5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1" name="Google Shape;731;p5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2" name="Google Shape;732;p5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3" name="Google Shape;733;p5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4" name="Google Shape;734;p5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5" name="Google Shape;735;p5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6" name="Google Shape;736;p5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37" name="Google Shape;737;p5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38" name="Shape 738"/>
        <p:cNvGrpSpPr/>
        <p:nvPr/>
      </p:nvGrpSpPr>
      <p:grpSpPr>
        <a:xfrm>
          <a:off x="0" y="0"/>
          <a:ext cx="0" cy="0"/>
          <a:chOff x="0" y="0"/>
          <a:chExt cx="0" cy="0"/>
        </a:xfrm>
      </p:grpSpPr>
      <p:pic>
        <p:nvPicPr>
          <p:cNvPr id="739" name="Google Shape;739;p6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0" name="Google Shape;740;p60"/>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1" name="Shape 741"/>
        <p:cNvGrpSpPr/>
        <p:nvPr/>
      </p:nvGrpSpPr>
      <p:grpSpPr>
        <a:xfrm>
          <a:off x="0" y="0"/>
          <a:ext cx="0" cy="0"/>
          <a:chOff x="0" y="0"/>
          <a:chExt cx="0" cy="0"/>
        </a:xfrm>
      </p:grpSpPr>
      <p:sp>
        <p:nvSpPr>
          <p:cNvPr id="742" name="Google Shape;742;p61"/>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1">
  <p:cSld name="CUSTOM_3_1_2">
    <p:spTree>
      <p:nvGrpSpPr>
        <p:cNvPr id="743" name="Shape 743"/>
        <p:cNvGrpSpPr/>
        <p:nvPr/>
      </p:nvGrpSpPr>
      <p:grpSpPr>
        <a:xfrm>
          <a:off x="0" y="0"/>
          <a:ext cx="0" cy="0"/>
          <a:chOff x="0" y="0"/>
          <a:chExt cx="0" cy="0"/>
        </a:xfrm>
      </p:grpSpPr>
      <p:sp>
        <p:nvSpPr>
          <p:cNvPr id="744" name="Google Shape;744;p62"/>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5" name="Google Shape;745;p62"/>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746" name="Google Shape;746;p6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747" name="Google Shape;747;p62"/>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8" name="Google Shape;748;p62"/>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9" name="Google Shape;749;p62"/>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754" name="Shape 754"/>
        <p:cNvGrpSpPr/>
        <p:nvPr/>
      </p:nvGrpSpPr>
      <p:grpSpPr>
        <a:xfrm>
          <a:off x="0" y="0"/>
          <a:ext cx="0" cy="0"/>
          <a:chOff x="0" y="0"/>
          <a:chExt cx="0" cy="0"/>
        </a:xfrm>
      </p:grpSpPr>
      <p:pic>
        <p:nvPicPr>
          <p:cNvPr id="755" name="Google Shape;755;p64"/>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56" name="Google Shape;756;p6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757" name="Google Shape;757;p64"/>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8" name="Google Shape;758;p64"/>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59" name="Google Shape;759;p6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760" name="Google Shape;760;p64"/>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761" name="Google Shape;761;p6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762" name="Shape 762"/>
        <p:cNvGrpSpPr/>
        <p:nvPr/>
      </p:nvGrpSpPr>
      <p:grpSpPr>
        <a:xfrm>
          <a:off x="0" y="0"/>
          <a:ext cx="0" cy="0"/>
          <a:chOff x="0" y="0"/>
          <a:chExt cx="0" cy="0"/>
        </a:xfrm>
      </p:grpSpPr>
      <p:pic>
        <p:nvPicPr>
          <p:cNvPr id="763" name="Google Shape;763;p65"/>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764" name="Google Shape;764;p6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5" name="Google Shape;765;p6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766" name="Google Shape;766;p65"/>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7" name="Google Shape;767;p6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68" name="Google Shape;768;p6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769" name="Google Shape;769;p65"/>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770" name="Shape 770"/>
        <p:cNvGrpSpPr/>
        <p:nvPr/>
      </p:nvGrpSpPr>
      <p:grpSpPr>
        <a:xfrm>
          <a:off x="0" y="0"/>
          <a:ext cx="0" cy="0"/>
          <a:chOff x="0" y="0"/>
          <a:chExt cx="0" cy="0"/>
        </a:xfrm>
      </p:grpSpPr>
      <p:pic>
        <p:nvPicPr>
          <p:cNvPr id="771" name="Google Shape;771;p66"/>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772" name="Google Shape;772;p66"/>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773" name="Google Shape;773;p6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4" name="Google Shape;774;p6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775" name="Google Shape;775;p66"/>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76" name="Google Shape;776;p66"/>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77" name="Google Shape;777;p6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778" name="Shape 778"/>
        <p:cNvGrpSpPr/>
        <p:nvPr/>
      </p:nvGrpSpPr>
      <p:grpSpPr>
        <a:xfrm>
          <a:off x="0" y="0"/>
          <a:ext cx="0" cy="0"/>
          <a:chOff x="0" y="0"/>
          <a:chExt cx="0" cy="0"/>
        </a:xfrm>
      </p:grpSpPr>
      <p:pic>
        <p:nvPicPr>
          <p:cNvPr id="779" name="Google Shape;779;p67"/>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80" name="Google Shape;780;p6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1" name="Google Shape;781;p6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782" name="Google Shape;782;p67"/>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83" name="Google Shape;783;p6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84" name="Google Shape;784;p6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5" name="Google Shape;785;p67"/>
          <p:cNvGrpSpPr/>
          <p:nvPr/>
        </p:nvGrpSpPr>
        <p:grpSpPr>
          <a:xfrm>
            <a:off x="6156975" y="0"/>
            <a:ext cx="2987025" cy="3854074"/>
            <a:chOff x="6156975" y="0"/>
            <a:chExt cx="2987025" cy="3854074"/>
          </a:xfrm>
        </p:grpSpPr>
        <p:pic>
          <p:nvPicPr>
            <p:cNvPr id="786" name="Google Shape;786;p6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787" name="Google Shape;787;p67"/>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88" name="Google Shape;788;p67"/>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789" name="Shape 789"/>
        <p:cNvGrpSpPr/>
        <p:nvPr/>
      </p:nvGrpSpPr>
      <p:grpSpPr>
        <a:xfrm>
          <a:off x="0" y="0"/>
          <a:ext cx="0" cy="0"/>
          <a:chOff x="0" y="0"/>
          <a:chExt cx="0" cy="0"/>
        </a:xfrm>
      </p:grpSpPr>
      <p:pic>
        <p:nvPicPr>
          <p:cNvPr id="790" name="Google Shape;790;p68"/>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791" name="Google Shape;791;p6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92" name="Google Shape;792;p6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793" name="Google Shape;793;p68"/>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94" name="Google Shape;794;p68"/>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95" name="Google Shape;795;p6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796" name="Google Shape;796;p68"/>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797" name="Shape 797"/>
        <p:cNvGrpSpPr/>
        <p:nvPr/>
      </p:nvGrpSpPr>
      <p:grpSpPr>
        <a:xfrm>
          <a:off x="0" y="0"/>
          <a:ext cx="0" cy="0"/>
          <a:chOff x="0" y="0"/>
          <a:chExt cx="0" cy="0"/>
        </a:xfrm>
      </p:grpSpPr>
      <p:sp>
        <p:nvSpPr>
          <p:cNvPr id="798" name="Google Shape;798;p6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99" name="Google Shape;799;p6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800" name="Google Shape;800;p69"/>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01" name="Google Shape;801;p69"/>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802" name="Google Shape;802;p6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803" name="Google Shape;803;p69"/>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804" name="Google Shape;804;p69"/>
          <p:cNvGrpSpPr/>
          <p:nvPr/>
        </p:nvGrpSpPr>
        <p:grpSpPr>
          <a:xfrm>
            <a:off x="6156975" y="0"/>
            <a:ext cx="2987025" cy="3854074"/>
            <a:chOff x="6156975" y="0"/>
            <a:chExt cx="2987025" cy="3854074"/>
          </a:xfrm>
        </p:grpSpPr>
        <p:pic>
          <p:nvPicPr>
            <p:cNvPr id="805" name="Google Shape;805;p6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6" name="Google Shape;806;p69"/>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07" name="Google Shape;807;p69"/>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808" name="Shape 808"/>
        <p:cNvGrpSpPr/>
        <p:nvPr/>
      </p:nvGrpSpPr>
      <p:grpSpPr>
        <a:xfrm>
          <a:off x="0" y="0"/>
          <a:ext cx="0" cy="0"/>
          <a:chOff x="0" y="0"/>
          <a:chExt cx="0" cy="0"/>
        </a:xfrm>
      </p:grpSpPr>
      <p:pic>
        <p:nvPicPr>
          <p:cNvPr id="809" name="Google Shape;809;p70"/>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810" name="Google Shape;810;p7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11" name="Google Shape;811;p7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12" name="Google Shape;812;p7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813" name="Google Shape;813;p70"/>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14" name="Google Shape;814;p7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15" name="Google Shape;815;p7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816" name="Shape 816"/>
        <p:cNvGrpSpPr/>
        <p:nvPr/>
      </p:nvGrpSpPr>
      <p:grpSpPr>
        <a:xfrm>
          <a:off x="0" y="0"/>
          <a:ext cx="0" cy="0"/>
          <a:chOff x="0" y="0"/>
          <a:chExt cx="0" cy="0"/>
        </a:xfrm>
      </p:grpSpPr>
      <p:pic>
        <p:nvPicPr>
          <p:cNvPr id="817" name="Google Shape;817;p71"/>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818" name="Google Shape;818;p7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19" name="Google Shape;819;p7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820" name="Google Shape;820;p71"/>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21" name="Google Shape;821;p7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822" name="Google Shape;822;p71"/>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823" name="Google Shape;823;p71"/>
          <p:cNvGrpSpPr/>
          <p:nvPr/>
        </p:nvGrpSpPr>
        <p:grpSpPr>
          <a:xfrm>
            <a:off x="6156975" y="0"/>
            <a:ext cx="2987025" cy="3854074"/>
            <a:chOff x="6156975" y="0"/>
            <a:chExt cx="2987025" cy="3854074"/>
          </a:xfrm>
        </p:grpSpPr>
        <p:pic>
          <p:nvPicPr>
            <p:cNvPr id="824" name="Google Shape;824;p7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25" name="Google Shape;825;p71"/>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26" name="Google Shape;826;p71"/>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7" name="Shape 827"/>
        <p:cNvGrpSpPr/>
        <p:nvPr/>
      </p:nvGrpSpPr>
      <p:grpSpPr>
        <a:xfrm>
          <a:off x="0" y="0"/>
          <a:ext cx="0" cy="0"/>
          <a:chOff x="0" y="0"/>
          <a:chExt cx="0" cy="0"/>
        </a:xfrm>
      </p:grpSpPr>
      <p:pic>
        <p:nvPicPr>
          <p:cNvPr id="828" name="Google Shape;828;p72"/>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29" name="Google Shape;829;p72"/>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30" name="Google Shape;830;p72"/>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1" name="Google Shape;831;p7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32" name="Google Shape;832;p72"/>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33" name="Google Shape;833;p72"/>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34" name="Google Shape;834;p7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835" name="Shape 835"/>
        <p:cNvGrpSpPr/>
        <p:nvPr/>
      </p:nvGrpSpPr>
      <p:grpSpPr>
        <a:xfrm>
          <a:off x="0" y="0"/>
          <a:ext cx="0" cy="0"/>
          <a:chOff x="0" y="0"/>
          <a:chExt cx="0" cy="0"/>
        </a:xfrm>
      </p:grpSpPr>
      <p:pic>
        <p:nvPicPr>
          <p:cNvPr id="836" name="Google Shape;836;p73"/>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837" name="Google Shape;837;p73"/>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838" name="Google Shape;838;p73"/>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2000"/>
              <a:buNone/>
              <a:defRPr sz="20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839" name="Shape 839"/>
        <p:cNvGrpSpPr/>
        <p:nvPr/>
      </p:nvGrpSpPr>
      <p:grpSpPr>
        <a:xfrm>
          <a:off x="0" y="0"/>
          <a:ext cx="0" cy="0"/>
          <a:chOff x="0" y="0"/>
          <a:chExt cx="0" cy="0"/>
        </a:xfrm>
      </p:grpSpPr>
      <p:sp>
        <p:nvSpPr>
          <p:cNvPr id="840" name="Google Shape;840;p74"/>
          <p:cNvSpPr txBox="1"/>
          <p:nvPr/>
        </p:nvSpPr>
        <p:spPr>
          <a:xfrm>
            <a:off x="177375" y="7248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841" name="Google Shape;841;p74"/>
          <p:cNvSpPr txBox="1"/>
          <p:nvPr/>
        </p:nvSpPr>
        <p:spPr>
          <a:xfrm>
            <a:off x="177375" y="248475"/>
            <a:ext cx="424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Oak’s lesson structure</a:t>
            </a:r>
            <a:endParaRPr b="1" sz="1800">
              <a:latin typeface="Lexend"/>
              <a:ea typeface="Lexend"/>
              <a:cs typeface="Lexend"/>
              <a:sym typeface="Lexend"/>
            </a:endParaRPr>
          </a:p>
        </p:txBody>
      </p:sp>
      <p:sp>
        <p:nvSpPr>
          <p:cNvPr id="842" name="Google Shape;842;p74"/>
          <p:cNvSpPr txBox="1"/>
          <p:nvPr/>
        </p:nvSpPr>
        <p:spPr>
          <a:xfrm>
            <a:off x="4825725" y="248475"/>
            <a:ext cx="401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Useful links</a:t>
            </a:r>
            <a:endParaRPr b="1" sz="1800">
              <a:latin typeface="Lexend"/>
              <a:ea typeface="Lexend"/>
              <a:cs typeface="Lexend"/>
              <a:sym typeface="Lexend"/>
            </a:endParaRPr>
          </a:p>
        </p:txBody>
      </p:sp>
      <p:sp>
        <p:nvSpPr>
          <p:cNvPr id="843" name="Google Shape;843;p74"/>
          <p:cNvSpPr txBox="1"/>
          <p:nvPr/>
        </p:nvSpPr>
        <p:spPr>
          <a:xfrm>
            <a:off x="177375" y="30535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844" name="Google Shape;844;p74"/>
          <p:cNvSpPr txBox="1"/>
          <p:nvPr/>
        </p:nvSpPr>
        <p:spPr>
          <a:xfrm>
            <a:off x="4825725" y="7248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                                          to </a:t>
            </a:r>
            <a:r>
              <a:rPr lang="en-GB" sz="1200">
                <a:solidFill>
                  <a:schemeClr val="dk1"/>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845" name="Google Shape;845;p74"/>
          <p:cNvGrpSpPr/>
          <p:nvPr/>
        </p:nvGrpSpPr>
        <p:grpSpPr>
          <a:xfrm>
            <a:off x="2498516" y="1415817"/>
            <a:ext cx="1745270" cy="1430724"/>
            <a:chOff x="2642961" y="1644312"/>
            <a:chExt cx="1454634" cy="1195657"/>
          </a:xfrm>
        </p:grpSpPr>
        <p:pic>
          <p:nvPicPr>
            <p:cNvPr id="846" name="Google Shape;846;p74"/>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847" name="Google Shape;847;p74"/>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848" name="Google Shape;848;p74"/>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849" name="Google Shape;849;p74"/>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850" name="Google Shape;850;p74"/>
          <p:cNvPicPr preferRelativeResize="0"/>
          <p:nvPr/>
        </p:nvPicPr>
        <p:blipFill rotWithShape="1">
          <a:blip r:embed="rId6">
            <a:alphaModFix/>
          </a:blip>
          <a:srcRect b="5222" l="3910" r="0" t="0"/>
          <a:stretch/>
        </p:blipFill>
        <p:spPr>
          <a:xfrm>
            <a:off x="1252313" y="3417350"/>
            <a:ext cx="2057336" cy="1195675"/>
          </a:xfrm>
          <a:prstGeom prst="rect">
            <a:avLst/>
          </a:prstGeom>
          <a:noFill/>
          <a:ln>
            <a:noFill/>
          </a:ln>
        </p:spPr>
      </p:pic>
      <p:pic>
        <p:nvPicPr>
          <p:cNvPr id="851" name="Google Shape;851;p74"/>
          <p:cNvPicPr preferRelativeResize="0"/>
          <p:nvPr/>
        </p:nvPicPr>
        <p:blipFill>
          <a:blip r:embed="rId7">
            <a:alphaModFix/>
          </a:blip>
          <a:stretch>
            <a:fillRect/>
          </a:stretch>
        </p:blipFill>
        <p:spPr>
          <a:xfrm>
            <a:off x="246350" y="1549488"/>
            <a:ext cx="2057324" cy="116339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852" name="Shape 852"/>
        <p:cNvGrpSpPr/>
        <p:nvPr/>
      </p:nvGrpSpPr>
      <p:grpSpPr>
        <a:xfrm>
          <a:off x="0" y="0"/>
          <a:ext cx="0" cy="0"/>
          <a:chOff x="0" y="0"/>
          <a:chExt cx="0" cy="0"/>
        </a:xfrm>
      </p:grpSpPr>
      <p:sp>
        <p:nvSpPr>
          <p:cNvPr id="853" name="Google Shape;853;p7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54" name="Google Shape;854;p7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55" name="Google Shape;855;p7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856" name="Google Shape;856;p75"/>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57" name="Google Shape;857;p75"/>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58" name="Google Shape;858;p75"/>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1 Keywords definitions (3)">
  <p:cSld name="CUSTOM_3_1_1">
    <p:spTree>
      <p:nvGrpSpPr>
        <p:cNvPr id="859" name="Shape 859"/>
        <p:cNvGrpSpPr/>
        <p:nvPr/>
      </p:nvGrpSpPr>
      <p:grpSpPr>
        <a:xfrm>
          <a:off x="0" y="0"/>
          <a:ext cx="0" cy="0"/>
          <a:chOff x="0" y="0"/>
          <a:chExt cx="0" cy="0"/>
        </a:xfrm>
      </p:grpSpPr>
      <p:sp>
        <p:nvSpPr>
          <p:cNvPr id="860" name="Google Shape;860;p7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61" name="Google Shape;861;p7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62" name="Google Shape;862;p7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863" name="Google Shape;863;p76"/>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64" name="Google Shape;864;p76"/>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65" name="Google Shape;865;p76"/>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 Keyword (4)">
  <p:cSld name="CUSTOM_27_1">
    <p:spTree>
      <p:nvGrpSpPr>
        <p:cNvPr id="866" name="Shape 866"/>
        <p:cNvGrpSpPr/>
        <p:nvPr/>
      </p:nvGrpSpPr>
      <p:grpSpPr>
        <a:xfrm>
          <a:off x="0" y="0"/>
          <a:ext cx="0" cy="0"/>
          <a:chOff x="0" y="0"/>
          <a:chExt cx="0" cy="0"/>
        </a:xfrm>
      </p:grpSpPr>
      <p:sp>
        <p:nvSpPr>
          <p:cNvPr id="867" name="Google Shape;867;p7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68" name="Google Shape;868;p7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69" name="Google Shape;869;p77"/>
          <p:cNvSpPr txBox="1"/>
          <p:nvPr>
            <p:ph idx="1" type="subTitle"/>
          </p:nvPr>
        </p:nvSpPr>
        <p:spPr>
          <a:xfrm>
            <a:off x="324000" y="9084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70" name="Google Shape;870;p77"/>
          <p:cNvSpPr txBox="1"/>
          <p:nvPr>
            <p:ph idx="2" type="subTitle"/>
          </p:nvPr>
        </p:nvSpPr>
        <p:spPr>
          <a:xfrm>
            <a:off x="324000" y="190562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71" name="Google Shape;871;p77"/>
          <p:cNvSpPr txBox="1"/>
          <p:nvPr>
            <p:ph idx="3" type="subTitle"/>
          </p:nvPr>
        </p:nvSpPr>
        <p:spPr>
          <a:xfrm>
            <a:off x="324000" y="28976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72" name="Google Shape;872;p77"/>
          <p:cNvSpPr txBox="1"/>
          <p:nvPr>
            <p:ph idx="4" type="subTitle"/>
          </p:nvPr>
        </p:nvSpPr>
        <p:spPr>
          <a:xfrm>
            <a:off x="324000" y="3887250"/>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73" name="Google Shape;873;p7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1 Keyword definitions (4)">
  <p:cSld name="CUSTOM_27_1_2">
    <p:spTree>
      <p:nvGrpSpPr>
        <p:cNvPr id="874" name="Shape 874"/>
        <p:cNvGrpSpPr/>
        <p:nvPr/>
      </p:nvGrpSpPr>
      <p:grpSpPr>
        <a:xfrm>
          <a:off x="0" y="0"/>
          <a:ext cx="0" cy="0"/>
          <a:chOff x="0" y="0"/>
          <a:chExt cx="0" cy="0"/>
        </a:xfrm>
      </p:grpSpPr>
      <p:sp>
        <p:nvSpPr>
          <p:cNvPr id="875" name="Google Shape;875;p7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76" name="Google Shape;876;p78"/>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77" name="Google Shape;877;p78"/>
          <p:cNvSpPr txBox="1"/>
          <p:nvPr>
            <p:ph idx="1" type="subTitle"/>
          </p:nvPr>
        </p:nvSpPr>
        <p:spPr>
          <a:xfrm>
            <a:off x="324000" y="9084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78" name="Google Shape;878;p78"/>
          <p:cNvSpPr txBox="1"/>
          <p:nvPr>
            <p:ph idx="2" type="subTitle"/>
          </p:nvPr>
        </p:nvSpPr>
        <p:spPr>
          <a:xfrm>
            <a:off x="324000" y="190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79" name="Google Shape;879;p78"/>
          <p:cNvSpPr txBox="1"/>
          <p:nvPr>
            <p:ph idx="3" type="subTitle"/>
          </p:nvPr>
        </p:nvSpPr>
        <p:spPr>
          <a:xfrm>
            <a:off x="324000" y="28976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80" name="Google Shape;880;p78"/>
          <p:cNvSpPr txBox="1"/>
          <p:nvPr>
            <p:ph idx="4" type="subTitle"/>
          </p:nvPr>
        </p:nvSpPr>
        <p:spPr>
          <a:xfrm>
            <a:off x="324000" y="38872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81" name="Google Shape;881;p7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 Keywords (5)">
  <p:cSld name="CUSTOM_27_1_1">
    <p:spTree>
      <p:nvGrpSpPr>
        <p:cNvPr id="882" name="Shape 882"/>
        <p:cNvGrpSpPr/>
        <p:nvPr/>
      </p:nvGrpSpPr>
      <p:grpSpPr>
        <a:xfrm>
          <a:off x="0" y="0"/>
          <a:ext cx="0" cy="0"/>
          <a:chOff x="0" y="0"/>
          <a:chExt cx="0" cy="0"/>
        </a:xfrm>
      </p:grpSpPr>
      <p:sp>
        <p:nvSpPr>
          <p:cNvPr id="883" name="Google Shape;883;p79"/>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84" name="Google Shape;884;p79"/>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85" name="Google Shape;885;p79"/>
          <p:cNvSpPr txBox="1"/>
          <p:nvPr>
            <p:ph idx="1" type="subTitle"/>
          </p:nvPr>
        </p:nvSpPr>
        <p:spPr>
          <a:xfrm>
            <a:off x="324000" y="74403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86" name="Google Shape;886;p79"/>
          <p:cNvSpPr txBox="1"/>
          <p:nvPr>
            <p:ph idx="2" type="subTitle"/>
          </p:nvPr>
        </p:nvSpPr>
        <p:spPr>
          <a:xfrm>
            <a:off x="324000" y="158878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87" name="Google Shape;887;p79"/>
          <p:cNvSpPr txBox="1"/>
          <p:nvPr>
            <p:ph idx="3" type="subTitle"/>
          </p:nvPr>
        </p:nvSpPr>
        <p:spPr>
          <a:xfrm>
            <a:off x="324000" y="2428437"/>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88" name="Google Shape;888;p79"/>
          <p:cNvSpPr txBox="1"/>
          <p:nvPr>
            <p:ph idx="4" type="subTitle"/>
          </p:nvPr>
        </p:nvSpPr>
        <p:spPr>
          <a:xfrm>
            <a:off x="324000" y="32656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89" name="Google Shape;889;p79"/>
          <p:cNvSpPr txBox="1"/>
          <p:nvPr>
            <p:ph idx="5" type="subTitle"/>
          </p:nvPr>
        </p:nvSpPr>
        <p:spPr>
          <a:xfrm>
            <a:off x="324000" y="41038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90" name="Google Shape;890;p79"/>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891" name="Shape 891"/>
        <p:cNvGrpSpPr/>
        <p:nvPr/>
      </p:nvGrpSpPr>
      <p:grpSpPr>
        <a:xfrm>
          <a:off x="0" y="0"/>
          <a:ext cx="0" cy="0"/>
          <a:chOff x="0" y="0"/>
          <a:chExt cx="0" cy="0"/>
        </a:xfrm>
      </p:grpSpPr>
      <p:sp>
        <p:nvSpPr>
          <p:cNvPr id="892" name="Google Shape;892;p80"/>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93" name="Google Shape;893;p80"/>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94" name="Google Shape;894;p80"/>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95" name="Google Shape;895;p80"/>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96" name="Google Shape;896;p80"/>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897" name="Google Shape;897;p80"/>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898" name="Google Shape;898;p80"/>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99" name="Google Shape;899;p80"/>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900" name="Shape 900"/>
        <p:cNvGrpSpPr/>
        <p:nvPr/>
      </p:nvGrpSpPr>
      <p:grpSpPr>
        <a:xfrm>
          <a:off x="0" y="0"/>
          <a:ext cx="0" cy="0"/>
          <a:chOff x="0" y="0"/>
          <a:chExt cx="0" cy="0"/>
        </a:xfrm>
      </p:grpSpPr>
      <p:sp>
        <p:nvSpPr>
          <p:cNvPr id="901" name="Google Shape;901;p81"/>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02" name="Google Shape;902;p81"/>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903" name="Google Shape;903;p81"/>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904" name="Google Shape;904;p81"/>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905" name="Google Shape;905;p81"/>
          <p:cNvCxnSpPr>
            <a:endCxn id="906"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907" name="Google Shape;907;p81"/>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908" name="Google Shape;908;p81"/>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09" name="Google Shape;909;p81"/>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906" name="Google Shape;906;p81"/>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910" name="Google Shape;910;p81"/>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911" name="Google Shape;911;p81"/>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912" name="Google Shape;912;p81"/>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913" name="Shape 913"/>
        <p:cNvGrpSpPr/>
        <p:nvPr/>
      </p:nvGrpSpPr>
      <p:grpSpPr>
        <a:xfrm>
          <a:off x="0" y="0"/>
          <a:ext cx="0" cy="0"/>
          <a:chOff x="0" y="0"/>
          <a:chExt cx="0" cy="0"/>
        </a:xfrm>
      </p:grpSpPr>
      <p:pic>
        <p:nvPicPr>
          <p:cNvPr id="914" name="Google Shape;914;p82"/>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915" name="Google Shape;915;p82"/>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916" name="Google Shape;916;p82"/>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917" name="Google Shape;917;p82"/>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918" name="Google Shape;918;p82"/>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919" name="Google Shape;919;p82"/>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920" name="Google Shape;920;p82"/>
          <p:cNvCxnSpPr>
            <a:endCxn id="921"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921" name="Google Shape;921;p82"/>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922" name="Google Shape;922;p82"/>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923" name="Google Shape;923;p82"/>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24" name="Google Shape;924;p82"/>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25" name="Google Shape;925;p82"/>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926" name="Google Shape;926;p82"/>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927" name="Google Shape;927;p82"/>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28" name="Google Shape;928;p82"/>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929" name="Google Shape;929;p82"/>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930" name="Google Shape;930;p82"/>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931" name="Shape 931"/>
        <p:cNvGrpSpPr/>
        <p:nvPr/>
      </p:nvGrpSpPr>
      <p:grpSpPr>
        <a:xfrm>
          <a:off x="0" y="0"/>
          <a:ext cx="0" cy="0"/>
          <a:chOff x="0" y="0"/>
          <a:chExt cx="0" cy="0"/>
        </a:xfrm>
      </p:grpSpPr>
      <p:pic>
        <p:nvPicPr>
          <p:cNvPr id="932" name="Google Shape;932;p83"/>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933" name="Google Shape;933;p83"/>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934" name="Google Shape;934;p83"/>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935" name="Google Shape;935;p83"/>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936" name="Google Shape;936;p83"/>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937" name="Google Shape;937;p83"/>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938" name="Google Shape;938;p83"/>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939" name="Google Shape;939;p83"/>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940" name="Google Shape;940;p83"/>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941" name="Google Shape;941;p83"/>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942" name="Google Shape;942;p83"/>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943" name="Google Shape;943;p83"/>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944" name="Google Shape;944;p83"/>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45" name="Google Shape;945;p83"/>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46" name="Google Shape;946;p83"/>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47" name="Google Shape;947;p83"/>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948" name="Google Shape;948;p83"/>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949" name="Google Shape;949;p83"/>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50" name="Google Shape;950;p83"/>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951" name="Google Shape;951;p83"/>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952" name="Google Shape;952;p83"/>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953" name="Shape 953"/>
        <p:cNvGrpSpPr/>
        <p:nvPr/>
      </p:nvGrpSpPr>
      <p:grpSpPr>
        <a:xfrm>
          <a:off x="0" y="0"/>
          <a:ext cx="0" cy="0"/>
          <a:chOff x="0" y="0"/>
          <a:chExt cx="0" cy="0"/>
        </a:xfrm>
      </p:grpSpPr>
      <p:pic>
        <p:nvPicPr>
          <p:cNvPr id="954" name="Google Shape;954;p8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955" name="Google Shape;955;p84"/>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8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957" name="Google Shape;957;p8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958" name="Google Shape;958;p8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959" name="Google Shape;959;p8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960" name="Shape 960"/>
        <p:cNvGrpSpPr/>
        <p:nvPr/>
      </p:nvGrpSpPr>
      <p:grpSpPr>
        <a:xfrm>
          <a:off x="0" y="0"/>
          <a:ext cx="0" cy="0"/>
          <a:chOff x="0" y="0"/>
          <a:chExt cx="0" cy="0"/>
        </a:xfrm>
      </p:grpSpPr>
      <p:pic>
        <p:nvPicPr>
          <p:cNvPr id="961" name="Google Shape;961;p8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962" name="Google Shape;962;p8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8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964" name="Google Shape;964;p85"/>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965" name="Google Shape;965;p8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966" name="Google Shape;966;p85"/>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967" name="Shape 967"/>
        <p:cNvGrpSpPr/>
        <p:nvPr/>
      </p:nvGrpSpPr>
      <p:grpSpPr>
        <a:xfrm>
          <a:off x="0" y="0"/>
          <a:ext cx="0" cy="0"/>
          <a:chOff x="0" y="0"/>
          <a:chExt cx="0" cy="0"/>
        </a:xfrm>
      </p:grpSpPr>
      <p:pic>
        <p:nvPicPr>
          <p:cNvPr id="968" name="Google Shape;968;p8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969" name="Google Shape;969;p8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8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971" name="Google Shape;971;p86"/>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972" name="Google Shape;972;p8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973" name="Google Shape;973;p86"/>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974" name="Shape 974"/>
        <p:cNvGrpSpPr/>
        <p:nvPr/>
      </p:nvGrpSpPr>
      <p:grpSpPr>
        <a:xfrm>
          <a:off x="0" y="0"/>
          <a:ext cx="0" cy="0"/>
          <a:chOff x="0" y="0"/>
          <a:chExt cx="0" cy="0"/>
        </a:xfrm>
      </p:grpSpPr>
      <p:pic>
        <p:nvPicPr>
          <p:cNvPr id="975" name="Google Shape;975;p8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976" name="Google Shape;976;p8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8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978" name="Google Shape;978;p87"/>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979" name="Google Shape;979;p8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980" name="Google Shape;980;p87"/>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981" name="Shape 981"/>
        <p:cNvGrpSpPr/>
        <p:nvPr/>
      </p:nvGrpSpPr>
      <p:grpSpPr>
        <a:xfrm>
          <a:off x="0" y="0"/>
          <a:ext cx="0" cy="0"/>
          <a:chOff x="0" y="0"/>
          <a:chExt cx="0" cy="0"/>
        </a:xfrm>
      </p:grpSpPr>
      <p:sp>
        <p:nvSpPr>
          <p:cNvPr id="982" name="Google Shape;982;p88"/>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83" name="Google Shape;983;p88"/>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984" name="Google Shape;984;p8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8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986" name="Google Shape;986;p8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987" name="Google Shape;987;p88"/>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988" name="Google Shape;988;p88"/>
          <p:cNvGrpSpPr/>
          <p:nvPr/>
        </p:nvGrpSpPr>
        <p:grpSpPr>
          <a:xfrm>
            <a:off x="7834231" y="1285"/>
            <a:ext cx="828900" cy="576065"/>
            <a:chOff x="7801496" y="1285"/>
            <a:chExt cx="828900" cy="576065"/>
          </a:xfrm>
        </p:grpSpPr>
        <p:pic>
          <p:nvPicPr>
            <p:cNvPr id="989" name="Google Shape;989;p8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990" name="Google Shape;990;p8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991" name="Google Shape;991;p88"/>
          <p:cNvGrpSpPr/>
          <p:nvPr/>
        </p:nvGrpSpPr>
        <p:grpSpPr>
          <a:xfrm>
            <a:off x="8635663" y="1285"/>
            <a:ext cx="499700" cy="576065"/>
            <a:chOff x="8635663" y="1285"/>
            <a:chExt cx="499700" cy="576065"/>
          </a:xfrm>
        </p:grpSpPr>
        <p:pic>
          <p:nvPicPr>
            <p:cNvPr id="992" name="Google Shape;992;p8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993" name="Google Shape;993;p8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994" name="Shape 994"/>
        <p:cNvGrpSpPr/>
        <p:nvPr/>
      </p:nvGrpSpPr>
      <p:grpSpPr>
        <a:xfrm>
          <a:off x="0" y="0"/>
          <a:ext cx="0" cy="0"/>
          <a:chOff x="0" y="0"/>
          <a:chExt cx="0" cy="0"/>
        </a:xfrm>
      </p:grpSpPr>
      <p:sp>
        <p:nvSpPr>
          <p:cNvPr id="995" name="Google Shape;995;p89"/>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96" name="Google Shape;996;p8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997" name="Google Shape;997;p8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89"/>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999" name="Google Shape;999;p89"/>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00" name="Google Shape;1000;p8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001" name="Google Shape;1001;p89"/>
          <p:cNvGrpSpPr/>
          <p:nvPr/>
        </p:nvGrpSpPr>
        <p:grpSpPr>
          <a:xfrm>
            <a:off x="7834231" y="1285"/>
            <a:ext cx="828900" cy="576065"/>
            <a:chOff x="7801496" y="1285"/>
            <a:chExt cx="828900" cy="576065"/>
          </a:xfrm>
        </p:grpSpPr>
        <p:pic>
          <p:nvPicPr>
            <p:cNvPr id="1002" name="Google Shape;1002;p89"/>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1003" name="Google Shape;1003;p89"/>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1004" name="Google Shape;1004;p89"/>
          <p:cNvGrpSpPr/>
          <p:nvPr/>
        </p:nvGrpSpPr>
        <p:grpSpPr>
          <a:xfrm>
            <a:off x="8635663" y="1285"/>
            <a:ext cx="499700" cy="576065"/>
            <a:chOff x="8635663" y="1285"/>
            <a:chExt cx="499700" cy="576065"/>
          </a:xfrm>
        </p:grpSpPr>
        <p:pic>
          <p:nvPicPr>
            <p:cNvPr id="1005" name="Google Shape;1005;p89"/>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1006" name="Google Shape;1006;p89"/>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1007" name="Shape 1007"/>
        <p:cNvGrpSpPr/>
        <p:nvPr/>
      </p:nvGrpSpPr>
      <p:grpSpPr>
        <a:xfrm>
          <a:off x="0" y="0"/>
          <a:ext cx="0" cy="0"/>
          <a:chOff x="0" y="0"/>
          <a:chExt cx="0" cy="0"/>
        </a:xfrm>
      </p:grpSpPr>
      <p:sp>
        <p:nvSpPr>
          <p:cNvPr id="1008" name="Google Shape;1008;p90"/>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09" name="Google Shape;1009;p9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010" name="Google Shape;1010;p9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90"/>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12" name="Google Shape;1012;p90"/>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13" name="Google Shape;1013;p9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014" name="Google Shape;1014;p90"/>
          <p:cNvGrpSpPr/>
          <p:nvPr/>
        </p:nvGrpSpPr>
        <p:grpSpPr>
          <a:xfrm>
            <a:off x="7834231" y="1285"/>
            <a:ext cx="828900" cy="576065"/>
            <a:chOff x="7801496" y="1285"/>
            <a:chExt cx="828900" cy="576065"/>
          </a:xfrm>
        </p:grpSpPr>
        <p:pic>
          <p:nvPicPr>
            <p:cNvPr id="1015" name="Google Shape;1015;p90"/>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1016" name="Google Shape;1016;p90"/>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1017" name="Google Shape;1017;p90"/>
          <p:cNvGrpSpPr/>
          <p:nvPr/>
        </p:nvGrpSpPr>
        <p:grpSpPr>
          <a:xfrm>
            <a:off x="8635663" y="1285"/>
            <a:ext cx="499700" cy="576065"/>
            <a:chOff x="8635663" y="1285"/>
            <a:chExt cx="499700" cy="576065"/>
          </a:xfrm>
        </p:grpSpPr>
        <p:pic>
          <p:nvPicPr>
            <p:cNvPr id="1018" name="Google Shape;1018;p90"/>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1019" name="Google Shape;1019;p90"/>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1020" name="Shape 1020"/>
        <p:cNvGrpSpPr/>
        <p:nvPr/>
      </p:nvGrpSpPr>
      <p:grpSpPr>
        <a:xfrm>
          <a:off x="0" y="0"/>
          <a:ext cx="0" cy="0"/>
          <a:chOff x="0" y="0"/>
          <a:chExt cx="0" cy="0"/>
        </a:xfrm>
      </p:grpSpPr>
      <p:sp>
        <p:nvSpPr>
          <p:cNvPr id="1021" name="Google Shape;1021;p91"/>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22" name="Google Shape;1022;p9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023" name="Google Shape;1023;p9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91"/>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25" name="Google Shape;1025;p91"/>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26" name="Google Shape;1026;p9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027" name="Google Shape;1027;p91"/>
          <p:cNvGrpSpPr/>
          <p:nvPr/>
        </p:nvGrpSpPr>
        <p:grpSpPr>
          <a:xfrm>
            <a:off x="7834231" y="1285"/>
            <a:ext cx="828900" cy="576065"/>
            <a:chOff x="7801496" y="1285"/>
            <a:chExt cx="828900" cy="576065"/>
          </a:xfrm>
        </p:grpSpPr>
        <p:pic>
          <p:nvPicPr>
            <p:cNvPr id="1028" name="Google Shape;1028;p91"/>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1029" name="Google Shape;1029;p91"/>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1030" name="Google Shape;1030;p91"/>
          <p:cNvGrpSpPr/>
          <p:nvPr/>
        </p:nvGrpSpPr>
        <p:grpSpPr>
          <a:xfrm>
            <a:off x="8635663" y="1285"/>
            <a:ext cx="499700" cy="576065"/>
            <a:chOff x="8635663" y="1285"/>
            <a:chExt cx="499700" cy="576065"/>
          </a:xfrm>
        </p:grpSpPr>
        <p:pic>
          <p:nvPicPr>
            <p:cNvPr id="1031" name="Google Shape;1031;p91"/>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1032" name="Google Shape;1032;p91"/>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1033" name="Shape 1033"/>
        <p:cNvGrpSpPr/>
        <p:nvPr/>
      </p:nvGrpSpPr>
      <p:grpSpPr>
        <a:xfrm>
          <a:off x="0" y="0"/>
          <a:ext cx="0" cy="0"/>
          <a:chOff x="0" y="0"/>
          <a:chExt cx="0" cy="0"/>
        </a:xfrm>
      </p:grpSpPr>
      <p:pic>
        <p:nvPicPr>
          <p:cNvPr id="1034" name="Google Shape;1034;p92"/>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1035" name="Google Shape;1035;p92"/>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1036" name="Google Shape;1036;p92"/>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1037" name="Google Shape;1037;p9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92"/>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1039" name="Google Shape;1039;p92"/>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1040" name="Google Shape;1040;p92"/>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1041" name="Google Shape;1041;p92"/>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42" name="Google Shape;1042;p92"/>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43" name="Google Shape;1043;p9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1044" name="Google Shape;1044;p92"/>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45" name="Google Shape;1045;p92"/>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1046" name="Google Shape;1046;p92"/>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1047" name="Google Shape;1047;p92"/>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1048" name="Google Shape;1048;p9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1049" name="Google Shape;1049;p9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050" name="Google Shape;1050;p92"/>
          <p:cNvGrpSpPr/>
          <p:nvPr/>
        </p:nvGrpSpPr>
        <p:grpSpPr>
          <a:xfrm>
            <a:off x="324128" y="3139463"/>
            <a:ext cx="457200" cy="457200"/>
            <a:chOff x="1020916" y="1442088"/>
            <a:chExt cx="457200" cy="457200"/>
          </a:xfrm>
        </p:grpSpPr>
        <p:pic>
          <p:nvPicPr>
            <p:cNvPr id="1051" name="Google Shape;1051;p92"/>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1052" name="Google Shape;1052;p9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053" name="Google Shape;1053;p92"/>
          <p:cNvGrpSpPr/>
          <p:nvPr/>
        </p:nvGrpSpPr>
        <p:grpSpPr>
          <a:xfrm>
            <a:off x="324128" y="3987825"/>
            <a:ext cx="457200" cy="457200"/>
            <a:chOff x="1020916" y="1442088"/>
            <a:chExt cx="457200" cy="457200"/>
          </a:xfrm>
        </p:grpSpPr>
        <p:pic>
          <p:nvPicPr>
            <p:cNvPr id="1054" name="Google Shape;1054;p92"/>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1055" name="Google Shape;1055;p9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1056" name="Shape 1056"/>
        <p:cNvGrpSpPr/>
        <p:nvPr/>
      </p:nvGrpSpPr>
      <p:grpSpPr>
        <a:xfrm>
          <a:off x="0" y="0"/>
          <a:ext cx="0" cy="0"/>
          <a:chOff x="0" y="0"/>
          <a:chExt cx="0" cy="0"/>
        </a:xfrm>
      </p:grpSpPr>
      <p:pic>
        <p:nvPicPr>
          <p:cNvPr id="1057" name="Google Shape;1057;p9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058" name="Google Shape;1058;p9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93"/>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1060" name="Google Shape;1060;p93"/>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1061" name="Google Shape;1061;p93"/>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1062" name="Google Shape;1062;p93"/>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63" name="Google Shape;1063;p93"/>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1064" name="Google Shape;1064;p9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065" name="Google Shape;1065;p9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066" name="Google Shape;1066;p9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67" name="Google Shape;1067;p93"/>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68" name="Google Shape;1068;p93"/>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069" name="Google Shape;1069;p93"/>
          <p:cNvGrpSpPr/>
          <p:nvPr/>
        </p:nvGrpSpPr>
        <p:grpSpPr>
          <a:xfrm>
            <a:off x="324128" y="3139463"/>
            <a:ext cx="457200" cy="457200"/>
            <a:chOff x="1020916" y="1442088"/>
            <a:chExt cx="457200" cy="457200"/>
          </a:xfrm>
        </p:grpSpPr>
        <p:pic>
          <p:nvPicPr>
            <p:cNvPr id="1070" name="Google Shape;1070;p9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71" name="Google Shape;1071;p9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072" name="Google Shape;1072;p93"/>
          <p:cNvGrpSpPr/>
          <p:nvPr/>
        </p:nvGrpSpPr>
        <p:grpSpPr>
          <a:xfrm>
            <a:off x="324128" y="3987825"/>
            <a:ext cx="457200" cy="457200"/>
            <a:chOff x="1020916" y="1442088"/>
            <a:chExt cx="457200" cy="457200"/>
          </a:xfrm>
        </p:grpSpPr>
        <p:pic>
          <p:nvPicPr>
            <p:cNvPr id="1073" name="Google Shape;1073;p9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74" name="Google Shape;1074;p9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1075" name="Google Shape;1075;p93"/>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1076" name="Google Shape;1076;p93"/>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1077" name="Google Shape;1077;p93"/>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1078" name="Google Shape;1078;p93"/>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1079" name="Shape 1079"/>
        <p:cNvGrpSpPr/>
        <p:nvPr/>
      </p:nvGrpSpPr>
      <p:grpSpPr>
        <a:xfrm>
          <a:off x="0" y="0"/>
          <a:ext cx="0" cy="0"/>
          <a:chOff x="0" y="0"/>
          <a:chExt cx="0" cy="0"/>
        </a:xfrm>
      </p:grpSpPr>
      <p:pic>
        <p:nvPicPr>
          <p:cNvPr id="1080" name="Google Shape;1080;p9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081" name="Google Shape;1081;p9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94"/>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1083" name="Google Shape;1083;p94"/>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1084" name="Google Shape;1084;p94"/>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1085" name="Google Shape;1085;p94"/>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86" name="Google Shape;1086;p94"/>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1087" name="Google Shape;1087;p9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088" name="Google Shape;1088;p9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089" name="Google Shape;1089;p9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90" name="Google Shape;1090;p94"/>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91" name="Google Shape;1091;p94"/>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092" name="Google Shape;1092;p94"/>
          <p:cNvGrpSpPr/>
          <p:nvPr/>
        </p:nvGrpSpPr>
        <p:grpSpPr>
          <a:xfrm>
            <a:off x="324128" y="3139463"/>
            <a:ext cx="457200" cy="457200"/>
            <a:chOff x="1020916" y="1442088"/>
            <a:chExt cx="457200" cy="457200"/>
          </a:xfrm>
        </p:grpSpPr>
        <p:pic>
          <p:nvPicPr>
            <p:cNvPr id="1093" name="Google Shape;1093;p9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94" name="Google Shape;1094;p9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095" name="Google Shape;1095;p94"/>
          <p:cNvGrpSpPr/>
          <p:nvPr/>
        </p:nvGrpSpPr>
        <p:grpSpPr>
          <a:xfrm>
            <a:off x="324128" y="3987825"/>
            <a:ext cx="457200" cy="457200"/>
            <a:chOff x="1020916" y="1442088"/>
            <a:chExt cx="457200" cy="457200"/>
          </a:xfrm>
        </p:grpSpPr>
        <p:pic>
          <p:nvPicPr>
            <p:cNvPr id="1096" name="Google Shape;1096;p9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97" name="Google Shape;1097;p9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1098" name="Google Shape;1098;p94"/>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1099" name="Google Shape;1099;p94"/>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1100" name="Google Shape;1100;p94"/>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1101" name="Google Shape;1101;p94"/>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1102" name="Shape 1102"/>
        <p:cNvGrpSpPr/>
        <p:nvPr/>
      </p:nvGrpSpPr>
      <p:grpSpPr>
        <a:xfrm>
          <a:off x="0" y="0"/>
          <a:ext cx="0" cy="0"/>
          <a:chOff x="0" y="0"/>
          <a:chExt cx="0" cy="0"/>
        </a:xfrm>
      </p:grpSpPr>
      <p:pic>
        <p:nvPicPr>
          <p:cNvPr id="1103" name="Google Shape;1103;p9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104" name="Google Shape;1104;p9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95"/>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1106" name="Google Shape;1106;p95"/>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1107" name="Google Shape;1107;p95"/>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1108" name="Google Shape;1108;p95"/>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09" name="Google Shape;1109;p95"/>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1110" name="Google Shape;1110;p9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111" name="Google Shape;1111;p9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1112" name="Google Shape;1112;p9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13" name="Google Shape;1113;p95"/>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14" name="Google Shape;1114;p95"/>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115" name="Google Shape;1115;p95"/>
          <p:cNvGrpSpPr/>
          <p:nvPr/>
        </p:nvGrpSpPr>
        <p:grpSpPr>
          <a:xfrm>
            <a:off x="324128" y="3139463"/>
            <a:ext cx="457200" cy="457200"/>
            <a:chOff x="1020916" y="1442088"/>
            <a:chExt cx="457200" cy="457200"/>
          </a:xfrm>
        </p:grpSpPr>
        <p:pic>
          <p:nvPicPr>
            <p:cNvPr id="1116" name="Google Shape;1116;p9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17" name="Google Shape;1117;p9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118" name="Google Shape;1118;p95"/>
          <p:cNvGrpSpPr/>
          <p:nvPr/>
        </p:nvGrpSpPr>
        <p:grpSpPr>
          <a:xfrm>
            <a:off x="324128" y="3987825"/>
            <a:ext cx="457200" cy="457200"/>
            <a:chOff x="1020916" y="1442088"/>
            <a:chExt cx="457200" cy="457200"/>
          </a:xfrm>
        </p:grpSpPr>
        <p:pic>
          <p:nvPicPr>
            <p:cNvPr id="1119" name="Google Shape;1119;p9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20" name="Google Shape;1120;p9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1121" name="Google Shape;1121;p95"/>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1122" name="Google Shape;1122;p95"/>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1123" name="Google Shape;1123;p95"/>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1124" name="Google Shape;1124;p95"/>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1125" name="Shape 1125"/>
        <p:cNvGrpSpPr/>
        <p:nvPr/>
      </p:nvGrpSpPr>
      <p:grpSpPr>
        <a:xfrm>
          <a:off x="0" y="0"/>
          <a:ext cx="0" cy="0"/>
          <a:chOff x="0" y="0"/>
          <a:chExt cx="0" cy="0"/>
        </a:xfrm>
      </p:grpSpPr>
      <p:pic>
        <p:nvPicPr>
          <p:cNvPr id="1126" name="Google Shape;1126;p9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127" name="Google Shape;1127;p9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9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29" name="Google Shape;1129;p9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130" name="Google Shape;1130;p9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131" name="Google Shape;1131;p9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32" name="Google Shape;1132;p9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33" name="Google Shape;1133;p9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34" name="Google Shape;1134;p9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135" name="Google Shape;1135;p96"/>
          <p:cNvGrpSpPr/>
          <p:nvPr/>
        </p:nvGrpSpPr>
        <p:grpSpPr>
          <a:xfrm>
            <a:off x="323653" y="1804438"/>
            <a:ext cx="457200" cy="457200"/>
            <a:chOff x="1020916" y="1442088"/>
            <a:chExt cx="457200" cy="457200"/>
          </a:xfrm>
        </p:grpSpPr>
        <p:pic>
          <p:nvPicPr>
            <p:cNvPr id="1136" name="Google Shape;1136;p9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37" name="Google Shape;1137;p9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138" name="Google Shape;1138;p96"/>
          <p:cNvGrpSpPr/>
          <p:nvPr/>
        </p:nvGrpSpPr>
        <p:grpSpPr>
          <a:xfrm>
            <a:off x="323653" y="2766575"/>
            <a:ext cx="457200" cy="457200"/>
            <a:chOff x="1020916" y="1442088"/>
            <a:chExt cx="457200" cy="457200"/>
          </a:xfrm>
        </p:grpSpPr>
        <p:pic>
          <p:nvPicPr>
            <p:cNvPr id="1139" name="Google Shape;1139;p9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40" name="Google Shape;1140;p9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141" name="Google Shape;1141;p96"/>
          <p:cNvGrpSpPr/>
          <p:nvPr/>
        </p:nvGrpSpPr>
        <p:grpSpPr>
          <a:xfrm>
            <a:off x="323641" y="3729038"/>
            <a:ext cx="457200" cy="457200"/>
            <a:chOff x="1020916" y="1442088"/>
            <a:chExt cx="457200" cy="457200"/>
          </a:xfrm>
        </p:grpSpPr>
        <p:pic>
          <p:nvPicPr>
            <p:cNvPr id="1142" name="Google Shape;1142;p9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43" name="Google Shape;1143;p9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1144" name="Shape 1144"/>
        <p:cNvGrpSpPr/>
        <p:nvPr/>
      </p:nvGrpSpPr>
      <p:grpSpPr>
        <a:xfrm>
          <a:off x="0" y="0"/>
          <a:ext cx="0" cy="0"/>
          <a:chOff x="0" y="0"/>
          <a:chExt cx="0" cy="0"/>
        </a:xfrm>
      </p:grpSpPr>
      <p:pic>
        <p:nvPicPr>
          <p:cNvPr id="1145" name="Google Shape;1145;p9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146" name="Google Shape;1146;p9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97"/>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48" name="Google Shape;1148;p9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149" name="Google Shape;1149;p9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150" name="Google Shape;1150;p9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51" name="Google Shape;1151;p97"/>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52" name="Google Shape;1152;p97"/>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53" name="Google Shape;1153;p97"/>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154" name="Google Shape;1154;p97"/>
          <p:cNvGrpSpPr/>
          <p:nvPr/>
        </p:nvGrpSpPr>
        <p:grpSpPr>
          <a:xfrm>
            <a:off x="323653" y="1804438"/>
            <a:ext cx="457200" cy="457200"/>
            <a:chOff x="1020916" y="1442088"/>
            <a:chExt cx="457200" cy="457200"/>
          </a:xfrm>
        </p:grpSpPr>
        <p:pic>
          <p:nvPicPr>
            <p:cNvPr id="1155" name="Google Shape;1155;p9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56" name="Google Shape;1156;p9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157" name="Google Shape;1157;p97"/>
          <p:cNvGrpSpPr/>
          <p:nvPr/>
        </p:nvGrpSpPr>
        <p:grpSpPr>
          <a:xfrm>
            <a:off x="323653" y="2766575"/>
            <a:ext cx="457200" cy="457200"/>
            <a:chOff x="1020916" y="1442088"/>
            <a:chExt cx="457200" cy="457200"/>
          </a:xfrm>
        </p:grpSpPr>
        <p:pic>
          <p:nvPicPr>
            <p:cNvPr id="1158" name="Google Shape;1158;p9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59" name="Google Shape;1159;p9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160" name="Google Shape;1160;p97"/>
          <p:cNvGrpSpPr/>
          <p:nvPr/>
        </p:nvGrpSpPr>
        <p:grpSpPr>
          <a:xfrm>
            <a:off x="323641" y="3729038"/>
            <a:ext cx="457200" cy="457200"/>
            <a:chOff x="1020916" y="1442088"/>
            <a:chExt cx="457200" cy="457200"/>
          </a:xfrm>
        </p:grpSpPr>
        <p:pic>
          <p:nvPicPr>
            <p:cNvPr id="1161" name="Google Shape;1161;p9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62" name="Google Shape;1162;p9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1163" name="Shape 1163"/>
        <p:cNvGrpSpPr/>
        <p:nvPr/>
      </p:nvGrpSpPr>
      <p:grpSpPr>
        <a:xfrm>
          <a:off x="0" y="0"/>
          <a:ext cx="0" cy="0"/>
          <a:chOff x="0" y="0"/>
          <a:chExt cx="0" cy="0"/>
        </a:xfrm>
      </p:grpSpPr>
      <p:pic>
        <p:nvPicPr>
          <p:cNvPr id="1164" name="Google Shape;1164;p9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165" name="Google Shape;1165;p9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98"/>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67" name="Google Shape;1167;p9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168" name="Google Shape;1168;p9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169" name="Google Shape;1169;p9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70" name="Google Shape;1170;p98"/>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71" name="Google Shape;1171;p98"/>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72" name="Google Shape;1172;p98"/>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173" name="Google Shape;1173;p98"/>
          <p:cNvGrpSpPr/>
          <p:nvPr/>
        </p:nvGrpSpPr>
        <p:grpSpPr>
          <a:xfrm>
            <a:off x="323653" y="1804438"/>
            <a:ext cx="457200" cy="457200"/>
            <a:chOff x="1020916" y="1442088"/>
            <a:chExt cx="457200" cy="457200"/>
          </a:xfrm>
        </p:grpSpPr>
        <p:pic>
          <p:nvPicPr>
            <p:cNvPr id="1174" name="Google Shape;1174;p9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75" name="Google Shape;1175;p9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176" name="Google Shape;1176;p98"/>
          <p:cNvGrpSpPr/>
          <p:nvPr/>
        </p:nvGrpSpPr>
        <p:grpSpPr>
          <a:xfrm>
            <a:off x="323653" y="2766575"/>
            <a:ext cx="457200" cy="457200"/>
            <a:chOff x="1020916" y="1442088"/>
            <a:chExt cx="457200" cy="457200"/>
          </a:xfrm>
        </p:grpSpPr>
        <p:pic>
          <p:nvPicPr>
            <p:cNvPr id="1177" name="Google Shape;1177;p9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78" name="Google Shape;1178;p9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179" name="Google Shape;1179;p98"/>
          <p:cNvGrpSpPr/>
          <p:nvPr/>
        </p:nvGrpSpPr>
        <p:grpSpPr>
          <a:xfrm>
            <a:off x="323641" y="3729038"/>
            <a:ext cx="457200" cy="457200"/>
            <a:chOff x="1020916" y="1442088"/>
            <a:chExt cx="457200" cy="457200"/>
          </a:xfrm>
        </p:grpSpPr>
        <p:pic>
          <p:nvPicPr>
            <p:cNvPr id="1180" name="Google Shape;1180;p9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81" name="Google Shape;1181;p9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1182" name="Shape 1182"/>
        <p:cNvGrpSpPr/>
        <p:nvPr/>
      </p:nvGrpSpPr>
      <p:grpSpPr>
        <a:xfrm>
          <a:off x="0" y="0"/>
          <a:ext cx="0" cy="0"/>
          <a:chOff x="0" y="0"/>
          <a:chExt cx="0" cy="0"/>
        </a:xfrm>
      </p:grpSpPr>
      <p:pic>
        <p:nvPicPr>
          <p:cNvPr id="1183" name="Google Shape;1183;p9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184" name="Google Shape;1184;p9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99"/>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86" name="Google Shape;1186;p9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187" name="Google Shape;1187;p9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1188" name="Google Shape;1188;p9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89" name="Google Shape;1189;p99"/>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90" name="Google Shape;1190;p99"/>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91" name="Google Shape;1191;p99"/>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192" name="Google Shape;1192;p99"/>
          <p:cNvGrpSpPr/>
          <p:nvPr/>
        </p:nvGrpSpPr>
        <p:grpSpPr>
          <a:xfrm>
            <a:off x="323653" y="1804438"/>
            <a:ext cx="457200" cy="457200"/>
            <a:chOff x="1020916" y="1442088"/>
            <a:chExt cx="457200" cy="457200"/>
          </a:xfrm>
        </p:grpSpPr>
        <p:pic>
          <p:nvPicPr>
            <p:cNvPr id="1193" name="Google Shape;1193;p9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94" name="Google Shape;1194;p9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195" name="Google Shape;1195;p99"/>
          <p:cNvGrpSpPr/>
          <p:nvPr/>
        </p:nvGrpSpPr>
        <p:grpSpPr>
          <a:xfrm>
            <a:off x="323653" y="2766575"/>
            <a:ext cx="457200" cy="457200"/>
            <a:chOff x="1020916" y="1442088"/>
            <a:chExt cx="457200" cy="457200"/>
          </a:xfrm>
        </p:grpSpPr>
        <p:pic>
          <p:nvPicPr>
            <p:cNvPr id="1196" name="Google Shape;1196;p9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97" name="Google Shape;1197;p9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198" name="Google Shape;1198;p99"/>
          <p:cNvGrpSpPr/>
          <p:nvPr/>
        </p:nvGrpSpPr>
        <p:grpSpPr>
          <a:xfrm>
            <a:off x="323641" y="3729038"/>
            <a:ext cx="457200" cy="457200"/>
            <a:chOff x="1020916" y="1442088"/>
            <a:chExt cx="457200" cy="457200"/>
          </a:xfrm>
        </p:grpSpPr>
        <p:pic>
          <p:nvPicPr>
            <p:cNvPr id="1199" name="Google Shape;1199;p9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00" name="Google Shape;1200;p9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1201" name="Shape 1201"/>
        <p:cNvGrpSpPr/>
        <p:nvPr/>
      </p:nvGrpSpPr>
      <p:grpSpPr>
        <a:xfrm>
          <a:off x="0" y="0"/>
          <a:ext cx="0" cy="0"/>
          <a:chOff x="0" y="0"/>
          <a:chExt cx="0" cy="0"/>
        </a:xfrm>
      </p:grpSpPr>
      <p:pic>
        <p:nvPicPr>
          <p:cNvPr id="1202" name="Google Shape;1202;p10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203" name="Google Shape;1203;p10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10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05" name="Google Shape;1205;p10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206" name="Google Shape;1206;p10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207" name="Google Shape;1207;p10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08" name="Google Shape;1208;p10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09" name="Google Shape;1209;p10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10" name="Google Shape;1210;p10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11" name="Google Shape;1211;p10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212" name="Google Shape;1212;p100"/>
          <p:cNvGrpSpPr/>
          <p:nvPr/>
        </p:nvGrpSpPr>
        <p:grpSpPr>
          <a:xfrm>
            <a:off x="323653" y="1652038"/>
            <a:ext cx="457200" cy="457200"/>
            <a:chOff x="1020916" y="1442088"/>
            <a:chExt cx="457200" cy="457200"/>
          </a:xfrm>
        </p:grpSpPr>
        <p:pic>
          <p:nvPicPr>
            <p:cNvPr id="1213" name="Google Shape;1213;p10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14" name="Google Shape;1214;p10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15" name="Google Shape;1215;p100"/>
          <p:cNvGrpSpPr/>
          <p:nvPr/>
        </p:nvGrpSpPr>
        <p:grpSpPr>
          <a:xfrm>
            <a:off x="323653" y="2461775"/>
            <a:ext cx="457200" cy="457200"/>
            <a:chOff x="1020916" y="1442088"/>
            <a:chExt cx="457200" cy="457200"/>
          </a:xfrm>
        </p:grpSpPr>
        <p:pic>
          <p:nvPicPr>
            <p:cNvPr id="1216" name="Google Shape;1216;p10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17" name="Google Shape;1217;p10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218" name="Google Shape;1218;p100"/>
          <p:cNvGrpSpPr/>
          <p:nvPr/>
        </p:nvGrpSpPr>
        <p:grpSpPr>
          <a:xfrm>
            <a:off x="323641" y="3271838"/>
            <a:ext cx="457200" cy="457200"/>
            <a:chOff x="1020916" y="1442088"/>
            <a:chExt cx="457200" cy="457200"/>
          </a:xfrm>
        </p:grpSpPr>
        <p:pic>
          <p:nvPicPr>
            <p:cNvPr id="1219" name="Google Shape;1219;p10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20" name="Google Shape;1220;p10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221" name="Google Shape;1221;p100"/>
          <p:cNvGrpSpPr/>
          <p:nvPr/>
        </p:nvGrpSpPr>
        <p:grpSpPr>
          <a:xfrm>
            <a:off x="323641" y="4081763"/>
            <a:ext cx="457200" cy="457200"/>
            <a:chOff x="1020916" y="1442088"/>
            <a:chExt cx="457200" cy="457200"/>
          </a:xfrm>
        </p:grpSpPr>
        <p:pic>
          <p:nvPicPr>
            <p:cNvPr id="1222" name="Google Shape;1222;p10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23" name="Google Shape;1223;p10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1224" name="Shape 1224"/>
        <p:cNvGrpSpPr/>
        <p:nvPr/>
      </p:nvGrpSpPr>
      <p:grpSpPr>
        <a:xfrm>
          <a:off x="0" y="0"/>
          <a:ext cx="0" cy="0"/>
          <a:chOff x="0" y="0"/>
          <a:chExt cx="0" cy="0"/>
        </a:xfrm>
      </p:grpSpPr>
      <p:pic>
        <p:nvPicPr>
          <p:cNvPr id="1225" name="Google Shape;1225;p10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226" name="Google Shape;1226;p10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101"/>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28" name="Google Shape;1228;p10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229" name="Google Shape;1229;p10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230" name="Google Shape;1230;p10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31" name="Google Shape;1231;p101"/>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32" name="Google Shape;1232;p101"/>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33" name="Google Shape;1233;p101"/>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34" name="Google Shape;1234;p101"/>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235" name="Google Shape;1235;p101"/>
          <p:cNvGrpSpPr/>
          <p:nvPr/>
        </p:nvGrpSpPr>
        <p:grpSpPr>
          <a:xfrm>
            <a:off x="323653" y="1652038"/>
            <a:ext cx="457200" cy="457200"/>
            <a:chOff x="1020916" y="1442088"/>
            <a:chExt cx="457200" cy="457200"/>
          </a:xfrm>
        </p:grpSpPr>
        <p:pic>
          <p:nvPicPr>
            <p:cNvPr id="1236" name="Google Shape;1236;p10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37" name="Google Shape;1237;p10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38" name="Google Shape;1238;p101"/>
          <p:cNvGrpSpPr/>
          <p:nvPr/>
        </p:nvGrpSpPr>
        <p:grpSpPr>
          <a:xfrm>
            <a:off x="323653" y="2461775"/>
            <a:ext cx="457200" cy="457200"/>
            <a:chOff x="1020916" y="1442088"/>
            <a:chExt cx="457200" cy="457200"/>
          </a:xfrm>
        </p:grpSpPr>
        <p:pic>
          <p:nvPicPr>
            <p:cNvPr id="1239" name="Google Shape;1239;p10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40" name="Google Shape;1240;p10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241" name="Google Shape;1241;p101"/>
          <p:cNvGrpSpPr/>
          <p:nvPr/>
        </p:nvGrpSpPr>
        <p:grpSpPr>
          <a:xfrm>
            <a:off x="323641" y="3271838"/>
            <a:ext cx="457200" cy="457200"/>
            <a:chOff x="1020916" y="1442088"/>
            <a:chExt cx="457200" cy="457200"/>
          </a:xfrm>
        </p:grpSpPr>
        <p:pic>
          <p:nvPicPr>
            <p:cNvPr id="1242" name="Google Shape;1242;p10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43" name="Google Shape;1243;p10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244" name="Google Shape;1244;p101"/>
          <p:cNvGrpSpPr/>
          <p:nvPr/>
        </p:nvGrpSpPr>
        <p:grpSpPr>
          <a:xfrm>
            <a:off x="323641" y="4081763"/>
            <a:ext cx="457200" cy="457200"/>
            <a:chOff x="1020916" y="1442088"/>
            <a:chExt cx="457200" cy="457200"/>
          </a:xfrm>
        </p:grpSpPr>
        <p:pic>
          <p:nvPicPr>
            <p:cNvPr id="1245" name="Google Shape;1245;p10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46" name="Google Shape;1246;p10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1247" name="Shape 1247"/>
        <p:cNvGrpSpPr/>
        <p:nvPr/>
      </p:nvGrpSpPr>
      <p:grpSpPr>
        <a:xfrm>
          <a:off x="0" y="0"/>
          <a:ext cx="0" cy="0"/>
          <a:chOff x="0" y="0"/>
          <a:chExt cx="0" cy="0"/>
        </a:xfrm>
      </p:grpSpPr>
      <p:pic>
        <p:nvPicPr>
          <p:cNvPr id="1248" name="Google Shape;1248;p10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249" name="Google Shape;1249;p10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102"/>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51" name="Google Shape;1251;p10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252" name="Google Shape;1252;p10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253" name="Google Shape;1253;p10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54" name="Google Shape;1254;p102"/>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55" name="Google Shape;1255;p102"/>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56" name="Google Shape;1256;p102"/>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57" name="Google Shape;1257;p102"/>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258" name="Google Shape;1258;p102"/>
          <p:cNvGrpSpPr/>
          <p:nvPr/>
        </p:nvGrpSpPr>
        <p:grpSpPr>
          <a:xfrm>
            <a:off x="323653" y="1652038"/>
            <a:ext cx="457200" cy="457200"/>
            <a:chOff x="1020916" y="1442088"/>
            <a:chExt cx="457200" cy="457200"/>
          </a:xfrm>
        </p:grpSpPr>
        <p:pic>
          <p:nvPicPr>
            <p:cNvPr id="1259" name="Google Shape;1259;p10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60" name="Google Shape;1260;p10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61" name="Google Shape;1261;p102"/>
          <p:cNvGrpSpPr/>
          <p:nvPr/>
        </p:nvGrpSpPr>
        <p:grpSpPr>
          <a:xfrm>
            <a:off x="323653" y="2461775"/>
            <a:ext cx="457200" cy="457200"/>
            <a:chOff x="1020916" y="1442088"/>
            <a:chExt cx="457200" cy="457200"/>
          </a:xfrm>
        </p:grpSpPr>
        <p:pic>
          <p:nvPicPr>
            <p:cNvPr id="1262" name="Google Shape;1262;p10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63" name="Google Shape;1263;p10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264" name="Google Shape;1264;p102"/>
          <p:cNvGrpSpPr/>
          <p:nvPr/>
        </p:nvGrpSpPr>
        <p:grpSpPr>
          <a:xfrm>
            <a:off x="323641" y="3271838"/>
            <a:ext cx="457200" cy="457200"/>
            <a:chOff x="1020916" y="1442088"/>
            <a:chExt cx="457200" cy="457200"/>
          </a:xfrm>
        </p:grpSpPr>
        <p:pic>
          <p:nvPicPr>
            <p:cNvPr id="1265" name="Google Shape;1265;p10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66" name="Google Shape;1266;p10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267" name="Google Shape;1267;p102"/>
          <p:cNvGrpSpPr/>
          <p:nvPr/>
        </p:nvGrpSpPr>
        <p:grpSpPr>
          <a:xfrm>
            <a:off x="323641" y="4081763"/>
            <a:ext cx="457200" cy="457200"/>
            <a:chOff x="1020916" y="1442088"/>
            <a:chExt cx="457200" cy="457200"/>
          </a:xfrm>
        </p:grpSpPr>
        <p:pic>
          <p:nvPicPr>
            <p:cNvPr id="1268" name="Google Shape;1268;p10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69" name="Google Shape;1269;p10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1270" name="Shape 1270"/>
        <p:cNvGrpSpPr/>
        <p:nvPr/>
      </p:nvGrpSpPr>
      <p:grpSpPr>
        <a:xfrm>
          <a:off x="0" y="0"/>
          <a:ext cx="0" cy="0"/>
          <a:chOff x="0" y="0"/>
          <a:chExt cx="0" cy="0"/>
        </a:xfrm>
      </p:grpSpPr>
      <p:pic>
        <p:nvPicPr>
          <p:cNvPr id="1271" name="Google Shape;1271;p10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272" name="Google Shape;1272;p10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103"/>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74" name="Google Shape;1274;p10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275" name="Google Shape;1275;p10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1276" name="Google Shape;1276;p10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77" name="Google Shape;1277;p103"/>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78" name="Google Shape;1278;p103"/>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79" name="Google Shape;1279;p103"/>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80" name="Google Shape;1280;p103"/>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281" name="Google Shape;1281;p103"/>
          <p:cNvGrpSpPr/>
          <p:nvPr/>
        </p:nvGrpSpPr>
        <p:grpSpPr>
          <a:xfrm>
            <a:off x="323653" y="1652038"/>
            <a:ext cx="457200" cy="457200"/>
            <a:chOff x="1020916" y="1442088"/>
            <a:chExt cx="457200" cy="457200"/>
          </a:xfrm>
        </p:grpSpPr>
        <p:pic>
          <p:nvPicPr>
            <p:cNvPr id="1282" name="Google Shape;1282;p10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83" name="Google Shape;1283;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84" name="Google Shape;1284;p103"/>
          <p:cNvGrpSpPr/>
          <p:nvPr/>
        </p:nvGrpSpPr>
        <p:grpSpPr>
          <a:xfrm>
            <a:off x="323653" y="2461775"/>
            <a:ext cx="457200" cy="457200"/>
            <a:chOff x="1020916" y="1442088"/>
            <a:chExt cx="457200" cy="457200"/>
          </a:xfrm>
        </p:grpSpPr>
        <p:pic>
          <p:nvPicPr>
            <p:cNvPr id="1285" name="Google Shape;1285;p10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86" name="Google Shape;1286;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287" name="Google Shape;1287;p103"/>
          <p:cNvGrpSpPr/>
          <p:nvPr/>
        </p:nvGrpSpPr>
        <p:grpSpPr>
          <a:xfrm>
            <a:off x="323641" y="3271838"/>
            <a:ext cx="457200" cy="457200"/>
            <a:chOff x="1020916" y="1442088"/>
            <a:chExt cx="457200" cy="457200"/>
          </a:xfrm>
        </p:grpSpPr>
        <p:pic>
          <p:nvPicPr>
            <p:cNvPr id="1288" name="Google Shape;1288;p10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89" name="Google Shape;1289;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290" name="Google Shape;1290;p103"/>
          <p:cNvGrpSpPr/>
          <p:nvPr/>
        </p:nvGrpSpPr>
        <p:grpSpPr>
          <a:xfrm>
            <a:off x="323641" y="4081763"/>
            <a:ext cx="457200" cy="457200"/>
            <a:chOff x="1020916" y="1442088"/>
            <a:chExt cx="457200" cy="457200"/>
          </a:xfrm>
        </p:grpSpPr>
        <p:pic>
          <p:nvPicPr>
            <p:cNvPr id="1291" name="Google Shape;1291;p10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92" name="Google Shape;1292;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1293" name="Shape 1293"/>
        <p:cNvGrpSpPr/>
        <p:nvPr/>
      </p:nvGrpSpPr>
      <p:grpSpPr>
        <a:xfrm>
          <a:off x="0" y="0"/>
          <a:ext cx="0" cy="0"/>
          <a:chOff x="0" y="0"/>
          <a:chExt cx="0" cy="0"/>
        </a:xfrm>
      </p:grpSpPr>
      <p:pic>
        <p:nvPicPr>
          <p:cNvPr id="1294" name="Google Shape;1294;p10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295" name="Google Shape;1295;p10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10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97" name="Google Shape;1297;p10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298" name="Google Shape;1298;p10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299" name="Google Shape;1299;p10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00" name="Google Shape;1300;p104"/>
          <p:cNvSpPr/>
          <p:nvPr>
            <p:ph idx="3" type="pic"/>
          </p:nvPr>
        </p:nvSpPr>
        <p:spPr>
          <a:xfrm>
            <a:off x="324000" y="1893950"/>
            <a:ext cx="2555400" cy="1939500"/>
          </a:xfrm>
          <a:prstGeom prst="rect">
            <a:avLst/>
          </a:prstGeom>
          <a:noFill/>
          <a:ln>
            <a:noFill/>
          </a:ln>
        </p:spPr>
      </p:sp>
      <p:sp>
        <p:nvSpPr>
          <p:cNvPr id="1301" name="Google Shape;1301;p104"/>
          <p:cNvSpPr/>
          <p:nvPr>
            <p:ph idx="4" type="pic"/>
          </p:nvPr>
        </p:nvSpPr>
        <p:spPr>
          <a:xfrm>
            <a:off x="6256800" y="1893950"/>
            <a:ext cx="2555400" cy="1939500"/>
          </a:xfrm>
          <a:prstGeom prst="rect">
            <a:avLst/>
          </a:prstGeom>
          <a:noFill/>
          <a:ln>
            <a:noFill/>
          </a:ln>
        </p:spPr>
      </p:sp>
      <p:sp>
        <p:nvSpPr>
          <p:cNvPr id="1302" name="Google Shape;1302;p104"/>
          <p:cNvSpPr/>
          <p:nvPr>
            <p:ph idx="5" type="pic"/>
          </p:nvPr>
        </p:nvSpPr>
        <p:spPr>
          <a:xfrm>
            <a:off x="3294300" y="1893950"/>
            <a:ext cx="2555400" cy="1939500"/>
          </a:xfrm>
          <a:prstGeom prst="rect">
            <a:avLst/>
          </a:prstGeom>
          <a:noFill/>
          <a:ln>
            <a:noFill/>
          </a:ln>
        </p:spPr>
      </p:sp>
      <p:grpSp>
        <p:nvGrpSpPr>
          <p:cNvPr id="1303" name="Google Shape;1303;p104"/>
          <p:cNvGrpSpPr/>
          <p:nvPr/>
        </p:nvGrpSpPr>
        <p:grpSpPr>
          <a:xfrm>
            <a:off x="1381028" y="4148538"/>
            <a:ext cx="457200" cy="457200"/>
            <a:chOff x="1020916" y="1442088"/>
            <a:chExt cx="457200" cy="457200"/>
          </a:xfrm>
        </p:grpSpPr>
        <p:pic>
          <p:nvPicPr>
            <p:cNvPr id="1304" name="Google Shape;1304;p10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05" name="Google Shape;1305;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306" name="Google Shape;1306;p104"/>
          <p:cNvGrpSpPr/>
          <p:nvPr/>
        </p:nvGrpSpPr>
        <p:grpSpPr>
          <a:xfrm>
            <a:off x="4331066" y="4148550"/>
            <a:ext cx="457200" cy="457200"/>
            <a:chOff x="1020916" y="1442088"/>
            <a:chExt cx="457200" cy="457200"/>
          </a:xfrm>
        </p:grpSpPr>
        <p:pic>
          <p:nvPicPr>
            <p:cNvPr id="1307" name="Google Shape;1307;p10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08" name="Google Shape;1308;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309" name="Google Shape;1309;p104"/>
          <p:cNvGrpSpPr/>
          <p:nvPr/>
        </p:nvGrpSpPr>
        <p:grpSpPr>
          <a:xfrm>
            <a:off x="7305791" y="4148538"/>
            <a:ext cx="457200" cy="457200"/>
            <a:chOff x="1020916" y="1442088"/>
            <a:chExt cx="457200" cy="457200"/>
          </a:xfrm>
        </p:grpSpPr>
        <p:pic>
          <p:nvPicPr>
            <p:cNvPr id="1310" name="Google Shape;1310;p10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11" name="Google Shape;1311;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1312" name="Shape 1312"/>
        <p:cNvGrpSpPr/>
        <p:nvPr/>
      </p:nvGrpSpPr>
      <p:grpSpPr>
        <a:xfrm>
          <a:off x="0" y="0"/>
          <a:ext cx="0" cy="0"/>
          <a:chOff x="0" y="0"/>
          <a:chExt cx="0" cy="0"/>
        </a:xfrm>
      </p:grpSpPr>
      <p:pic>
        <p:nvPicPr>
          <p:cNvPr id="1313" name="Google Shape;1313;p10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314" name="Google Shape;1314;p10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10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316" name="Google Shape;1316;p10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17" name="Google Shape;1317;p10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318" name="Google Shape;1318;p10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19" name="Google Shape;1319;p105"/>
          <p:cNvSpPr/>
          <p:nvPr>
            <p:ph idx="3" type="pic"/>
          </p:nvPr>
        </p:nvSpPr>
        <p:spPr>
          <a:xfrm>
            <a:off x="324000" y="1893950"/>
            <a:ext cx="2555400" cy="1939500"/>
          </a:xfrm>
          <a:prstGeom prst="rect">
            <a:avLst/>
          </a:prstGeom>
          <a:noFill/>
          <a:ln>
            <a:noFill/>
          </a:ln>
        </p:spPr>
      </p:sp>
      <p:sp>
        <p:nvSpPr>
          <p:cNvPr id="1320" name="Google Shape;1320;p105"/>
          <p:cNvSpPr/>
          <p:nvPr>
            <p:ph idx="4" type="pic"/>
          </p:nvPr>
        </p:nvSpPr>
        <p:spPr>
          <a:xfrm>
            <a:off x="6256800" y="1893950"/>
            <a:ext cx="2555400" cy="1939500"/>
          </a:xfrm>
          <a:prstGeom prst="rect">
            <a:avLst/>
          </a:prstGeom>
          <a:noFill/>
          <a:ln>
            <a:noFill/>
          </a:ln>
        </p:spPr>
      </p:sp>
      <p:sp>
        <p:nvSpPr>
          <p:cNvPr id="1321" name="Google Shape;1321;p105"/>
          <p:cNvSpPr/>
          <p:nvPr>
            <p:ph idx="5" type="pic"/>
          </p:nvPr>
        </p:nvSpPr>
        <p:spPr>
          <a:xfrm>
            <a:off x="3294300" y="1893950"/>
            <a:ext cx="2555400" cy="1939500"/>
          </a:xfrm>
          <a:prstGeom prst="rect">
            <a:avLst/>
          </a:prstGeom>
          <a:noFill/>
          <a:ln>
            <a:noFill/>
          </a:ln>
        </p:spPr>
      </p:sp>
      <p:grpSp>
        <p:nvGrpSpPr>
          <p:cNvPr id="1322" name="Google Shape;1322;p105"/>
          <p:cNvGrpSpPr/>
          <p:nvPr/>
        </p:nvGrpSpPr>
        <p:grpSpPr>
          <a:xfrm>
            <a:off x="1381028" y="4148538"/>
            <a:ext cx="457200" cy="457200"/>
            <a:chOff x="1020916" y="1442088"/>
            <a:chExt cx="457200" cy="457200"/>
          </a:xfrm>
        </p:grpSpPr>
        <p:pic>
          <p:nvPicPr>
            <p:cNvPr id="1323" name="Google Shape;1323;p10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24" name="Google Shape;1324;p10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325" name="Google Shape;1325;p105"/>
          <p:cNvGrpSpPr/>
          <p:nvPr/>
        </p:nvGrpSpPr>
        <p:grpSpPr>
          <a:xfrm>
            <a:off x="4331066" y="4148550"/>
            <a:ext cx="457200" cy="457200"/>
            <a:chOff x="1020916" y="1442088"/>
            <a:chExt cx="457200" cy="457200"/>
          </a:xfrm>
        </p:grpSpPr>
        <p:pic>
          <p:nvPicPr>
            <p:cNvPr id="1326" name="Google Shape;1326;p10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27" name="Google Shape;1327;p10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328" name="Google Shape;1328;p105"/>
          <p:cNvGrpSpPr/>
          <p:nvPr/>
        </p:nvGrpSpPr>
        <p:grpSpPr>
          <a:xfrm>
            <a:off x="7305791" y="4148538"/>
            <a:ext cx="457200" cy="457200"/>
            <a:chOff x="1020916" y="1442088"/>
            <a:chExt cx="457200" cy="457200"/>
          </a:xfrm>
        </p:grpSpPr>
        <p:pic>
          <p:nvPicPr>
            <p:cNvPr id="1329" name="Google Shape;1329;p10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30" name="Google Shape;1330;p10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1331" name="Shape 1331"/>
        <p:cNvGrpSpPr/>
        <p:nvPr/>
      </p:nvGrpSpPr>
      <p:grpSpPr>
        <a:xfrm>
          <a:off x="0" y="0"/>
          <a:ext cx="0" cy="0"/>
          <a:chOff x="0" y="0"/>
          <a:chExt cx="0" cy="0"/>
        </a:xfrm>
      </p:grpSpPr>
      <p:pic>
        <p:nvPicPr>
          <p:cNvPr id="1332" name="Google Shape;1332;p10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333" name="Google Shape;1333;p10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10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335" name="Google Shape;1335;p10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36" name="Google Shape;1336;p10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337" name="Google Shape;1337;p10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38" name="Google Shape;1338;p106"/>
          <p:cNvSpPr/>
          <p:nvPr>
            <p:ph idx="3" type="pic"/>
          </p:nvPr>
        </p:nvSpPr>
        <p:spPr>
          <a:xfrm>
            <a:off x="324000" y="1893950"/>
            <a:ext cx="2555400" cy="1939500"/>
          </a:xfrm>
          <a:prstGeom prst="rect">
            <a:avLst/>
          </a:prstGeom>
          <a:noFill/>
          <a:ln>
            <a:noFill/>
          </a:ln>
        </p:spPr>
      </p:sp>
      <p:sp>
        <p:nvSpPr>
          <p:cNvPr id="1339" name="Google Shape;1339;p106"/>
          <p:cNvSpPr/>
          <p:nvPr>
            <p:ph idx="4" type="pic"/>
          </p:nvPr>
        </p:nvSpPr>
        <p:spPr>
          <a:xfrm>
            <a:off x="6256800" y="1893950"/>
            <a:ext cx="2555400" cy="1939500"/>
          </a:xfrm>
          <a:prstGeom prst="rect">
            <a:avLst/>
          </a:prstGeom>
          <a:noFill/>
          <a:ln>
            <a:noFill/>
          </a:ln>
        </p:spPr>
      </p:sp>
      <p:sp>
        <p:nvSpPr>
          <p:cNvPr id="1340" name="Google Shape;1340;p106"/>
          <p:cNvSpPr/>
          <p:nvPr>
            <p:ph idx="5" type="pic"/>
          </p:nvPr>
        </p:nvSpPr>
        <p:spPr>
          <a:xfrm>
            <a:off x="3294300" y="1893950"/>
            <a:ext cx="2555400" cy="1939500"/>
          </a:xfrm>
          <a:prstGeom prst="rect">
            <a:avLst/>
          </a:prstGeom>
          <a:noFill/>
          <a:ln>
            <a:noFill/>
          </a:ln>
        </p:spPr>
      </p:sp>
      <p:grpSp>
        <p:nvGrpSpPr>
          <p:cNvPr id="1341" name="Google Shape;1341;p106"/>
          <p:cNvGrpSpPr/>
          <p:nvPr/>
        </p:nvGrpSpPr>
        <p:grpSpPr>
          <a:xfrm>
            <a:off x="1381028" y="4148538"/>
            <a:ext cx="457200" cy="457200"/>
            <a:chOff x="1020916" y="1442088"/>
            <a:chExt cx="457200" cy="457200"/>
          </a:xfrm>
        </p:grpSpPr>
        <p:pic>
          <p:nvPicPr>
            <p:cNvPr id="1342" name="Google Shape;1342;p10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43" name="Google Shape;1343;p10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344" name="Google Shape;1344;p106"/>
          <p:cNvGrpSpPr/>
          <p:nvPr/>
        </p:nvGrpSpPr>
        <p:grpSpPr>
          <a:xfrm>
            <a:off x="4331066" y="4148550"/>
            <a:ext cx="457200" cy="457200"/>
            <a:chOff x="1020916" y="1442088"/>
            <a:chExt cx="457200" cy="457200"/>
          </a:xfrm>
        </p:grpSpPr>
        <p:pic>
          <p:nvPicPr>
            <p:cNvPr id="1345" name="Google Shape;1345;p10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46" name="Google Shape;1346;p10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347" name="Google Shape;1347;p106"/>
          <p:cNvGrpSpPr/>
          <p:nvPr/>
        </p:nvGrpSpPr>
        <p:grpSpPr>
          <a:xfrm>
            <a:off x="7305791" y="4148538"/>
            <a:ext cx="457200" cy="457200"/>
            <a:chOff x="1020916" y="1442088"/>
            <a:chExt cx="457200" cy="457200"/>
          </a:xfrm>
        </p:grpSpPr>
        <p:pic>
          <p:nvPicPr>
            <p:cNvPr id="1348" name="Google Shape;1348;p10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49" name="Google Shape;1349;p10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1350" name="Shape 1350"/>
        <p:cNvGrpSpPr/>
        <p:nvPr/>
      </p:nvGrpSpPr>
      <p:grpSpPr>
        <a:xfrm>
          <a:off x="0" y="0"/>
          <a:ext cx="0" cy="0"/>
          <a:chOff x="0" y="0"/>
          <a:chExt cx="0" cy="0"/>
        </a:xfrm>
      </p:grpSpPr>
      <p:pic>
        <p:nvPicPr>
          <p:cNvPr id="1351" name="Google Shape;1351;p10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352" name="Google Shape;1352;p10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107"/>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354" name="Google Shape;1354;p10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55" name="Google Shape;1355;p10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1356" name="Google Shape;1356;p10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57" name="Google Shape;1357;p107"/>
          <p:cNvSpPr/>
          <p:nvPr>
            <p:ph idx="3" type="pic"/>
          </p:nvPr>
        </p:nvSpPr>
        <p:spPr>
          <a:xfrm>
            <a:off x="324000" y="1893950"/>
            <a:ext cx="2555400" cy="1939500"/>
          </a:xfrm>
          <a:prstGeom prst="rect">
            <a:avLst/>
          </a:prstGeom>
          <a:noFill/>
          <a:ln>
            <a:noFill/>
          </a:ln>
        </p:spPr>
      </p:sp>
      <p:sp>
        <p:nvSpPr>
          <p:cNvPr id="1358" name="Google Shape;1358;p107"/>
          <p:cNvSpPr/>
          <p:nvPr>
            <p:ph idx="4" type="pic"/>
          </p:nvPr>
        </p:nvSpPr>
        <p:spPr>
          <a:xfrm>
            <a:off x="6256800" y="1893950"/>
            <a:ext cx="2555400" cy="1939500"/>
          </a:xfrm>
          <a:prstGeom prst="rect">
            <a:avLst/>
          </a:prstGeom>
          <a:noFill/>
          <a:ln>
            <a:noFill/>
          </a:ln>
        </p:spPr>
      </p:sp>
      <p:sp>
        <p:nvSpPr>
          <p:cNvPr id="1359" name="Google Shape;1359;p107"/>
          <p:cNvSpPr/>
          <p:nvPr>
            <p:ph idx="5" type="pic"/>
          </p:nvPr>
        </p:nvSpPr>
        <p:spPr>
          <a:xfrm>
            <a:off x="3294300" y="1893950"/>
            <a:ext cx="2555400" cy="1939500"/>
          </a:xfrm>
          <a:prstGeom prst="rect">
            <a:avLst/>
          </a:prstGeom>
          <a:noFill/>
          <a:ln>
            <a:noFill/>
          </a:ln>
        </p:spPr>
      </p:sp>
      <p:grpSp>
        <p:nvGrpSpPr>
          <p:cNvPr id="1360" name="Google Shape;1360;p107"/>
          <p:cNvGrpSpPr/>
          <p:nvPr/>
        </p:nvGrpSpPr>
        <p:grpSpPr>
          <a:xfrm>
            <a:off x="1381028" y="4148538"/>
            <a:ext cx="457200" cy="457200"/>
            <a:chOff x="1020916" y="1442088"/>
            <a:chExt cx="457200" cy="457200"/>
          </a:xfrm>
        </p:grpSpPr>
        <p:pic>
          <p:nvPicPr>
            <p:cNvPr id="1361" name="Google Shape;1361;p10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62" name="Google Shape;1362;p10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363" name="Google Shape;1363;p107"/>
          <p:cNvGrpSpPr/>
          <p:nvPr/>
        </p:nvGrpSpPr>
        <p:grpSpPr>
          <a:xfrm>
            <a:off x="4331066" y="4148550"/>
            <a:ext cx="457200" cy="457200"/>
            <a:chOff x="1020916" y="1442088"/>
            <a:chExt cx="457200" cy="457200"/>
          </a:xfrm>
        </p:grpSpPr>
        <p:pic>
          <p:nvPicPr>
            <p:cNvPr id="1364" name="Google Shape;1364;p10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65" name="Google Shape;1365;p10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366" name="Google Shape;1366;p107"/>
          <p:cNvGrpSpPr/>
          <p:nvPr/>
        </p:nvGrpSpPr>
        <p:grpSpPr>
          <a:xfrm>
            <a:off x="7305791" y="4148538"/>
            <a:ext cx="457200" cy="457200"/>
            <a:chOff x="1020916" y="1442088"/>
            <a:chExt cx="457200" cy="457200"/>
          </a:xfrm>
        </p:grpSpPr>
        <p:pic>
          <p:nvPicPr>
            <p:cNvPr id="1367" name="Google Shape;1367;p10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68" name="Google Shape;1368;p10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1369" name="Shape 1369"/>
        <p:cNvGrpSpPr/>
        <p:nvPr/>
      </p:nvGrpSpPr>
      <p:grpSpPr>
        <a:xfrm>
          <a:off x="0" y="0"/>
          <a:ext cx="0" cy="0"/>
          <a:chOff x="0" y="0"/>
          <a:chExt cx="0" cy="0"/>
        </a:xfrm>
      </p:grpSpPr>
      <p:pic>
        <p:nvPicPr>
          <p:cNvPr id="1370" name="Google Shape;1370;p10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371" name="Google Shape;1371;p10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10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1373" name="Google Shape;1373;p10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74" name="Google Shape;1374;p10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375" name="Google Shape;1375;p10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1376" name="Shape 1376"/>
        <p:cNvGrpSpPr/>
        <p:nvPr/>
      </p:nvGrpSpPr>
      <p:grpSpPr>
        <a:xfrm>
          <a:off x="0" y="0"/>
          <a:ext cx="0" cy="0"/>
          <a:chOff x="0" y="0"/>
          <a:chExt cx="0" cy="0"/>
        </a:xfrm>
      </p:grpSpPr>
      <p:pic>
        <p:nvPicPr>
          <p:cNvPr id="1377" name="Google Shape;1377;p10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378" name="Google Shape;1378;p10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10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1380" name="Google Shape;1380;p10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81" name="Google Shape;1381;p10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382" name="Google Shape;1382;p10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1383" name="Shape 1383"/>
        <p:cNvGrpSpPr/>
        <p:nvPr/>
      </p:nvGrpSpPr>
      <p:grpSpPr>
        <a:xfrm>
          <a:off x="0" y="0"/>
          <a:ext cx="0" cy="0"/>
          <a:chOff x="0" y="0"/>
          <a:chExt cx="0" cy="0"/>
        </a:xfrm>
      </p:grpSpPr>
      <p:pic>
        <p:nvPicPr>
          <p:cNvPr id="1384" name="Google Shape;1384;p11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385" name="Google Shape;1385;p11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11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1387" name="Google Shape;1387;p11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88" name="Google Shape;1388;p11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389" name="Google Shape;1389;p11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1390" name="Shape 1390"/>
        <p:cNvGrpSpPr/>
        <p:nvPr/>
      </p:nvGrpSpPr>
      <p:grpSpPr>
        <a:xfrm>
          <a:off x="0" y="0"/>
          <a:ext cx="0" cy="0"/>
          <a:chOff x="0" y="0"/>
          <a:chExt cx="0" cy="0"/>
        </a:xfrm>
      </p:grpSpPr>
      <p:pic>
        <p:nvPicPr>
          <p:cNvPr id="1391" name="Google Shape;1391;p11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392" name="Google Shape;1392;p11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11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1394" name="Google Shape;1394;p11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95" name="Google Shape;1395;p11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1396" name="Google Shape;1396;p11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1397" name="Shape 1397"/>
        <p:cNvGrpSpPr/>
        <p:nvPr/>
      </p:nvGrpSpPr>
      <p:grpSpPr>
        <a:xfrm>
          <a:off x="0" y="0"/>
          <a:ext cx="0" cy="0"/>
          <a:chOff x="0" y="0"/>
          <a:chExt cx="0" cy="0"/>
        </a:xfrm>
      </p:grpSpPr>
      <p:pic>
        <p:nvPicPr>
          <p:cNvPr id="1398" name="Google Shape;1398;p11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399" name="Google Shape;1399;p11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11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01" name="Google Shape;1401;p112"/>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1402" name="Google Shape;1402;p11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1403" name="Google Shape;1403;p11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1404" name="Google Shape;1404;p11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1405" name="Shape 1405"/>
        <p:cNvGrpSpPr/>
        <p:nvPr/>
      </p:nvGrpSpPr>
      <p:grpSpPr>
        <a:xfrm>
          <a:off x="0" y="0"/>
          <a:ext cx="0" cy="0"/>
          <a:chOff x="0" y="0"/>
          <a:chExt cx="0" cy="0"/>
        </a:xfrm>
      </p:grpSpPr>
      <p:pic>
        <p:nvPicPr>
          <p:cNvPr id="1406" name="Google Shape;1406;p11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407" name="Google Shape;1407;p11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11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09" name="Google Shape;1409;p11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sp>
        <p:nvSpPr>
          <p:cNvPr id="1410" name="Google Shape;1410;p113"/>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1411" name="Google Shape;1411;p11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1412" name="Google Shape;1412;p11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1413" name="Shape 1413"/>
        <p:cNvGrpSpPr/>
        <p:nvPr/>
      </p:nvGrpSpPr>
      <p:grpSpPr>
        <a:xfrm>
          <a:off x="0" y="0"/>
          <a:ext cx="0" cy="0"/>
          <a:chOff x="0" y="0"/>
          <a:chExt cx="0" cy="0"/>
        </a:xfrm>
      </p:grpSpPr>
      <p:pic>
        <p:nvPicPr>
          <p:cNvPr id="1414" name="Google Shape;1414;p11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415" name="Google Shape;1415;p11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11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17" name="Google Shape;1417;p11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1418" name="Google Shape;1418;p114"/>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1419" name="Google Shape;1419;p11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1420" name="Google Shape;1420;p114"/>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1421" name="Shape 1421"/>
        <p:cNvGrpSpPr/>
        <p:nvPr/>
      </p:nvGrpSpPr>
      <p:grpSpPr>
        <a:xfrm>
          <a:off x="0" y="0"/>
          <a:ext cx="0" cy="0"/>
          <a:chOff x="0" y="0"/>
          <a:chExt cx="0" cy="0"/>
        </a:xfrm>
      </p:grpSpPr>
      <p:pic>
        <p:nvPicPr>
          <p:cNvPr id="1422" name="Google Shape;1422;p11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423" name="Google Shape;1423;p11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11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25" name="Google Shape;1425;p11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sp>
        <p:nvSpPr>
          <p:cNvPr id="1426" name="Google Shape;1426;p115"/>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1427" name="Google Shape;1427;p11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1428" name="Google Shape;1428;p115"/>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1429" name="Shape 1429"/>
        <p:cNvGrpSpPr/>
        <p:nvPr/>
      </p:nvGrpSpPr>
      <p:grpSpPr>
        <a:xfrm>
          <a:off x="0" y="0"/>
          <a:ext cx="0" cy="0"/>
          <a:chOff x="0" y="0"/>
          <a:chExt cx="0" cy="0"/>
        </a:xfrm>
      </p:grpSpPr>
      <p:pic>
        <p:nvPicPr>
          <p:cNvPr id="1430" name="Google Shape;1430;p11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431" name="Google Shape;1431;p11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11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33" name="Google Shape;1433;p116"/>
          <p:cNvSpPr txBox="1"/>
          <p:nvPr/>
        </p:nvSpPr>
        <p:spPr>
          <a:xfrm>
            <a:off x="324000" y="45525"/>
            <a:ext cx="10920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1434" name="Google Shape;1434;p11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1435" name="Google Shape;1435;p11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436" name="Google Shape;1436;p11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1437" name="Shape 1437"/>
        <p:cNvGrpSpPr/>
        <p:nvPr/>
      </p:nvGrpSpPr>
      <p:grpSpPr>
        <a:xfrm>
          <a:off x="0" y="0"/>
          <a:ext cx="0" cy="0"/>
          <a:chOff x="0" y="0"/>
          <a:chExt cx="0" cy="0"/>
        </a:xfrm>
      </p:grpSpPr>
      <p:pic>
        <p:nvPicPr>
          <p:cNvPr id="1438" name="Google Shape;1438;p11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439" name="Google Shape;1439;p11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11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41" name="Google Shape;1441;p117"/>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1442" name="Google Shape;1442;p11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1443" name="Google Shape;1443;p11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1444" name="Google Shape;1444;p11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1445" name="Shape 1445"/>
        <p:cNvGrpSpPr/>
        <p:nvPr/>
      </p:nvGrpSpPr>
      <p:grpSpPr>
        <a:xfrm>
          <a:off x="0" y="0"/>
          <a:ext cx="0" cy="0"/>
          <a:chOff x="0" y="0"/>
          <a:chExt cx="0" cy="0"/>
        </a:xfrm>
      </p:grpSpPr>
      <p:pic>
        <p:nvPicPr>
          <p:cNvPr id="1446" name="Google Shape;1446;p11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447" name="Google Shape;1447;p11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11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49" name="Google Shape;1449;p118"/>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1450" name="Google Shape;1450;p11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1451" name="Google Shape;1451;p11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1452" name="Google Shape;1452;p11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1453" name="Shape 1453"/>
        <p:cNvGrpSpPr/>
        <p:nvPr/>
      </p:nvGrpSpPr>
      <p:grpSpPr>
        <a:xfrm>
          <a:off x="0" y="0"/>
          <a:ext cx="0" cy="0"/>
          <a:chOff x="0" y="0"/>
          <a:chExt cx="0" cy="0"/>
        </a:xfrm>
      </p:grpSpPr>
      <p:pic>
        <p:nvPicPr>
          <p:cNvPr id="1454" name="Google Shape;1454;p11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455" name="Google Shape;1455;p11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11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57" name="Google Shape;1457;p119"/>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1458" name="Google Shape;1458;p11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1459" name="Google Shape;1459;p11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1460" name="Google Shape;1460;p11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
    <p:spTree>
      <p:nvGrpSpPr>
        <p:cNvPr id="1461" name="Shape 1461"/>
        <p:cNvGrpSpPr/>
        <p:nvPr/>
      </p:nvGrpSpPr>
      <p:grpSpPr>
        <a:xfrm>
          <a:off x="0" y="0"/>
          <a:ext cx="0" cy="0"/>
          <a:chOff x="0" y="0"/>
          <a:chExt cx="0" cy="0"/>
        </a:xfrm>
      </p:grpSpPr>
      <p:sp>
        <p:nvSpPr>
          <p:cNvPr id="1462" name="Google Shape;1462;p120"/>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63" name="Google Shape;1463;p120"/>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1464" name="Google Shape;1464;p120"/>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65" name="Google Shape;1465;p120"/>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1466" name="Google Shape;1466;p120"/>
          <p:cNvSpPr txBox="1"/>
          <p:nvPr>
            <p:ph type="title"/>
          </p:nvPr>
        </p:nvSpPr>
        <p:spPr>
          <a:xfrm>
            <a:off x="1684800" y="157525"/>
            <a:ext cx="5741400" cy="3828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1467" name="Shape 1467"/>
        <p:cNvGrpSpPr/>
        <p:nvPr/>
      </p:nvGrpSpPr>
      <p:grpSpPr>
        <a:xfrm>
          <a:off x="0" y="0"/>
          <a:ext cx="0" cy="0"/>
          <a:chOff x="0" y="0"/>
          <a:chExt cx="0" cy="0"/>
        </a:xfrm>
      </p:grpSpPr>
      <p:sp>
        <p:nvSpPr>
          <p:cNvPr id="1468" name="Google Shape;1468;p121"/>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69" name="Google Shape;1469;p121"/>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1470" name="Google Shape;1470;p121"/>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71" name="Google Shape;1471;p121"/>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1472" name="Google Shape;1472;p121"/>
          <p:cNvSpPr txBox="1"/>
          <p:nvPr>
            <p:ph type="title"/>
          </p:nvPr>
        </p:nvSpPr>
        <p:spPr>
          <a:xfrm>
            <a:off x="1684800" y="157525"/>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1473" name="Shape 1473"/>
        <p:cNvGrpSpPr/>
        <p:nvPr/>
      </p:nvGrpSpPr>
      <p:grpSpPr>
        <a:xfrm>
          <a:off x="0" y="0"/>
          <a:ext cx="0" cy="0"/>
          <a:chOff x="0" y="0"/>
          <a:chExt cx="0" cy="0"/>
        </a:xfrm>
      </p:grpSpPr>
      <p:pic>
        <p:nvPicPr>
          <p:cNvPr id="1474" name="Google Shape;1474;p122"/>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1475" name="Google Shape;1475;p122"/>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1476" name="Shape 1476"/>
        <p:cNvGrpSpPr/>
        <p:nvPr/>
      </p:nvGrpSpPr>
      <p:grpSpPr>
        <a:xfrm>
          <a:off x="0" y="0"/>
          <a:ext cx="0" cy="0"/>
          <a:chOff x="0" y="0"/>
          <a:chExt cx="0" cy="0"/>
        </a:xfrm>
      </p:grpSpPr>
      <p:sp>
        <p:nvSpPr>
          <p:cNvPr id="1477" name="Google Shape;1477;p123"/>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1478" name="Google Shape;1478;p123"/>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1479" name="Google Shape;1479;p123"/>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1480" name="Google Shape;1480;p123"/>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1481" name="Google Shape;1481;p123"/>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1482" name="Google Shape;1482;p123"/>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1483" name="Google Shape;1483;p123"/>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1484" name="Google Shape;1484;p123"/>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1485" name="Google Shape;1485;p123"/>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1486" name="Shape 1486"/>
        <p:cNvGrpSpPr/>
        <p:nvPr/>
      </p:nvGrpSpPr>
      <p:grpSpPr>
        <a:xfrm>
          <a:off x="0" y="0"/>
          <a:ext cx="0" cy="0"/>
          <a:chOff x="0" y="0"/>
          <a:chExt cx="0" cy="0"/>
        </a:xfrm>
      </p:grpSpPr>
      <p:pic>
        <p:nvPicPr>
          <p:cNvPr id="1487" name="Google Shape;1487;p124"/>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1488" name="Google Shape;1488;p124"/>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1489" name="Shape 1489"/>
        <p:cNvGrpSpPr/>
        <p:nvPr/>
      </p:nvGrpSpPr>
      <p:grpSpPr>
        <a:xfrm>
          <a:off x="0" y="0"/>
          <a:ext cx="0" cy="0"/>
          <a:chOff x="0" y="0"/>
          <a:chExt cx="0" cy="0"/>
        </a:xfrm>
      </p:grpSpPr>
      <p:sp>
        <p:nvSpPr>
          <p:cNvPr id="1490" name="Google Shape;1490;p125"/>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rtl="0">
              <a:spcBef>
                <a:spcPts val="0"/>
              </a:spcBef>
              <a:spcAft>
                <a:spcPts val="0"/>
              </a:spcAft>
              <a:buSzPts val="22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3" Type="http://schemas.openxmlformats.org/officeDocument/2006/relationships/theme" Target="../theme/theme2.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100.xml"/><Relationship Id="rId42" Type="http://schemas.openxmlformats.org/officeDocument/2006/relationships/slideLayout" Target="../slideLayouts/slideLayout102.xml"/><Relationship Id="rId41" Type="http://schemas.openxmlformats.org/officeDocument/2006/relationships/slideLayout" Target="../slideLayouts/slideLayout101.xml"/><Relationship Id="rId44" Type="http://schemas.openxmlformats.org/officeDocument/2006/relationships/slideLayout" Target="../slideLayouts/slideLayout104.xml"/><Relationship Id="rId43" Type="http://schemas.openxmlformats.org/officeDocument/2006/relationships/slideLayout" Target="../slideLayouts/slideLayout103.xml"/><Relationship Id="rId46" Type="http://schemas.openxmlformats.org/officeDocument/2006/relationships/slideLayout" Target="../slideLayouts/slideLayout106.xml"/><Relationship Id="rId45" Type="http://schemas.openxmlformats.org/officeDocument/2006/relationships/slideLayout" Target="../slideLayouts/slideLayout105.xml"/><Relationship Id="rId1" Type="http://schemas.openxmlformats.org/officeDocument/2006/relationships/image" Target="../media/image1.png"/><Relationship Id="rId2" Type="http://schemas.openxmlformats.org/officeDocument/2006/relationships/slideLayout" Target="../slideLayouts/slideLayout62.xml"/><Relationship Id="rId3" Type="http://schemas.openxmlformats.org/officeDocument/2006/relationships/slideLayout" Target="../slideLayouts/slideLayout63.xml"/><Relationship Id="rId4" Type="http://schemas.openxmlformats.org/officeDocument/2006/relationships/slideLayout" Target="../slideLayouts/slideLayout64.xml"/><Relationship Id="rId9" Type="http://schemas.openxmlformats.org/officeDocument/2006/relationships/slideLayout" Target="../slideLayouts/slideLayout69.xml"/><Relationship Id="rId48" Type="http://schemas.openxmlformats.org/officeDocument/2006/relationships/slideLayout" Target="../slideLayouts/slideLayout108.xml"/><Relationship Id="rId47" Type="http://schemas.openxmlformats.org/officeDocument/2006/relationships/slideLayout" Target="../slideLayouts/slideLayout107.xml"/><Relationship Id="rId49" Type="http://schemas.openxmlformats.org/officeDocument/2006/relationships/slideLayout" Target="../slideLayouts/slideLayout109.xml"/><Relationship Id="rId5" Type="http://schemas.openxmlformats.org/officeDocument/2006/relationships/slideLayout" Target="../slideLayouts/slideLayout65.xml"/><Relationship Id="rId6" Type="http://schemas.openxmlformats.org/officeDocument/2006/relationships/slideLayout" Target="../slideLayouts/slideLayout66.xml"/><Relationship Id="rId7" Type="http://schemas.openxmlformats.org/officeDocument/2006/relationships/slideLayout" Target="../slideLayouts/slideLayout67.xml"/><Relationship Id="rId8" Type="http://schemas.openxmlformats.org/officeDocument/2006/relationships/slideLayout" Target="../slideLayouts/slideLayout68.xml"/><Relationship Id="rId31" Type="http://schemas.openxmlformats.org/officeDocument/2006/relationships/slideLayout" Target="../slideLayouts/slideLayout91.xml"/><Relationship Id="rId30" Type="http://schemas.openxmlformats.org/officeDocument/2006/relationships/slideLayout" Target="../slideLayouts/slideLayout90.xml"/><Relationship Id="rId33" Type="http://schemas.openxmlformats.org/officeDocument/2006/relationships/slideLayout" Target="../slideLayouts/slideLayout93.xml"/><Relationship Id="rId32" Type="http://schemas.openxmlformats.org/officeDocument/2006/relationships/slideLayout" Target="../slideLayouts/slideLayout92.xml"/><Relationship Id="rId35" Type="http://schemas.openxmlformats.org/officeDocument/2006/relationships/slideLayout" Target="../slideLayouts/slideLayout95.xml"/><Relationship Id="rId34" Type="http://schemas.openxmlformats.org/officeDocument/2006/relationships/slideLayout" Target="../slideLayouts/slideLayout94.xml"/><Relationship Id="rId37" Type="http://schemas.openxmlformats.org/officeDocument/2006/relationships/slideLayout" Target="../slideLayouts/slideLayout97.xml"/><Relationship Id="rId36" Type="http://schemas.openxmlformats.org/officeDocument/2006/relationships/slideLayout" Target="../slideLayouts/slideLayout96.xml"/><Relationship Id="rId39" Type="http://schemas.openxmlformats.org/officeDocument/2006/relationships/slideLayout" Target="../slideLayouts/slideLayout99.xml"/><Relationship Id="rId38" Type="http://schemas.openxmlformats.org/officeDocument/2006/relationships/slideLayout" Target="../slideLayouts/slideLayout98.xml"/><Relationship Id="rId62" Type="http://schemas.openxmlformats.org/officeDocument/2006/relationships/slideLayout" Target="../slideLayouts/slideLayout122.xml"/><Relationship Id="rId61" Type="http://schemas.openxmlformats.org/officeDocument/2006/relationships/slideLayout" Target="../slideLayouts/slideLayout121.xml"/><Relationship Id="rId20" Type="http://schemas.openxmlformats.org/officeDocument/2006/relationships/slideLayout" Target="../slideLayouts/slideLayout80.xml"/><Relationship Id="rId64" Type="http://schemas.openxmlformats.org/officeDocument/2006/relationships/theme" Target="../theme/theme3.xml"/><Relationship Id="rId63" Type="http://schemas.openxmlformats.org/officeDocument/2006/relationships/slideLayout" Target="../slideLayouts/slideLayout123.xml"/><Relationship Id="rId22" Type="http://schemas.openxmlformats.org/officeDocument/2006/relationships/slideLayout" Target="../slideLayouts/slideLayout82.xml"/><Relationship Id="rId21" Type="http://schemas.openxmlformats.org/officeDocument/2006/relationships/slideLayout" Target="../slideLayouts/slideLayout81.xml"/><Relationship Id="rId24" Type="http://schemas.openxmlformats.org/officeDocument/2006/relationships/slideLayout" Target="../slideLayouts/slideLayout84.xml"/><Relationship Id="rId23" Type="http://schemas.openxmlformats.org/officeDocument/2006/relationships/slideLayout" Target="../slideLayouts/slideLayout83.xml"/><Relationship Id="rId60" Type="http://schemas.openxmlformats.org/officeDocument/2006/relationships/slideLayout" Target="../slideLayouts/slideLayout120.xml"/><Relationship Id="rId26" Type="http://schemas.openxmlformats.org/officeDocument/2006/relationships/slideLayout" Target="../slideLayouts/slideLayout86.xml"/><Relationship Id="rId25" Type="http://schemas.openxmlformats.org/officeDocument/2006/relationships/slideLayout" Target="../slideLayouts/slideLayout85.xml"/><Relationship Id="rId28" Type="http://schemas.openxmlformats.org/officeDocument/2006/relationships/slideLayout" Target="../slideLayouts/slideLayout88.xml"/><Relationship Id="rId27" Type="http://schemas.openxmlformats.org/officeDocument/2006/relationships/slideLayout" Target="../slideLayouts/slideLayout87.xml"/><Relationship Id="rId29" Type="http://schemas.openxmlformats.org/officeDocument/2006/relationships/slideLayout" Target="../slideLayouts/slideLayout89.xml"/><Relationship Id="rId51" Type="http://schemas.openxmlformats.org/officeDocument/2006/relationships/slideLayout" Target="../slideLayouts/slideLayout111.xml"/><Relationship Id="rId50" Type="http://schemas.openxmlformats.org/officeDocument/2006/relationships/slideLayout" Target="../slideLayouts/slideLayout110.xml"/><Relationship Id="rId53" Type="http://schemas.openxmlformats.org/officeDocument/2006/relationships/slideLayout" Target="../slideLayouts/slideLayout113.xml"/><Relationship Id="rId52" Type="http://schemas.openxmlformats.org/officeDocument/2006/relationships/slideLayout" Target="../slideLayouts/slideLayout112.xml"/><Relationship Id="rId11" Type="http://schemas.openxmlformats.org/officeDocument/2006/relationships/slideLayout" Target="../slideLayouts/slideLayout71.xml"/><Relationship Id="rId55" Type="http://schemas.openxmlformats.org/officeDocument/2006/relationships/slideLayout" Target="../slideLayouts/slideLayout115.xml"/><Relationship Id="rId10" Type="http://schemas.openxmlformats.org/officeDocument/2006/relationships/slideLayout" Target="../slideLayouts/slideLayout70.xml"/><Relationship Id="rId54" Type="http://schemas.openxmlformats.org/officeDocument/2006/relationships/slideLayout" Target="../slideLayouts/slideLayout114.xml"/><Relationship Id="rId13" Type="http://schemas.openxmlformats.org/officeDocument/2006/relationships/slideLayout" Target="../slideLayouts/slideLayout73.xml"/><Relationship Id="rId57" Type="http://schemas.openxmlformats.org/officeDocument/2006/relationships/slideLayout" Target="../slideLayouts/slideLayout117.xml"/><Relationship Id="rId12" Type="http://schemas.openxmlformats.org/officeDocument/2006/relationships/slideLayout" Target="../slideLayouts/slideLayout72.xml"/><Relationship Id="rId56" Type="http://schemas.openxmlformats.org/officeDocument/2006/relationships/slideLayout" Target="../slideLayouts/slideLayout116.xml"/><Relationship Id="rId15" Type="http://schemas.openxmlformats.org/officeDocument/2006/relationships/slideLayout" Target="../slideLayouts/slideLayout75.xml"/><Relationship Id="rId59" Type="http://schemas.openxmlformats.org/officeDocument/2006/relationships/slideLayout" Target="../slideLayouts/slideLayout119.xml"/><Relationship Id="rId14" Type="http://schemas.openxmlformats.org/officeDocument/2006/relationships/slideLayout" Target="../slideLayouts/slideLayout74.xml"/><Relationship Id="rId58" Type="http://schemas.openxmlformats.org/officeDocument/2006/relationships/slideLayout" Target="../slideLayouts/slideLayout118.xml"/><Relationship Id="rId17" Type="http://schemas.openxmlformats.org/officeDocument/2006/relationships/slideLayout" Target="../slideLayouts/slideLayout77.xml"/><Relationship Id="rId16" Type="http://schemas.openxmlformats.org/officeDocument/2006/relationships/slideLayout" Target="../slideLayouts/slideLayout76.xml"/><Relationship Id="rId19" Type="http://schemas.openxmlformats.org/officeDocument/2006/relationships/slideLayout" Target="../slideLayouts/slideLayout79.xml"/><Relationship Id="rId18" Type="http://schemas.openxmlformats.org/officeDocument/2006/relationships/slideLayout" Target="../slideLayouts/slideLayout7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50" name="Shape 750"/>
        <p:cNvGrpSpPr/>
        <p:nvPr/>
      </p:nvGrpSpPr>
      <p:grpSpPr>
        <a:xfrm>
          <a:off x="0" y="0"/>
          <a:ext cx="0" cy="0"/>
          <a:chOff x="0" y="0"/>
          <a:chExt cx="0" cy="0"/>
        </a:xfrm>
      </p:grpSpPr>
      <p:sp>
        <p:nvSpPr>
          <p:cNvPr id="751" name="Google Shape;751;p63"/>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52" name="Google Shape;752;p63"/>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753" name="Google Shape;753;p63"/>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 id="2147483727" r:id="rId20"/>
    <p:sldLayoutId id="2147483728" r:id="rId21"/>
    <p:sldLayoutId id="2147483729" r:id="rId22"/>
    <p:sldLayoutId id="2147483730" r:id="rId23"/>
    <p:sldLayoutId id="2147483731" r:id="rId24"/>
    <p:sldLayoutId id="2147483732" r:id="rId25"/>
    <p:sldLayoutId id="2147483733" r:id="rId26"/>
    <p:sldLayoutId id="2147483734" r:id="rId27"/>
    <p:sldLayoutId id="2147483735" r:id="rId28"/>
    <p:sldLayoutId id="2147483736" r:id="rId29"/>
    <p:sldLayoutId id="2147483737" r:id="rId30"/>
    <p:sldLayoutId id="2147483738" r:id="rId31"/>
    <p:sldLayoutId id="2147483739" r:id="rId32"/>
    <p:sldLayoutId id="2147483740" r:id="rId33"/>
    <p:sldLayoutId id="2147483741" r:id="rId34"/>
    <p:sldLayoutId id="2147483742" r:id="rId35"/>
    <p:sldLayoutId id="2147483743" r:id="rId36"/>
    <p:sldLayoutId id="2147483744" r:id="rId37"/>
    <p:sldLayoutId id="2147483745" r:id="rId38"/>
    <p:sldLayoutId id="2147483746" r:id="rId39"/>
    <p:sldLayoutId id="2147483747" r:id="rId40"/>
    <p:sldLayoutId id="2147483748" r:id="rId41"/>
    <p:sldLayoutId id="2147483749" r:id="rId42"/>
    <p:sldLayoutId id="2147483750" r:id="rId43"/>
    <p:sldLayoutId id="2147483751" r:id="rId44"/>
    <p:sldLayoutId id="2147483752" r:id="rId45"/>
    <p:sldLayoutId id="2147483753" r:id="rId46"/>
    <p:sldLayoutId id="2147483754" r:id="rId47"/>
    <p:sldLayoutId id="2147483755" r:id="rId48"/>
    <p:sldLayoutId id="2147483756" r:id="rId49"/>
    <p:sldLayoutId id="2147483757" r:id="rId50"/>
    <p:sldLayoutId id="2147483758" r:id="rId51"/>
    <p:sldLayoutId id="2147483759" r:id="rId52"/>
    <p:sldLayoutId id="2147483760" r:id="rId53"/>
    <p:sldLayoutId id="2147483761" r:id="rId54"/>
    <p:sldLayoutId id="2147483762" r:id="rId55"/>
    <p:sldLayoutId id="2147483763" r:id="rId56"/>
    <p:sldLayoutId id="2147483764" r:id="rId57"/>
    <p:sldLayoutId id="2147483765" r:id="rId58"/>
    <p:sldLayoutId id="2147483766" r:id="rId59"/>
    <p:sldLayoutId id="2147483767" r:id="rId60"/>
    <p:sldLayoutId id="2147483768" r:id="rId61"/>
    <p:sldLayoutId id="2147483769" r:id="rId62"/>
    <p:sldLayoutId id="2147483770" r:id="rId6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5.xml"/><Relationship Id="rId3" Type="http://schemas.openxmlformats.org/officeDocument/2006/relationships/image" Target="../media/image9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7.xml"/><Relationship Id="rId3" Type="http://schemas.openxmlformats.org/officeDocument/2006/relationships/image" Target="../media/image9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8.xml"/><Relationship Id="rId3" Type="http://schemas.openxmlformats.org/officeDocument/2006/relationships/image" Target="../media/image9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9.xml"/><Relationship Id="rId3" Type="http://schemas.openxmlformats.org/officeDocument/2006/relationships/image" Target="../media/image9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notesSlide" Target="../notesSlides/notesSlide10.xml"/><Relationship Id="rId3" Type="http://schemas.openxmlformats.org/officeDocument/2006/relationships/image" Target="../media/image97.png"/><Relationship Id="rId4" Type="http://schemas.openxmlformats.org/officeDocument/2006/relationships/image" Target="../media/image9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notesSlide" Target="../notesSlides/notesSlide11.xml"/><Relationship Id="rId3" Type="http://schemas.openxmlformats.org/officeDocument/2006/relationships/image" Target="../media/image96.png"/><Relationship Id="rId4" Type="http://schemas.openxmlformats.org/officeDocument/2006/relationships/image" Target="../media/image99.png"/><Relationship Id="rId5" Type="http://schemas.openxmlformats.org/officeDocument/2006/relationships/image" Target="../media/image98.png"/><Relationship Id="rId6" Type="http://schemas.openxmlformats.org/officeDocument/2006/relationships/image" Target="../media/image101.png"/><Relationship Id="rId7" Type="http://schemas.openxmlformats.org/officeDocument/2006/relationships/image" Target="../media/image10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12.xml"/><Relationship Id="rId3" Type="http://schemas.openxmlformats.org/officeDocument/2006/relationships/image" Target="../media/image96.png"/><Relationship Id="rId4" Type="http://schemas.openxmlformats.org/officeDocument/2006/relationships/image" Target="../media/image99.png"/><Relationship Id="rId5" Type="http://schemas.openxmlformats.org/officeDocument/2006/relationships/image" Target="../media/image98.png"/><Relationship Id="rId6" Type="http://schemas.openxmlformats.org/officeDocument/2006/relationships/image" Target="../media/image101.png"/><Relationship Id="rId7" Type="http://schemas.openxmlformats.org/officeDocument/2006/relationships/image" Target="../media/image10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notesSlide" Target="../notesSlides/notesSlide13.xml"/><Relationship Id="rId3" Type="http://schemas.openxmlformats.org/officeDocument/2006/relationships/image" Target="../media/image98.png"/><Relationship Id="rId4" Type="http://schemas.openxmlformats.org/officeDocument/2006/relationships/image" Target="../media/image99.png"/><Relationship Id="rId5" Type="http://schemas.openxmlformats.org/officeDocument/2006/relationships/image" Target="../media/image100.png"/><Relationship Id="rId6" Type="http://schemas.openxmlformats.org/officeDocument/2006/relationships/image" Target="../media/image9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notesSlide" Target="../notesSlides/notesSlide14.xml"/><Relationship Id="rId3" Type="http://schemas.openxmlformats.org/officeDocument/2006/relationships/image" Target="../media/image98.png"/><Relationship Id="rId4" Type="http://schemas.openxmlformats.org/officeDocument/2006/relationships/image" Target="../media/image99.png"/><Relationship Id="rId5" Type="http://schemas.openxmlformats.org/officeDocument/2006/relationships/image" Target="../media/image100.png"/><Relationship Id="rId6" Type="http://schemas.openxmlformats.org/officeDocument/2006/relationships/image" Target="../media/image9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notesSlide" Target="../notesSlides/notesSlide15.xml"/><Relationship Id="rId3" Type="http://schemas.openxmlformats.org/officeDocument/2006/relationships/image" Target="../media/image98.png"/><Relationship Id="rId4" Type="http://schemas.openxmlformats.org/officeDocument/2006/relationships/image" Target="../media/image99.png"/><Relationship Id="rId5" Type="http://schemas.openxmlformats.org/officeDocument/2006/relationships/image" Target="../media/image100.png"/><Relationship Id="rId6" Type="http://schemas.openxmlformats.org/officeDocument/2006/relationships/image" Target="../media/image9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notesSlide" Target="../notesSlides/notesSlide16.xml"/><Relationship Id="rId3" Type="http://schemas.openxmlformats.org/officeDocument/2006/relationships/image" Target="../media/image98.png"/><Relationship Id="rId4" Type="http://schemas.openxmlformats.org/officeDocument/2006/relationships/image" Target="../media/image101.png"/><Relationship Id="rId5" Type="http://schemas.openxmlformats.org/officeDocument/2006/relationships/image" Target="../media/image96.png"/><Relationship Id="rId6" Type="http://schemas.openxmlformats.org/officeDocument/2006/relationships/image" Target="../media/image10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notesSlide" Target="../notesSlides/notesSlide17.xml"/><Relationship Id="rId3" Type="http://schemas.openxmlformats.org/officeDocument/2006/relationships/image" Target="../media/image98.png"/><Relationship Id="rId4" Type="http://schemas.openxmlformats.org/officeDocument/2006/relationships/image" Target="../media/image101.png"/><Relationship Id="rId5" Type="http://schemas.openxmlformats.org/officeDocument/2006/relationships/image" Target="../media/image96.png"/><Relationship Id="rId6" Type="http://schemas.openxmlformats.org/officeDocument/2006/relationships/image" Target="../media/image10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notesSlide" Target="../notesSlides/notesSlide18.xml"/><Relationship Id="rId3" Type="http://schemas.openxmlformats.org/officeDocument/2006/relationships/image" Target="../media/image98.png"/><Relationship Id="rId4" Type="http://schemas.openxmlformats.org/officeDocument/2006/relationships/image" Target="../media/image101.png"/><Relationship Id="rId5" Type="http://schemas.openxmlformats.org/officeDocument/2006/relationships/image" Target="../media/image96.png"/><Relationship Id="rId6" Type="http://schemas.openxmlformats.org/officeDocument/2006/relationships/image" Target="../media/image10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notesSlide" Target="../notesSlides/notesSlide19.xml"/><Relationship Id="rId3" Type="http://schemas.openxmlformats.org/officeDocument/2006/relationships/image" Target="../media/image100.png"/><Relationship Id="rId4" Type="http://schemas.openxmlformats.org/officeDocument/2006/relationships/image" Target="../media/image104.png"/><Relationship Id="rId5" Type="http://schemas.openxmlformats.org/officeDocument/2006/relationships/image" Target="../media/image10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4.xml"/><Relationship Id="rId2" Type="http://schemas.openxmlformats.org/officeDocument/2006/relationships/notesSlide" Target="../notesSlides/notesSlide28.xml"/><Relationship Id="rId3" Type="http://schemas.openxmlformats.org/officeDocument/2006/relationships/image" Target="../media/image100.png"/><Relationship Id="rId4" Type="http://schemas.openxmlformats.org/officeDocument/2006/relationships/image" Target="../media/image10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4.xml"/><Relationship Id="rId2" Type="http://schemas.openxmlformats.org/officeDocument/2006/relationships/notesSlide" Target="../notesSlides/notesSlide29.xml"/><Relationship Id="rId3" Type="http://schemas.openxmlformats.org/officeDocument/2006/relationships/image" Target="../media/image10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30.xml"/><Relationship Id="rId3" Type="http://schemas.openxmlformats.org/officeDocument/2006/relationships/image" Target="../media/image9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34.xml"/><Relationship Id="rId3" Type="http://schemas.openxmlformats.org/officeDocument/2006/relationships/image" Target="../media/image106.png"/><Relationship Id="rId4" Type="http://schemas.openxmlformats.org/officeDocument/2006/relationships/image" Target="../media/image109.png"/><Relationship Id="rId5" Type="http://schemas.openxmlformats.org/officeDocument/2006/relationships/image" Target="../media/image111.png"/><Relationship Id="rId6" Type="http://schemas.openxmlformats.org/officeDocument/2006/relationships/image" Target="../media/image1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7.xml"/><Relationship Id="rId2" Type="http://schemas.openxmlformats.org/officeDocument/2006/relationships/notesSlide" Target="../notesSlides/notesSlide35.xml"/><Relationship Id="rId3" Type="http://schemas.openxmlformats.org/officeDocument/2006/relationships/image" Target="../media/image1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7.xml"/><Relationship Id="rId2" Type="http://schemas.openxmlformats.org/officeDocument/2006/relationships/notesSlide" Target="../notesSlides/notesSlide36.xml"/><Relationship Id="rId3" Type="http://schemas.openxmlformats.org/officeDocument/2006/relationships/image" Target="../media/image1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7.xml"/><Relationship Id="rId2" Type="http://schemas.openxmlformats.org/officeDocument/2006/relationships/notesSlide" Target="../notesSlides/notesSlide37.xml"/><Relationship Id="rId3" Type="http://schemas.openxmlformats.org/officeDocument/2006/relationships/image" Target="../media/image107.png"/><Relationship Id="rId4" Type="http://schemas.openxmlformats.org/officeDocument/2006/relationships/image" Target="../media/image116.png"/><Relationship Id="rId5" Type="http://schemas.openxmlformats.org/officeDocument/2006/relationships/image" Target="../media/image117.png"/><Relationship Id="rId6" Type="http://schemas.openxmlformats.org/officeDocument/2006/relationships/image" Target="../media/image113.png"/><Relationship Id="rId7" Type="http://schemas.openxmlformats.org/officeDocument/2006/relationships/image" Target="../media/image1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notesSlide" Target="../notesSlides/notesSlide38.xml"/><Relationship Id="rId3" Type="http://schemas.openxmlformats.org/officeDocument/2006/relationships/image" Target="../media/image121.png"/><Relationship Id="rId4" Type="http://schemas.openxmlformats.org/officeDocument/2006/relationships/image" Target="../media/image115.png"/><Relationship Id="rId5" Type="http://schemas.openxmlformats.org/officeDocument/2006/relationships/image" Target="../media/image120.png"/><Relationship Id="rId6" Type="http://schemas.openxmlformats.org/officeDocument/2006/relationships/image" Target="../media/image11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notesSlide" Target="../notesSlides/notesSlide39.xml"/><Relationship Id="rId3" Type="http://schemas.openxmlformats.org/officeDocument/2006/relationships/image" Target="../media/image10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5.xml"/><Relationship Id="rId2" Type="http://schemas.openxmlformats.org/officeDocument/2006/relationships/notesSlide" Target="../notesSlides/notesSlide40.xml"/><Relationship Id="rId3" Type="http://schemas.openxmlformats.org/officeDocument/2006/relationships/image" Target="../media/image121.png"/><Relationship Id="rId4" Type="http://schemas.openxmlformats.org/officeDocument/2006/relationships/image" Target="../media/image115.png"/><Relationship Id="rId5" Type="http://schemas.openxmlformats.org/officeDocument/2006/relationships/image" Target="../media/image120.png"/><Relationship Id="rId6" Type="http://schemas.openxmlformats.org/officeDocument/2006/relationships/image" Target="../media/image11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5.xml"/><Relationship Id="rId2" Type="http://schemas.openxmlformats.org/officeDocument/2006/relationships/notesSlide" Target="../notesSlides/notesSlide41.xml"/><Relationship Id="rId3" Type="http://schemas.openxmlformats.org/officeDocument/2006/relationships/image" Target="../media/image107.png"/><Relationship Id="rId4" Type="http://schemas.openxmlformats.org/officeDocument/2006/relationships/image" Target="../media/image116.png"/><Relationship Id="rId5" Type="http://schemas.openxmlformats.org/officeDocument/2006/relationships/image" Target="../media/image117.png"/><Relationship Id="rId6" Type="http://schemas.openxmlformats.org/officeDocument/2006/relationships/image" Target="../media/image12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5.xml"/><Relationship Id="rId2" Type="http://schemas.openxmlformats.org/officeDocument/2006/relationships/notesSlide" Target="../notesSlides/notesSlide42.xml"/><Relationship Id="rId3" Type="http://schemas.openxmlformats.org/officeDocument/2006/relationships/image" Target="../media/image107.png"/><Relationship Id="rId4" Type="http://schemas.openxmlformats.org/officeDocument/2006/relationships/image" Target="../media/image12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5.xml"/><Relationship Id="rId2" Type="http://schemas.openxmlformats.org/officeDocument/2006/relationships/notesSlide" Target="../notesSlides/notesSlide43.xml"/><Relationship Id="rId3" Type="http://schemas.openxmlformats.org/officeDocument/2006/relationships/image" Target="../media/image107.png"/><Relationship Id="rId4" Type="http://schemas.openxmlformats.org/officeDocument/2006/relationships/image" Target="../media/image12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8.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45.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1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4" name="Shape 1494"/>
        <p:cNvGrpSpPr/>
        <p:nvPr/>
      </p:nvGrpSpPr>
      <p:grpSpPr>
        <a:xfrm>
          <a:off x="0" y="0"/>
          <a:ext cx="0" cy="0"/>
          <a:chOff x="0" y="0"/>
          <a:chExt cx="0" cy="0"/>
        </a:xfrm>
      </p:grpSpPr>
      <p:sp>
        <p:nvSpPr>
          <p:cNvPr id="1495" name="Google Shape;1495;p126"/>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Expressing multiplicative relationships as ratios and fractions</a:t>
            </a:r>
            <a:endParaRPr/>
          </a:p>
        </p:txBody>
      </p:sp>
      <p:sp>
        <p:nvSpPr>
          <p:cNvPr id="1496" name="Google Shape;1496;p126"/>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Understanding multiplicative relationships: fractions and ratio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00" name="Shape 1500"/>
        <p:cNvGrpSpPr/>
        <p:nvPr/>
      </p:nvGrpSpPr>
      <p:grpSpPr>
        <a:xfrm>
          <a:off x="0" y="0"/>
          <a:ext cx="0" cy="0"/>
          <a:chOff x="0" y="0"/>
          <a:chExt cx="0" cy="0"/>
        </a:xfrm>
      </p:grpSpPr>
      <p:sp>
        <p:nvSpPr>
          <p:cNvPr id="1501" name="Google Shape;1501;p127"/>
          <p:cNvSpPr txBox="1"/>
          <p:nvPr/>
        </p:nvSpPr>
        <p:spPr>
          <a:xfrm>
            <a:off x="5578975" y="7244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5" name="Shape 1505"/>
        <p:cNvGrpSpPr/>
        <p:nvPr/>
      </p:nvGrpSpPr>
      <p:grpSpPr>
        <a:xfrm>
          <a:off x="0" y="0"/>
          <a:ext cx="0" cy="0"/>
          <a:chOff x="0" y="0"/>
          <a:chExt cx="0" cy="0"/>
        </a:xfrm>
      </p:grpSpPr>
      <p:sp>
        <p:nvSpPr>
          <p:cNvPr id="1506" name="Google Shape;1506;p128"/>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express a multiplicative relationship as a ratio or as a fraction.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0" name="Shape 1510"/>
        <p:cNvGrpSpPr/>
        <p:nvPr/>
      </p:nvGrpSpPr>
      <p:grpSpPr>
        <a:xfrm>
          <a:off x="0" y="0"/>
          <a:ext cx="0" cy="0"/>
          <a:chOff x="0" y="0"/>
          <a:chExt cx="0" cy="0"/>
        </a:xfrm>
      </p:grpSpPr>
      <p:sp>
        <p:nvSpPr>
          <p:cNvPr id="1511" name="Google Shape;1511;p129"/>
          <p:cNvSpPr txBox="1"/>
          <p:nvPr>
            <p:ph idx="1" type="subTitle"/>
          </p:nvPr>
        </p:nvSpPr>
        <p:spPr>
          <a:xfrm>
            <a:off x="383151" y="1872400"/>
            <a:ext cx="82260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0" lang="en-GB"/>
              <a:t>A ratio shows the relative sizes of 2 or more values and allows you to compare a part with another part in a whole.</a:t>
            </a:r>
            <a:endParaRPr b="0"/>
          </a:p>
        </p:txBody>
      </p:sp>
      <p:sp>
        <p:nvSpPr>
          <p:cNvPr id="1512" name="Google Shape;1512;p129"/>
          <p:cNvSpPr txBox="1"/>
          <p:nvPr/>
        </p:nvSpPr>
        <p:spPr>
          <a:xfrm>
            <a:off x="383150" y="2930225"/>
            <a:ext cx="8496000" cy="389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282828"/>
                </a:solidFill>
                <a:latin typeface="Lexend"/>
                <a:ea typeface="Lexend"/>
                <a:cs typeface="Lexend"/>
                <a:sym typeface="Lexend"/>
              </a:rPr>
              <a:t>A fraction shows us how many equal parts in a whole.</a:t>
            </a:r>
            <a:endParaRPr sz="2200">
              <a:solidFill>
                <a:srgbClr val="282828"/>
              </a:solidFill>
              <a:latin typeface="Lexend"/>
              <a:ea typeface="Lexend"/>
              <a:cs typeface="Lexend"/>
              <a:sym typeface="Lexend"/>
            </a:endParaRPr>
          </a:p>
        </p:txBody>
      </p:sp>
      <p:sp>
        <p:nvSpPr>
          <p:cNvPr id="1513" name="Google Shape;1513;p129"/>
          <p:cNvSpPr txBox="1"/>
          <p:nvPr/>
        </p:nvSpPr>
        <p:spPr>
          <a:xfrm>
            <a:off x="383150" y="836400"/>
            <a:ext cx="7767300" cy="48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282828"/>
                </a:solidFill>
                <a:latin typeface="Lexend"/>
                <a:ea typeface="Lexend"/>
                <a:cs typeface="Lexend"/>
                <a:sym typeface="Lexend"/>
              </a:rPr>
              <a:t>Proportionality</a:t>
            </a:r>
            <a:r>
              <a:rPr lang="en-GB" sz="2200">
                <a:solidFill>
                  <a:srgbClr val="282828"/>
                </a:solidFill>
                <a:latin typeface="Lexend"/>
                <a:ea typeface="Lexend"/>
                <a:cs typeface="Lexend"/>
                <a:sym typeface="Lexend"/>
              </a:rPr>
              <a:t> means when variables are in proportion if they have a constant multiplicative relationship.</a:t>
            </a:r>
            <a:endParaRPr sz="2200">
              <a:solidFill>
                <a:srgbClr val="282828"/>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7" name="Shape 1517"/>
        <p:cNvGrpSpPr/>
        <p:nvPr/>
      </p:nvGrpSpPr>
      <p:grpSpPr>
        <a:xfrm>
          <a:off x="0" y="0"/>
          <a:ext cx="0" cy="0"/>
          <a:chOff x="0" y="0"/>
          <a:chExt cx="0" cy="0"/>
        </a:xfrm>
      </p:grpSpPr>
      <p:sp>
        <p:nvSpPr>
          <p:cNvPr id="1518" name="Google Shape;1518;p130"/>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
            </a:r>
            <a:r>
              <a:rPr lang="en-GB"/>
              <a:t>ultiplicative relationships as ratios</a:t>
            </a:r>
            <a:endParaRPr/>
          </a:p>
        </p:txBody>
      </p:sp>
      <p:sp>
        <p:nvSpPr>
          <p:cNvPr id="1519" name="Google Shape;1519;p130"/>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Multiplicative relationships as fractions</a:t>
            </a:r>
            <a:endParaRPr/>
          </a:p>
        </p:txBody>
      </p:sp>
      <p:sp>
        <p:nvSpPr>
          <p:cNvPr id="1520" name="Google Shape;1520;p130"/>
          <p:cNvSpPr txBox="1"/>
          <p:nvPr>
            <p:ph idx="3" type="title"/>
          </p:nvPr>
        </p:nvSpPr>
        <p:spPr>
          <a:xfrm>
            <a:off x="324000" y="657600"/>
            <a:ext cx="82956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Expressing multiplicative relationships as ratios and fractions</a:t>
            </a:r>
            <a:endParaRPr/>
          </a:p>
          <a:p>
            <a:pPr indent="0" lvl="0" marL="0" rtl="0" algn="l">
              <a:spcBef>
                <a:spcPts val="0"/>
              </a:spcBef>
              <a:spcAft>
                <a:spcPts val="0"/>
              </a:spcAft>
              <a:buNone/>
            </a:pPr>
            <a:r>
              <a:t/>
            </a:r>
            <a:endParaRPr/>
          </a:p>
        </p:txBody>
      </p:sp>
      <p:pic>
        <p:nvPicPr>
          <p:cNvPr id="1521" name="Google Shape;1521;p130"/>
          <p:cNvPicPr preferRelativeResize="0"/>
          <p:nvPr/>
        </p:nvPicPr>
        <p:blipFill>
          <a:blip r:embed="rId3">
            <a:alphaModFix/>
          </a:blip>
          <a:stretch>
            <a:fillRect/>
          </a:stretch>
        </p:blipFill>
        <p:spPr>
          <a:xfrm>
            <a:off x="414537" y="2060396"/>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5" name="Shape 1525"/>
        <p:cNvGrpSpPr/>
        <p:nvPr/>
      </p:nvGrpSpPr>
      <p:grpSpPr>
        <a:xfrm>
          <a:off x="0" y="0"/>
          <a:ext cx="0" cy="0"/>
          <a:chOff x="0" y="0"/>
          <a:chExt cx="0" cy="0"/>
        </a:xfrm>
      </p:grpSpPr>
      <p:sp>
        <p:nvSpPr>
          <p:cNvPr id="1526" name="Google Shape;1526;p13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as ratios</a:t>
            </a:r>
            <a:endParaRPr/>
          </a:p>
        </p:txBody>
      </p:sp>
      <p:sp>
        <p:nvSpPr>
          <p:cNvPr id="1527" name="Google Shape;1527;p131"/>
          <p:cNvSpPr txBox="1"/>
          <p:nvPr/>
        </p:nvSpPr>
        <p:spPr>
          <a:xfrm>
            <a:off x="324000" y="775200"/>
            <a:ext cx="8113800" cy="1579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solidFill>
                  <a:srgbClr val="000000"/>
                </a:solidFill>
                <a:latin typeface="Lexend"/>
                <a:ea typeface="Lexend"/>
                <a:cs typeface="Lexend"/>
                <a:sym typeface="Lexend"/>
              </a:rPr>
              <a:t>Proportion is a part to whole (sometimes part to part) comparison. If two things are proportional then the ratio of part to whole is maintained and the multiplicative relationship between parts is also maintained.</a:t>
            </a:r>
            <a:endParaRPr sz="20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1900">
              <a:solidFill>
                <a:srgbClr val="000000"/>
              </a:solidFill>
              <a:latin typeface="Lexend"/>
              <a:ea typeface="Lexend"/>
              <a:cs typeface="Lexend"/>
              <a:sym typeface="Lexend"/>
            </a:endParaRPr>
          </a:p>
        </p:txBody>
      </p:sp>
      <p:sp>
        <p:nvSpPr>
          <p:cNvPr id="1528" name="Google Shape;1528;p131"/>
          <p:cNvSpPr txBox="1"/>
          <p:nvPr/>
        </p:nvSpPr>
        <p:spPr>
          <a:xfrm>
            <a:off x="324000" y="2571750"/>
            <a:ext cx="8303700" cy="1049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As a result, lots of multiplicative relationships can be formed and it is </a:t>
            </a:r>
            <a:r>
              <a:rPr lang="en-GB" sz="2000">
                <a:latin typeface="Lexend"/>
                <a:ea typeface="Lexend"/>
                <a:cs typeface="Lexend"/>
                <a:sym typeface="Lexend"/>
              </a:rPr>
              <a:t>important to understand what each multiplicative relationship means.</a:t>
            </a:r>
            <a:endParaRPr sz="20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2" name="Shape 1532"/>
        <p:cNvGrpSpPr/>
        <p:nvPr/>
      </p:nvGrpSpPr>
      <p:grpSpPr>
        <a:xfrm>
          <a:off x="0" y="0"/>
          <a:ext cx="0" cy="0"/>
          <a:chOff x="0" y="0"/>
          <a:chExt cx="0" cy="0"/>
        </a:xfrm>
      </p:grpSpPr>
      <p:sp>
        <p:nvSpPr>
          <p:cNvPr id="1533" name="Google Shape;1533;p132"/>
          <p:cNvSpPr/>
          <p:nvPr/>
        </p:nvSpPr>
        <p:spPr>
          <a:xfrm>
            <a:off x="192750" y="1646595"/>
            <a:ext cx="4262100" cy="2217900"/>
          </a:xfrm>
          <a:prstGeom prst="rect">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34" name="Google Shape;1534;p13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as ratios</a:t>
            </a:r>
            <a:endParaRPr/>
          </a:p>
        </p:txBody>
      </p:sp>
      <p:sp>
        <p:nvSpPr>
          <p:cNvPr id="1535" name="Google Shape;1535;p132"/>
          <p:cNvSpPr txBox="1"/>
          <p:nvPr/>
        </p:nvSpPr>
        <p:spPr>
          <a:xfrm>
            <a:off x="4735625" y="945750"/>
            <a:ext cx="4256100" cy="81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900">
                <a:solidFill>
                  <a:schemeClr val="dk1"/>
                </a:solidFill>
                <a:latin typeface="Lexend"/>
                <a:ea typeface="Lexend"/>
                <a:cs typeface="Lexend"/>
                <a:sym typeface="Lexend"/>
              </a:rPr>
              <a:t>What is the multiplier from number of pizza sauces to puree?</a:t>
            </a:r>
            <a:endParaRPr/>
          </a:p>
        </p:txBody>
      </p:sp>
      <p:sp>
        <p:nvSpPr>
          <p:cNvPr id="1536" name="Google Shape;1536;p132"/>
          <p:cNvSpPr txBox="1"/>
          <p:nvPr/>
        </p:nvSpPr>
        <p:spPr>
          <a:xfrm>
            <a:off x="5361357" y="3525777"/>
            <a:ext cx="37995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Pizza sauces × ….. = puree</a:t>
            </a:r>
            <a:endParaRPr sz="2200">
              <a:solidFill>
                <a:schemeClr val="dk1"/>
              </a:solidFill>
              <a:latin typeface="Kalam"/>
              <a:ea typeface="Kalam"/>
              <a:cs typeface="Kalam"/>
              <a:sym typeface="Kalam"/>
            </a:endParaRPr>
          </a:p>
        </p:txBody>
      </p:sp>
      <p:sp>
        <p:nvSpPr>
          <p:cNvPr id="1537" name="Google Shape;1537;p132"/>
          <p:cNvSpPr txBox="1"/>
          <p:nvPr/>
        </p:nvSpPr>
        <p:spPr>
          <a:xfrm>
            <a:off x="5361357" y="3982977"/>
            <a:ext cx="18252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120 ÷ 1 = 120</a:t>
            </a:r>
            <a:endParaRPr sz="2200">
              <a:solidFill>
                <a:schemeClr val="dk1"/>
              </a:solidFill>
              <a:latin typeface="Kalam"/>
              <a:ea typeface="Kalam"/>
              <a:cs typeface="Kalam"/>
              <a:sym typeface="Kalam"/>
            </a:endParaRPr>
          </a:p>
        </p:txBody>
      </p:sp>
      <p:sp>
        <p:nvSpPr>
          <p:cNvPr id="1538" name="Google Shape;1538;p132"/>
          <p:cNvSpPr txBox="1"/>
          <p:nvPr/>
        </p:nvSpPr>
        <p:spPr>
          <a:xfrm>
            <a:off x="7150582" y="3468577"/>
            <a:ext cx="5280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120</a:t>
            </a:r>
            <a:endParaRPr sz="2200">
              <a:solidFill>
                <a:schemeClr val="dk1"/>
              </a:solidFill>
              <a:latin typeface="Kalam"/>
              <a:ea typeface="Kalam"/>
              <a:cs typeface="Kalam"/>
              <a:sym typeface="Kalam"/>
            </a:endParaRPr>
          </a:p>
        </p:txBody>
      </p:sp>
      <p:sp>
        <p:nvSpPr>
          <p:cNvPr id="1539" name="Google Shape;1539;p132"/>
          <p:cNvSpPr txBox="1"/>
          <p:nvPr/>
        </p:nvSpPr>
        <p:spPr>
          <a:xfrm>
            <a:off x="324000" y="4348050"/>
            <a:ext cx="83127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For every 1 pizza sauce, there is 120 ml of puree</a:t>
            </a:r>
            <a:endParaRPr sz="2200">
              <a:solidFill>
                <a:schemeClr val="dk1"/>
              </a:solidFill>
              <a:latin typeface="Kalam"/>
              <a:ea typeface="Kalam"/>
              <a:cs typeface="Kalam"/>
              <a:sym typeface="Kalam"/>
            </a:endParaRPr>
          </a:p>
        </p:txBody>
      </p:sp>
      <p:sp>
        <p:nvSpPr>
          <p:cNvPr id="1540" name="Google Shape;1540;p132"/>
          <p:cNvSpPr txBox="1"/>
          <p:nvPr/>
        </p:nvSpPr>
        <p:spPr>
          <a:xfrm>
            <a:off x="324000" y="1003800"/>
            <a:ext cx="4131000" cy="433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900">
                <a:latin typeface="Lexend"/>
                <a:ea typeface="Lexend"/>
                <a:cs typeface="Lexend"/>
                <a:sym typeface="Lexend"/>
              </a:rPr>
              <a:t>For example, </a:t>
            </a:r>
            <a:r>
              <a:rPr lang="en-GB" sz="1900">
                <a:solidFill>
                  <a:schemeClr val="dk1"/>
                </a:solidFill>
                <a:latin typeface="Lexend"/>
                <a:ea typeface="Lexend"/>
                <a:cs typeface="Lexend"/>
                <a:sym typeface="Lexend"/>
              </a:rPr>
              <a:t>a tomato sauce for one pizza is made using the recipe:</a:t>
            </a:r>
            <a:endParaRPr sz="1900">
              <a:solidFill>
                <a:schemeClr val="dk1"/>
              </a:solidFill>
              <a:latin typeface="Lexend"/>
              <a:ea typeface="Lexend"/>
              <a:cs typeface="Lexend"/>
              <a:sym typeface="Lexend"/>
            </a:endParaRPr>
          </a:p>
          <a:p>
            <a:pPr indent="0" lvl="0" marL="0" rtl="0" algn="l">
              <a:lnSpc>
                <a:spcPct val="100000"/>
              </a:lnSpc>
              <a:spcBef>
                <a:spcPts val="1000"/>
              </a:spcBef>
              <a:spcAft>
                <a:spcPts val="0"/>
              </a:spcAft>
              <a:buNone/>
            </a:pPr>
            <a:r>
              <a:rPr lang="en-GB" sz="1900">
                <a:solidFill>
                  <a:schemeClr val="dk1"/>
                </a:solidFill>
                <a:latin typeface="Lexend"/>
                <a:ea typeface="Lexend"/>
                <a:cs typeface="Lexend"/>
                <a:sym typeface="Lexend"/>
              </a:rPr>
              <a:t>1 pizza sauce:</a:t>
            </a:r>
            <a:endParaRPr sz="1900">
              <a:solidFill>
                <a:schemeClr val="dk1"/>
              </a:solidFill>
              <a:latin typeface="Lexend"/>
              <a:ea typeface="Lexend"/>
              <a:cs typeface="Lexend"/>
              <a:sym typeface="Lexend"/>
            </a:endParaRPr>
          </a:p>
          <a:p>
            <a:pPr indent="-349250" lvl="0" marL="457200" rtl="0" algn="l">
              <a:lnSpc>
                <a:spcPct val="100000"/>
              </a:lnSpc>
              <a:spcBef>
                <a:spcPts val="1000"/>
              </a:spcBef>
              <a:spcAft>
                <a:spcPts val="0"/>
              </a:spcAft>
              <a:buClr>
                <a:schemeClr val="dk1"/>
              </a:buClr>
              <a:buSzPts val="1900"/>
              <a:buFont typeface="Lexend"/>
              <a:buChar char="●"/>
            </a:pPr>
            <a:r>
              <a:rPr lang="en-GB" sz="1900">
                <a:solidFill>
                  <a:schemeClr val="dk1"/>
                </a:solidFill>
                <a:latin typeface="Lexend"/>
                <a:ea typeface="Lexend"/>
                <a:cs typeface="Lexend"/>
                <a:sym typeface="Lexend"/>
              </a:rPr>
              <a:t>120 ml of puree</a:t>
            </a:r>
            <a:endParaRPr sz="1900">
              <a:solidFill>
                <a:schemeClr val="dk1"/>
              </a:solidFill>
              <a:latin typeface="Lexend"/>
              <a:ea typeface="Lexend"/>
              <a:cs typeface="Lexend"/>
              <a:sym typeface="Lexend"/>
            </a:endParaRPr>
          </a:p>
          <a:p>
            <a:pPr indent="-349250" lvl="0" marL="457200" rtl="0" algn="l">
              <a:lnSpc>
                <a:spcPct val="100000"/>
              </a:lnSpc>
              <a:spcBef>
                <a:spcPts val="0"/>
              </a:spcBef>
              <a:spcAft>
                <a:spcPts val="0"/>
              </a:spcAft>
              <a:buClr>
                <a:schemeClr val="dk1"/>
              </a:buClr>
              <a:buSzPts val="1900"/>
              <a:buFont typeface="Lexend"/>
              <a:buChar char="●"/>
            </a:pPr>
            <a:r>
              <a:rPr lang="en-GB" sz="1900">
                <a:solidFill>
                  <a:schemeClr val="dk1"/>
                </a:solidFill>
                <a:latin typeface="Lexend"/>
                <a:ea typeface="Lexend"/>
                <a:cs typeface="Lexend"/>
                <a:sym typeface="Lexend"/>
              </a:rPr>
              <a:t>4 garlic cloves</a:t>
            </a:r>
            <a:endParaRPr sz="1900">
              <a:solidFill>
                <a:schemeClr val="dk1"/>
              </a:solidFill>
              <a:latin typeface="Lexend"/>
              <a:ea typeface="Lexend"/>
              <a:cs typeface="Lexend"/>
              <a:sym typeface="Lexend"/>
            </a:endParaRPr>
          </a:p>
          <a:p>
            <a:pPr indent="-349250" lvl="0" marL="457200" rtl="0" algn="l">
              <a:lnSpc>
                <a:spcPct val="100000"/>
              </a:lnSpc>
              <a:spcBef>
                <a:spcPts val="0"/>
              </a:spcBef>
              <a:spcAft>
                <a:spcPts val="0"/>
              </a:spcAft>
              <a:buClr>
                <a:schemeClr val="dk1"/>
              </a:buClr>
              <a:buSzPts val="1900"/>
              <a:buFont typeface="Lexend"/>
              <a:buChar char="●"/>
            </a:pPr>
            <a:r>
              <a:rPr lang="en-GB" sz="1900">
                <a:solidFill>
                  <a:schemeClr val="dk1"/>
                </a:solidFill>
                <a:latin typeface="Lexend"/>
                <a:ea typeface="Lexend"/>
                <a:cs typeface="Lexend"/>
                <a:sym typeface="Lexend"/>
              </a:rPr>
              <a:t>2 pinches of basil</a:t>
            </a:r>
            <a:endParaRPr sz="19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t/>
            </a:r>
            <a:endParaRPr sz="1900">
              <a:latin typeface="Lexend"/>
              <a:ea typeface="Lexend"/>
              <a:cs typeface="Lexend"/>
              <a:sym typeface="Lexend"/>
            </a:endParaRPr>
          </a:p>
          <a:p>
            <a:pPr indent="0" lvl="0" marL="0" rtl="0" algn="l">
              <a:lnSpc>
                <a:spcPct val="115000"/>
              </a:lnSpc>
              <a:spcBef>
                <a:spcPts val="1000"/>
              </a:spcBef>
              <a:spcAft>
                <a:spcPts val="1000"/>
              </a:spcAft>
              <a:buNone/>
            </a:pPr>
            <a:r>
              <a:t/>
            </a:r>
            <a:endParaRPr sz="1900">
              <a:solidFill>
                <a:srgbClr val="000000"/>
              </a:solidFill>
              <a:latin typeface="Lexend"/>
              <a:ea typeface="Lexend"/>
              <a:cs typeface="Lexend"/>
              <a:sym typeface="Lexend"/>
            </a:endParaRPr>
          </a:p>
        </p:txBody>
      </p:sp>
      <p:pic>
        <p:nvPicPr>
          <p:cNvPr id="1541" name="Google Shape;1541;p132"/>
          <p:cNvPicPr preferRelativeResize="0"/>
          <p:nvPr/>
        </p:nvPicPr>
        <p:blipFill>
          <a:blip r:embed="rId3">
            <a:alphaModFix/>
          </a:blip>
          <a:stretch>
            <a:fillRect/>
          </a:stretch>
        </p:blipFill>
        <p:spPr>
          <a:xfrm>
            <a:off x="2952000" y="2340000"/>
            <a:ext cx="1287601" cy="1287601"/>
          </a:xfrm>
          <a:prstGeom prst="rect">
            <a:avLst/>
          </a:prstGeom>
          <a:noFill/>
          <a:ln>
            <a:noFill/>
          </a:ln>
        </p:spPr>
      </p:pic>
      <p:graphicFrame>
        <p:nvGraphicFramePr>
          <p:cNvPr id="1542" name="Google Shape;1542;p132"/>
          <p:cNvGraphicFramePr/>
          <p:nvPr/>
        </p:nvGraphicFramePr>
        <p:xfrm>
          <a:off x="4837175" y="1914500"/>
          <a:ext cx="3000000" cy="3000000"/>
        </p:xfrm>
        <a:graphic>
          <a:graphicData uri="http://schemas.openxmlformats.org/drawingml/2006/table">
            <a:tbl>
              <a:tblPr>
                <a:noFill/>
                <a:tableStyleId>{B9391551-2877-4EA5-9AC9-840A8582D54C}</a:tableStyleId>
              </a:tblPr>
              <a:tblGrid>
                <a:gridCol w="938725"/>
                <a:gridCol w="938725"/>
                <a:gridCol w="938725"/>
                <a:gridCol w="983350"/>
              </a:tblGrid>
              <a:tr h="385150">
                <a:tc>
                  <a:txBody>
                    <a:bodyPr/>
                    <a:lstStyle/>
                    <a:p>
                      <a:pPr indent="0" lvl="0" marL="0" rtl="0" algn="l">
                        <a:spcBef>
                          <a:spcPts val="0"/>
                        </a:spcBef>
                        <a:spcAft>
                          <a:spcPts val="0"/>
                        </a:spcAft>
                        <a:buNone/>
                      </a:pPr>
                      <a:r>
                        <a:rPr lang="en-GB" sz="1900">
                          <a:solidFill>
                            <a:schemeClr val="lt1"/>
                          </a:solidFill>
                          <a:latin typeface="Lexend"/>
                          <a:ea typeface="Lexend"/>
                          <a:cs typeface="Lexend"/>
                          <a:sym typeface="Lexend"/>
                        </a:rPr>
                        <a:t>Sauce</a:t>
                      </a:r>
                      <a:endParaRPr sz="19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lang="en-GB" sz="1900">
                          <a:solidFill>
                            <a:schemeClr val="lt1"/>
                          </a:solidFill>
                          <a:latin typeface="Lexend"/>
                          <a:ea typeface="Lexend"/>
                          <a:cs typeface="Lexend"/>
                          <a:sym typeface="Lexend"/>
                        </a:rPr>
                        <a:t>Puree</a:t>
                      </a:r>
                      <a:endParaRPr sz="19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lang="en-GB" sz="1900">
                          <a:solidFill>
                            <a:schemeClr val="lt1"/>
                          </a:solidFill>
                          <a:latin typeface="Lexend"/>
                          <a:ea typeface="Lexend"/>
                          <a:cs typeface="Lexend"/>
                          <a:sym typeface="Lexend"/>
                        </a:rPr>
                        <a:t>Garlic</a:t>
                      </a:r>
                      <a:endParaRPr sz="19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lang="en-GB" sz="1900">
                          <a:solidFill>
                            <a:schemeClr val="lt1"/>
                          </a:solidFill>
                          <a:latin typeface="Lexend"/>
                          <a:ea typeface="Lexend"/>
                          <a:cs typeface="Lexend"/>
                          <a:sym typeface="Lexend"/>
                        </a:rPr>
                        <a:t>Basil</a:t>
                      </a:r>
                      <a:endParaRPr sz="19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r>
              <a:tr h="385150">
                <a:tc>
                  <a:txBody>
                    <a:bodyPr/>
                    <a:lstStyle/>
                    <a:p>
                      <a:pPr indent="0" lvl="0" marL="0" rtl="0" algn="ctr">
                        <a:spcBef>
                          <a:spcPts val="0"/>
                        </a:spcBef>
                        <a:spcAft>
                          <a:spcPts val="0"/>
                        </a:spcAft>
                        <a:buNone/>
                      </a:pPr>
                      <a:r>
                        <a:rPr lang="en-GB" sz="1900">
                          <a:latin typeface="Lexend"/>
                          <a:ea typeface="Lexend"/>
                          <a:cs typeface="Lexend"/>
                          <a:sym typeface="Lexend"/>
                        </a:rPr>
                        <a:t>1</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120</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4</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2</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1543" name="Google Shape;1543;p132"/>
          <p:cNvSpPr/>
          <p:nvPr/>
        </p:nvSpPr>
        <p:spPr>
          <a:xfrm>
            <a:off x="5365950" y="2870400"/>
            <a:ext cx="887675" cy="223000"/>
          </a:xfrm>
          <a:custGeom>
            <a:rect b="b" l="l" r="r" t="t"/>
            <a:pathLst>
              <a:path extrusionOk="0" h="8920" w="35507">
                <a:moveTo>
                  <a:pt x="0" y="332"/>
                </a:moveTo>
                <a:cubicBezTo>
                  <a:pt x="2873" y="11814"/>
                  <a:pt x="35507" y="11836"/>
                  <a:pt x="35507" y="0"/>
                </a:cubicBezTo>
              </a:path>
            </a:pathLst>
          </a:custGeom>
          <a:noFill/>
          <a:ln cap="flat" cmpd="sng" w="28575">
            <a:solidFill>
              <a:schemeClr val="accent4"/>
            </a:solidFill>
            <a:prstDash val="solid"/>
            <a:round/>
            <a:headEnd len="med" w="med" type="none"/>
            <a:tailEnd len="med" w="med" type="triangle"/>
          </a:ln>
        </p:spPr>
      </p:sp>
      <p:sp>
        <p:nvSpPr>
          <p:cNvPr id="1544" name="Google Shape;1544;p132"/>
          <p:cNvSpPr txBox="1"/>
          <p:nvPr/>
        </p:nvSpPr>
        <p:spPr>
          <a:xfrm>
            <a:off x="5458304" y="3014450"/>
            <a:ext cx="8877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 120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8" name="Shape 1548"/>
        <p:cNvGrpSpPr/>
        <p:nvPr/>
      </p:nvGrpSpPr>
      <p:grpSpPr>
        <a:xfrm>
          <a:off x="0" y="0"/>
          <a:ext cx="0" cy="0"/>
          <a:chOff x="0" y="0"/>
          <a:chExt cx="0" cy="0"/>
        </a:xfrm>
      </p:grpSpPr>
      <p:sp>
        <p:nvSpPr>
          <p:cNvPr id="1549" name="Google Shape;1549;p133"/>
          <p:cNvSpPr/>
          <p:nvPr/>
        </p:nvSpPr>
        <p:spPr>
          <a:xfrm>
            <a:off x="192750" y="1646595"/>
            <a:ext cx="4262100" cy="2217900"/>
          </a:xfrm>
          <a:prstGeom prst="rect">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50" name="Google Shape;1550;p13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as ratios</a:t>
            </a:r>
            <a:endParaRPr/>
          </a:p>
        </p:txBody>
      </p:sp>
      <p:sp>
        <p:nvSpPr>
          <p:cNvPr id="1551" name="Google Shape;1551;p133"/>
          <p:cNvSpPr txBox="1"/>
          <p:nvPr/>
        </p:nvSpPr>
        <p:spPr>
          <a:xfrm>
            <a:off x="4735625" y="945750"/>
            <a:ext cx="4256100" cy="81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Clr>
                <a:schemeClr val="dk1"/>
              </a:buClr>
              <a:buSzPts val="1100"/>
              <a:buFont typeface="Arial"/>
              <a:buNone/>
            </a:pPr>
            <a:r>
              <a:rPr lang="en-GB" sz="1900">
                <a:solidFill>
                  <a:schemeClr val="dk1"/>
                </a:solidFill>
                <a:latin typeface="Lexend"/>
                <a:ea typeface="Lexend"/>
                <a:cs typeface="Lexend"/>
                <a:sym typeface="Lexend"/>
              </a:rPr>
              <a:t>What is the multiplier from garlic cloves to puree?</a:t>
            </a:r>
            <a:endParaRPr/>
          </a:p>
        </p:txBody>
      </p:sp>
      <p:sp>
        <p:nvSpPr>
          <p:cNvPr id="1552" name="Google Shape;1552;p133"/>
          <p:cNvSpPr txBox="1"/>
          <p:nvPr/>
        </p:nvSpPr>
        <p:spPr>
          <a:xfrm>
            <a:off x="5361357" y="3525777"/>
            <a:ext cx="37995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Kalam"/>
                <a:ea typeface="Kalam"/>
                <a:cs typeface="Kalam"/>
                <a:sym typeface="Kalam"/>
              </a:rPr>
              <a:t>Garlic cloves × ….. = puree</a:t>
            </a:r>
            <a:endParaRPr sz="2200">
              <a:solidFill>
                <a:schemeClr val="dk1"/>
              </a:solidFill>
              <a:latin typeface="Kalam"/>
              <a:ea typeface="Kalam"/>
              <a:cs typeface="Kalam"/>
              <a:sym typeface="Kalam"/>
            </a:endParaRPr>
          </a:p>
        </p:txBody>
      </p:sp>
      <p:sp>
        <p:nvSpPr>
          <p:cNvPr id="1553" name="Google Shape;1553;p133"/>
          <p:cNvSpPr txBox="1"/>
          <p:nvPr/>
        </p:nvSpPr>
        <p:spPr>
          <a:xfrm>
            <a:off x="5361357" y="3982977"/>
            <a:ext cx="18252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Kalam"/>
                <a:ea typeface="Kalam"/>
                <a:cs typeface="Kalam"/>
                <a:sym typeface="Kalam"/>
              </a:rPr>
              <a:t>120 ÷ 4 = 30</a:t>
            </a:r>
            <a:endParaRPr sz="2200">
              <a:solidFill>
                <a:schemeClr val="dk1"/>
              </a:solidFill>
              <a:latin typeface="Kalam"/>
              <a:ea typeface="Kalam"/>
              <a:cs typeface="Kalam"/>
              <a:sym typeface="Kalam"/>
            </a:endParaRPr>
          </a:p>
        </p:txBody>
      </p:sp>
      <p:sp>
        <p:nvSpPr>
          <p:cNvPr id="1554" name="Google Shape;1554;p133"/>
          <p:cNvSpPr txBox="1"/>
          <p:nvPr/>
        </p:nvSpPr>
        <p:spPr>
          <a:xfrm>
            <a:off x="7150582" y="3468577"/>
            <a:ext cx="5280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30</a:t>
            </a:r>
            <a:endParaRPr sz="2200">
              <a:solidFill>
                <a:schemeClr val="dk1"/>
              </a:solidFill>
              <a:latin typeface="Kalam"/>
              <a:ea typeface="Kalam"/>
              <a:cs typeface="Kalam"/>
              <a:sym typeface="Kalam"/>
            </a:endParaRPr>
          </a:p>
        </p:txBody>
      </p:sp>
      <p:sp>
        <p:nvSpPr>
          <p:cNvPr id="1555" name="Google Shape;1555;p133"/>
          <p:cNvSpPr txBox="1"/>
          <p:nvPr/>
        </p:nvSpPr>
        <p:spPr>
          <a:xfrm>
            <a:off x="324000" y="4348050"/>
            <a:ext cx="83127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Kalam"/>
                <a:ea typeface="Kalam"/>
                <a:cs typeface="Kalam"/>
                <a:sym typeface="Kalam"/>
              </a:rPr>
              <a:t>For every 1 garlic clove, there is 30 ml of puree.</a:t>
            </a:r>
            <a:endParaRPr sz="2200">
              <a:solidFill>
                <a:schemeClr val="dk1"/>
              </a:solidFill>
              <a:latin typeface="Kalam"/>
              <a:ea typeface="Kalam"/>
              <a:cs typeface="Kalam"/>
              <a:sym typeface="Kalam"/>
            </a:endParaRPr>
          </a:p>
          <a:p>
            <a:pPr indent="0" lvl="0" marL="0" rtl="0" algn="l">
              <a:spcBef>
                <a:spcPts val="0"/>
              </a:spcBef>
              <a:spcAft>
                <a:spcPts val="0"/>
              </a:spcAft>
              <a:buNone/>
            </a:pPr>
            <a:r>
              <a:t/>
            </a:r>
            <a:endParaRPr sz="2200">
              <a:solidFill>
                <a:schemeClr val="dk1"/>
              </a:solidFill>
              <a:latin typeface="Kalam"/>
              <a:ea typeface="Kalam"/>
              <a:cs typeface="Kalam"/>
              <a:sym typeface="Kalam"/>
            </a:endParaRPr>
          </a:p>
        </p:txBody>
      </p:sp>
      <p:sp>
        <p:nvSpPr>
          <p:cNvPr id="1556" name="Google Shape;1556;p133"/>
          <p:cNvSpPr txBox="1"/>
          <p:nvPr/>
        </p:nvSpPr>
        <p:spPr>
          <a:xfrm>
            <a:off x="324000" y="1003800"/>
            <a:ext cx="4131000" cy="433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900">
                <a:latin typeface="Lexend"/>
                <a:ea typeface="Lexend"/>
                <a:cs typeface="Lexend"/>
                <a:sym typeface="Lexend"/>
              </a:rPr>
              <a:t>For example, </a:t>
            </a:r>
            <a:r>
              <a:rPr lang="en-GB" sz="1900">
                <a:solidFill>
                  <a:schemeClr val="dk1"/>
                </a:solidFill>
                <a:latin typeface="Lexend"/>
                <a:ea typeface="Lexend"/>
                <a:cs typeface="Lexend"/>
                <a:sym typeface="Lexend"/>
              </a:rPr>
              <a:t>a tomato sauce for one pizza is made using the recipe:</a:t>
            </a:r>
            <a:endParaRPr sz="1900">
              <a:solidFill>
                <a:schemeClr val="dk1"/>
              </a:solidFill>
              <a:latin typeface="Lexend"/>
              <a:ea typeface="Lexend"/>
              <a:cs typeface="Lexend"/>
              <a:sym typeface="Lexend"/>
            </a:endParaRPr>
          </a:p>
          <a:p>
            <a:pPr indent="0" lvl="0" marL="0" rtl="0" algn="l">
              <a:lnSpc>
                <a:spcPct val="100000"/>
              </a:lnSpc>
              <a:spcBef>
                <a:spcPts val="1000"/>
              </a:spcBef>
              <a:spcAft>
                <a:spcPts val="0"/>
              </a:spcAft>
              <a:buNone/>
            </a:pPr>
            <a:r>
              <a:rPr lang="en-GB" sz="1900">
                <a:solidFill>
                  <a:schemeClr val="dk1"/>
                </a:solidFill>
                <a:latin typeface="Lexend"/>
                <a:ea typeface="Lexend"/>
                <a:cs typeface="Lexend"/>
                <a:sym typeface="Lexend"/>
              </a:rPr>
              <a:t>1 pizza sauce:</a:t>
            </a:r>
            <a:endParaRPr sz="1900">
              <a:solidFill>
                <a:schemeClr val="dk1"/>
              </a:solidFill>
              <a:latin typeface="Lexend"/>
              <a:ea typeface="Lexend"/>
              <a:cs typeface="Lexend"/>
              <a:sym typeface="Lexend"/>
            </a:endParaRPr>
          </a:p>
          <a:p>
            <a:pPr indent="-349250" lvl="0" marL="457200" rtl="0" algn="l">
              <a:lnSpc>
                <a:spcPct val="100000"/>
              </a:lnSpc>
              <a:spcBef>
                <a:spcPts val="1000"/>
              </a:spcBef>
              <a:spcAft>
                <a:spcPts val="0"/>
              </a:spcAft>
              <a:buClr>
                <a:schemeClr val="dk1"/>
              </a:buClr>
              <a:buSzPts val="1900"/>
              <a:buFont typeface="Lexend"/>
              <a:buChar char="●"/>
            </a:pPr>
            <a:r>
              <a:rPr lang="en-GB" sz="1900">
                <a:solidFill>
                  <a:schemeClr val="dk1"/>
                </a:solidFill>
                <a:latin typeface="Lexend"/>
                <a:ea typeface="Lexend"/>
                <a:cs typeface="Lexend"/>
                <a:sym typeface="Lexend"/>
              </a:rPr>
              <a:t>120 ml of puree</a:t>
            </a:r>
            <a:endParaRPr sz="1900">
              <a:solidFill>
                <a:schemeClr val="dk1"/>
              </a:solidFill>
              <a:latin typeface="Lexend"/>
              <a:ea typeface="Lexend"/>
              <a:cs typeface="Lexend"/>
              <a:sym typeface="Lexend"/>
            </a:endParaRPr>
          </a:p>
          <a:p>
            <a:pPr indent="-349250" lvl="0" marL="457200" rtl="0" algn="l">
              <a:lnSpc>
                <a:spcPct val="100000"/>
              </a:lnSpc>
              <a:spcBef>
                <a:spcPts val="0"/>
              </a:spcBef>
              <a:spcAft>
                <a:spcPts val="0"/>
              </a:spcAft>
              <a:buClr>
                <a:schemeClr val="dk1"/>
              </a:buClr>
              <a:buSzPts val="1900"/>
              <a:buFont typeface="Lexend"/>
              <a:buChar char="●"/>
            </a:pPr>
            <a:r>
              <a:rPr lang="en-GB" sz="1900">
                <a:solidFill>
                  <a:schemeClr val="dk1"/>
                </a:solidFill>
                <a:latin typeface="Lexend"/>
                <a:ea typeface="Lexend"/>
                <a:cs typeface="Lexend"/>
                <a:sym typeface="Lexend"/>
              </a:rPr>
              <a:t>4 garlic cloves</a:t>
            </a:r>
            <a:endParaRPr sz="1900">
              <a:solidFill>
                <a:schemeClr val="dk1"/>
              </a:solidFill>
              <a:latin typeface="Lexend"/>
              <a:ea typeface="Lexend"/>
              <a:cs typeface="Lexend"/>
              <a:sym typeface="Lexend"/>
            </a:endParaRPr>
          </a:p>
          <a:p>
            <a:pPr indent="-349250" lvl="0" marL="457200" rtl="0" algn="l">
              <a:lnSpc>
                <a:spcPct val="100000"/>
              </a:lnSpc>
              <a:spcBef>
                <a:spcPts val="0"/>
              </a:spcBef>
              <a:spcAft>
                <a:spcPts val="0"/>
              </a:spcAft>
              <a:buClr>
                <a:schemeClr val="dk1"/>
              </a:buClr>
              <a:buSzPts val="1900"/>
              <a:buFont typeface="Lexend"/>
              <a:buChar char="●"/>
            </a:pPr>
            <a:r>
              <a:rPr lang="en-GB" sz="1900">
                <a:solidFill>
                  <a:schemeClr val="dk1"/>
                </a:solidFill>
                <a:latin typeface="Lexend"/>
                <a:ea typeface="Lexend"/>
                <a:cs typeface="Lexend"/>
                <a:sym typeface="Lexend"/>
              </a:rPr>
              <a:t>2 pinches of basil</a:t>
            </a:r>
            <a:endParaRPr sz="19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t/>
            </a:r>
            <a:endParaRPr sz="1900">
              <a:latin typeface="Lexend"/>
              <a:ea typeface="Lexend"/>
              <a:cs typeface="Lexend"/>
              <a:sym typeface="Lexend"/>
            </a:endParaRPr>
          </a:p>
          <a:p>
            <a:pPr indent="0" lvl="0" marL="0" rtl="0" algn="l">
              <a:lnSpc>
                <a:spcPct val="115000"/>
              </a:lnSpc>
              <a:spcBef>
                <a:spcPts val="1000"/>
              </a:spcBef>
              <a:spcAft>
                <a:spcPts val="1000"/>
              </a:spcAft>
              <a:buNone/>
            </a:pPr>
            <a:r>
              <a:t/>
            </a:r>
            <a:endParaRPr sz="1900">
              <a:solidFill>
                <a:srgbClr val="000000"/>
              </a:solidFill>
              <a:latin typeface="Lexend"/>
              <a:ea typeface="Lexend"/>
              <a:cs typeface="Lexend"/>
              <a:sym typeface="Lexend"/>
            </a:endParaRPr>
          </a:p>
        </p:txBody>
      </p:sp>
      <p:pic>
        <p:nvPicPr>
          <p:cNvPr id="1557" name="Google Shape;1557;p133"/>
          <p:cNvPicPr preferRelativeResize="0"/>
          <p:nvPr/>
        </p:nvPicPr>
        <p:blipFill>
          <a:blip r:embed="rId3">
            <a:alphaModFix/>
          </a:blip>
          <a:stretch>
            <a:fillRect/>
          </a:stretch>
        </p:blipFill>
        <p:spPr>
          <a:xfrm>
            <a:off x="2952000" y="2340000"/>
            <a:ext cx="1287601" cy="1287601"/>
          </a:xfrm>
          <a:prstGeom prst="rect">
            <a:avLst/>
          </a:prstGeom>
          <a:noFill/>
          <a:ln>
            <a:noFill/>
          </a:ln>
        </p:spPr>
      </p:pic>
      <p:graphicFrame>
        <p:nvGraphicFramePr>
          <p:cNvPr id="1558" name="Google Shape;1558;p133"/>
          <p:cNvGraphicFramePr/>
          <p:nvPr/>
        </p:nvGraphicFramePr>
        <p:xfrm>
          <a:off x="4837175" y="1914500"/>
          <a:ext cx="3000000" cy="3000000"/>
        </p:xfrm>
        <a:graphic>
          <a:graphicData uri="http://schemas.openxmlformats.org/drawingml/2006/table">
            <a:tbl>
              <a:tblPr>
                <a:noFill/>
                <a:tableStyleId>{B9391551-2877-4EA5-9AC9-840A8582D54C}</a:tableStyleId>
              </a:tblPr>
              <a:tblGrid>
                <a:gridCol w="938725"/>
                <a:gridCol w="938725"/>
                <a:gridCol w="938725"/>
                <a:gridCol w="983350"/>
              </a:tblGrid>
              <a:tr h="385150">
                <a:tc>
                  <a:txBody>
                    <a:bodyPr/>
                    <a:lstStyle/>
                    <a:p>
                      <a:pPr indent="0" lvl="0" marL="0" rtl="0" algn="l">
                        <a:spcBef>
                          <a:spcPts val="0"/>
                        </a:spcBef>
                        <a:spcAft>
                          <a:spcPts val="0"/>
                        </a:spcAft>
                        <a:buNone/>
                      </a:pPr>
                      <a:r>
                        <a:rPr lang="en-GB" sz="1900">
                          <a:solidFill>
                            <a:schemeClr val="lt1"/>
                          </a:solidFill>
                          <a:latin typeface="Lexend"/>
                          <a:ea typeface="Lexend"/>
                          <a:cs typeface="Lexend"/>
                          <a:sym typeface="Lexend"/>
                        </a:rPr>
                        <a:t>Sauce</a:t>
                      </a:r>
                      <a:endParaRPr sz="19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lang="en-GB" sz="1900">
                          <a:solidFill>
                            <a:schemeClr val="lt1"/>
                          </a:solidFill>
                          <a:latin typeface="Lexend"/>
                          <a:ea typeface="Lexend"/>
                          <a:cs typeface="Lexend"/>
                          <a:sym typeface="Lexend"/>
                        </a:rPr>
                        <a:t>Puree</a:t>
                      </a:r>
                      <a:endParaRPr sz="19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lang="en-GB" sz="1900">
                          <a:solidFill>
                            <a:schemeClr val="lt1"/>
                          </a:solidFill>
                          <a:latin typeface="Lexend"/>
                          <a:ea typeface="Lexend"/>
                          <a:cs typeface="Lexend"/>
                          <a:sym typeface="Lexend"/>
                        </a:rPr>
                        <a:t>Garlic</a:t>
                      </a:r>
                      <a:endParaRPr sz="19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lang="en-GB" sz="1900">
                          <a:solidFill>
                            <a:schemeClr val="lt1"/>
                          </a:solidFill>
                          <a:latin typeface="Lexend"/>
                          <a:ea typeface="Lexend"/>
                          <a:cs typeface="Lexend"/>
                          <a:sym typeface="Lexend"/>
                        </a:rPr>
                        <a:t>Basil</a:t>
                      </a:r>
                      <a:endParaRPr sz="19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r>
              <a:tr h="385150">
                <a:tc>
                  <a:txBody>
                    <a:bodyPr/>
                    <a:lstStyle/>
                    <a:p>
                      <a:pPr indent="0" lvl="0" marL="0" rtl="0" algn="ctr">
                        <a:spcBef>
                          <a:spcPts val="0"/>
                        </a:spcBef>
                        <a:spcAft>
                          <a:spcPts val="0"/>
                        </a:spcAft>
                        <a:buNone/>
                      </a:pPr>
                      <a:r>
                        <a:rPr lang="en-GB" sz="1900">
                          <a:latin typeface="Lexend"/>
                          <a:ea typeface="Lexend"/>
                          <a:cs typeface="Lexend"/>
                          <a:sym typeface="Lexend"/>
                        </a:rPr>
                        <a:t>1</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120</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4</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2</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1559" name="Google Shape;1559;p133"/>
          <p:cNvSpPr/>
          <p:nvPr/>
        </p:nvSpPr>
        <p:spPr>
          <a:xfrm>
            <a:off x="6280350" y="2870400"/>
            <a:ext cx="887675" cy="223000"/>
          </a:xfrm>
          <a:custGeom>
            <a:rect b="b" l="l" r="r" t="t"/>
            <a:pathLst>
              <a:path extrusionOk="0" h="8920" w="35507">
                <a:moveTo>
                  <a:pt x="0" y="332"/>
                </a:moveTo>
                <a:cubicBezTo>
                  <a:pt x="2873" y="11814"/>
                  <a:pt x="35507" y="11836"/>
                  <a:pt x="35507" y="0"/>
                </a:cubicBezTo>
              </a:path>
            </a:pathLst>
          </a:custGeom>
          <a:noFill/>
          <a:ln cap="flat" cmpd="sng" w="28575">
            <a:solidFill>
              <a:schemeClr val="accent4"/>
            </a:solidFill>
            <a:prstDash val="solid"/>
            <a:round/>
            <a:headEnd len="med" w="med" type="triangle"/>
            <a:tailEnd len="med" w="med" type="none"/>
          </a:ln>
        </p:spPr>
      </p:sp>
      <p:sp>
        <p:nvSpPr>
          <p:cNvPr id="1560" name="Google Shape;1560;p133"/>
          <p:cNvSpPr txBox="1"/>
          <p:nvPr/>
        </p:nvSpPr>
        <p:spPr>
          <a:xfrm>
            <a:off x="6372704" y="3014450"/>
            <a:ext cx="8877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 30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5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4" name="Shape 1564"/>
        <p:cNvGrpSpPr/>
        <p:nvPr/>
      </p:nvGrpSpPr>
      <p:grpSpPr>
        <a:xfrm>
          <a:off x="0" y="0"/>
          <a:ext cx="0" cy="0"/>
          <a:chOff x="0" y="0"/>
          <a:chExt cx="0" cy="0"/>
        </a:xfrm>
      </p:grpSpPr>
      <p:sp>
        <p:nvSpPr>
          <p:cNvPr id="1565" name="Google Shape;1565;p134"/>
          <p:cNvSpPr/>
          <p:nvPr/>
        </p:nvSpPr>
        <p:spPr>
          <a:xfrm>
            <a:off x="192750" y="1646595"/>
            <a:ext cx="4262100" cy="2217900"/>
          </a:xfrm>
          <a:prstGeom prst="rect">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66" name="Google Shape;1566;p134"/>
          <p:cNvSpPr txBox="1"/>
          <p:nvPr/>
        </p:nvSpPr>
        <p:spPr>
          <a:xfrm>
            <a:off x="324000" y="1003800"/>
            <a:ext cx="4131000" cy="433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900">
                <a:latin typeface="Lexend"/>
                <a:ea typeface="Lexend"/>
                <a:cs typeface="Lexend"/>
                <a:sym typeface="Lexend"/>
              </a:rPr>
              <a:t>For example, </a:t>
            </a:r>
            <a:r>
              <a:rPr lang="en-GB" sz="1900">
                <a:solidFill>
                  <a:schemeClr val="dk1"/>
                </a:solidFill>
                <a:latin typeface="Lexend"/>
                <a:ea typeface="Lexend"/>
                <a:cs typeface="Lexend"/>
                <a:sym typeface="Lexend"/>
              </a:rPr>
              <a:t>a tomato sauce for one pizza is made using the recipe:</a:t>
            </a:r>
            <a:endParaRPr sz="1900">
              <a:solidFill>
                <a:schemeClr val="dk1"/>
              </a:solidFill>
              <a:latin typeface="Lexend"/>
              <a:ea typeface="Lexend"/>
              <a:cs typeface="Lexend"/>
              <a:sym typeface="Lexend"/>
            </a:endParaRPr>
          </a:p>
          <a:p>
            <a:pPr indent="0" lvl="0" marL="0" rtl="0" algn="l">
              <a:lnSpc>
                <a:spcPct val="100000"/>
              </a:lnSpc>
              <a:spcBef>
                <a:spcPts val="1000"/>
              </a:spcBef>
              <a:spcAft>
                <a:spcPts val="0"/>
              </a:spcAft>
              <a:buNone/>
            </a:pPr>
            <a:r>
              <a:rPr lang="en-GB" sz="1900">
                <a:solidFill>
                  <a:schemeClr val="dk1"/>
                </a:solidFill>
                <a:latin typeface="Lexend"/>
                <a:ea typeface="Lexend"/>
                <a:cs typeface="Lexend"/>
                <a:sym typeface="Lexend"/>
              </a:rPr>
              <a:t>1 pizza sauce:</a:t>
            </a:r>
            <a:endParaRPr sz="1900">
              <a:solidFill>
                <a:schemeClr val="dk1"/>
              </a:solidFill>
              <a:latin typeface="Lexend"/>
              <a:ea typeface="Lexend"/>
              <a:cs typeface="Lexend"/>
              <a:sym typeface="Lexend"/>
            </a:endParaRPr>
          </a:p>
          <a:p>
            <a:pPr indent="-349250" lvl="0" marL="457200" rtl="0" algn="l">
              <a:lnSpc>
                <a:spcPct val="100000"/>
              </a:lnSpc>
              <a:spcBef>
                <a:spcPts val="1000"/>
              </a:spcBef>
              <a:spcAft>
                <a:spcPts val="0"/>
              </a:spcAft>
              <a:buClr>
                <a:schemeClr val="dk1"/>
              </a:buClr>
              <a:buSzPts val="1900"/>
              <a:buFont typeface="Lexend"/>
              <a:buChar char="●"/>
            </a:pPr>
            <a:r>
              <a:rPr lang="en-GB" sz="1900">
                <a:solidFill>
                  <a:schemeClr val="dk1"/>
                </a:solidFill>
                <a:latin typeface="Lexend"/>
                <a:ea typeface="Lexend"/>
                <a:cs typeface="Lexend"/>
                <a:sym typeface="Lexend"/>
              </a:rPr>
              <a:t>120 ml of puree</a:t>
            </a:r>
            <a:endParaRPr sz="1900">
              <a:solidFill>
                <a:schemeClr val="dk1"/>
              </a:solidFill>
              <a:latin typeface="Lexend"/>
              <a:ea typeface="Lexend"/>
              <a:cs typeface="Lexend"/>
              <a:sym typeface="Lexend"/>
            </a:endParaRPr>
          </a:p>
          <a:p>
            <a:pPr indent="-349250" lvl="0" marL="457200" rtl="0" algn="l">
              <a:lnSpc>
                <a:spcPct val="100000"/>
              </a:lnSpc>
              <a:spcBef>
                <a:spcPts val="0"/>
              </a:spcBef>
              <a:spcAft>
                <a:spcPts val="0"/>
              </a:spcAft>
              <a:buClr>
                <a:schemeClr val="dk1"/>
              </a:buClr>
              <a:buSzPts val="1900"/>
              <a:buFont typeface="Lexend"/>
              <a:buChar char="●"/>
            </a:pPr>
            <a:r>
              <a:rPr lang="en-GB" sz="1900">
                <a:solidFill>
                  <a:schemeClr val="dk1"/>
                </a:solidFill>
                <a:latin typeface="Lexend"/>
                <a:ea typeface="Lexend"/>
                <a:cs typeface="Lexend"/>
                <a:sym typeface="Lexend"/>
              </a:rPr>
              <a:t>4 garlic cloves</a:t>
            </a:r>
            <a:endParaRPr sz="1900">
              <a:solidFill>
                <a:schemeClr val="dk1"/>
              </a:solidFill>
              <a:latin typeface="Lexend"/>
              <a:ea typeface="Lexend"/>
              <a:cs typeface="Lexend"/>
              <a:sym typeface="Lexend"/>
            </a:endParaRPr>
          </a:p>
          <a:p>
            <a:pPr indent="-349250" lvl="0" marL="457200" rtl="0" algn="l">
              <a:lnSpc>
                <a:spcPct val="100000"/>
              </a:lnSpc>
              <a:spcBef>
                <a:spcPts val="0"/>
              </a:spcBef>
              <a:spcAft>
                <a:spcPts val="0"/>
              </a:spcAft>
              <a:buClr>
                <a:schemeClr val="dk1"/>
              </a:buClr>
              <a:buSzPts val="1900"/>
              <a:buFont typeface="Lexend"/>
              <a:buChar char="●"/>
            </a:pPr>
            <a:r>
              <a:rPr lang="en-GB" sz="1900">
                <a:solidFill>
                  <a:schemeClr val="dk1"/>
                </a:solidFill>
                <a:latin typeface="Lexend"/>
                <a:ea typeface="Lexend"/>
                <a:cs typeface="Lexend"/>
                <a:sym typeface="Lexend"/>
              </a:rPr>
              <a:t>2 pinches of basil</a:t>
            </a:r>
            <a:endParaRPr sz="19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t/>
            </a:r>
            <a:endParaRPr sz="1900">
              <a:latin typeface="Lexend"/>
              <a:ea typeface="Lexend"/>
              <a:cs typeface="Lexend"/>
              <a:sym typeface="Lexend"/>
            </a:endParaRPr>
          </a:p>
          <a:p>
            <a:pPr indent="0" lvl="0" marL="0" rtl="0" algn="l">
              <a:lnSpc>
                <a:spcPct val="115000"/>
              </a:lnSpc>
              <a:spcBef>
                <a:spcPts val="1000"/>
              </a:spcBef>
              <a:spcAft>
                <a:spcPts val="1000"/>
              </a:spcAft>
              <a:buNone/>
            </a:pPr>
            <a:r>
              <a:t/>
            </a:r>
            <a:endParaRPr sz="1900">
              <a:solidFill>
                <a:srgbClr val="000000"/>
              </a:solidFill>
              <a:latin typeface="Lexend"/>
              <a:ea typeface="Lexend"/>
              <a:cs typeface="Lexend"/>
              <a:sym typeface="Lexend"/>
            </a:endParaRPr>
          </a:p>
        </p:txBody>
      </p:sp>
      <p:pic>
        <p:nvPicPr>
          <p:cNvPr id="1567" name="Google Shape;1567;p134"/>
          <p:cNvPicPr preferRelativeResize="0"/>
          <p:nvPr/>
        </p:nvPicPr>
        <p:blipFill>
          <a:blip r:embed="rId3">
            <a:alphaModFix/>
          </a:blip>
          <a:stretch>
            <a:fillRect/>
          </a:stretch>
        </p:blipFill>
        <p:spPr>
          <a:xfrm>
            <a:off x="2952000" y="2340000"/>
            <a:ext cx="1287601" cy="1287601"/>
          </a:xfrm>
          <a:prstGeom prst="rect">
            <a:avLst/>
          </a:prstGeom>
          <a:noFill/>
          <a:ln>
            <a:noFill/>
          </a:ln>
        </p:spPr>
      </p:pic>
      <p:sp>
        <p:nvSpPr>
          <p:cNvPr id="1568" name="Google Shape;1568;p13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as ratios</a:t>
            </a:r>
            <a:endParaRPr/>
          </a:p>
        </p:txBody>
      </p:sp>
      <p:sp>
        <p:nvSpPr>
          <p:cNvPr id="1569" name="Google Shape;1569;p134"/>
          <p:cNvSpPr txBox="1"/>
          <p:nvPr/>
        </p:nvSpPr>
        <p:spPr>
          <a:xfrm>
            <a:off x="4735625" y="945750"/>
            <a:ext cx="4256100" cy="81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900">
                <a:solidFill>
                  <a:schemeClr val="dk1"/>
                </a:solidFill>
                <a:latin typeface="Lexend"/>
                <a:ea typeface="Lexend"/>
                <a:cs typeface="Lexend"/>
                <a:sym typeface="Lexend"/>
              </a:rPr>
              <a:t>What is the multiplier from pinches of basil to garlic cloves?</a:t>
            </a:r>
            <a:endParaRPr/>
          </a:p>
        </p:txBody>
      </p:sp>
      <p:sp>
        <p:nvSpPr>
          <p:cNvPr id="1570" name="Google Shape;1570;p134"/>
          <p:cNvSpPr txBox="1"/>
          <p:nvPr/>
        </p:nvSpPr>
        <p:spPr>
          <a:xfrm>
            <a:off x="4512998" y="3525775"/>
            <a:ext cx="46479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Pinches of basil × ….. = garlic cloves</a:t>
            </a:r>
            <a:endParaRPr sz="2200">
              <a:solidFill>
                <a:schemeClr val="dk1"/>
              </a:solidFill>
              <a:latin typeface="Kalam"/>
              <a:ea typeface="Kalam"/>
              <a:cs typeface="Kalam"/>
              <a:sym typeface="Kalam"/>
            </a:endParaRPr>
          </a:p>
          <a:p>
            <a:pPr indent="0" lvl="0" marL="0" rtl="0" algn="l">
              <a:spcBef>
                <a:spcPts val="0"/>
              </a:spcBef>
              <a:spcAft>
                <a:spcPts val="0"/>
              </a:spcAft>
              <a:buNone/>
            </a:pPr>
            <a:r>
              <a:t/>
            </a:r>
            <a:endParaRPr sz="2200">
              <a:solidFill>
                <a:schemeClr val="dk1"/>
              </a:solidFill>
              <a:latin typeface="Kalam"/>
              <a:ea typeface="Kalam"/>
              <a:cs typeface="Kalam"/>
              <a:sym typeface="Kalam"/>
            </a:endParaRPr>
          </a:p>
        </p:txBody>
      </p:sp>
      <p:sp>
        <p:nvSpPr>
          <p:cNvPr id="1571" name="Google Shape;1571;p134"/>
          <p:cNvSpPr txBox="1"/>
          <p:nvPr/>
        </p:nvSpPr>
        <p:spPr>
          <a:xfrm>
            <a:off x="5361357" y="3982977"/>
            <a:ext cx="18252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4 ÷ 2 = 2</a:t>
            </a:r>
            <a:endParaRPr sz="2200">
              <a:solidFill>
                <a:schemeClr val="dk1"/>
              </a:solidFill>
              <a:latin typeface="Kalam"/>
              <a:ea typeface="Kalam"/>
              <a:cs typeface="Kalam"/>
              <a:sym typeface="Kalam"/>
            </a:endParaRPr>
          </a:p>
          <a:p>
            <a:pPr indent="0" lvl="0" marL="0" rtl="0" algn="l">
              <a:spcBef>
                <a:spcPts val="0"/>
              </a:spcBef>
              <a:spcAft>
                <a:spcPts val="0"/>
              </a:spcAft>
              <a:buNone/>
            </a:pPr>
            <a:r>
              <a:t/>
            </a:r>
            <a:endParaRPr sz="2200">
              <a:solidFill>
                <a:schemeClr val="dk1"/>
              </a:solidFill>
              <a:latin typeface="Kalam"/>
              <a:ea typeface="Kalam"/>
              <a:cs typeface="Kalam"/>
              <a:sym typeface="Kalam"/>
            </a:endParaRPr>
          </a:p>
        </p:txBody>
      </p:sp>
      <p:sp>
        <p:nvSpPr>
          <p:cNvPr id="1572" name="Google Shape;1572;p134"/>
          <p:cNvSpPr txBox="1"/>
          <p:nvPr/>
        </p:nvSpPr>
        <p:spPr>
          <a:xfrm>
            <a:off x="6769582" y="3468577"/>
            <a:ext cx="5280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2</a:t>
            </a:r>
            <a:endParaRPr sz="2200">
              <a:solidFill>
                <a:schemeClr val="dk1"/>
              </a:solidFill>
              <a:latin typeface="Kalam"/>
              <a:ea typeface="Kalam"/>
              <a:cs typeface="Kalam"/>
              <a:sym typeface="Kalam"/>
            </a:endParaRPr>
          </a:p>
        </p:txBody>
      </p:sp>
      <p:sp>
        <p:nvSpPr>
          <p:cNvPr id="1573" name="Google Shape;1573;p134"/>
          <p:cNvSpPr txBox="1"/>
          <p:nvPr/>
        </p:nvSpPr>
        <p:spPr>
          <a:xfrm>
            <a:off x="324000" y="4348050"/>
            <a:ext cx="83127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Kalam"/>
                <a:ea typeface="Kalam"/>
                <a:cs typeface="Kalam"/>
                <a:sym typeface="Kalam"/>
              </a:rPr>
              <a:t>For every pinch of basil, there are 2 garlic cloves.</a:t>
            </a:r>
            <a:endParaRPr sz="2200">
              <a:solidFill>
                <a:schemeClr val="dk1"/>
              </a:solidFill>
              <a:latin typeface="Kalam"/>
              <a:ea typeface="Kalam"/>
              <a:cs typeface="Kalam"/>
              <a:sym typeface="Kalam"/>
            </a:endParaRPr>
          </a:p>
          <a:p>
            <a:pPr indent="0" lvl="0" marL="0" rtl="0" algn="l">
              <a:spcBef>
                <a:spcPts val="0"/>
              </a:spcBef>
              <a:spcAft>
                <a:spcPts val="0"/>
              </a:spcAft>
              <a:buNone/>
            </a:pPr>
            <a:r>
              <a:t/>
            </a:r>
            <a:endParaRPr sz="2200">
              <a:solidFill>
                <a:schemeClr val="dk1"/>
              </a:solidFill>
              <a:latin typeface="Kalam"/>
              <a:ea typeface="Kalam"/>
              <a:cs typeface="Kalam"/>
              <a:sym typeface="Kalam"/>
            </a:endParaRPr>
          </a:p>
        </p:txBody>
      </p:sp>
      <p:graphicFrame>
        <p:nvGraphicFramePr>
          <p:cNvPr id="1574" name="Google Shape;1574;p134"/>
          <p:cNvGraphicFramePr/>
          <p:nvPr/>
        </p:nvGraphicFramePr>
        <p:xfrm>
          <a:off x="4837175" y="1914500"/>
          <a:ext cx="3000000" cy="3000000"/>
        </p:xfrm>
        <a:graphic>
          <a:graphicData uri="http://schemas.openxmlformats.org/drawingml/2006/table">
            <a:tbl>
              <a:tblPr>
                <a:noFill/>
                <a:tableStyleId>{B9391551-2877-4EA5-9AC9-840A8582D54C}</a:tableStyleId>
              </a:tblPr>
              <a:tblGrid>
                <a:gridCol w="938725"/>
                <a:gridCol w="938725"/>
                <a:gridCol w="938725"/>
                <a:gridCol w="983350"/>
              </a:tblGrid>
              <a:tr h="385150">
                <a:tc>
                  <a:txBody>
                    <a:bodyPr/>
                    <a:lstStyle/>
                    <a:p>
                      <a:pPr indent="0" lvl="0" marL="0" rtl="0" algn="l">
                        <a:spcBef>
                          <a:spcPts val="0"/>
                        </a:spcBef>
                        <a:spcAft>
                          <a:spcPts val="0"/>
                        </a:spcAft>
                        <a:buNone/>
                      </a:pPr>
                      <a:r>
                        <a:rPr lang="en-GB" sz="1900">
                          <a:solidFill>
                            <a:schemeClr val="lt1"/>
                          </a:solidFill>
                          <a:latin typeface="Lexend"/>
                          <a:ea typeface="Lexend"/>
                          <a:cs typeface="Lexend"/>
                          <a:sym typeface="Lexend"/>
                        </a:rPr>
                        <a:t>Sauce</a:t>
                      </a:r>
                      <a:endParaRPr sz="19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lang="en-GB" sz="1900">
                          <a:solidFill>
                            <a:schemeClr val="lt1"/>
                          </a:solidFill>
                          <a:latin typeface="Lexend"/>
                          <a:ea typeface="Lexend"/>
                          <a:cs typeface="Lexend"/>
                          <a:sym typeface="Lexend"/>
                        </a:rPr>
                        <a:t>Puree</a:t>
                      </a:r>
                      <a:endParaRPr sz="19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lang="en-GB" sz="1900">
                          <a:solidFill>
                            <a:schemeClr val="lt1"/>
                          </a:solidFill>
                          <a:latin typeface="Lexend"/>
                          <a:ea typeface="Lexend"/>
                          <a:cs typeface="Lexend"/>
                          <a:sym typeface="Lexend"/>
                        </a:rPr>
                        <a:t>Garlic</a:t>
                      </a:r>
                      <a:endParaRPr sz="19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lang="en-GB" sz="1900">
                          <a:solidFill>
                            <a:schemeClr val="lt1"/>
                          </a:solidFill>
                          <a:latin typeface="Lexend"/>
                          <a:ea typeface="Lexend"/>
                          <a:cs typeface="Lexend"/>
                          <a:sym typeface="Lexend"/>
                        </a:rPr>
                        <a:t>Basil</a:t>
                      </a:r>
                      <a:endParaRPr sz="19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r>
              <a:tr h="385150">
                <a:tc>
                  <a:txBody>
                    <a:bodyPr/>
                    <a:lstStyle/>
                    <a:p>
                      <a:pPr indent="0" lvl="0" marL="0" rtl="0" algn="ctr">
                        <a:spcBef>
                          <a:spcPts val="0"/>
                        </a:spcBef>
                        <a:spcAft>
                          <a:spcPts val="0"/>
                        </a:spcAft>
                        <a:buNone/>
                      </a:pPr>
                      <a:r>
                        <a:rPr lang="en-GB" sz="1900">
                          <a:latin typeface="Lexend"/>
                          <a:ea typeface="Lexend"/>
                          <a:cs typeface="Lexend"/>
                          <a:sym typeface="Lexend"/>
                        </a:rPr>
                        <a:t>1</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120</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4</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2</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1575" name="Google Shape;1575;p134"/>
          <p:cNvSpPr/>
          <p:nvPr/>
        </p:nvSpPr>
        <p:spPr>
          <a:xfrm>
            <a:off x="7194750" y="2870400"/>
            <a:ext cx="887675" cy="223000"/>
          </a:xfrm>
          <a:custGeom>
            <a:rect b="b" l="l" r="r" t="t"/>
            <a:pathLst>
              <a:path extrusionOk="0" h="8920" w="35507">
                <a:moveTo>
                  <a:pt x="0" y="332"/>
                </a:moveTo>
                <a:cubicBezTo>
                  <a:pt x="2873" y="11814"/>
                  <a:pt x="35507" y="11836"/>
                  <a:pt x="35507" y="0"/>
                </a:cubicBezTo>
              </a:path>
            </a:pathLst>
          </a:custGeom>
          <a:noFill/>
          <a:ln cap="flat" cmpd="sng" w="28575">
            <a:solidFill>
              <a:schemeClr val="accent4"/>
            </a:solidFill>
            <a:prstDash val="solid"/>
            <a:round/>
            <a:headEnd len="med" w="med" type="triangle"/>
            <a:tailEnd len="med" w="med" type="none"/>
          </a:ln>
        </p:spPr>
      </p:sp>
      <p:sp>
        <p:nvSpPr>
          <p:cNvPr id="1576" name="Google Shape;1576;p134"/>
          <p:cNvSpPr txBox="1"/>
          <p:nvPr/>
        </p:nvSpPr>
        <p:spPr>
          <a:xfrm>
            <a:off x="7287104" y="3014450"/>
            <a:ext cx="8877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 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5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0" name="Shape 1580"/>
        <p:cNvGrpSpPr/>
        <p:nvPr/>
      </p:nvGrpSpPr>
      <p:grpSpPr>
        <a:xfrm>
          <a:off x="0" y="0"/>
          <a:ext cx="0" cy="0"/>
          <a:chOff x="0" y="0"/>
          <a:chExt cx="0" cy="0"/>
        </a:xfrm>
      </p:grpSpPr>
      <p:sp>
        <p:nvSpPr>
          <p:cNvPr id="1581" name="Google Shape;1581;p135"/>
          <p:cNvSpPr txBox="1"/>
          <p:nvPr>
            <p:ph idx="1" type="body"/>
          </p:nvPr>
        </p:nvSpPr>
        <p:spPr>
          <a:xfrm>
            <a:off x="324000" y="759300"/>
            <a:ext cx="8237700" cy="468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Identify the missing multipliers or numbers.</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a)</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b)</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c)</a:t>
            </a:r>
            <a:endParaRPr/>
          </a:p>
        </p:txBody>
      </p:sp>
      <p:sp>
        <p:nvSpPr>
          <p:cNvPr id="1582" name="Google Shape;1582;p13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as ratios</a:t>
            </a:r>
            <a:endParaRPr/>
          </a:p>
        </p:txBody>
      </p:sp>
      <p:graphicFrame>
        <p:nvGraphicFramePr>
          <p:cNvPr id="1583" name="Google Shape;1583;p135"/>
          <p:cNvGraphicFramePr/>
          <p:nvPr/>
        </p:nvGraphicFramePr>
        <p:xfrm>
          <a:off x="649225" y="1493900"/>
          <a:ext cx="3000000" cy="3000000"/>
        </p:xfrm>
        <a:graphic>
          <a:graphicData uri="http://schemas.openxmlformats.org/drawingml/2006/table">
            <a:tbl>
              <a:tblPr>
                <a:noFill/>
                <a:tableStyleId>{B9391551-2877-4EA5-9AC9-840A8582D54C}</a:tableStyleId>
              </a:tblPr>
              <a:tblGrid>
                <a:gridCol w="1394125"/>
                <a:gridCol w="1394125"/>
              </a:tblGrid>
              <a:tr h="4245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Eggs</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Sugar (g)</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r>
              <a:tr h="424575">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1584" name="Google Shape;1584;p135"/>
          <p:cNvGraphicFramePr/>
          <p:nvPr/>
        </p:nvGraphicFramePr>
        <p:xfrm>
          <a:off x="649225" y="2636900"/>
          <a:ext cx="3000000" cy="3000000"/>
        </p:xfrm>
        <a:graphic>
          <a:graphicData uri="http://schemas.openxmlformats.org/drawingml/2006/table">
            <a:tbl>
              <a:tblPr>
                <a:noFill/>
                <a:tableStyleId>{B9391551-2877-4EA5-9AC9-840A8582D54C}</a:tableStyleId>
              </a:tblPr>
              <a:tblGrid>
                <a:gridCol w="1394125"/>
                <a:gridCol w="1394125"/>
              </a:tblGrid>
              <a:tr h="4245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People</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Phones</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r>
              <a:tr h="424575">
                <a:tc>
                  <a:txBody>
                    <a:bodyPr/>
                    <a:lstStyle/>
                    <a:p>
                      <a:pPr indent="0" lvl="0" marL="0" rtl="0" algn="ctr">
                        <a:spcBef>
                          <a:spcPts val="0"/>
                        </a:spcBef>
                        <a:spcAft>
                          <a:spcPts val="0"/>
                        </a:spcAft>
                        <a:buNone/>
                      </a:pPr>
                      <a:r>
                        <a:rPr lang="en-GB" sz="1800">
                          <a:latin typeface="Lexend"/>
                          <a:ea typeface="Lexend"/>
                          <a:cs typeface="Lexend"/>
                          <a:sym typeface="Lexend"/>
                        </a:rPr>
                        <a:t>50</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75</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1585" name="Google Shape;1585;p135"/>
          <p:cNvGraphicFramePr/>
          <p:nvPr/>
        </p:nvGraphicFramePr>
        <p:xfrm>
          <a:off x="649225" y="3779900"/>
          <a:ext cx="3000000" cy="3000000"/>
        </p:xfrm>
        <a:graphic>
          <a:graphicData uri="http://schemas.openxmlformats.org/drawingml/2006/table">
            <a:tbl>
              <a:tblPr>
                <a:noFill/>
                <a:tableStyleId>{B9391551-2877-4EA5-9AC9-840A8582D54C}</a:tableStyleId>
              </a:tblPr>
              <a:tblGrid>
                <a:gridCol w="1394125"/>
                <a:gridCol w="1394125"/>
              </a:tblGrid>
              <a:tr h="4245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Cats</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Dogs</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r>
              <a:tr h="424575">
                <a:tc>
                  <a:txBody>
                    <a:bodyPr/>
                    <a:lstStyle/>
                    <a:p>
                      <a:pPr indent="0" lvl="0" marL="0" rtl="0" algn="ctr">
                        <a:spcBef>
                          <a:spcPts val="0"/>
                        </a:spcBef>
                        <a:spcAft>
                          <a:spcPts val="0"/>
                        </a:spcAft>
                        <a:buNone/>
                      </a:pPr>
                      <a:r>
                        <a:rPr lang="en-GB" sz="1800">
                          <a:latin typeface="Lexend"/>
                          <a:ea typeface="Lexend"/>
                          <a:cs typeface="Lexend"/>
                          <a:sym typeface="Lexend"/>
                        </a:rPr>
                        <a:t>…….</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586" name="Google Shape;1586;p135"/>
          <p:cNvSpPr txBox="1"/>
          <p:nvPr/>
        </p:nvSpPr>
        <p:spPr>
          <a:xfrm>
            <a:off x="3476625" y="1427850"/>
            <a:ext cx="3024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Eggs × ……… = Sugar</a:t>
            </a:r>
            <a:endParaRPr/>
          </a:p>
        </p:txBody>
      </p:sp>
      <p:sp>
        <p:nvSpPr>
          <p:cNvPr id="1587" name="Google Shape;1587;p135"/>
          <p:cNvSpPr txBox="1"/>
          <p:nvPr/>
        </p:nvSpPr>
        <p:spPr>
          <a:xfrm>
            <a:off x="3476625" y="1961250"/>
            <a:ext cx="3024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Sugar × ……… = Eggs</a:t>
            </a:r>
            <a:endParaRPr/>
          </a:p>
        </p:txBody>
      </p:sp>
      <p:sp>
        <p:nvSpPr>
          <p:cNvPr id="1588" name="Google Shape;1588;p135"/>
          <p:cNvSpPr txBox="1"/>
          <p:nvPr/>
        </p:nvSpPr>
        <p:spPr>
          <a:xfrm>
            <a:off x="3482775" y="2606625"/>
            <a:ext cx="56547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People × ……… = Phones </a:t>
            </a:r>
            <a:endParaRPr/>
          </a:p>
        </p:txBody>
      </p:sp>
      <p:sp>
        <p:nvSpPr>
          <p:cNvPr id="1589" name="Google Shape;1589;p135"/>
          <p:cNvSpPr txBox="1"/>
          <p:nvPr/>
        </p:nvSpPr>
        <p:spPr>
          <a:xfrm>
            <a:off x="3476625" y="3180450"/>
            <a:ext cx="41562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Phones × ……… = People</a:t>
            </a:r>
            <a:endParaRPr/>
          </a:p>
        </p:txBody>
      </p:sp>
      <p:sp>
        <p:nvSpPr>
          <p:cNvPr id="1590" name="Google Shape;1590;p135"/>
          <p:cNvSpPr txBox="1"/>
          <p:nvPr/>
        </p:nvSpPr>
        <p:spPr>
          <a:xfrm>
            <a:off x="3476625" y="3713850"/>
            <a:ext cx="39042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Cats × 4  = Dogs </a:t>
            </a:r>
            <a:endParaRPr/>
          </a:p>
        </p:txBody>
      </p:sp>
      <p:sp>
        <p:nvSpPr>
          <p:cNvPr id="1591" name="Google Shape;1591;p135"/>
          <p:cNvSpPr txBox="1"/>
          <p:nvPr/>
        </p:nvSpPr>
        <p:spPr>
          <a:xfrm>
            <a:off x="3476625" y="4247250"/>
            <a:ext cx="41562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Dogs × ……… = Cats</a:t>
            </a:r>
            <a:endParaRPr/>
          </a:p>
        </p:txBody>
      </p:sp>
      <p:sp>
        <p:nvSpPr>
          <p:cNvPr id="1592" name="Google Shape;1592;p135"/>
          <p:cNvSpPr txBox="1"/>
          <p:nvPr/>
        </p:nvSpPr>
        <p:spPr>
          <a:xfrm>
            <a:off x="4617675" y="1295688"/>
            <a:ext cx="438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2</a:t>
            </a:r>
            <a:endParaRPr>
              <a:latin typeface="Kalam"/>
              <a:ea typeface="Kalam"/>
              <a:cs typeface="Kalam"/>
              <a:sym typeface="Kalam"/>
            </a:endParaRPr>
          </a:p>
        </p:txBody>
      </p:sp>
      <p:sp>
        <p:nvSpPr>
          <p:cNvPr id="1593" name="Google Shape;1593;p135"/>
          <p:cNvSpPr txBox="1"/>
          <p:nvPr/>
        </p:nvSpPr>
        <p:spPr>
          <a:xfrm>
            <a:off x="6349125" y="1423200"/>
            <a:ext cx="16071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8 ÷ 4 = 2</a:t>
            </a:r>
            <a:endParaRPr>
              <a:latin typeface="Kalam"/>
              <a:ea typeface="Kalam"/>
              <a:cs typeface="Kalam"/>
              <a:sym typeface="Kalam"/>
            </a:endParaRPr>
          </a:p>
        </p:txBody>
      </p:sp>
      <p:sp>
        <p:nvSpPr>
          <p:cNvPr id="1594" name="Google Shape;1594;p135"/>
          <p:cNvSpPr txBox="1"/>
          <p:nvPr/>
        </p:nvSpPr>
        <p:spPr>
          <a:xfrm>
            <a:off x="6355091" y="1918050"/>
            <a:ext cx="16071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4 ÷ 8 = </a:t>
            </a:r>
            <a:endParaRPr>
              <a:latin typeface="Kalam"/>
              <a:ea typeface="Kalam"/>
              <a:cs typeface="Kalam"/>
              <a:sym typeface="Kalam"/>
            </a:endParaRPr>
          </a:p>
        </p:txBody>
      </p:sp>
      <p:sp>
        <p:nvSpPr>
          <p:cNvPr id="1595" name="Google Shape;1595;p135"/>
          <p:cNvSpPr txBox="1"/>
          <p:nvPr/>
        </p:nvSpPr>
        <p:spPr>
          <a:xfrm>
            <a:off x="6631800" y="2682825"/>
            <a:ext cx="19596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75 ÷ 50 = </a:t>
            </a:r>
            <a:endParaRPr>
              <a:latin typeface="Kalam"/>
              <a:ea typeface="Kalam"/>
              <a:cs typeface="Kalam"/>
              <a:sym typeface="Kalam"/>
            </a:endParaRPr>
          </a:p>
        </p:txBody>
      </p:sp>
      <p:sp>
        <p:nvSpPr>
          <p:cNvPr id="1596" name="Google Shape;1596;p135"/>
          <p:cNvSpPr txBox="1"/>
          <p:nvPr/>
        </p:nvSpPr>
        <p:spPr>
          <a:xfrm>
            <a:off x="6501525" y="3256650"/>
            <a:ext cx="16071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 50 ÷ 75 = </a:t>
            </a:r>
            <a:endParaRPr>
              <a:latin typeface="Kalam"/>
              <a:ea typeface="Kalam"/>
              <a:cs typeface="Kalam"/>
              <a:sym typeface="Kalam"/>
            </a:endParaRPr>
          </a:p>
        </p:txBody>
      </p:sp>
      <p:pic>
        <p:nvPicPr>
          <p:cNvPr descr="&lt;math xmlns=&quot;http://www.w3.org/1998/Math/MathML&quot; display=&quot;block&quot; data-is-equatio=&quot;1&quot; data-latex=&quot;\frac{75}{50}=\frac{3}{2}\ \ \ \ \frac{50}{75}=\frac{2}{3}&quot;&gt;&lt;mfrac&gt;&lt;mn&gt;75&lt;/mn&gt;&lt;mn&gt;50&lt;/mn&gt;&lt;/mfrac&gt;&lt;mo&gt;=&lt;/mo&gt;&lt;mfrac&gt;&lt;mn&gt;3&lt;/mn&gt;&lt;mn&gt;2&lt;/mn&gt;&lt;/mfrac&gt;&lt;mtext&gt;&lt;/mtext&gt;&lt;mtext&gt;&lt;/mtext&gt;&lt;mtext&gt;&lt;/mtext&gt;&lt;mtext&gt;&lt;/mtext&gt;&lt;mfrac&gt;&lt;mn&gt;50&lt;/mn&gt;&lt;mn&gt;75&lt;/mn&gt;&lt;/mfrac&gt;&lt;mo&gt;=&lt;/mo&gt;&lt;mfrac&gt;&lt;mn&gt;2&lt;/mn&gt;&lt;mn&gt;3&lt;/mn&gt;&lt;/mfrac&gt;&lt;/math&gt;" id="1597" name="Google Shape;1597;p135" title="75 over 50 equals three halves 50 over 75 equals two thirds"/>
          <p:cNvPicPr preferRelativeResize="0"/>
          <p:nvPr/>
        </p:nvPicPr>
        <p:blipFill rotWithShape="1">
          <a:blip r:embed="rId3">
            <a:alphaModFix/>
          </a:blip>
          <a:srcRect b="0" l="0" r="81692" t="0"/>
          <a:stretch/>
        </p:blipFill>
        <p:spPr>
          <a:xfrm>
            <a:off x="8027271" y="2690758"/>
            <a:ext cx="314125" cy="468600"/>
          </a:xfrm>
          <a:prstGeom prst="rect">
            <a:avLst/>
          </a:prstGeom>
          <a:noFill/>
          <a:ln>
            <a:noFill/>
          </a:ln>
        </p:spPr>
      </p:pic>
      <p:pic>
        <p:nvPicPr>
          <p:cNvPr descr="&lt;math xmlns=&quot;http://www.w3.org/1998/Math/MathML&quot; display=&quot;block&quot; data-is-equatio=&quot;1&quot; data-latex=&quot;\frac{75}{50}=\frac{3}{2}\ \ \ \ \frac{50}{75}=\frac{2}{3}&quot;&gt;&lt;mfrac&gt;&lt;mn&gt;75&lt;/mn&gt;&lt;mn&gt;50&lt;/mn&gt;&lt;/mfrac&gt;&lt;mo&gt;=&lt;/mo&gt;&lt;mfrac&gt;&lt;mn&gt;3&lt;/mn&gt;&lt;mn&gt;2&lt;/mn&gt;&lt;/mfrac&gt;&lt;mtext&gt;&lt;/mtext&gt;&lt;mtext&gt;&lt;/mtext&gt;&lt;mtext&gt;&lt;/mtext&gt;&lt;mtext&gt;&lt;/mtext&gt;&lt;mfrac&gt;&lt;mn&gt;50&lt;/mn&gt;&lt;mn&gt;75&lt;/mn&gt;&lt;/mfrac&gt;&lt;mo&gt;=&lt;/mo&gt;&lt;mfrac&gt;&lt;mn&gt;2&lt;/mn&gt;&lt;mn&gt;3&lt;/mn&gt;&lt;/mfrac&gt;&lt;/math&gt;" id="1598" name="Google Shape;1598;p135" title="75 over 50 equals three halves 50 over 75 equals two thirds"/>
          <p:cNvPicPr preferRelativeResize="0"/>
          <p:nvPr/>
        </p:nvPicPr>
        <p:blipFill rotWithShape="1">
          <a:blip r:embed="rId3">
            <a:alphaModFix/>
          </a:blip>
          <a:srcRect b="0" l="20046" r="57230" t="0"/>
          <a:stretch/>
        </p:blipFill>
        <p:spPr>
          <a:xfrm>
            <a:off x="8365102" y="2690750"/>
            <a:ext cx="389900" cy="468600"/>
          </a:xfrm>
          <a:prstGeom prst="rect">
            <a:avLst/>
          </a:prstGeom>
          <a:noFill/>
          <a:ln>
            <a:noFill/>
          </a:ln>
        </p:spPr>
      </p:pic>
      <p:pic>
        <p:nvPicPr>
          <p:cNvPr descr="&lt;math xmlns=&quot;http://www.w3.org/1998/Math/MathML&quot; display=&quot;block&quot; data-is-equatio=&quot;1&quot; data-latex=&quot;\frac{75}{50}=\frac{3}{2}\ \ \ \ \frac{50}{75}=\frac{2}{3}&quot;&gt;&lt;mfrac&gt;&lt;mn&gt;75&lt;/mn&gt;&lt;mn&gt;50&lt;/mn&gt;&lt;/mfrac&gt;&lt;mo&gt;=&lt;/mo&gt;&lt;mfrac&gt;&lt;mn&gt;3&lt;/mn&gt;&lt;mn&gt;2&lt;/mn&gt;&lt;/mfrac&gt;&lt;mtext&gt;&lt;/mtext&gt;&lt;mtext&gt;&lt;/mtext&gt;&lt;mtext&gt;&lt;/mtext&gt;&lt;mtext&gt;&lt;/mtext&gt;&lt;mfrac&gt;&lt;mn&gt;50&lt;/mn&gt;&lt;mn&gt;75&lt;/mn&gt;&lt;/mfrac&gt;&lt;mo&gt;=&lt;/mo&gt;&lt;mfrac&gt;&lt;mn&gt;2&lt;/mn&gt;&lt;mn&gt;3&lt;/mn&gt;&lt;/mfrac&gt;&lt;/math&gt;" id="1599" name="Google Shape;1599;p135" title="75 over 50 equals three halves 50 over 75 equals two thirds"/>
          <p:cNvPicPr preferRelativeResize="0"/>
          <p:nvPr/>
        </p:nvPicPr>
        <p:blipFill rotWithShape="1">
          <a:blip r:embed="rId3">
            <a:alphaModFix/>
          </a:blip>
          <a:srcRect b="0" l="57306" r="24385" t="0"/>
          <a:stretch/>
        </p:blipFill>
        <p:spPr>
          <a:xfrm>
            <a:off x="8019959" y="3256650"/>
            <a:ext cx="314125" cy="468600"/>
          </a:xfrm>
          <a:prstGeom prst="rect">
            <a:avLst/>
          </a:prstGeom>
          <a:noFill/>
          <a:ln>
            <a:noFill/>
          </a:ln>
        </p:spPr>
      </p:pic>
      <p:pic>
        <p:nvPicPr>
          <p:cNvPr descr="&lt;math xmlns=&quot;http://www.w3.org/1998/Math/MathML&quot; display=&quot;block&quot; data-is-equatio=&quot;1&quot; data-latex=&quot;\frac{75}{50}=\frac{3}{2}\ \ \ \ \frac{50}{75}=\frac{2}{3}&quot;&gt;&lt;mfrac&gt;&lt;mn&gt;75&lt;/mn&gt;&lt;mn&gt;50&lt;/mn&gt;&lt;/mfrac&gt;&lt;mo&gt;=&lt;/mo&gt;&lt;mfrac&gt;&lt;mn&gt;3&lt;/mn&gt;&lt;mn&gt;2&lt;/mn&gt;&lt;/mfrac&gt;&lt;mtext&gt;&lt;/mtext&gt;&lt;mtext&gt;&lt;/mtext&gt;&lt;mtext&gt;&lt;/mtext&gt;&lt;mtext&gt;&lt;/mtext&gt;&lt;mfrac&gt;&lt;mn&gt;50&lt;/mn&gt;&lt;mn&gt;75&lt;/mn&gt;&lt;/mfrac&gt;&lt;mo&gt;=&lt;/mo&gt;&lt;mfrac&gt;&lt;mn&gt;2&lt;/mn&gt;&lt;mn&gt;3&lt;/mn&gt;&lt;/mfrac&gt;&lt;/math&gt;" id="1600" name="Google Shape;1600;p135" title="75 over 50 equals three halves 50 over 75 equals two thirds"/>
          <p:cNvPicPr preferRelativeResize="0"/>
          <p:nvPr/>
        </p:nvPicPr>
        <p:blipFill rotWithShape="1">
          <a:blip r:embed="rId3">
            <a:alphaModFix/>
          </a:blip>
          <a:srcRect b="0" l="75491" r="-5952" t="0"/>
          <a:stretch/>
        </p:blipFill>
        <p:spPr>
          <a:xfrm>
            <a:off x="8325771" y="3256650"/>
            <a:ext cx="522650" cy="468600"/>
          </a:xfrm>
          <a:prstGeom prst="rect">
            <a:avLst/>
          </a:prstGeom>
          <a:noFill/>
          <a:ln>
            <a:noFill/>
          </a:ln>
        </p:spPr>
      </p:pic>
      <p:pic>
        <p:nvPicPr>
          <p:cNvPr descr="&lt;math xmlns=&quot;http://www.w3.org/1998/Math/MathML&quot; display=&quot;block&quot; data-is-equatio=&quot;1&quot; data-latex=&quot;\frac{1}{2}\ \ \frac{1}{4}&quot;&gt;&lt;mfrac&gt;&lt;mn&gt;1&lt;/mn&gt;&lt;mn&gt;2&lt;/mn&gt;&lt;/mfrac&gt;&lt;mtext&gt;&lt;/mtext&gt;&lt;mtext&gt;&lt;/mtext&gt;&lt;mfrac&gt;&lt;mn&gt;1&lt;/mn&gt;&lt;mn&gt;4&lt;/mn&gt;&lt;/mfrac&gt;&lt;/math&gt;" id="1601" name="Google Shape;1601;p135" title="one half one fourth"/>
          <p:cNvPicPr preferRelativeResize="0"/>
          <p:nvPr/>
        </p:nvPicPr>
        <p:blipFill rotWithShape="1">
          <a:blip r:embed="rId4">
            <a:alphaModFix/>
          </a:blip>
          <a:srcRect b="0" l="0" r="48686" t="0"/>
          <a:stretch/>
        </p:blipFill>
        <p:spPr>
          <a:xfrm>
            <a:off x="4832296" y="1802308"/>
            <a:ext cx="231675" cy="468600"/>
          </a:xfrm>
          <a:prstGeom prst="rect">
            <a:avLst/>
          </a:prstGeom>
          <a:noFill/>
          <a:ln>
            <a:noFill/>
          </a:ln>
        </p:spPr>
      </p:pic>
      <p:pic>
        <p:nvPicPr>
          <p:cNvPr descr="&lt;math xmlns=&quot;http://www.w3.org/1998/Math/MathML&quot; display=&quot;block&quot; data-is-equatio=&quot;1&quot; data-latex=&quot;\frac{1}{2}\ \ \frac{1}{4}&quot;&gt;&lt;mfrac&gt;&lt;mn&gt;1&lt;/mn&gt;&lt;mn&gt;2&lt;/mn&gt;&lt;/mfrac&gt;&lt;mtext&gt;&lt;/mtext&gt;&lt;mtext&gt;&lt;/mtext&gt;&lt;mfrac&gt;&lt;mn&gt;1&lt;/mn&gt;&lt;mn&gt;4&lt;/mn&gt;&lt;/mfrac&gt;&lt;/math&gt;" id="1602" name="Google Shape;1602;p135" title="one half one fourth"/>
          <p:cNvPicPr preferRelativeResize="0"/>
          <p:nvPr/>
        </p:nvPicPr>
        <p:blipFill rotWithShape="1">
          <a:blip r:embed="rId4">
            <a:alphaModFix/>
          </a:blip>
          <a:srcRect b="0" l="64453" r="-15769" t="0"/>
          <a:stretch/>
        </p:blipFill>
        <p:spPr>
          <a:xfrm>
            <a:off x="4694320" y="4090200"/>
            <a:ext cx="231675" cy="468600"/>
          </a:xfrm>
          <a:prstGeom prst="rect">
            <a:avLst/>
          </a:prstGeom>
          <a:noFill/>
          <a:ln>
            <a:noFill/>
          </a:ln>
        </p:spPr>
      </p:pic>
      <p:pic>
        <p:nvPicPr>
          <p:cNvPr descr="&lt;math xmlns=&quot;http://www.w3.org/1998/Math/MathML&quot; display=&quot;block&quot; data-is-equatio=&quot;1&quot; data-latex=&quot;\frac{75}{50}=\frac{3}{2}\ \ \ \ \frac{50}{75}=\frac{2}{3}&quot;&gt;&lt;mfrac&gt;&lt;mn&gt;75&lt;/mn&gt;&lt;mn&gt;50&lt;/mn&gt;&lt;/mfrac&gt;&lt;mo&gt;=&lt;/mo&gt;&lt;mfrac&gt;&lt;mn&gt;3&lt;/mn&gt;&lt;mn&gt;2&lt;/mn&gt;&lt;/mfrac&gt;&lt;mtext&gt;&lt;/mtext&gt;&lt;mtext&gt;&lt;/mtext&gt;&lt;mtext&gt;&lt;/mtext&gt;&lt;mtext&gt;&lt;/mtext&gt;&lt;mfrac&gt;&lt;mn&gt;50&lt;/mn&gt;&lt;mn&gt;75&lt;/mn&gt;&lt;/mfrac&gt;&lt;mo&gt;=&lt;/mo&gt;&lt;mfrac&gt;&lt;mn&gt;2&lt;/mn&gt;&lt;mn&gt;3&lt;/mn&gt;&lt;/mfrac&gt;&lt;/math&gt;" id="1603" name="Google Shape;1603;p135" title="75 over 50 equals three halves 50 over 75 equals two thirds"/>
          <p:cNvPicPr preferRelativeResize="0"/>
          <p:nvPr/>
        </p:nvPicPr>
        <p:blipFill rotWithShape="1">
          <a:blip r:embed="rId3">
            <a:alphaModFix/>
          </a:blip>
          <a:srcRect b="0" l="32633" r="57230" t="0"/>
          <a:stretch/>
        </p:blipFill>
        <p:spPr>
          <a:xfrm>
            <a:off x="4981006" y="2445750"/>
            <a:ext cx="173925" cy="468600"/>
          </a:xfrm>
          <a:prstGeom prst="rect">
            <a:avLst/>
          </a:prstGeom>
          <a:noFill/>
          <a:ln>
            <a:noFill/>
          </a:ln>
        </p:spPr>
      </p:pic>
      <p:pic>
        <p:nvPicPr>
          <p:cNvPr descr="&lt;math xmlns=&quot;http://www.w3.org/1998/Math/MathML&quot; display=&quot;block&quot; data-is-equatio=&quot;1&quot; data-latex=&quot;\frac{75}{50}=\frac{3}{2}\ \ \ \ \frac{50}{75}=\frac{2}{3}&quot;&gt;&lt;mfrac&gt;&lt;mn&gt;75&lt;/mn&gt;&lt;mn&gt;50&lt;/mn&gt;&lt;/mfrac&gt;&lt;mo&gt;=&lt;/mo&gt;&lt;mfrac&gt;&lt;mn&gt;3&lt;/mn&gt;&lt;mn&gt;2&lt;/mn&gt;&lt;/mfrac&gt;&lt;mtext&gt;&lt;/mtext&gt;&lt;mtext&gt;&lt;/mtext&gt;&lt;mtext&gt;&lt;/mtext&gt;&lt;mtext&gt;&lt;/mtext&gt;&lt;mfrac&gt;&lt;mn&gt;50&lt;/mn&gt;&lt;mn&gt;75&lt;/mn&gt;&lt;/mfrac&gt;&lt;mo&gt;=&lt;/mo&gt;&lt;mfrac&gt;&lt;mn&gt;2&lt;/mn&gt;&lt;mn&gt;3&lt;/mn&gt;&lt;/mfrac&gt;&lt;/math&gt;" id="1604" name="Google Shape;1604;p135" title="75 over 50 equals three halves 50 over 75 equals two thirds"/>
          <p:cNvPicPr preferRelativeResize="0"/>
          <p:nvPr/>
        </p:nvPicPr>
        <p:blipFill rotWithShape="1">
          <a:blip r:embed="rId3">
            <a:alphaModFix/>
          </a:blip>
          <a:srcRect b="0" l="87644" r="-5951" t="0"/>
          <a:stretch/>
        </p:blipFill>
        <p:spPr>
          <a:xfrm>
            <a:off x="4940368" y="3028137"/>
            <a:ext cx="314125" cy="468600"/>
          </a:xfrm>
          <a:prstGeom prst="rect">
            <a:avLst/>
          </a:prstGeom>
          <a:noFill/>
          <a:ln>
            <a:noFill/>
          </a:ln>
        </p:spPr>
      </p:pic>
      <p:pic>
        <p:nvPicPr>
          <p:cNvPr descr="&lt;math xmlns=&quot;http://www.w3.org/1998/Math/MathML&quot; display=&quot;block&quot; data-is-equatio=&quot;1&quot; data-latex=&quot;\frac{1}{2}\ \ \frac{1}{4}&quot;&gt;&lt;mfrac&gt;&lt;mn&gt;1&lt;/mn&gt;&lt;mn&gt;2&lt;/mn&gt;&lt;/mfrac&gt;&lt;mtext&gt;&lt;/mtext&gt;&lt;mtext&gt;&lt;/mtext&gt;&lt;mfrac&gt;&lt;mn&gt;1&lt;/mn&gt;&lt;mn&gt;4&lt;/mn&gt;&lt;/mfrac&gt;&lt;/math&gt;" id="1605" name="Google Shape;1605;p135" title="one half one fourth"/>
          <p:cNvPicPr preferRelativeResize="0"/>
          <p:nvPr/>
        </p:nvPicPr>
        <p:blipFill rotWithShape="1">
          <a:blip r:embed="rId4">
            <a:alphaModFix/>
          </a:blip>
          <a:srcRect b="0" l="0" r="48686" t="0"/>
          <a:stretch/>
        </p:blipFill>
        <p:spPr>
          <a:xfrm>
            <a:off x="7539846" y="1880033"/>
            <a:ext cx="231675" cy="468600"/>
          </a:xfrm>
          <a:prstGeom prst="rect">
            <a:avLst/>
          </a:prstGeom>
          <a:noFill/>
          <a:ln>
            <a:noFill/>
          </a:ln>
        </p:spPr>
      </p:pic>
      <p:sp>
        <p:nvSpPr>
          <p:cNvPr id="1606" name="Google Shape;1606;p135"/>
          <p:cNvSpPr txBox="1"/>
          <p:nvPr/>
        </p:nvSpPr>
        <p:spPr>
          <a:xfrm>
            <a:off x="1189769" y="4171000"/>
            <a:ext cx="438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5</a:t>
            </a:r>
            <a:endParaRPr>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0" name="Shape 1610"/>
        <p:cNvGrpSpPr/>
        <p:nvPr/>
      </p:nvGrpSpPr>
      <p:grpSpPr>
        <a:xfrm>
          <a:off x="0" y="0"/>
          <a:ext cx="0" cy="0"/>
          <a:chOff x="0" y="0"/>
          <a:chExt cx="0" cy="0"/>
        </a:xfrm>
      </p:grpSpPr>
      <p:sp>
        <p:nvSpPr>
          <p:cNvPr id="1611" name="Google Shape;1611;p136"/>
          <p:cNvSpPr txBox="1"/>
          <p:nvPr>
            <p:ph idx="1" type="body"/>
          </p:nvPr>
        </p:nvSpPr>
        <p:spPr>
          <a:xfrm>
            <a:off x="324000" y="987900"/>
            <a:ext cx="8516400" cy="468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Jun and Izzy look at the ratio table and multipliers and identify a ratio.</a:t>
            </a:r>
            <a:endParaRPr sz="1900"/>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612" name="Google Shape;1612;p13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as ratios</a:t>
            </a:r>
            <a:endParaRPr/>
          </a:p>
        </p:txBody>
      </p:sp>
      <p:sp>
        <p:nvSpPr>
          <p:cNvPr id="1613" name="Google Shape;1613;p136"/>
          <p:cNvSpPr txBox="1"/>
          <p:nvPr/>
        </p:nvSpPr>
        <p:spPr>
          <a:xfrm>
            <a:off x="4924425" y="1513882"/>
            <a:ext cx="3024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Eggs × ……… = Sugar</a:t>
            </a:r>
            <a:endParaRPr/>
          </a:p>
        </p:txBody>
      </p:sp>
      <p:sp>
        <p:nvSpPr>
          <p:cNvPr id="1614" name="Google Shape;1614;p136"/>
          <p:cNvSpPr txBox="1"/>
          <p:nvPr/>
        </p:nvSpPr>
        <p:spPr>
          <a:xfrm>
            <a:off x="4924425" y="2047282"/>
            <a:ext cx="3024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Sugar × ……… = Eggs</a:t>
            </a:r>
            <a:endParaRPr/>
          </a:p>
        </p:txBody>
      </p:sp>
      <p:sp>
        <p:nvSpPr>
          <p:cNvPr id="1615" name="Google Shape;1615;p136"/>
          <p:cNvSpPr txBox="1"/>
          <p:nvPr/>
        </p:nvSpPr>
        <p:spPr>
          <a:xfrm>
            <a:off x="6065475" y="1381720"/>
            <a:ext cx="438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2</a:t>
            </a:r>
            <a:endParaRPr>
              <a:latin typeface="Kalam"/>
              <a:ea typeface="Kalam"/>
              <a:cs typeface="Kalam"/>
              <a:sym typeface="Kalam"/>
            </a:endParaRPr>
          </a:p>
        </p:txBody>
      </p:sp>
      <p:pic>
        <p:nvPicPr>
          <p:cNvPr descr="&lt;math xmlns=&quot;http://www.w3.org/1998/Math/MathML&quot; display=&quot;block&quot; data-is-equatio=&quot;1&quot; data-latex=&quot;\frac{1}{2}\ \ \frac{1}{4}&quot;&gt;&lt;mfrac&gt;&lt;mn&gt;1&lt;/mn&gt;&lt;mn&gt;2&lt;/mn&gt;&lt;/mfrac&gt;&lt;mtext&gt;&lt;/mtext&gt;&lt;mtext&gt;&lt;/mtext&gt;&lt;mfrac&gt;&lt;mn&gt;1&lt;/mn&gt;&lt;mn&gt;4&lt;/mn&gt;&lt;/mfrac&gt;&lt;/math&gt;" id="1616" name="Google Shape;1616;p136" title="one half one fourth"/>
          <p:cNvPicPr preferRelativeResize="0"/>
          <p:nvPr/>
        </p:nvPicPr>
        <p:blipFill rotWithShape="1">
          <a:blip r:embed="rId3">
            <a:alphaModFix/>
          </a:blip>
          <a:srcRect b="0" l="0" r="48686" t="0"/>
          <a:stretch/>
        </p:blipFill>
        <p:spPr>
          <a:xfrm>
            <a:off x="6280096" y="1888340"/>
            <a:ext cx="231675" cy="468600"/>
          </a:xfrm>
          <a:prstGeom prst="rect">
            <a:avLst/>
          </a:prstGeom>
          <a:noFill/>
          <a:ln>
            <a:noFill/>
          </a:ln>
        </p:spPr>
      </p:pic>
      <p:pic>
        <p:nvPicPr>
          <p:cNvPr id="1617" name="Google Shape;1617;p136"/>
          <p:cNvPicPr preferRelativeResize="0"/>
          <p:nvPr/>
        </p:nvPicPr>
        <p:blipFill>
          <a:blip r:embed="rId4">
            <a:alphaModFix/>
          </a:blip>
          <a:stretch>
            <a:fillRect/>
          </a:stretch>
        </p:blipFill>
        <p:spPr>
          <a:xfrm flipH="1">
            <a:off x="476401" y="3227561"/>
            <a:ext cx="1275448" cy="1234325"/>
          </a:xfrm>
          <a:prstGeom prst="rect">
            <a:avLst/>
          </a:prstGeom>
          <a:noFill/>
          <a:ln>
            <a:noFill/>
          </a:ln>
        </p:spPr>
      </p:pic>
      <p:pic>
        <p:nvPicPr>
          <p:cNvPr id="1618" name="Google Shape;1618;p136"/>
          <p:cNvPicPr preferRelativeResize="0"/>
          <p:nvPr/>
        </p:nvPicPr>
        <p:blipFill rotWithShape="1">
          <a:blip r:embed="rId5">
            <a:alphaModFix/>
          </a:blip>
          <a:srcRect b="0" l="0" r="69082" t="56280"/>
          <a:stretch/>
        </p:blipFill>
        <p:spPr>
          <a:xfrm flipH="1">
            <a:off x="1751850" y="2713038"/>
            <a:ext cx="2555725" cy="1523589"/>
          </a:xfrm>
          <a:prstGeom prst="rect">
            <a:avLst/>
          </a:prstGeom>
          <a:noFill/>
          <a:ln>
            <a:noFill/>
          </a:ln>
        </p:spPr>
      </p:pic>
      <p:sp>
        <p:nvSpPr>
          <p:cNvPr id="1619" name="Google Shape;1619;p136"/>
          <p:cNvSpPr txBox="1"/>
          <p:nvPr/>
        </p:nvSpPr>
        <p:spPr>
          <a:xfrm>
            <a:off x="2043338" y="2947375"/>
            <a:ext cx="2362200" cy="3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For every 1 egg, there are 2 g of sugar.</a:t>
            </a:r>
            <a:endParaRPr sz="1800">
              <a:solidFill>
                <a:schemeClr val="dk1"/>
              </a:solidFill>
              <a:latin typeface="Lexend"/>
              <a:ea typeface="Lexend"/>
              <a:cs typeface="Lexend"/>
              <a:sym typeface="Lexend"/>
            </a:endParaRPr>
          </a:p>
        </p:txBody>
      </p:sp>
      <p:pic>
        <p:nvPicPr>
          <p:cNvPr id="1620" name="Google Shape;1620;p136"/>
          <p:cNvPicPr preferRelativeResize="0"/>
          <p:nvPr/>
        </p:nvPicPr>
        <p:blipFill rotWithShape="1">
          <a:blip r:embed="rId5">
            <a:alphaModFix/>
          </a:blip>
          <a:srcRect b="0" l="0" r="69082" t="56280"/>
          <a:stretch/>
        </p:blipFill>
        <p:spPr>
          <a:xfrm>
            <a:off x="5082000" y="2724150"/>
            <a:ext cx="2555725" cy="1523574"/>
          </a:xfrm>
          <a:prstGeom prst="rect">
            <a:avLst/>
          </a:prstGeom>
          <a:noFill/>
          <a:ln>
            <a:noFill/>
          </a:ln>
        </p:spPr>
      </p:pic>
      <p:sp>
        <p:nvSpPr>
          <p:cNvPr id="1621" name="Google Shape;1621;p136"/>
          <p:cNvSpPr txBox="1"/>
          <p:nvPr/>
        </p:nvSpPr>
        <p:spPr>
          <a:xfrm>
            <a:off x="5243738" y="2871175"/>
            <a:ext cx="2362200" cy="3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For every 1 g of sugar, there is half (0.5) an egg.</a:t>
            </a:r>
            <a:endParaRPr sz="1800">
              <a:solidFill>
                <a:schemeClr val="dk1"/>
              </a:solidFill>
              <a:latin typeface="Lexend"/>
              <a:ea typeface="Lexend"/>
              <a:cs typeface="Lexend"/>
              <a:sym typeface="Lexend"/>
            </a:endParaRPr>
          </a:p>
        </p:txBody>
      </p:sp>
      <p:pic>
        <p:nvPicPr>
          <p:cNvPr id="1622" name="Google Shape;1622;p136"/>
          <p:cNvPicPr preferRelativeResize="0"/>
          <p:nvPr/>
        </p:nvPicPr>
        <p:blipFill>
          <a:blip r:embed="rId6">
            <a:alphaModFix/>
          </a:blip>
          <a:stretch>
            <a:fillRect/>
          </a:stretch>
        </p:blipFill>
        <p:spPr>
          <a:xfrm flipH="1">
            <a:off x="7637726" y="3265374"/>
            <a:ext cx="814624" cy="1018700"/>
          </a:xfrm>
          <a:prstGeom prst="rect">
            <a:avLst/>
          </a:prstGeom>
          <a:noFill/>
          <a:ln>
            <a:noFill/>
          </a:ln>
        </p:spPr>
      </p:pic>
      <p:sp>
        <p:nvSpPr>
          <p:cNvPr id="1623" name="Google Shape;1623;p136"/>
          <p:cNvSpPr txBox="1"/>
          <p:nvPr>
            <p:ph idx="1" type="body"/>
          </p:nvPr>
        </p:nvSpPr>
        <p:spPr>
          <a:xfrm>
            <a:off x="400200" y="4493100"/>
            <a:ext cx="2138400" cy="468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Who is correct?</a:t>
            </a:r>
            <a:endParaRPr sz="1900"/>
          </a:p>
        </p:txBody>
      </p:sp>
      <p:graphicFrame>
        <p:nvGraphicFramePr>
          <p:cNvPr id="1624" name="Google Shape;1624;p136"/>
          <p:cNvGraphicFramePr/>
          <p:nvPr/>
        </p:nvGraphicFramePr>
        <p:xfrm>
          <a:off x="1487425" y="1722500"/>
          <a:ext cx="3000000" cy="3000000"/>
        </p:xfrm>
        <a:graphic>
          <a:graphicData uri="http://schemas.openxmlformats.org/drawingml/2006/table">
            <a:tbl>
              <a:tblPr>
                <a:noFill/>
                <a:tableStyleId>{B9391551-2877-4EA5-9AC9-840A8582D54C}</a:tableStyleId>
              </a:tblPr>
              <a:tblGrid>
                <a:gridCol w="1394125"/>
                <a:gridCol w="1394125"/>
              </a:tblGrid>
              <a:tr h="4245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Eggs</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Sugar (g)</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r>
              <a:tr h="424575">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625" name="Google Shape;1625;p136"/>
          <p:cNvSpPr txBox="1"/>
          <p:nvPr>
            <p:ph idx="1" type="body"/>
          </p:nvPr>
        </p:nvSpPr>
        <p:spPr>
          <a:xfrm>
            <a:off x="2457600" y="4493100"/>
            <a:ext cx="2138400" cy="468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latin typeface="Kalam"/>
                <a:ea typeface="Kalam"/>
                <a:cs typeface="Kalam"/>
                <a:sym typeface="Kalam"/>
              </a:rPr>
              <a:t>Both are correct!</a:t>
            </a:r>
            <a:endParaRPr sz="1900">
              <a:latin typeface="Kalam"/>
              <a:ea typeface="Kalam"/>
              <a:cs typeface="Kalam"/>
              <a:sym typeface="Kalam"/>
            </a:endParaRPr>
          </a:p>
        </p:txBody>
      </p:sp>
      <p:pic>
        <p:nvPicPr>
          <p:cNvPr id="1626" name="Google Shape;1626;p136"/>
          <p:cNvPicPr preferRelativeResize="0"/>
          <p:nvPr/>
        </p:nvPicPr>
        <p:blipFill>
          <a:blip r:embed="rId7">
            <a:alphaModFix/>
          </a:blip>
          <a:stretch>
            <a:fillRect/>
          </a:stretch>
        </p:blipFill>
        <p:spPr>
          <a:xfrm>
            <a:off x="3736058" y="3565175"/>
            <a:ext cx="396000" cy="419100"/>
          </a:xfrm>
          <a:prstGeom prst="rect">
            <a:avLst/>
          </a:prstGeom>
          <a:noFill/>
          <a:ln>
            <a:noFill/>
          </a:ln>
        </p:spPr>
      </p:pic>
      <p:pic>
        <p:nvPicPr>
          <p:cNvPr id="1627" name="Google Shape;1627;p136"/>
          <p:cNvPicPr preferRelativeResize="0"/>
          <p:nvPr/>
        </p:nvPicPr>
        <p:blipFill>
          <a:blip r:embed="rId7">
            <a:alphaModFix/>
          </a:blip>
          <a:stretch>
            <a:fillRect/>
          </a:stretch>
        </p:blipFill>
        <p:spPr>
          <a:xfrm>
            <a:off x="6955483" y="3566075"/>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1" name="Shape 1631"/>
        <p:cNvGrpSpPr/>
        <p:nvPr/>
      </p:nvGrpSpPr>
      <p:grpSpPr>
        <a:xfrm>
          <a:off x="0" y="0"/>
          <a:ext cx="0" cy="0"/>
          <a:chOff x="0" y="0"/>
          <a:chExt cx="0" cy="0"/>
        </a:xfrm>
      </p:grpSpPr>
      <p:sp>
        <p:nvSpPr>
          <p:cNvPr id="1632" name="Google Shape;1632;p13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as ratios</a:t>
            </a:r>
            <a:endParaRPr/>
          </a:p>
        </p:txBody>
      </p:sp>
      <p:sp>
        <p:nvSpPr>
          <p:cNvPr id="1633" name="Google Shape;1633;p137"/>
          <p:cNvSpPr txBox="1"/>
          <p:nvPr/>
        </p:nvSpPr>
        <p:spPr>
          <a:xfrm>
            <a:off x="324000" y="699000"/>
            <a:ext cx="8303700" cy="713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900">
                <a:latin typeface="Lexend"/>
                <a:ea typeface="Lexend"/>
                <a:cs typeface="Lexend"/>
                <a:sym typeface="Lexend"/>
              </a:rPr>
              <a:t>Remember, because there are lots of multiplicative relationships which can be formed, it can mean there can be different approaches to how a question can be answered.</a:t>
            </a:r>
            <a:endParaRPr sz="1900">
              <a:latin typeface="Lexend"/>
              <a:ea typeface="Lexend"/>
              <a:cs typeface="Lexend"/>
              <a:sym typeface="Lexend"/>
            </a:endParaRPr>
          </a:p>
        </p:txBody>
      </p:sp>
      <p:sp>
        <p:nvSpPr>
          <p:cNvPr id="1634" name="Google Shape;1634;p137"/>
          <p:cNvSpPr txBox="1"/>
          <p:nvPr/>
        </p:nvSpPr>
        <p:spPr>
          <a:xfrm>
            <a:off x="4924425" y="1513882"/>
            <a:ext cx="3024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Eggs × ……… = Sugar</a:t>
            </a:r>
            <a:endParaRPr/>
          </a:p>
        </p:txBody>
      </p:sp>
      <p:sp>
        <p:nvSpPr>
          <p:cNvPr id="1635" name="Google Shape;1635;p137"/>
          <p:cNvSpPr txBox="1"/>
          <p:nvPr/>
        </p:nvSpPr>
        <p:spPr>
          <a:xfrm>
            <a:off x="4924425" y="2047282"/>
            <a:ext cx="3024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Sugar × ……… = Eggs</a:t>
            </a:r>
            <a:endParaRPr/>
          </a:p>
        </p:txBody>
      </p:sp>
      <p:sp>
        <p:nvSpPr>
          <p:cNvPr id="1636" name="Google Shape;1636;p137"/>
          <p:cNvSpPr txBox="1"/>
          <p:nvPr/>
        </p:nvSpPr>
        <p:spPr>
          <a:xfrm>
            <a:off x="6065475" y="1381720"/>
            <a:ext cx="438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2</a:t>
            </a:r>
            <a:endParaRPr>
              <a:latin typeface="Kalam"/>
              <a:ea typeface="Kalam"/>
              <a:cs typeface="Kalam"/>
              <a:sym typeface="Kalam"/>
            </a:endParaRPr>
          </a:p>
        </p:txBody>
      </p:sp>
      <p:pic>
        <p:nvPicPr>
          <p:cNvPr descr="&lt;math xmlns=&quot;http://www.w3.org/1998/Math/MathML&quot; display=&quot;block&quot; data-is-equatio=&quot;1&quot; data-latex=&quot;\frac{1}{2}\ \ \frac{1}{4}&quot;&gt;&lt;mfrac&gt;&lt;mn&gt;1&lt;/mn&gt;&lt;mn&gt;2&lt;/mn&gt;&lt;/mfrac&gt;&lt;mtext&gt;&lt;/mtext&gt;&lt;mtext&gt;&lt;/mtext&gt;&lt;mfrac&gt;&lt;mn&gt;1&lt;/mn&gt;&lt;mn&gt;4&lt;/mn&gt;&lt;/mfrac&gt;&lt;/math&gt;" id="1637" name="Google Shape;1637;p137" title="one half one fourth"/>
          <p:cNvPicPr preferRelativeResize="0"/>
          <p:nvPr/>
        </p:nvPicPr>
        <p:blipFill rotWithShape="1">
          <a:blip r:embed="rId3">
            <a:alphaModFix/>
          </a:blip>
          <a:srcRect b="0" l="0" r="48686" t="0"/>
          <a:stretch/>
        </p:blipFill>
        <p:spPr>
          <a:xfrm>
            <a:off x="6280096" y="1888340"/>
            <a:ext cx="231675" cy="468600"/>
          </a:xfrm>
          <a:prstGeom prst="rect">
            <a:avLst/>
          </a:prstGeom>
          <a:noFill/>
          <a:ln>
            <a:noFill/>
          </a:ln>
        </p:spPr>
      </p:pic>
      <p:pic>
        <p:nvPicPr>
          <p:cNvPr id="1638" name="Google Shape;1638;p137"/>
          <p:cNvPicPr preferRelativeResize="0"/>
          <p:nvPr/>
        </p:nvPicPr>
        <p:blipFill>
          <a:blip r:embed="rId4">
            <a:alphaModFix/>
          </a:blip>
          <a:stretch>
            <a:fillRect/>
          </a:stretch>
        </p:blipFill>
        <p:spPr>
          <a:xfrm flipH="1">
            <a:off x="476401" y="3227561"/>
            <a:ext cx="1275448" cy="1234325"/>
          </a:xfrm>
          <a:prstGeom prst="rect">
            <a:avLst/>
          </a:prstGeom>
          <a:noFill/>
          <a:ln>
            <a:noFill/>
          </a:ln>
        </p:spPr>
      </p:pic>
      <p:pic>
        <p:nvPicPr>
          <p:cNvPr id="1639" name="Google Shape;1639;p137"/>
          <p:cNvPicPr preferRelativeResize="0"/>
          <p:nvPr/>
        </p:nvPicPr>
        <p:blipFill rotWithShape="1">
          <a:blip r:embed="rId5">
            <a:alphaModFix/>
          </a:blip>
          <a:srcRect b="0" l="0" r="69082" t="56280"/>
          <a:stretch/>
        </p:blipFill>
        <p:spPr>
          <a:xfrm flipH="1">
            <a:off x="1751850" y="2713038"/>
            <a:ext cx="2555725" cy="1523589"/>
          </a:xfrm>
          <a:prstGeom prst="rect">
            <a:avLst/>
          </a:prstGeom>
          <a:noFill/>
          <a:ln>
            <a:noFill/>
          </a:ln>
        </p:spPr>
      </p:pic>
      <p:sp>
        <p:nvSpPr>
          <p:cNvPr id="1640" name="Google Shape;1640;p137"/>
          <p:cNvSpPr txBox="1"/>
          <p:nvPr/>
        </p:nvSpPr>
        <p:spPr>
          <a:xfrm>
            <a:off x="2043338" y="2947375"/>
            <a:ext cx="2362200" cy="3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For every 1 egg, there are 2 g of sugar.</a:t>
            </a:r>
            <a:endParaRPr sz="1800">
              <a:solidFill>
                <a:schemeClr val="dk1"/>
              </a:solidFill>
              <a:latin typeface="Lexend"/>
              <a:ea typeface="Lexend"/>
              <a:cs typeface="Lexend"/>
              <a:sym typeface="Lexend"/>
            </a:endParaRPr>
          </a:p>
        </p:txBody>
      </p:sp>
      <p:pic>
        <p:nvPicPr>
          <p:cNvPr id="1641" name="Google Shape;1641;p137"/>
          <p:cNvPicPr preferRelativeResize="0"/>
          <p:nvPr/>
        </p:nvPicPr>
        <p:blipFill rotWithShape="1">
          <a:blip r:embed="rId5">
            <a:alphaModFix/>
          </a:blip>
          <a:srcRect b="0" l="0" r="69082" t="56280"/>
          <a:stretch/>
        </p:blipFill>
        <p:spPr>
          <a:xfrm>
            <a:off x="5082000" y="2724150"/>
            <a:ext cx="2555725" cy="1523574"/>
          </a:xfrm>
          <a:prstGeom prst="rect">
            <a:avLst/>
          </a:prstGeom>
          <a:noFill/>
          <a:ln>
            <a:noFill/>
          </a:ln>
        </p:spPr>
      </p:pic>
      <p:sp>
        <p:nvSpPr>
          <p:cNvPr id="1642" name="Google Shape;1642;p137"/>
          <p:cNvSpPr txBox="1"/>
          <p:nvPr/>
        </p:nvSpPr>
        <p:spPr>
          <a:xfrm>
            <a:off x="5243738" y="2871175"/>
            <a:ext cx="2362200" cy="3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For every 1 g of sugar, there is half (0.5) an egg.</a:t>
            </a:r>
            <a:endParaRPr sz="1800">
              <a:solidFill>
                <a:schemeClr val="dk1"/>
              </a:solidFill>
              <a:latin typeface="Lexend"/>
              <a:ea typeface="Lexend"/>
              <a:cs typeface="Lexend"/>
              <a:sym typeface="Lexend"/>
            </a:endParaRPr>
          </a:p>
        </p:txBody>
      </p:sp>
      <p:pic>
        <p:nvPicPr>
          <p:cNvPr id="1643" name="Google Shape;1643;p137"/>
          <p:cNvPicPr preferRelativeResize="0"/>
          <p:nvPr/>
        </p:nvPicPr>
        <p:blipFill>
          <a:blip r:embed="rId6">
            <a:alphaModFix/>
          </a:blip>
          <a:stretch>
            <a:fillRect/>
          </a:stretch>
        </p:blipFill>
        <p:spPr>
          <a:xfrm flipH="1">
            <a:off x="7637726" y="3265374"/>
            <a:ext cx="814624" cy="1018700"/>
          </a:xfrm>
          <a:prstGeom prst="rect">
            <a:avLst/>
          </a:prstGeom>
          <a:noFill/>
          <a:ln>
            <a:noFill/>
          </a:ln>
        </p:spPr>
      </p:pic>
      <p:sp>
        <p:nvSpPr>
          <p:cNvPr id="1644" name="Google Shape;1644;p137"/>
          <p:cNvSpPr txBox="1"/>
          <p:nvPr>
            <p:ph idx="1" type="body"/>
          </p:nvPr>
        </p:nvSpPr>
        <p:spPr>
          <a:xfrm>
            <a:off x="400200" y="4493100"/>
            <a:ext cx="2138400" cy="468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Who is correct?</a:t>
            </a:r>
            <a:endParaRPr sz="1900"/>
          </a:p>
        </p:txBody>
      </p:sp>
      <p:graphicFrame>
        <p:nvGraphicFramePr>
          <p:cNvPr id="1645" name="Google Shape;1645;p137"/>
          <p:cNvGraphicFramePr/>
          <p:nvPr/>
        </p:nvGraphicFramePr>
        <p:xfrm>
          <a:off x="1487425" y="1722500"/>
          <a:ext cx="3000000" cy="3000000"/>
        </p:xfrm>
        <a:graphic>
          <a:graphicData uri="http://schemas.openxmlformats.org/drawingml/2006/table">
            <a:tbl>
              <a:tblPr>
                <a:noFill/>
                <a:tableStyleId>{B9391551-2877-4EA5-9AC9-840A8582D54C}</a:tableStyleId>
              </a:tblPr>
              <a:tblGrid>
                <a:gridCol w="1394125"/>
                <a:gridCol w="1394125"/>
              </a:tblGrid>
              <a:tr h="4245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Eggs</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Sugar (g)</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r>
              <a:tr h="424575">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646" name="Google Shape;1646;p137"/>
          <p:cNvSpPr txBox="1"/>
          <p:nvPr>
            <p:ph idx="1" type="body"/>
          </p:nvPr>
        </p:nvSpPr>
        <p:spPr>
          <a:xfrm>
            <a:off x="2457600" y="4493100"/>
            <a:ext cx="2138400" cy="468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latin typeface="Kalam"/>
                <a:ea typeface="Kalam"/>
                <a:cs typeface="Kalam"/>
                <a:sym typeface="Kalam"/>
              </a:rPr>
              <a:t>Both are correct!</a:t>
            </a:r>
            <a:endParaRPr sz="1900">
              <a:latin typeface="Kalam"/>
              <a:ea typeface="Kalam"/>
              <a:cs typeface="Kalam"/>
              <a:sym typeface="Kalam"/>
            </a:endParaRPr>
          </a:p>
        </p:txBody>
      </p:sp>
      <p:pic>
        <p:nvPicPr>
          <p:cNvPr id="1647" name="Google Shape;1647;p137"/>
          <p:cNvPicPr preferRelativeResize="0"/>
          <p:nvPr/>
        </p:nvPicPr>
        <p:blipFill>
          <a:blip r:embed="rId7">
            <a:alphaModFix/>
          </a:blip>
          <a:stretch>
            <a:fillRect/>
          </a:stretch>
        </p:blipFill>
        <p:spPr>
          <a:xfrm>
            <a:off x="3736058" y="3565175"/>
            <a:ext cx="396000" cy="419100"/>
          </a:xfrm>
          <a:prstGeom prst="rect">
            <a:avLst/>
          </a:prstGeom>
          <a:noFill/>
          <a:ln>
            <a:noFill/>
          </a:ln>
        </p:spPr>
      </p:pic>
      <p:pic>
        <p:nvPicPr>
          <p:cNvPr id="1648" name="Google Shape;1648;p137"/>
          <p:cNvPicPr preferRelativeResize="0"/>
          <p:nvPr/>
        </p:nvPicPr>
        <p:blipFill>
          <a:blip r:embed="rId7">
            <a:alphaModFix/>
          </a:blip>
          <a:stretch>
            <a:fillRect/>
          </a:stretch>
        </p:blipFill>
        <p:spPr>
          <a:xfrm>
            <a:off x="6955483" y="3566075"/>
            <a:ext cx="396000" cy="419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2" name="Shape 1652"/>
        <p:cNvGrpSpPr/>
        <p:nvPr/>
      </p:nvGrpSpPr>
      <p:grpSpPr>
        <a:xfrm>
          <a:off x="0" y="0"/>
          <a:ext cx="0" cy="0"/>
          <a:chOff x="0" y="0"/>
          <a:chExt cx="0" cy="0"/>
        </a:xfrm>
      </p:grpSpPr>
      <p:pic>
        <p:nvPicPr>
          <p:cNvPr id="1653" name="Google Shape;1653;p138"/>
          <p:cNvPicPr preferRelativeResize="0"/>
          <p:nvPr/>
        </p:nvPicPr>
        <p:blipFill rotWithShape="1">
          <a:blip r:embed="rId3">
            <a:alphaModFix/>
          </a:blip>
          <a:srcRect b="0" l="0" r="69082" t="56280"/>
          <a:stretch/>
        </p:blipFill>
        <p:spPr>
          <a:xfrm flipH="1">
            <a:off x="1751850" y="2484438"/>
            <a:ext cx="2555725" cy="1523589"/>
          </a:xfrm>
          <a:prstGeom prst="rect">
            <a:avLst/>
          </a:prstGeom>
          <a:noFill/>
          <a:ln>
            <a:noFill/>
          </a:ln>
        </p:spPr>
      </p:pic>
      <p:sp>
        <p:nvSpPr>
          <p:cNvPr id="1654" name="Google Shape;1654;p138"/>
          <p:cNvSpPr/>
          <p:nvPr/>
        </p:nvSpPr>
        <p:spPr>
          <a:xfrm>
            <a:off x="1928843" y="2647950"/>
            <a:ext cx="2271300" cy="1130100"/>
          </a:xfrm>
          <a:prstGeom prst="wedgeRectCallout">
            <a:avLst>
              <a:gd fmla="val -27085" name="adj1"/>
              <a:gd fmla="val 52482" name="adj2"/>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55" name="Google Shape;1655;p13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as ratios</a:t>
            </a:r>
            <a:endParaRPr/>
          </a:p>
        </p:txBody>
      </p:sp>
      <p:pic>
        <p:nvPicPr>
          <p:cNvPr id="1656" name="Google Shape;1656;p138"/>
          <p:cNvPicPr preferRelativeResize="0"/>
          <p:nvPr/>
        </p:nvPicPr>
        <p:blipFill>
          <a:blip r:embed="rId4">
            <a:alphaModFix/>
          </a:blip>
          <a:stretch>
            <a:fillRect/>
          </a:stretch>
        </p:blipFill>
        <p:spPr>
          <a:xfrm flipH="1">
            <a:off x="476401" y="2998961"/>
            <a:ext cx="1275448" cy="1234325"/>
          </a:xfrm>
          <a:prstGeom prst="rect">
            <a:avLst/>
          </a:prstGeom>
          <a:noFill/>
          <a:ln>
            <a:noFill/>
          </a:ln>
        </p:spPr>
      </p:pic>
      <p:sp>
        <p:nvSpPr>
          <p:cNvPr id="1657" name="Google Shape;1657;p138"/>
          <p:cNvSpPr txBox="1"/>
          <p:nvPr/>
        </p:nvSpPr>
        <p:spPr>
          <a:xfrm>
            <a:off x="2043338" y="2718775"/>
            <a:ext cx="2362200" cy="3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For every 1 egg, there are 2 g of sugar.</a:t>
            </a:r>
            <a:endParaRPr sz="1800">
              <a:solidFill>
                <a:schemeClr val="dk1"/>
              </a:solidFill>
              <a:latin typeface="Lexend"/>
              <a:ea typeface="Lexend"/>
              <a:cs typeface="Lexend"/>
              <a:sym typeface="Lexend"/>
            </a:endParaRPr>
          </a:p>
        </p:txBody>
      </p:sp>
      <p:graphicFrame>
        <p:nvGraphicFramePr>
          <p:cNvPr id="1658" name="Google Shape;1658;p138"/>
          <p:cNvGraphicFramePr/>
          <p:nvPr/>
        </p:nvGraphicFramePr>
        <p:xfrm>
          <a:off x="1487425" y="1951100"/>
          <a:ext cx="3000000" cy="3000000"/>
        </p:xfrm>
        <a:graphic>
          <a:graphicData uri="http://schemas.openxmlformats.org/drawingml/2006/table">
            <a:tbl>
              <a:tblPr>
                <a:noFill/>
                <a:tableStyleId>{B9391551-2877-4EA5-9AC9-840A8582D54C}</a:tableStyleId>
              </a:tblPr>
              <a:tblGrid>
                <a:gridCol w="1394125"/>
                <a:gridCol w="1394125"/>
              </a:tblGrid>
              <a:tr h="424575">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pic>
        <p:nvPicPr>
          <p:cNvPr id="1659" name="Google Shape;1659;p138"/>
          <p:cNvPicPr preferRelativeResize="0"/>
          <p:nvPr/>
        </p:nvPicPr>
        <p:blipFill>
          <a:blip r:embed="rId5">
            <a:alphaModFix/>
          </a:blip>
          <a:stretch>
            <a:fillRect/>
          </a:stretch>
        </p:blipFill>
        <p:spPr>
          <a:xfrm>
            <a:off x="3736058" y="3336575"/>
            <a:ext cx="396000" cy="419100"/>
          </a:xfrm>
          <a:prstGeom prst="rect">
            <a:avLst/>
          </a:prstGeom>
          <a:noFill/>
          <a:ln>
            <a:noFill/>
          </a:ln>
        </p:spPr>
      </p:pic>
      <p:sp>
        <p:nvSpPr>
          <p:cNvPr id="1660" name="Google Shape;1660;p138"/>
          <p:cNvSpPr/>
          <p:nvPr/>
        </p:nvSpPr>
        <p:spPr>
          <a:xfrm>
            <a:off x="1227152" y="1606350"/>
            <a:ext cx="259675" cy="522650"/>
          </a:xfrm>
          <a:custGeom>
            <a:rect b="b" l="l" r="r" t="t"/>
            <a:pathLst>
              <a:path extrusionOk="0" h="20906" w="10387">
                <a:moveTo>
                  <a:pt x="10387" y="0"/>
                </a:moveTo>
                <a:cubicBezTo>
                  <a:pt x="4584" y="1452"/>
                  <a:pt x="-1668" y="9331"/>
                  <a:pt x="432" y="14933"/>
                </a:cubicBezTo>
                <a:cubicBezTo>
                  <a:pt x="1757" y="18468"/>
                  <a:pt x="7385" y="18236"/>
                  <a:pt x="10055" y="20906"/>
                </a:cubicBezTo>
              </a:path>
            </a:pathLst>
          </a:custGeom>
          <a:noFill/>
          <a:ln cap="flat" cmpd="sng" w="28575">
            <a:solidFill>
              <a:schemeClr val="accent4"/>
            </a:solidFill>
            <a:prstDash val="solid"/>
            <a:round/>
            <a:headEnd len="med" w="med" type="none"/>
            <a:tailEnd len="med" w="med" type="triangle"/>
          </a:ln>
        </p:spPr>
      </p:sp>
      <p:sp>
        <p:nvSpPr>
          <p:cNvPr id="1661" name="Google Shape;1661;p138"/>
          <p:cNvSpPr txBox="1"/>
          <p:nvPr/>
        </p:nvSpPr>
        <p:spPr>
          <a:xfrm>
            <a:off x="4924425" y="1513882"/>
            <a:ext cx="3024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Eggs × ……… = Sugar</a:t>
            </a:r>
            <a:endParaRPr/>
          </a:p>
        </p:txBody>
      </p:sp>
      <p:sp>
        <p:nvSpPr>
          <p:cNvPr id="1662" name="Google Shape;1662;p138"/>
          <p:cNvSpPr txBox="1"/>
          <p:nvPr/>
        </p:nvSpPr>
        <p:spPr>
          <a:xfrm>
            <a:off x="4924425" y="2047282"/>
            <a:ext cx="3024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Sugar × ……… = Eggs</a:t>
            </a:r>
            <a:endParaRPr/>
          </a:p>
        </p:txBody>
      </p:sp>
      <p:pic>
        <p:nvPicPr>
          <p:cNvPr descr="&lt;math xmlns=&quot;http://www.w3.org/1998/Math/MathML&quot; display=&quot;block&quot; data-is-equatio=&quot;1&quot; data-latex=&quot;\frac{1}{2}\ \ \frac{1}{4}&quot;&gt;&lt;mfrac&gt;&lt;mn&gt;1&lt;/mn&gt;&lt;mn&gt;2&lt;/mn&gt;&lt;/mfrac&gt;&lt;mtext&gt;&lt;/mtext&gt;&lt;mtext&gt;&lt;/mtext&gt;&lt;mfrac&gt;&lt;mn&gt;1&lt;/mn&gt;&lt;mn&gt;4&lt;/mn&gt;&lt;/mfrac&gt;&lt;/math&gt;" id="1663" name="Google Shape;1663;p138" title="one half one fourth"/>
          <p:cNvPicPr preferRelativeResize="0"/>
          <p:nvPr/>
        </p:nvPicPr>
        <p:blipFill rotWithShape="1">
          <a:blip r:embed="rId6">
            <a:alphaModFix/>
          </a:blip>
          <a:srcRect b="0" l="0" r="48686" t="0"/>
          <a:stretch/>
        </p:blipFill>
        <p:spPr>
          <a:xfrm>
            <a:off x="6280096" y="1888340"/>
            <a:ext cx="231675" cy="468600"/>
          </a:xfrm>
          <a:prstGeom prst="rect">
            <a:avLst/>
          </a:prstGeom>
          <a:noFill/>
          <a:ln>
            <a:noFill/>
          </a:ln>
        </p:spPr>
      </p:pic>
      <p:graphicFrame>
        <p:nvGraphicFramePr>
          <p:cNvPr id="1664" name="Google Shape;1664;p138"/>
          <p:cNvGraphicFramePr/>
          <p:nvPr/>
        </p:nvGraphicFramePr>
        <p:xfrm>
          <a:off x="1487425" y="1036700"/>
          <a:ext cx="3000000" cy="3000000"/>
        </p:xfrm>
        <a:graphic>
          <a:graphicData uri="http://schemas.openxmlformats.org/drawingml/2006/table">
            <a:tbl>
              <a:tblPr>
                <a:noFill/>
                <a:tableStyleId>{B9391551-2877-4EA5-9AC9-840A8582D54C}</a:tableStyleId>
              </a:tblPr>
              <a:tblGrid>
                <a:gridCol w="1394125"/>
                <a:gridCol w="1394125"/>
              </a:tblGrid>
              <a:tr h="4245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Eggs</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Sugar (g)</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r>
              <a:tr h="424575">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665" name="Google Shape;1665;p138"/>
          <p:cNvSpPr txBox="1"/>
          <p:nvPr/>
        </p:nvSpPr>
        <p:spPr>
          <a:xfrm>
            <a:off x="6065475" y="1381720"/>
            <a:ext cx="438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2</a:t>
            </a:r>
            <a:endParaRPr>
              <a:latin typeface="Kalam"/>
              <a:ea typeface="Kalam"/>
              <a:cs typeface="Kalam"/>
              <a:sym typeface="Kalam"/>
            </a:endParaRPr>
          </a:p>
        </p:txBody>
      </p:sp>
      <p:sp>
        <p:nvSpPr>
          <p:cNvPr id="1666" name="Google Shape;1666;p138"/>
          <p:cNvSpPr txBox="1"/>
          <p:nvPr/>
        </p:nvSpPr>
        <p:spPr>
          <a:xfrm>
            <a:off x="799475" y="1620825"/>
            <a:ext cx="5832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÷4</a:t>
            </a:r>
            <a:endParaRPr/>
          </a:p>
        </p:txBody>
      </p:sp>
      <p:grpSp>
        <p:nvGrpSpPr>
          <p:cNvPr id="1667" name="Google Shape;1667;p138"/>
          <p:cNvGrpSpPr/>
          <p:nvPr/>
        </p:nvGrpSpPr>
        <p:grpSpPr>
          <a:xfrm>
            <a:off x="4306225" y="1544625"/>
            <a:ext cx="734050" cy="584375"/>
            <a:chOff x="4306225" y="1544625"/>
            <a:chExt cx="734050" cy="584375"/>
          </a:xfrm>
        </p:grpSpPr>
        <p:sp>
          <p:nvSpPr>
            <p:cNvPr id="1668" name="Google Shape;1668;p138"/>
            <p:cNvSpPr/>
            <p:nvPr/>
          </p:nvSpPr>
          <p:spPr>
            <a:xfrm flipH="1">
              <a:off x="4306225" y="1606350"/>
              <a:ext cx="259675" cy="522650"/>
            </a:xfrm>
            <a:custGeom>
              <a:rect b="b" l="l" r="r" t="t"/>
              <a:pathLst>
                <a:path extrusionOk="0" h="20906" w="10387">
                  <a:moveTo>
                    <a:pt x="10387" y="0"/>
                  </a:moveTo>
                  <a:cubicBezTo>
                    <a:pt x="4584" y="1452"/>
                    <a:pt x="-1668" y="9331"/>
                    <a:pt x="432" y="14933"/>
                  </a:cubicBezTo>
                  <a:cubicBezTo>
                    <a:pt x="1757" y="18468"/>
                    <a:pt x="7385" y="18236"/>
                    <a:pt x="10055" y="20906"/>
                  </a:cubicBezTo>
                </a:path>
              </a:pathLst>
            </a:custGeom>
            <a:noFill/>
            <a:ln cap="flat" cmpd="sng" w="28575">
              <a:solidFill>
                <a:schemeClr val="accent4"/>
              </a:solidFill>
              <a:prstDash val="solid"/>
              <a:round/>
              <a:headEnd len="med" w="med" type="none"/>
              <a:tailEnd len="med" w="med" type="triangle"/>
            </a:ln>
          </p:spPr>
        </p:sp>
        <p:sp>
          <p:nvSpPr>
            <p:cNvPr id="1669" name="Google Shape;1669;p138"/>
            <p:cNvSpPr txBox="1"/>
            <p:nvPr/>
          </p:nvSpPr>
          <p:spPr>
            <a:xfrm>
              <a:off x="4457075" y="1544625"/>
              <a:ext cx="5832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÷4</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3" name="Shape 1673"/>
        <p:cNvGrpSpPr/>
        <p:nvPr/>
      </p:nvGrpSpPr>
      <p:grpSpPr>
        <a:xfrm>
          <a:off x="0" y="0"/>
          <a:ext cx="0" cy="0"/>
          <a:chOff x="0" y="0"/>
          <a:chExt cx="0" cy="0"/>
        </a:xfrm>
      </p:grpSpPr>
      <p:pic>
        <p:nvPicPr>
          <p:cNvPr id="1674" name="Google Shape;1674;p139"/>
          <p:cNvPicPr preferRelativeResize="0"/>
          <p:nvPr/>
        </p:nvPicPr>
        <p:blipFill rotWithShape="1">
          <a:blip r:embed="rId3">
            <a:alphaModFix/>
          </a:blip>
          <a:srcRect b="0" l="0" r="69082" t="56280"/>
          <a:stretch/>
        </p:blipFill>
        <p:spPr>
          <a:xfrm flipH="1">
            <a:off x="1751850" y="2484438"/>
            <a:ext cx="2555725" cy="1523589"/>
          </a:xfrm>
          <a:prstGeom prst="rect">
            <a:avLst/>
          </a:prstGeom>
          <a:noFill/>
          <a:ln>
            <a:noFill/>
          </a:ln>
        </p:spPr>
      </p:pic>
      <p:sp>
        <p:nvSpPr>
          <p:cNvPr id="1675" name="Google Shape;1675;p139"/>
          <p:cNvSpPr/>
          <p:nvPr/>
        </p:nvSpPr>
        <p:spPr>
          <a:xfrm>
            <a:off x="1928843" y="2647950"/>
            <a:ext cx="2271300" cy="1130100"/>
          </a:xfrm>
          <a:prstGeom prst="wedgeRectCallout">
            <a:avLst>
              <a:gd fmla="val -27085" name="adj1"/>
              <a:gd fmla="val 52482" name="adj2"/>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1676" name="Google Shape;1676;p139"/>
          <p:cNvGraphicFramePr/>
          <p:nvPr/>
        </p:nvGraphicFramePr>
        <p:xfrm>
          <a:off x="1487425" y="1036700"/>
          <a:ext cx="3000000" cy="3000000"/>
        </p:xfrm>
        <a:graphic>
          <a:graphicData uri="http://schemas.openxmlformats.org/drawingml/2006/table">
            <a:tbl>
              <a:tblPr>
                <a:noFill/>
                <a:tableStyleId>{B9391551-2877-4EA5-9AC9-840A8582D54C}</a:tableStyleId>
              </a:tblPr>
              <a:tblGrid>
                <a:gridCol w="1394125"/>
                <a:gridCol w="1394125"/>
              </a:tblGrid>
              <a:tr h="4245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Eggs</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Sugar (g)</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r>
              <a:tr h="424575">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677" name="Google Shape;1677;p13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as ratios</a:t>
            </a:r>
            <a:endParaRPr/>
          </a:p>
        </p:txBody>
      </p:sp>
      <p:pic>
        <p:nvPicPr>
          <p:cNvPr id="1678" name="Google Shape;1678;p139"/>
          <p:cNvPicPr preferRelativeResize="0"/>
          <p:nvPr/>
        </p:nvPicPr>
        <p:blipFill>
          <a:blip r:embed="rId4">
            <a:alphaModFix/>
          </a:blip>
          <a:stretch>
            <a:fillRect/>
          </a:stretch>
        </p:blipFill>
        <p:spPr>
          <a:xfrm flipH="1">
            <a:off x="476401" y="2998961"/>
            <a:ext cx="1275448" cy="1234325"/>
          </a:xfrm>
          <a:prstGeom prst="rect">
            <a:avLst/>
          </a:prstGeom>
          <a:noFill/>
          <a:ln>
            <a:noFill/>
          </a:ln>
        </p:spPr>
      </p:pic>
      <p:sp>
        <p:nvSpPr>
          <p:cNvPr id="1679" name="Google Shape;1679;p139"/>
          <p:cNvSpPr txBox="1"/>
          <p:nvPr/>
        </p:nvSpPr>
        <p:spPr>
          <a:xfrm>
            <a:off x="2043338" y="2718775"/>
            <a:ext cx="2362200" cy="3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For every 1 egg, there are 2 g of sugar.</a:t>
            </a:r>
            <a:endParaRPr sz="1800">
              <a:solidFill>
                <a:schemeClr val="dk1"/>
              </a:solidFill>
              <a:latin typeface="Lexend"/>
              <a:ea typeface="Lexend"/>
              <a:cs typeface="Lexend"/>
              <a:sym typeface="Lexend"/>
            </a:endParaRPr>
          </a:p>
        </p:txBody>
      </p:sp>
      <p:graphicFrame>
        <p:nvGraphicFramePr>
          <p:cNvPr id="1680" name="Google Shape;1680;p139"/>
          <p:cNvGraphicFramePr/>
          <p:nvPr/>
        </p:nvGraphicFramePr>
        <p:xfrm>
          <a:off x="1487425" y="1951100"/>
          <a:ext cx="3000000" cy="3000000"/>
        </p:xfrm>
        <a:graphic>
          <a:graphicData uri="http://schemas.openxmlformats.org/drawingml/2006/table">
            <a:tbl>
              <a:tblPr>
                <a:noFill/>
                <a:tableStyleId>{B9391551-2877-4EA5-9AC9-840A8582D54C}</a:tableStyleId>
              </a:tblPr>
              <a:tblGrid>
                <a:gridCol w="1394125"/>
                <a:gridCol w="1394125"/>
              </a:tblGrid>
              <a:tr h="424575">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pic>
        <p:nvPicPr>
          <p:cNvPr id="1681" name="Google Shape;1681;p139"/>
          <p:cNvPicPr preferRelativeResize="0"/>
          <p:nvPr/>
        </p:nvPicPr>
        <p:blipFill>
          <a:blip r:embed="rId5">
            <a:alphaModFix/>
          </a:blip>
          <a:stretch>
            <a:fillRect/>
          </a:stretch>
        </p:blipFill>
        <p:spPr>
          <a:xfrm>
            <a:off x="3736058" y="3336575"/>
            <a:ext cx="396000" cy="419100"/>
          </a:xfrm>
          <a:prstGeom prst="rect">
            <a:avLst/>
          </a:prstGeom>
          <a:noFill/>
          <a:ln>
            <a:noFill/>
          </a:ln>
        </p:spPr>
      </p:pic>
      <p:sp>
        <p:nvSpPr>
          <p:cNvPr id="1682" name="Google Shape;1682;p139"/>
          <p:cNvSpPr txBox="1"/>
          <p:nvPr/>
        </p:nvSpPr>
        <p:spPr>
          <a:xfrm>
            <a:off x="4924425" y="1513882"/>
            <a:ext cx="3024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Eggs × ……… = Sugar</a:t>
            </a:r>
            <a:endParaRPr/>
          </a:p>
        </p:txBody>
      </p:sp>
      <p:sp>
        <p:nvSpPr>
          <p:cNvPr id="1683" name="Google Shape;1683;p139"/>
          <p:cNvSpPr txBox="1"/>
          <p:nvPr/>
        </p:nvSpPr>
        <p:spPr>
          <a:xfrm>
            <a:off x="4924425" y="2047282"/>
            <a:ext cx="3024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Sugar × ……… = Eggs</a:t>
            </a:r>
            <a:endParaRPr/>
          </a:p>
        </p:txBody>
      </p:sp>
      <p:pic>
        <p:nvPicPr>
          <p:cNvPr descr="&lt;math xmlns=&quot;http://www.w3.org/1998/Math/MathML&quot; display=&quot;block&quot; data-is-equatio=&quot;1&quot; data-latex=&quot;\frac{1}{2}\ \ \frac{1}{4}&quot;&gt;&lt;mfrac&gt;&lt;mn&gt;1&lt;/mn&gt;&lt;mn&gt;2&lt;/mn&gt;&lt;/mfrac&gt;&lt;mtext&gt;&lt;/mtext&gt;&lt;mtext&gt;&lt;/mtext&gt;&lt;mfrac&gt;&lt;mn&gt;1&lt;/mn&gt;&lt;mn&gt;4&lt;/mn&gt;&lt;/mfrac&gt;&lt;/math&gt;" id="1684" name="Google Shape;1684;p139" title="one half one fourth"/>
          <p:cNvPicPr preferRelativeResize="0"/>
          <p:nvPr/>
        </p:nvPicPr>
        <p:blipFill rotWithShape="1">
          <a:blip r:embed="rId6">
            <a:alphaModFix/>
          </a:blip>
          <a:srcRect b="0" l="0" r="48686" t="0"/>
          <a:stretch/>
        </p:blipFill>
        <p:spPr>
          <a:xfrm>
            <a:off x="6280096" y="1888340"/>
            <a:ext cx="231675" cy="468600"/>
          </a:xfrm>
          <a:prstGeom prst="rect">
            <a:avLst/>
          </a:prstGeom>
          <a:noFill/>
          <a:ln>
            <a:noFill/>
          </a:ln>
        </p:spPr>
      </p:pic>
      <p:sp>
        <p:nvSpPr>
          <p:cNvPr id="1685" name="Google Shape;1685;p139"/>
          <p:cNvSpPr txBox="1"/>
          <p:nvPr/>
        </p:nvSpPr>
        <p:spPr>
          <a:xfrm>
            <a:off x="6065475" y="1381720"/>
            <a:ext cx="438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2</a:t>
            </a:r>
            <a:endParaRPr>
              <a:latin typeface="Kalam"/>
              <a:ea typeface="Kalam"/>
              <a:cs typeface="Kalam"/>
              <a:sym typeface="Kalam"/>
            </a:endParaRPr>
          </a:p>
        </p:txBody>
      </p:sp>
      <p:grpSp>
        <p:nvGrpSpPr>
          <p:cNvPr id="1686" name="Google Shape;1686;p139"/>
          <p:cNvGrpSpPr/>
          <p:nvPr/>
        </p:nvGrpSpPr>
        <p:grpSpPr>
          <a:xfrm>
            <a:off x="2455600" y="1403012"/>
            <a:ext cx="755100" cy="523200"/>
            <a:chOff x="2455600" y="1403012"/>
            <a:chExt cx="755100" cy="523200"/>
          </a:xfrm>
        </p:grpSpPr>
        <p:cxnSp>
          <p:nvCxnSpPr>
            <p:cNvPr id="1687" name="Google Shape;1687;p139"/>
            <p:cNvCxnSpPr/>
            <p:nvPr/>
          </p:nvCxnSpPr>
          <p:spPr>
            <a:xfrm>
              <a:off x="2455600" y="1801750"/>
              <a:ext cx="755100" cy="0"/>
            </a:xfrm>
            <a:prstGeom prst="straightConnector1">
              <a:avLst/>
            </a:prstGeom>
            <a:noFill/>
            <a:ln cap="flat" cmpd="sng" w="28575">
              <a:solidFill>
                <a:schemeClr val="accent4"/>
              </a:solidFill>
              <a:prstDash val="solid"/>
              <a:round/>
              <a:headEnd len="med" w="med" type="none"/>
              <a:tailEnd len="med" w="med" type="triangle"/>
            </a:ln>
          </p:spPr>
        </p:cxnSp>
        <p:sp>
          <p:nvSpPr>
            <p:cNvPr id="1688" name="Google Shape;1688;p139"/>
            <p:cNvSpPr txBox="1"/>
            <p:nvPr/>
          </p:nvSpPr>
          <p:spPr>
            <a:xfrm>
              <a:off x="2469350" y="1403012"/>
              <a:ext cx="672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×2 </a:t>
              </a:r>
              <a:endParaRPr/>
            </a:p>
          </p:txBody>
        </p:sp>
      </p:grpSp>
      <p:grpSp>
        <p:nvGrpSpPr>
          <p:cNvPr id="1689" name="Google Shape;1689;p139"/>
          <p:cNvGrpSpPr/>
          <p:nvPr/>
        </p:nvGrpSpPr>
        <p:grpSpPr>
          <a:xfrm>
            <a:off x="2455600" y="1860212"/>
            <a:ext cx="755100" cy="523200"/>
            <a:chOff x="2455600" y="1403012"/>
            <a:chExt cx="755100" cy="523200"/>
          </a:xfrm>
        </p:grpSpPr>
        <p:cxnSp>
          <p:nvCxnSpPr>
            <p:cNvPr id="1690" name="Google Shape;1690;p139"/>
            <p:cNvCxnSpPr/>
            <p:nvPr/>
          </p:nvCxnSpPr>
          <p:spPr>
            <a:xfrm>
              <a:off x="2455600" y="1801750"/>
              <a:ext cx="755100" cy="0"/>
            </a:xfrm>
            <a:prstGeom prst="straightConnector1">
              <a:avLst/>
            </a:prstGeom>
            <a:noFill/>
            <a:ln cap="flat" cmpd="sng" w="28575">
              <a:solidFill>
                <a:schemeClr val="accent4"/>
              </a:solidFill>
              <a:prstDash val="solid"/>
              <a:round/>
              <a:headEnd len="med" w="med" type="none"/>
              <a:tailEnd len="med" w="med" type="triangle"/>
            </a:ln>
          </p:spPr>
        </p:cxnSp>
        <p:sp>
          <p:nvSpPr>
            <p:cNvPr id="1691" name="Google Shape;1691;p139"/>
            <p:cNvSpPr txBox="1"/>
            <p:nvPr/>
          </p:nvSpPr>
          <p:spPr>
            <a:xfrm>
              <a:off x="2469350" y="1403012"/>
              <a:ext cx="672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×2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6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5" name="Shape 1695"/>
        <p:cNvGrpSpPr/>
        <p:nvPr/>
      </p:nvGrpSpPr>
      <p:grpSpPr>
        <a:xfrm>
          <a:off x="0" y="0"/>
          <a:ext cx="0" cy="0"/>
          <a:chOff x="0" y="0"/>
          <a:chExt cx="0" cy="0"/>
        </a:xfrm>
      </p:grpSpPr>
      <p:pic>
        <p:nvPicPr>
          <p:cNvPr id="1696" name="Google Shape;1696;p140"/>
          <p:cNvPicPr preferRelativeResize="0"/>
          <p:nvPr/>
        </p:nvPicPr>
        <p:blipFill rotWithShape="1">
          <a:blip r:embed="rId3">
            <a:alphaModFix/>
          </a:blip>
          <a:srcRect b="0" l="0" r="69082" t="56280"/>
          <a:stretch/>
        </p:blipFill>
        <p:spPr>
          <a:xfrm flipH="1">
            <a:off x="1751850" y="2484438"/>
            <a:ext cx="2555725" cy="1523589"/>
          </a:xfrm>
          <a:prstGeom prst="rect">
            <a:avLst/>
          </a:prstGeom>
          <a:noFill/>
          <a:ln>
            <a:noFill/>
          </a:ln>
        </p:spPr>
      </p:pic>
      <p:sp>
        <p:nvSpPr>
          <p:cNvPr id="1697" name="Google Shape;1697;p140"/>
          <p:cNvSpPr/>
          <p:nvPr/>
        </p:nvSpPr>
        <p:spPr>
          <a:xfrm>
            <a:off x="1928843" y="2647950"/>
            <a:ext cx="2271300" cy="1130100"/>
          </a:xfrm>
          <a:prstGeom prst="wedgeRectCallout">
            <a:avLst>
              <a:gd fmla="val -27085" name="adj1"/>
              <a:gd fmla="val 52482" name="adj2"/>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98" name="Google Shape;1698;p14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as ratios</a:t>
            </a:r>
            <a:endParaRPr/>
          </a:p>
        </p:txBody>
      </p:sp>
      <p:grpSp>
        <p:nvGrpSpPr>
          <p:cNvPr id="1699" name="Google Shape;1699;p140"/>
          <p:cNvGrpSpPr/>
          <p:nvPr/>
        </p:nvGrpSpPr>
        <p:grpSpPr>
          <a:xfrm>
            <a:off x="1013645" y="4380263"/>
            <a:ext cx="3529316" cy="394200"/>
            <a:chOff x="1013645" y="4380263"/>
            <a:chExt cx="3529316" cy="394200"/>
          </a:xfrm>
        </p:grpSpPr>
        <p:sp>
          <p:nvSpPr>
            <p:cNvPr id="1700" name="Google Shape;1700;p140"/>
            <p:cNvSpPr/>
            <p:nvPr/>
          </p:nvSpPr>
          <p:spPr>
            <a:xfrm>
              <a:off x="1013645" y="4380263"/>
              <a:ext cx="514500" cy="394200"/>
            </a:xfrm>
            <a:prstGeom prst="rect">
              <a:avLst/>
            </a:prstGeom>
            <a:solidFill>
              <a:srgbClr val="FF9900">
                <a:alpha val="56330"/>
              </a:srgbClr>
            </a:solidFill>
            <a:ln cap="flat" cmpd="sng" w="76200">
              <a:solidFill>
                <a:srgbClr val="FABE6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01" name="Google Shape;1701;p140"/>
            <p:cNvSpPr/>
            <p:nvPr/>
          </p:nvSpPr>
          <p:spPr>
            <a:xfrm>
              <a:off x="3418861" y="4380263"/>
              <a:ext cx="514500" cy="394200"/>
            </a:xfrm>
            <a:prstGeom prst="rect">
              <a:avLst/>
            </a:prstGeom>
            <a:solidFill>
              <a:srgbClr val="FF9900">
                <a:alpha val="56330"/>
              </a:srgbClr>
            </a:solidFill>
            <a:ln cap="flat" cmpd="sng" w="76200">
              <a:solidFill>
                <a:srgbClr val="FABE6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02" name="Google Shape;1702;p140"/>
            <p:cNvSpPr/>
            <p:nvPr/>
          </p:nvSpPr>
          <p:spPr>
            <a:xfrm>
              <a:off x="4028461" y="4380263"/>
              <a:ext cx="514500" cy="394200"/>
            </a:xfrm>
            <a:prstGeom prst="rect">
              <a:avLst/>
            </a:prstGeom>
            <a:solidFill>
              <a:srgbClr val="FF9900">
                <a:alpha val="56330"/>
              </a:srgbClr>
            </a:solidFill>
            <a:ln cap="flat" cmpd="sng" w="76200">
              <a:solidFill>
                <a:srgbClr val="FABE6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703" name="Google Shape;1703;p140"/>
          <p:cNvGrpSpPr/>
          <p:nvPr/>
        </p:nvGrpSpPr>
        <p:grpSpPr>
          <a:xfrm>
            <a:off x="1623245" y="4380263"/>
            <a:ext cx="4138916" cy="394200"/>
            <a:chOff x="404045" y="4380263"/>
            <a:chExt cx="4138916" cy="394200"/>
          </a:xfrm>
        </p:grpSpPr>
        <p:sp>
          <p:nvSpPr>
            <p:cNvPr id="1704" name="Google Shape;1704;p140"/>
            <p:cNvSpPr/>
            <p:nvPr/>
          </p:nvSpPr>
          <p:spPr>
            <a:xfrm>
              <a:off x="404045" y="4380263"/>
              <a:ext cx="514500" cy="394200"/>
            </a:xfrm>
            <a:prstGeom prst="rect">
              <a:avLst/>
            </a:prstGeom>
            <a:solidFill>
              <a:srgbClr val="FF9900">
                <a:alpha val="56330"/>
              </a:srgbClr>
            </a:solidFill>
            <a:ln cap="flat" cmpd="sng" w="76200">
              <a:solidFill>
                <a:srgbClr val="FABE6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05" name="Google Shape;1705;p140"/>
            <p:cNvSpPr/>
            <p:nvPr/>
          </p:nvSpPr>
          <p:spPr>
            <a:xfrm>
              <a:off x="3418861" y="4380263"/>
              <a:ext cx="514500" cy="394200"/>
            </a:xfrm>
            <a:prstGeom prst="rect">
              <a:avLst/>
            </a:prstGeom>
            <a:solidFill>
              <a:srgbClr val="FF9900">
                <a:alpha val="56330"/>
              </a:srgbClr>
            </a:solidFill>
            <a:ln cap="flat" cmpd="sng" w="76200">
              <a:solidFill>
                <a:srgbClr val="FABE6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06" name="Google Shape;1706;p140"/>
            <p:cNvSpPr/>
            <p:nvPr/>
          </p:nvSpPr>
          <p:spPr>
            <a:xfrm>
              <a:off x="4028461" y="4380263"/>
              <a:ext cx="514500" cy="394200"/>
            </a:xfrm>
            <a:prstGeom prst="rect">
              <a:avLst/>
            </a:prstGeom>
            <a:solidFill>
              <a:srgbClr val="FF9900">
                <a:alpha val="56330"/>
              </a:srgbClr>
            </a:solidFill>
            <a:ln cap="flat" cmpd="sng" w="76200">
              <a:solidFill>
                <a:srgbClr val="FABE6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707" name="Google Shape;1707;p140"/>
          <p:cNvGrpSpPr/>
          <p:nvPr/>
        </p:nvGrpSpPr>
        <p:grpSpPr>
          <a:xfrm>
            <a:off x="2224549" y="4380263"/>
            <a:ext cx="4748516" cy="394200"/>
            <a:chOff x="-213851" y="4380263"/>
            <a:chExt cx="4748516" cy="394200"/>
          </a:xfrm>
        </p:grpSpPr>
        <p:sp>
          <p:nvSpPr>
            <p:cNvPr id="1708" name="Google Shape;1708;p140"/>
            <p:cNvSpPr/>
            <p:nvPr/>
          </p:nvSpPr>
          <p:spPr>
            <a:xfrm>
              <a:off x="-213851" y="4380263"/>
              <a:ext cx="514500" cy="394200"/>
            </a:xfrm>
            <a:prstGeom prst="rect">
              <a:avLst/>
            </a:prstGeom>
            <a:solidFill>
              <a:srgbClr val="FF9900">
                <a:alpha val="56330"/>
              </a:srgbClr>
            </a:solidFill>
            <a:ln cap="flat" cmpd="sng" w="76200">
              <a:solidFill>
                <a:srgbClr val="FABE6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09" name="Google Shape;1709;p140"/>
            <p:cNvSpPr/>
            <p:nvPr/>
          </p:nvSpPr>
          <p:spPr>
            <a:xfrm>
              <a:off x="3418861" y="4380263"/>
              <a:ext cx="514500" cy="394200"/>
            </a:xfrm>
            <a:prstGeom prst="rect">
              <a:avLst/>
            </a:prstGeom>
            <a:solidFill>
              <a:srgbClr val="FF9900">
                <a:alpha val="56330"/>
              </a:srgbClr>
            </a:solidFill>
            <a:ln cap="flat" cmpd="sng" w="76200">
              <a:solidFill>
                <a:srgbClr val="FABE6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10" name="Google Shape;1710;p140"/>
            <p:cNvSpPr/>
            <p:nvPr/>
          </p:nvSpPr>
          <p:spPr>
            <a:xfrm>
              <a:off x="4020165" y="4380263"/>
              <a:ext cx="514500" cy="394200"/>
            </a:xfrm>
            <a:prstGeom prst="rect">
              <a:avLst/>
            </a:prstGeom>
            <a:solidFill>
              <a:srgbClr val="FF9900">
                <a:alpha val="56330"/>
              </a:srgbClr>
            </a:solidFill>
            <a:ln cap="flat" cmpd="sng" w="76200">
              <a:solidFill>
                <a:srgbClr val="FABE6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711" name="Google Shape;1711;p140"/>
          <p:cNvGrpSpPr/>
          <p:nvPr/>
        </p:nvGrpSpPr>
        <p:grpSpPr>
          <a:xfrm>
            <a:off x="2817557" y="4380263"/>
            <a:ext cx="5366412" cy="394200"/>
            <a:chOff x="-823451" y="4380263"/>
            <a:chExt cx="5366412" cy="394200"/>
          </a:xfrm>
        </p:grpSpPr>
        <p:sp>
          <p:nvSpPr>
            <p:cNvPr id="1712" name="Google Shape;1712;p140"/>
            <p:cNvSpPr/>
            <p:nvPr/>
          </p:nvSpPr>
          <p:spPr>
            <a:xfrm>
              <a:off x="-823451" y="4380263"/>
              <a:ext cx="514500" cy="394200"/>
            </a:xfrm>
            <a:prstGeom prst="rect">
              <a:avLst/>
            </a:prstGeom>
            <a:solidFill>
              <a:srgbClr val="FF9900">
                <a:alpha val="56330"/>
              </a:srgbClr>
            </a:solidFill>
            <a:ln cap="flat" cmpd="sng" w="76200">
              <a:solidFill>
                <a:srgbClr val="FABE6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13" name="Google Shape;1713;p140"/>
            <p:cNvSpPr/>
            <p:nvPr/>
          </p:nvSpPr>
          <p:spPr>
            <a:xfrm>
              <a:off x="3418861" y="4380263"/>
              <a:ext cx="514500" cy="394200"/>
            </a:xfrm>
            <a:prstGeom prst="rect">
              <a:avLst/>
            </a:prstGeom>
            <a:solidFill>
              <a:srgbClr val="FF9900">
                <a:alpha val="56330"/>
              </a:srgbClr>
            </a:solidFill>
            <a:ln cap="flat" cmpd="sng" w="76200">
              <a:solidFill>
                <a:srgbClr val="FABE6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14" name="Google Shape;1714;p140"/>
            <p:cNvSpPr/>
            <p:nvPr/>
          </p:nvSpPr>
          <p:spPr>
            <a:xfrm>
              <a:off x="4028461" y="4380263"/>
              <a:ext cx="514500" cy="394200"/>
            </a:xfrm>
            <a:prstGeom prst="rect">
              <a:avLst/>
            </a:prstGeom>
            <a:solidFill>
              <a:srgbClr val="FF9900">
                <a:alpha val="56330"/>
              </a:srgbClr>
            </a:solidFill>
            <a:ln cap="flat" cmpd="sng" w="76200">
              <a:solidFill>
                <a:srgbClr val="FABE6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aphicFrame>
        <p:nvGraphicFramePr>
          <p:cNvPr id="1715" name="Google Shape;1715;p140"/>
          <p:cNvGraphicFramePr/>
          <p:nvPr/>
        </p:nvGraphicFramePr>
        <p:xfrm>
          <a:off x="970200" y="4347387"/>
          <a:ext cx="3000000" cy="3000000"/>
        </p:xfrm>
        <a:graphic>
          <a:graphicData uri="http://schemas.openxmlformats.org/drawingml/2006/table">
            <a:tbl>
              <a:tblPr>
                <a:noFill/>
                <a:tableStyleId>{B9391551-2877-4EA5-9AC9-840A8582D54C}</a:tableStyleId>
              </a:tblPr>
              <a:tblGrid>
                <a:gridCol w="603250"/>
                <a:gridCol w="603250"/>
                <a:gridCol w="603250"/>
                <a:gridCol w="603250"/>
                <a:gridCol w="603250"/>
                <a:gridCol w="603250"/>
                <a:gridCol w="603250"/>
                <a:gridCol w="603250"/>
                <a:gridCol w="603250"/>
                <a:gridCol w="603250"/>
                <a:gridCol w="603250"/>
                <a:gridCol w="603250"/>
              </a:tblGrid>
              <a:tr h="381000">
                <a:tc>
                  <a:txBody>
                    <a:bodyPr/>
                    <a:lstStyle/>
                    <a:p>
                      <a:pPr indent="0" lvl="0" marL="0" rtl="0" algn="ctr">
                        <a:spcBef>
                          <a:spcPts val="0"/>
                        </a:spcBef>
                        <a:spcAft>
                          <a:spcPts val="0"/>
                        </a:spcAft>
                        <a:buNone/>
                      </a:pPr>
                      <a:r>
                        <a:rPr lang="en-GB" sz="1800">
                          <a:latin typeface="Lexend"/>
                          <a:ea typeface="Lexend"/>
                          <a:cs typeface="Lexend"/>
                          <a:sym typeface="Lexend"/>
                        </a:rPr>
                        <a:t>E</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E</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E</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E</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S</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S</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S</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S</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S</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S</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S</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S</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pic>
        <p:nvPicPr>
          <p:cNvPr id="1716" name="Google Shape;1716;p140"/>
          <p:cNvPicPr preferRelativeResize="0"/>
          <p:nvPr/>
        </p:nvPicPr>
        <p:blipFill>
          <a:blip r:embed="rId4">
            <a:alphaModFix/>
          </a:blip>
          <a:stretch>
            <a:fillRect/>
          </a:stretch>
        </p:blipFill>
        <p:spPr>
          <a:xfrm flipH="1">
            <a:off x="476401" y="2998961"/>
            <a:ext cx="1275448" cy="1234325"/>
          </a:xfrm>
          <a:prstGeom prst="rect">
            <a:avLst/>
          </a:prstGeom>
          <a:noFill/>
          <a:ln>
            <a:noFill/>
          </a:ln>
        </p:spPr>
      </p:pic>
      <p:sp>
        <p:nvSpPr>
          <p:cNvPr id="1717" name="Google Shape;1717;p140"/>
          <p:cNvSpPr txBox="1"/>
          <p:nvPr/>
        </p:nvSpPr>
        <p:spPr>
          <a:xfrm>
            <a:off x="2043338" y="2718775"/>
            <a:ext cx="2362200" cy="3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For every 1 egg, there are 2 g of sugar.</a:t>
            </a:r>
            <a:endParaRPr sz="1800">
              <a:solidFill>
                <a:schemeClr val="dk1"/>
              </a:solidFill>
              <a:latin typeface="Lexend"/>
              <a:ea typeface="Lexend"/>
              <a:cs typeface="Lexend"/>
              <a:sym typeface="Lexend"/>
            </a:endParaRPr>
          </a:p>
        </p:txBody>
      </p:sp>
      <p:graphicFrame>
        <p:nvGraphicFramePr>
          <p:cNvPr id="1718" name="Google Shape;1718;p140"/>
          <p:cNvGraphicFramePr/>
          <p:nvPr/>
        </p:nvGraphicFramePr>
        <p:xfrm>
          <a:off x="1487425" y="1951100"/>
          <a:ext cx="3000000" cy="3000000"/>
        </p:xfrm>
        <a:graphic>
          <a:graphicData uri="http://schemas.openxmlformats.org/drawingml/2006/table">
            <a:tbl>
              <a:tblPr>
                <a:noFill/>
                <a:tableStyleId>{B9391551-2877-4EA5-9AC9-840A8582D54C}</a:tableStyleId>
              </a:tblPr>
              <a:tblGrid>
                <a:gridCol w="1394125"/>
                <a:gridCol w="1394125"/>
              </a:tblGrid>
              <a:tr h="424575">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pic>
        <p:nvPicPr>
          <p:cNvPr id="1719" name="Google Shape;1719;p140"/>
          <p:cNvPicPr preferRelativeResize="0"/>
          <p:nvPr/>
        </p:nvPicPr>
        <p:blipFill>
          <a:blip r:embed="rId5">
            <a:alphaModFix/>
          </a:blip>
          <a:stretch>
            <a:fillRect/>
          </a:stretch>
        </p:blipFill>
        <p:spPr>
          <a:xfrm>
            <a:off x="3736058" y="3336575"/>
            <a:ext cx="396000" cy="419100"/>
          </a:xfrm>
          <a:prstGeom prst="rect">
            <a:avLst/>
          </a:prstGeom>
          <a:noFill/>
          <a:ln>
            <a:noFill/>
          </a:ln>
        </p:spPr>
      </p:pic>
      <p:sp>
        <p:nvSpPr>
          <p:cNvPr id="1720" name="Google Shape;1720;p140"/>
          <p:cNvSpPr/>
          <p:nvPr/>
        </p:nvSpPr>
        <p:spPr>
          <a:xfrm>
            <a:off x="1227152" y="1606350"/>
            <a:ext cx="259675" cy="522650"/>
          </a:xfrm>
          <a:custGeom>
            <a:rect b="b" l="l" r="r" t="t"/>
            <a:pathLst>
              <a:path extrusionOk="0" h="20906" w="10387">
                <a:moveTo>
                  <a:pt x="10387" y="0"/>
                </a:moveTo>
                <a:cubicBezTo>
                  <a:pt x="4584" y="1452"/>
                  <a:pt x="-1668" y="9331"/>
                  <a:pt x="432" y="14933"/>
                </a:cubicBezTo>
                <a:cubicBezTo>
                  <a:pt x="1757" y="18468"/>
                  <a:pt x="7385" y="18236"/>
                  <a:pt x="10055" y="20906"/>
                </a:cubicBezTo>
              </a:path>
            </a:pathLst>
          </a:custGeom>
          <a:noFill/>
          <a:ln cap="flat" cmpd="sng" w="28575">
            <a:solidFill>
              <a:schemeClr val="accent4"/>
            </a:solidFill>
            <a:prstDash val="solid"/>
            <a:round/>
            <a:headEnd len="med" w="med" type="none"/>
            <a:tailEnd len="med" w="med" type="triangle"/>
          </a:ln>
        </p:spPr>
      </p:sp>
      <p:sp>
        <p:nvSpPr>
          <p:cNvPr id="1721" name="Google Shape;1721;p140"/>
          <p:cNvSpPr txBox="1"/>
          <p:nvPr/>
        </p:nvSpPr>
        <p:spPr>
          <a:xfrm>
            <a:off x="4924425" y="1513882"/>
            <a:ext cx="3024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Eggs × ……… = Sugar</a:t>
            </a:r>
            <a:endParaRPr/>
          </a:p>
        </p:txBody>
      </p:sp>
      <p:sp>
        <p:nvSpPr>
          <p:cNvPr id="1722" name="Google Shape;1722;p140"/>
          <p:cNvSpPr txBox="1"/>
          <p:nvPr/>
        </p:nvSpPr>
        <p:spPr>
          <a:xfrm>
            <a:off x="4924425" y="2047282"/>
            <a:ext cx="3024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Sugar × ……… = Eggs</a:t>
            </a:r>
            <a:endParaRPr/>
          </a:p>
        </p:txBody>
      </p:sp>
      <p:pic>
        <p:nvPicPr>
          <p:cNvPr descr="&lt;math xmlns=&quot;http://www.w3.org/1998/Math/MathML&quot; display=&quot;block&quot; data-is-equatio=&quot;1&quot; data-latex=&quot;\frac{1}{2}\ \ \frac{1}{4}&quot;&gt;&lt;mfrac&gt;&lt;mn&gt;1&lt;/mn&gt;&lt;mn&gt;2&lt;/mn&gt;&lt;/mfrac&gt;&lt;mtext&gt;&lt;/mtext&gt;&lt;mtext&gt;&lt;/mtext&gt;&lt;mfrac&gt;&lt;mn&gt;1&lt;/mn&gt;&lt;mn&gt;4&lt;/mn&gt;&lt;/mfrac&gt;&lt;/math&gt;" id="1723" name="Google Shape;1723;p140" title="one half one fourth"/>
          <p:cNvPicPr preferRelativeResize="0"/>
          <p:nvPr/>
        </p:nvPicPr>
        <p:blipFill rotWithShape="1">
          <a:blip r:embed="rId6">
            <a:alphaModFix/>
          </a:blip>
          <a:srcRect b="0" l="0" r="48686" t="0"/>
          <a:stretch/>
        </p:blipFill>
        <p:spPr>
          <a:xfrm>
            <a:off x="6280096" y="1888340"/>
            <a:ext cx="231675" cy="468600"/>
          </a:xfrm>
          <a:prstGeom prst="rect">
            <a:avLst/>
          </a:prstGeom>
          <a:noFill/>
          <a:ln>
            <a:noFill/>
          </a:ln>
        </p:spPr>
      </p:pic>
      <p:graphicFrame>
        <p:nvGraphicFramePr>
          <p:cNvPr id="1724" name="Google Shape;1724;p140"/>
          <p:cNvGraphicFramePr/>
          <p:nvPr/>
        </p:nvGraphicFramePr>
        <p:xfrm>
          <a:off x="1487425" y="1036700"/>
          <a:ext cx="3000000" cy="3000000"/>
        </p:xfrm>
        <a:graphic>
          <a:graphicData uri="http://schemas.openxmlformats.org/drawingml/2006/table">
            <a:tbl>
              <a:tblPr>
                <a:noFill/>
                <a:tableStyleId>{B9391551-2877-4EA5-9AC9-840A8582D54C}</a:tableStyleId>
              </a:tblPr>
              <a:tblGrid>
                <a:gridCol w="1394125"/>
                <a:gridCol w="1394125"/>
              </a:tblGrid>
              <a:tr h="4245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Eggs</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Sugar (g)</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r>
              <a:tr h="424575">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725" name="Google Shape;1725;p140"/>
          <p:cNvSpPr txBox="1"/>
          <p:nvPr/>
        </p:nvSpPr>
        <p:spPr>
          <a:xfrm>
            <a:off x="6065475" y="1381720"/>
            <a:ext cx="438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2</a:t>
            </a:r>
            <a:endParaRPr>
              <a:latin typeface="Kalam"/>
              <a:ea typeface="Kalam"/>
              <a:cs typeface="Kalam"/>
              <a:sym typeface="Kalam"/>
            </a:endParaRPr>
          </a:p>
        </p:txBody>
      </p:sp>
      <p:sp>
        <p:nvSpPr>
          <p:cNvPr id="1726" name="Google Shape;1726;p140"/>
          <p:cNvSpPr txBox="1"/>
          <p:nvPr/>
        </p:nvSpPr>
        <p:spPr>
          <a:xfrm>
            <a:off x="799475" y="1620825"/>
            <a:ext cx="5832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÷4</a:t>
            </a:r>
            <a:endParaRPr/>
          </a:p>
        </p:txBody>
      </p:sp>
      <p:grpSp>
        <p:nvGrpSpPr>
          <p:cNvPr id="1727" name="Google Shape;1727;p140"/>
          <p:cNvGrpSpPr/>
          <p:nvPr/>
        </p:nvGrpSpPr>
        <p:grpSpPr>
          <a:xfrm>
            <a:off x="4306225" y="1544625"/>
            <a:ext cx="734050" cy="584375"/>
            <a:chOff x="4306225" y="1544625"/>
            <a:chExt cx="734050" cy="584375"/>
          </a:xfrm>
        </p:grpSpPr>
        <p:sp>
          <p:nvSpPr>
            <p:cNvPr id="1728" name="Google Shape;1728;p140"/>
            <p:cNvSpPr/>
            <p:nvPr/>
          </p:nvSpPr>
          <p:spPr>
            <a:xfrm flipH="1">
              <a:off x="4306225" y="1606350"/>
              <a:ext cx="259675" cy="522650"/>
            </a:xfrm>
            <a:custGeom>
              <a:rect b="b" l="l" r="r" t="t"/>
              <a:pathLst>
                <a:path extrusionOk="0" h="20906" w="10387">
                  <a:moveTo>
                    <a:pt x="10387" y="0"/>
                  </a:moveTo>
                  <a:cubicBezTo>
                    <a:pt x="4584" y="1452"/>
                    <a:pt x="-1668" y="9331"/>
                    <a:pt x="432" y="14933"/>
                  </a:cubicBezTo>
                  <a:cubicBezTo>
                    <a:pt x="1757" y="18468"/>
                    <a:pt x="7385" y="18236"/>
                    <a:pt x="10055" y="20906"/>
                  </a:cubicBezTo>
                </a:path>
              </a:pathLst>
            </a:custGeom>
            <a:noFill/>
            <a:ln cap="flat" cmpd="sng" w="28575">
              <a:solidFill>
                <a:schemeClr val="accent4"/>
              </a:solidFill>
              <a:prstDash val="solid"/>
              <a:round/>
              <a:headEnd len="med" w="med" type="none"/>
              <a:tailEnd len="med" w="med" type="triangle"/>
            </a:ln>
          </p:spPr>
        </p:sp>
        <p:sp>
          <p:nvSpPr>
            <p:cNvPr id="1729" name="Google Shape;1729;p140"/>
            <p:cNvSpPr txBox="1"/>
            <p:nvPr/>
          </p:nvSpPr>
          <p:spPr>
            <a:xfrm>
              <a:off x="4457075" y="1544625"/>
              <a:ext cx="5832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÷4</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3" name="Shape 1733"/>
        <p:cNvGrpSpPr/>
        <p:nvPr/>
      </p:nvGrpSpPr>
      <p:grpSpPr>
        <a:xfrm>
          <a:off x="0" y="0"/>
          <a:ext cx="0" cy="0"/>
          <a:chOff x="0" y="0"/>
          <a:chExt cx="0" cy="0"/>
        </a:xfrm>
      </p:grpSpPr>
      <p:pic>
        <p:nvPicPr>
          <p:cNvPr id="1734" name="Google Shape;1734;p141"/>
          <p:cNvPicPr preferRelativeResize="0"/>
          <p:nvPr/>
        </p:nvPicPr>
        <p:blipFill rotWithShape="1">
          <a:blip r:embed="rId3">
            <a:alphaModFix/>
          </a:blip>
          <a:srcRect b="0" l="0" r="69082" t="56280"/>
          <a:stretch/>
        </p:blipFill>
        <p:spPr>
          <a:xfrm>
            <a:off x="5082000" y="2495550"/>
            <a:ext cx="2555725" cy="1523574"/>
          </a:xfrm>
          <a:prstGeom prst="rect">
            <a:avLst/>
          </a:prstGeom>
          <a:noFill/>
          <a:ln>
            <a:noFill/>
          </a:ln>
        </p:spPr>
      </p:pic>
      <p:sp>
        <p:nvSpPr>
          <p:cNvPr id="1735" name="Google Shape;1735;p141"/>
          <p:cNvSpPr/>
          <p:nvPr/>
        </p:nvSpPr>
        <p:spPr>
          <a:xfrm>
            <a:off x="5159958" y="2650884"/>
            <a:ext cx="2362200" cy="1130100"/>
          </a:xfrm>
          <a:prstGeom prst="wedgeRectCallout">
            <a:avLst>
              <a:gd fmla="val 29775" name="adj1"/>
              <a:gd fmla="val 53464" name="adj2"/>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36" name="Google Shape;1736;p14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as ratios</a:t>
            </a:r>
            <a:endParaRPr/>
          </a:p>
        </p:txBody>
      </p:sp>
      <p:sp>
        <p:nvSpPr>
          <p:cNvPr id="1737" name="Google Shape;1737;p141"/>
          <p:cNvSpPr txBox="1"/>
          <p:nvPr/>
        </p:nvSpPr>
        <p:spPr>
          <a:xfrm>
            <a:off x="5243738" y="2642575"/>
            <a:ext cx="2362200" cy="3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For every 1 g of sugar, there is half (0.5) an egg.</a:t>
            </a:r>
            <a:endParaRPr sz="1800">
              <a:solidFill>
                <a:schemeClr val="dk1"/>
              </a:solidFill>
              <a:latin typeface="Lexend"/>
              <a:ea typeface="Lexend"/>
              <a:cs typeface="Lexend"/>
              <a:sym typeface="Lexend"/>
            </a:endParaRPr>
          </a:p>
        </p:txBody>
      </p:sp>
      <p:pic>
        <p:nvPicPr>
          <p:cNvPr id="1738" name="Google Shape;1738;p141"/>
          <p:cNvPicPr preferRelativeResize="0"/>
          <p:nvPr/>
        </p:nvPicPr>
        <p:blipFill>
          <a:blip r:embed="rId4">
            <a:alphaModFix/>
          </a:blip>
          <a:stretch>
            <a:fillRect/>
          </a:stretch>
        </p:blipFill>
        <p:spPr>
          <a:xfrm flipH="1">
            <a:off x="7637726" y="3036774"/>
            <a:ext cx="814624" cy="1018700"/>
          </a:xfrm>
          <a:prstGeom prst="rect">
            <a:avLst/>
          </a:prstGeom>
          <a:noFill/>
          <a:ln>
            <a:noFill/>
          </a:ln>
        </p:spPr>
      </p:pic>
      <p:graphicFrame>
        <p:nvGraphicFramePr>
          <p:cNvPr id="1739" name="Google Shape;1739;p141"/>
          <p:cNvGraphicFramePr/>
          <p:nvPr/>
        </p:nvGraphicFramePr>
        <p:xfrm>
          <a:off x="1487425" y="1951100"/>
          <a:ext cx="3000000" cy="3000000"/>
        </p:xfrm>
        <a:graphic>
          <a:graphicData uri="http://schemas.openxmlformats.org/drawingml/2006/table">
            <a:tbl>
              <a:tblPr>
                <a:noFill/>
                <a:tableStyleId>{B9391551-2877-4EA5-9AC9-840A8582D54C}</a:tableStyleId>
              </a:tblPr>
              <a:tblGrid>
                <a:gridCol w="1394125"/>
                <a:gridCol w="1394125"/>
              </a:tblGrid>
              <a:tr h="424575">
                <a:tc>
                  <a:txBody>
                    <a:bodyPr/>
                    <a:lstStyle/>
                    <a:p>
                      <a:pPr indent="0" lvl="0" marL="0" rtl="0" algn="ctr">
                        <a:spcBef>
                          <a:spcPts val="0"/>
                        </a:spcBef>
                        <a:spcAft>
                          <a:spcPts val="0"/>
                        </a:spcAft>
                        <a:buNone/>
                      </a:pPr>
                      <a:r>
                        <a:rPr lang="en-GB" sz="1800">
                          <a:latin typeface="Lexend"/>
                          <a:ea typeface="Lexend"/>
                          <a:cs typeface="Lexend"/>
                          <a:sym typeface="Lexend"/>
                        </a:rPr>
                        <a:t>0.5</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740" name="Google Shape;1740;p141"/>
          <p:cNvSpPr/>
          <p:nvPr/>
        </p:nvSpPr>
        <p:spPr>
          <a:xfrm>
            <a:off x="1227152" y="1606350"/>
            <a:ext cx="259675" cy="522650"/>
          </a:xfrm>
          <a:custGeom>
            <a:rect b="b" l="l" r="r" t="t"/>
            <a:pathLst>
              <a:path extrusionOk="0" h="20906" w="10387">
                <a:moveTo>
                  <a:pt x="10387" y="0"/>
                </a:moveTo>
                <a:cubicBezTo>
                  <a:pt x="4584" y="1452"/>
                  <a:pt x="-1668" y="9331"/>
                  <a:pt x="432" y="14933"/>
                </a:cubicBezTo>
                <a:cubicBezTo>
                  <a:pt x="1757" y="18468"/>
                  <a:pt x="7385" y="18236"/>
                  <a:pt x="10055" y="20906"/>
                </a:cubicBezTo>
              </a:path>
            </a:pathLst>
          </a:custGeom>
          <a:noFill/>
          <a:ln cap="flat" cmpd="sng" w="28575">
            <a:solidFill>
              <a:schemeClr val="accent4"/>
            </a:solidFill>
            <a:prstDash val="solid"/>
            <a:round/>
            <a:headEnd len="med" w="med" type="none"/>
            <a:tailEnd len="med" w="med" type="triangle"/>
          </a:ln>
        </p:spPr>
      </p:sp>
      <p:sp>
        <p:nvSpPr>
          <p:cNvPr id="1741" name="Google Shape;1741;p141"/>
          <p:cNvSpPr txBox="1"/>
          <p:nvPr/>
        </p:nvSpPr>
        <p:spPr>
          <a:xfrm>
            <a:off x="4924425" y="1513882"/>
            <a:ext cx="3024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Eggs × ……… = Sugar</a:t>
            </a:r>
            <a:endParaRPr/>
          </a:p>
        </p:txBody>
      </p:sp>
      <p:sp>
        <p:nvSpPr>
          <p:cNvPr id="1742" name="Google Shape;1742;p141"/>
          <p:cNvSpPr txBox="1"/>
          <p:nvPr/>
        </p:nvSpPr>
        <p:spPr>
          <a:xfrm>
            <a:off x="4924425" y="2047282"/>
            <a:ext cx="3024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Sugar × ……… = Eggs</a:t>
            </a:r>
            <a:endParaRPr/>
          </a:p>
        </p:txBody>
      </p:sp>
      <p:pic>
        <p:nvPicPr>
          <p:cNvPr descr="&lt;math xmlns=&quot;http://www.w3.org/1998/Math/MathML&quot; display=&quot;block&quot; data-is-equatio=&quot;1&quot; data-latex=&quot;\frac{1}{2}\ \ \frac{1}{4}&quot;&gt;&lt;mfrac&gt;&lt;mn&gt;1&lt;/mn&gt;&lt;mn&gt;2&lt;/mn&gt;&lt;/mfrac&gt;&lt;mtext&gt;&lt;/mtext&gt;&lt;mtext&gt;&lt;/mtext&gt;&lt;mfrac&gt;&lt;mn&gt;1&lt;/mn&gt;&lt;mn&gt;4&lt;/mn&gt;&lt;/mfrac&gt;&lt;/math&gt;" id="1743" name="Google Shape;1743;p141" title="one half one fourth"/>
          <p:cNvPicPr preferRelativeResize="0"/>
          <p:nvPr/>
        </p:nvPicPr>
        <p:blipFill rotWithShape="1">
          <a:blip r:embed="rId5">
            <a:alphaModFix/>
          </a:blip>
          <a:srcRect b="0" l="0" r="48686" t="0"/>
          <a:stretch/>
        </p:blipFill>
        <p:spPr>
          <a:xfrm>
            <a:off x="6280096" y="1888340"/>
            <a:ext cx="231675" cy="468600"/>
          </a:xfrm>
          <a:prstGeom prst="rect">
            <a:avLst/>
          </a:prstGeom>
          <a:noFill/>
          <a:ln>
            <a:noFill/>
          </a:ln>
        </p:spPr>
      </p:pic>
      <p:graphicFrame>
        <p:nvGraphicFramePr>
          <p:cNvPr id="1744" name="Google Shape;1744;p141"/>
          <p:cNvGraphicFramePr/>
          <p:nvPr/>
        </p:nvGraphicFramePr>
        <p:xfrm>
          <a:off x="1487425" y="1036700"/>
          <a:ext cx="3000000" cy="3000000"/>
        </p:xfrm>
        <a:graphic>
          <a:graphicData uri="http://schemas.openxmlformats.org/drawingml/2006/table">
            <a:tbl>
              <a:tblPr>
                <a:noFill/>
                <a:tableStyleId>{B9391551-2877-4EA5-9AC9-840A8582D54C}</a:tableStyleId>
              </a:tblPr>
              <a:tblGrid>
                <a:gridCol w="1394125"/>
                <a:gridCol w="1394125"/>
              </a:tblGrid>
              <a:tr h="4245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Eggs</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Sugar (g)</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r>
              <a:tr h="424575">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745" name="Google Shape;1745;p141"/>
          <p:cNvSpPr txBox="1"/>
          <p:nvPr/>
        </p:nvSpPr>
        <p:spPr>
          <a:xfrm>
            <a:off x="6065475" y="1381720"/>
            <a:ext cx="438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2</a:t>
            </a:r>
            <a:endParaRPr>
              <a:latin typeface="Kalam"/>
              <a:ea typeface="Kalam"/>
              <a:cs typeface="Kalam"/>
              <a:sym typeface="Kalam"/>
            </a:endParaRPr>
          </a:p>
        </p:txBody>
      </p:sp>
      <p:sp>
        <p:nvSpPr>
          <p:cNvPr id="1746" name="Google Shape;1746;p141"/>
          <p:cNvSpPr txBox="1"/>
          <p:nvPr/>
        </p:nvSpPr>
        <p:spPr>
          <a:xfrm>
            <a:off x="799475" y="1620825"/>
            <a:ext cx="5832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÷8</a:t>
            </a:r>
            <a:endParaRPr/>
          </a:p>
        </p:txBody>
      </p:sp>
      <p:grpSp>
        <p:nvGrpSpPr>
          <p:cNvPr id="1747" name="Google Shape;1747;p141"/>
          <p:cNvGrpSpPr/>
          <p:nvPr/>
        </p:nvGrpSpPr>
        <p:grpSpPr>
          <a:xfrm>
            <a:off x="4306225" y="1544625"/>
            <a:ext cx="734050" cy="584375"/>
            <a:chOff x="4306225" y="1544625"/>
            <a:chExt cx="734050" cy="584375"/>
          </a:xfrm>
        </p:grpSpPr>
        <p:sp>
          <p:nvSpPr>
            <p:cNvPr id="1748" name="Google Shape;1748;p141"/>
            <p:cNvSpPr/>
            <p:nvPr/>
          </p:nvSpPr>
          <p:spPr>
            <a:xfrm flipH="1">
              <a:off x="4306225" y="1606350"/>
              <a:ext cx="259675" cy="522650"/>
            </a:xfrm>
            <a:custGeom>
              <a:rect b="b" l="l" r="r" t="t"/>
              <a:pathLst>
                <a:path extrusionOk="0" h="20906" w="10387">
                  <a:moveTo>
                    <a:pt x="10387" y="0"/>
                  </a:moveTo>
                  <a:cubicBezTo>
                    <a:pt x="4584" y="1452"/>
                    <a:pt x="-1668" y="9331"/>
                    <a:pt x="432" y="14933"/>
                  </a:cubicBezTo>
                  <a:cubicBezTo>
                    <a:pt x="1757" y="18468"/>
                    <a:pt x="7385" y="18236"/>
                    <a:pt x="10055" y="20906"/>
                  </a:cubicBezTo>
                </a:path>
              </a:pathLst>
            </a:custGeom>
            <a:noFill/>
            <a:ln cap="flat" cmpd="sng" w="28575">
              <a:solidFill>
                <a:schemeClr val="accent4"/>
              </a:solidFill>
              <a:prstDash val="solid"/>
              <a:round/>
              <a:headEnd len="med" w="med" type="none"/>
              <a:tailEnd len="med" w="med" type="triangle"/>
            </a:ln>
          </p:spPr>
        </p:sp>
        <p:sp>
          <p:nvSpPr>
            <p:cNvPr id="1749" name="Google Shape;1749;p141"/>
            <p:cNvSpPr txBox="1"/>
            <p:nvPr/>
          </p:nvSpPr>
          <p:spPr>
            <a:xfrm>
              <a:off x="4457075" y="1544625"/>
              <a:ext cx="5832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÷8</a:t>
              </a:r>
              <a:endParaRPr/>
            </a:p>
          </p:txBody>
        </p:sp>
      </p:grpSp>
      <p:pic>
        <p:nvPicPr>
          <p:cNvPr id="1750" name="Google Shape;1750;p141"/>
          <p:cNvPicPr preferRelativeResize="0"/>
          <p:nvPr/>
        </p:nvPicPr>
        <p:blipFill>
          <a:blip r:embed="rId6">
            <a:alphaModFix/>
          </a:blip>
          <a:stretch>
            <a:fillRect/>
          </a:stretch>
        </p:blipFill>
        <p:spPr>
          <a:xfrm>
            <a:off x="6936458" y="3336575"/>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4" name="Shape 1754"/>
        <p:cNvGrpSpPr/>
        <p:nvPr/>
      </p:nvGrpSpPr>
      <p:grpSpPr>
        <a:xfrm>
          <a:off x="0" y="0"/>
          <a:ext cx="0" cy="0"/>
          <a:chOff x="0" y="0"/>
          <a:chExt cx="0" cy="0"/>
        </a:xfrm>
      </p:grpSpPr>
      <p:pic>
        <p:nvPicPr>
          <p:cNvPr id="1755" name="Google Shape;1755;p142"/>
          <p:cNvPicPr preferRelativeResize="0"/>
          <p:nvPr/>
        </p:nvPicPr>
        <p:blipFill rotWithShape="1">
          <a:blip r:embed="rId3">
            <a:alphaModFix/>
          </a:blip>
          <a:srcRect b="0" l="0" r="69082" t="56280"/>
          <a:stretch/>
        </p:blipFill>
        <p:spPr>
          <a:xfrm>
            <a:off x="5082000" y="2495550"/>
            <a:ext cx="2555725" cy="1523574"/>
          </a:xfrm>
          <a:prstGeom prst="rect">
            <a:avLst/>
          </a:prstGeom>
          <a:noFill/>
          <a:ln>
            <a:noFill/>
          </a:ln>
        </p:spPr>
      </p:pic>
      <p:sp>
        <p:nvSpPr>
          <p:cNvPr id="1756" name="Google Shape;1756;p142"/>
          <p:cNvSpPr/>
          <p:nvPr/>
        </p:nvSpPr>
        <p:spPr>
          <a:xfrm>
            <a:off x="5159958" y="2650884"/>
            <a:ext cx="2362200" cy="1130100"/>
          </a:xfrm>
          <a:prstGeom prst="wedgeRectCallout">
            <a:avLst>
              <a:gd fmla="val 29775" name="adj1"/>
              <a:gd fmla="val 53464" name="adj2"/>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57" name="Google Shape;1757;p14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as ratios</a:t>
            </a:r>
            <a:endParaRPr/>
          </a:p>
        </p:txBody>
      </p:sp>
      <p:sp>
        <p:nvSpPr>
          <p:cNvPr id="1758" name="Google Shape;1758;p142"/>
          <p:cNvSpPr txBox="1"/>
          <p:nvPr/>
        </p:nvSpPr>
        <p:spPr>
          <a:xfrm>
            <a:off x="5243738" y="2642575"/>
            <a:ext cx="2362200" cy="3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For every 1 g of sugar, there is</a:t>
            </a:r>
            <a:r>
              <a:rPr lang="en-GB" sz="1800">
                <a:solidFill>
                  <a:schemeClr val="dk1"/>
                </a:solidFill>
                <a:latin typeface="Lexend"/>
                <a:ea typeface="Lexend"/>
                <a:cs typeface="Lexend"/>
                <a:sym typeface="Lexend"/>
              </a:rPr>
              <a:t> half (0.5) an egg.</a:t>
            </a:r>
            <a:endParaRPr sz="1800">
              <a:solidFill>
                <a:schemeClr val="dk1"/>
              </a:solidFill>
              <a:latin typeface="Lexend"/>
              <a:ea typeface="Lexend"/>
              <a:cs typeface="Lexend"/>
              <a:sym typeface="Lexend"/>
            </a:endParaRPr>
          </a:p>
        </p:txBody>
      </p:sp>
      <p:pic>
        <p:nvPicPr>
          <p:cNvPr id="1759" name="Google Shape;1759;p142"/>
          <p:cNvPicPr preferRelativeResize="0"/>
          <p:nvPr/>
        </p:nvPicPr>
        <p:blipFill>
          <a:blip r:embed="rId4">
            <a:alphaModFix/>
          </a:blip>
          <a:stretch>
            <a:fillRect/>
          </a:stretch>
        </p:blipFill>
        <p:spPr>
          <a:xfrm flipH="1">
            <a:off x="7637726" y="3036774"/>
            <a:ext cx="814624" cy="1018700"/>
          </a:xfrm>
          <a:prstGeom prst="rect">
            <a:avLst/>
          </a:prstGeom>
          <a:noFill/>
          <a:ln>
            <a:noFill/>
          </a:ln>
        </p:spPr>
      </p:pic>
      <p:graphicFrame>
        <p:nvGraphicFramePr>
          <p:cNvPr id="1760" name="Google Shape;1760;p142"/>
          <p:cNvGraphicFramePr/>
          <p:nvPr/>
        </p:nvGraphicFramePr>
        <p:xfrm>
          <a:off x="1487425" y="1951100"/>
          <a:ext cx="3000000" cy="3000000"/>
        </p:xfrm>
        <a:graphic>
          <a:graphicData uri="http://schemas.openxmlformats.org/drawingml/2006/table">
            <a:tbl>
              <a:tblPr>
                <a:noFill/>
                <a:tableStyleId>{B9391551-2877-4EA5-9AC9-840A8582D54C}</a:tableStyleId>
              </a:tblPr>
              <a:tblGrid>
                <a:gridCol w="1394125"/>
                <a:gridCol w="1394125"/>
              </a:tblGrid>
              <a:tr h="424575">
                <a:tc>
                  <a:txBody>
                    <a:bodyPr/>
                    <a:lstStyle/>
                    <a:p>
                      <a:pPr indent="0" lvl="0" marL="0" rtl="0" algn="ctr">
                        <a:spcBef>
                          <a:spcPts val="0"/>
                        </a:spcBef>
                        <a:spcAft>
                          <a:spcPts val="0"/>
                        </a:spcAft>
                        <a:buNone/>
                      </a:pPr>
                      <a:r>
                        <a:rPr lang="en-GB" sz="1800">
                          <a:latin typeface="Lexend"/>
                          <a:ea typeface="Lexend"/>
                          <a:cs typeface="Lexend"/>
                          <a:sym typeface="Lexend"/>
                        </a:rPr>
                        <a:t>0.5</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761" name="Google Shape;1761;p142"/>
          <p:cNvSpPr txBox="1"/>
          <p:nvPr/>
        </p:nvSpPr>
        <p:spPr>
          <a:xfrm>
            <a:off x="4924425" y="1513882"/>
            <a:ext cx="3024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Eggs × ……… = Sugar</a:t>
            </a:r>
            <a:endParaRPr/>
          </a:p>
        </p:txBody>
      </p:sp>
      <p:sp>
        <p:nvSpPr>
          <p:cNvPr id="1762" name="Google Shape;1762;p142"/>
          <p:cNvSpPr txBox="1"/>
          <p:nvPr/>
        </p:nvSpPr>
        <p:spPr>
          <a:xfrm>
            <a:off x="4924425" y="2047282"/>
            <a:ext cx="3024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Sugar × ……… = Eggs</a:t>
            </a:r>
            <a:endParaRPr/>
          </a:p>
        </p:txBody>
      </p:sp>
      <p:pic>
        <p:nvPicPr>
          <p:cNvPr descr="&lt;math xmlns=&quot;http://www.w3.org/1998/Math/MathML&quot; display=&quot;block&quot; data-is-equatio=&quot;1&quot; data-latex=&quot;\frac{1}{2}\ \ \frac{1}{4}&quot;&gt;&lt;mfrac&gt;&lt;mn&gt;1&lt;/mn&gt;&lt;mn&gt;2&lt;/mn&gt;&lt;/mfrac&gt;&lt;mtext&gt;&lt;/mtext&gt;&lt;mtext&gt;&lt;/mtext&gt;&lt;mfrac&gt;&lt;mn&gt;1&lt;/mn&gt;&lt;mn&gt;4&lt;/mn&gt;&lt;/mfrac&gt;&lt;/math&gt;" id="1763" name="Google Shape;1763;p142" title="one half one fourth"/>
          <p:cNvPicPr preferRelativeResize="0"/>
          <p:nvPr/>
        </p:nvPicPr>
        <p:blipFill rotWithShape="1">
          <a:blip r:embed="rId5">
            <a:alphaModFix/>
          </a:blip>
          <a:srcRect b="0" l="0" r="48686" t="0"/>
          <a:stretch/>
        </p:blipFill>
        <p:spPr>
          <a:xfrm>
            <a:off x="6280096" y="1888340"/>
            <a:ext cx="231675" cy="468600"/>
          </a:xfrm>
          <a:prstGeom prst="rect">
            <a:avLst/>
          </a:prstGeom>
          <a:noFill/>
          <a:ln>
            <a:noFill/>
          </a:ln>
        </p:spPr>
      </p:pic>
      <p:graphicFrame>
        <p:nvGraphicFramePr>
          <p:cNvPr id="1764" name="Google Shape;1764;p142"/>
          <p:cNvGraphicFramePr/>
          <p:nvPr/>
        </p:nvGraphicFramePr>
        <p:xfrm>
          <a:off x="1487425" y="1036700"/>
          <a:ext cx="3000000" cy="3000000"/>
        </p:xfrm>
        <a:graphic>
          <a:graphicData uri="http://schemas.openxmlformats.org/drawingml/2006/table">
            <a:tbl>
              <a:tblPr>
                <a:noFill/>
                <a:tableStyleId>{B9391551-2877-4EA5-9AC9-840A8582D54C}</a:tableStyleId>
              </a:tblPr>
              <a:tblGrid>
                <a:gridCol w="1394125"/>
                <a:gridCol w="1394125"/>
              </a:tblGrid>
              <a:tr h="4245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Eggs</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Sugar (g)</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r>
              <a:tr h="424575">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765" name="Google Shape;1765;p142"/>
          <p:cNvSpPr txBox="1"/>
          <p:nvPr/>
        </p:nvSpPr>
        <p:spPr>
          <a:xfrm>
            <a:off x="6065475" y="1381720"/>
            <a:ext cx="438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2</a:t>
            </a:r>
            <a:endParaRPr>
              <a:latin typeface="Kalam"/>
              <a:ea typeface="Kalam"/>
              <a:cs typeface="Kalam"/>
              <a:sym typeface="Kalam"/>
            </a:endParaRPr>
          </a:p>
        </p:txBody>
      </p:sp>
      <p:grpSp>
        <p:nvGrpSpPr>
          <p:cNvPr id="1766" name="Google Shape;1766;p142"/>
          <p:cNvGrpSpPr/>
          <p:nvPr/>
        </p:nvGrpSpPr>
        <p:grpSpPr>
          <a:xfrm>
            <a:off x="2455600" y="1403012"/>
            <a:ext cx="755100" cy="523200"/>
            <a:chOff x="2455600" y="1403012"/>
            <a:chExt cx="755100" cy="523200"/>
          </a:xfrm>
        </p:grpSpPr>
        <p:cxnSp>
          <p:nvCxnSpPr>
            <p:cNvPr id="1767" name="Google Shape;1767;p142"/>
            <p:cNvCxnSpPr/>
            <p:nvPr/>
          </p:nvCxnSpPr>
          <p:spPr>
            <a:xfrm>
              <a:off x="2455600" y="1801750"/>
              <a:ext cx="755100" cy="0"/>
            </a:xfrm>
            <a:prstGeom prst="straightConnector1">
              <a:avLst/>
            </a:prstGeom>
            <a:noFill/>
            <a:ln cap="flat" cmpd="sng" w="28575">
              <a:solidFill>
                <a:schemeClr val="accent4"/>
              </a:solidFill>
              <a:prstDash val="solid"/>
              <a:round/>
              <a:headEnd len="med" w="med" type="none"/>
              <a:tailEnd len="med" w="med" type="triangle"/>
            </a:ln>
          </p:spPr>
        </p:cxnSp>
        <p:sp>
          <p:nvSpPr>
            <p:cNvPr id="1768" name="Google Shape;1768;p142"/>
            <p:cNvSpPr txBox="1"/>
            <p:nvPr/>
          </p:nvSpPr>
          <p:spPr>
            <a:xfrm>
              <a:off x="2469350" y="1403012"/>
              <a:ext cx="672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×2 </a:t>
              </a:r>
              <a:endParaRPr/>
            </a:p>
          </p:txBody>
        </p:sp>
      </p:grpSp>
      <p:grpSp>
        <p:nvGrpSpPr>
          <p:cNvPr id="1769" name="Google Shape;1769;p142"/>
          <p:cNvGrpSpPr/>
          <p:nvPr/>
        </p:nvGrpSpPr>
        <p:grpSpPr>
          <a:xfrm>
            <a:off x="2455600" y="1860212"/>
            <a:ext cx="755100" cy="523200"/>
            <a:chOff x="2455600" y="1403012"/>
            <a:chExt cx="755100" cy="523200"/>
          </a:xfrm>
        </p:grpSpPr>
        <p:cxnSp>
          <p:nvCxnSpPr>
            <p:cNvPr id="1770" name="Google Shape;1770;p142"/>
            <p:cNvCxnSpPr/>
            <p:nvPr/>
          </p:nvCxnSpPr>
          <p:spPr>
            <a:xfrm>
              <a:off x="2455600" y="1801750"/>
              <a:ext cx="755100" cy="0"/>
            </a:xfrm>
            <a:prstGeom prst="straightConnector1">
              <a:avLst/>
            </a:prstGeom>
            <a:noFill/>
            <a:ln cap="flat" cmpd="sng" w="28575">
              <a:solidFill>
                <a:schemeClr val="accent4"/>
              </a:solidFill>
              <a:prstDash val="solid"/>
              <a:round/>
              <a:headEnd len="med" w="med" type="none"/>
              <a:tailEnd len="med" w="med" type="triangle"/>
            </a:ln>
          </p:spPr>
        </p:cxnSp>
        <p:sp>
          <p:nvSpPr>
            <p:cNvPr id="1771" name="Google Shape;1771;p142"/>
            <p:cNvSpPr txBox="1"/>
            <p:nvPr/>
          </p:nvSpPr>
          <p:spPr>
            <a:xfrm>
              <a:off x="2469350" y="1403012"/>
              <a:ext cx="672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×2 </a:t>
              </a:r>
              <a:endParaRPr/>
            </a:p>
          </p:txBody>
        </p:sp>
      </p:grpSp>
      <p:pic>
        <p:nvPicPr>
          <p:cNvPr id="1772" name="Google Shape;1772;p142"/>
          <p:cNvPicPr preferRelativeResize="0"/>
          <p:nvPr/>
        </p:nvPicPr>
        <p:blipFill>
          <a:blip r:embed="rId6">
            <a:alphaModFix/>
          </a:blip>
          <a:stretch>
            <a:fillRect/>
          </a:stretch>
        </p:blipFill>
        <p:spPr>
          <a:xfrm>
            <a:off x="6936458" y="3336575"/>
            <a:ext cx="396000" cy="4191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6" name="Shape 1776"/>
        <p:cNvGrpSpPr/>
        <p:nvPr/>
      </p:nvGrpSpPr>
      <p:grpSpPr>
        <a:xfrm>
          <a:off x="0" y="0"/>
          <a:ext cx="0" cy="0"/>
          <a:chOff x="0" y="0"/>
          <a:chExt cx="0" cy="0"/>
        </a:xfrm>
      </p:grpSpPr>
      <p:pic>
        <p:nvPicPr>
          <p:cNvPr id="1777" name="Google Shape;1777;p143"/>
          <p:cNvPicPr preferRelativeResize="0"/>
          <p:nvPr/>
        </p:nvPicPr>
        <p:blipFill rotWithShape="1">
          <a:blip r:embed="rId3">
            <a:alphaModFix/>
          </a:blip>
          <a:srcRect b="0" l="0" r="69082" t="56280"/>
          <a:stretch/>
        </p:blipFill>
        <p:spPr>
          <a:xfrm>
            <a:off x="5082000" y="2495550"/>
            <a:ext cx="2555725" cy="1523574"/>
          </a:xfrm>
          <a:prstGeom prst="rect">
            <a:avLst/>
          </a:prstGeom>
          <a:noFill/>
          <a:ln>
            <a:noFill/>
          </a:ln>
        </p:spPr>
      </p:pic>
      <p:sp>
        <p:nvSpPr>
          <p:cNvPr id="1778" name="Google Shape;1778;p143"/>
          <p:cNvSpPr/>
          <p:nvPr/>
        </p:nvSpPr>
        <p:spPr>
          <a:xfrm>
            <a:off x="5159958" y="2650884"/>
            <a:ext cx="2362200" cy="1130100"/>
          </a:xfrm>
          <a:prstGeom prst="wedgeRectCallout">
            <a:avLst>
              <a:gd fmla="val 29775" name="adj1"/>
              <a:gd fmla="val 53464" name="adj2"/>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79" name="Google Shape;1779;p14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as ratios</a:t>
            </a:r>
            <a:endParaRPr/>
          </a:p>
        </p:txBody>
      </p:sp>
      <p:grpSp>
        <p:nvGrpSpPr>
          <p:cNvPr id="1780" name="Google Shape;1780;p143"/>
          <p:cNvGrpSpPr/>
          <p:nvPr/>
        </p:nvGrpSpPr>
        <p:grpSpPr>
          <a:xfrm>
            <a:off x="974503" y="4378838"/>
            <a:ext cx="2977792" cy="394212"/>
            <a:chOff x="81703" y="4378838"/>
            <a:chExt cx="2977792" cy="394212"/>
          </a:xfrm>
        </p:grpSpPr>
        <p:sp>
          <p:nvSpPr>
            <p:cNvPr id="1781" name="Google Shape;1781;p143"/>
            <p:cNvSpPr/>
            <p:nvPr/>
          </p:nvSpPr>
          <p:spPr>
            <a:xfrm>
              <a:off x="2544995" y="4378838"/>
              <a:ext cx="514500" cy="394200"/>
            </a:xfrm>
            <a:prstGeom prst="rect">
              <a:avLst/>
            </a:prstGeom>
            <a:solidFill>
              <a:srgbClr val="FF00FF">
                <a:alpha val="34180"/>
              </a:srgbClr>
            </a:solidFill>
            <a:ln cap="flat" cmpd="sng" w="76200">
              <a:solidFill>
                <a:srgbClr val="F79D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82" name="Google Shape;1782;p143"/>
            <p:cNvSpPr/>
            <p:nvPr/>
          </p:nvSpPr>
          <p:spPr>
            <a:xfrm>
              <a:off x="81703" y="4378850"/>
              <a:ext cx="273300" cy="394200"/>
            </a:xfrm>
            <a:prstGeom prst="rect">
              <a:avLst/>
            </a:prstGeom>
            <a:solidFill>
              <a:srgbClr val="FF00FF">
                <a:alpha val="34180"/>
              </a:srgbClr>
            </a:solidFill>
            <a:ln cap="flat" cmpd="sng" w="76200">
              <a:solidFill>
                <a:srgbClr val="F79D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783" name="Google Shape;1783;p143"/>
          <p:cNvGrpSpPr/>
          <p:nvPr/>
        </p:nvGrpSpPr>
        <p:grpSpPr>
          <a:xfrm>
            <a:off x="1279303" y="4378838"/>
            <a:ext cx="3282592" cy="394212"/>
            <a:chOff x="81703" y="4378838"/>
            <a:chExt cx="3282592" cy="394212"/>
          </a:xfrm>
        </p:grpSpPr>
        <p:sp>
          <p:nvSpPr>
            <p:cNvPr id="1784" name="Google Shape;1784;p143"/>
            <p:cNvSpPr/>
            <p:nvPr/>
          </p:nvSpPr>
          <p:spPr>
            <a:xfrm>
              <a:off x="2849795" y="4378838"/>
              <a:ext cx="514500" cy="394200"/>
            </a:xfrm>
            <a:prstGeom prst="rect">
              <a:avLst/>
            </a:prstGeom>
            <a:solidFill>
              <a:srgbClr val="FF00FF">
                <a:alpha val="34180"/>
              </a:srgbClr>
            </a:solidFill>
            <a:ln cap="flat" cmpd="sng" w="76200">
              <a:solidFill>
                <a:srgbClr val="F79D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85" name="Google Shape;1785;p143"/>
            <p:cNvSpPr/>
            <p:nvPr/>
          </p:nvSpPr>
          <p:spPr>
            <a:xfrm>
              <a:off x="81703" y="4378850"/>
              <a:ext cx="273300" cy="394200"/>
            </a:xfrm>
            <a:prstGeom prst="rect">
              <a:avLst/>
            </a:prstGeom>
            <a:solidFill>
              <a:srgbClr val="FF00FF">
                <a:alpha val="34180"/>
              </a:srgbClr>
            </a:solidFill>
            <a:ln cap="flat" cmpd="sng" w="76200">
              <a:solidFill>
                <a:srgbClr val="F79D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786" name="Google Shape;1786;p143"/>
          <p:cNvGrpSpPr/>
          <p:nvPr/>
        </p:nvGrpSpPr>
        <p:grpSpPr>
          <a:xfrm>
            <a:off x="1584103" y="4378838"/>
            <a:ext cx="3579096" cy="394212"/>
            <a:chOff x="81703" y="4378838"/>
            <a:chExt cx="3579096" cy="394212"/>
          </a:xfrm>
        </p:grpSpPr>
        <p:sp>
          <p:nvSpPr>
            <p:cNvPr id="1787" name="Google Shape;1787;p143"/>
            <p:cNvSpPr/>
            <p:nvPr/>
          </p:nvSpPr>
          <p:spPr>
            <a:xfrm>
              <a:off x="3146299" y="4378838"/>
              <a:ext cx="514500" cy="394200"/>
            </a:xfrm>
            <a:prstGeom prst="rect">
              <a:avLst/>
            </a:prstGeom>
            <a:solidFill>
              <a:srgbClr val="FF00FF">
                <a:alpha val="34180"/>
              </a:srgbClr>
            </a:solidFill>
            <a:ln cap="flat" cmpd="sng" w="76200">
              <a:solidFill>
                <a:srgbClr val="F79D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88" name="Google Shape;1788;p143"/>
            <p:cNvSpPr/>
            <p:nvPr/>
          </p:nvSpPr>
          <p:spPr>
            <a:xfrm>
              <a:off x="81703" y="4378850"/>
              <a:ext cx="273300" cy="394200"/>
            </a:xfrm>
            <a:prstGeom prst="rect">
              <a:avLst/>
            </a:prstGeom>
            <a:solidFill>
              <a:srgbClr val="FF00FF">
                <a:alpha val="34180"/>
              </a:srgbClr>
            </a:solidFill>
            <a:ln cap="flat" cmpd="sng" w="76200">
              <a:solidFill>
                <a:srgbClr val="F79D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789" name="Google Shape;1789;p143"/>
          <p:cNvGrpSpPr/>
          <p:nvPr/>
        </p:nvGrpSpPr>
        <p:grpSpPr>
          <a:xfrm>
            <a:off x="1880607" y="4378838"/>
            <a:ext cx="3883896" cy="394212"/>
            <a:chOff x="106591" y="4378838"/>
            <a:chExt cx="3883896" cy="394212"/>
          </a:xfrm>
        </p:grpSpPr>
        <p:sp>
          <p:nvSpPr>
            <p:cNvPr id="1790" name="Google Shape;1790;p143"/>
            <p:cNvSpPr/>
            <p:nvPr/>
          </p:nvSpPr>
          <p:spPr>
            <a:xfrm>
              <a:off x="3475987" y="4378838"/>
              <a:ext cx="514500" cy="394200"/>
            </a:xfrm>
            <a:prstGeom prst="rect">
              <a:avLst/>
            </a:prstGeom>
            <a:solidFill>
              <a:srgbClr val="FF00FF">
                <a:alpha val="34180"/>
              </a:srgbClr>
            </a:solidFill>
            <a:ln cap="flat" cmpd="sng" w="76200">
              <a:solidFill>
                <a:srgbClr val="F79D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91" name="Google Shape;1791;p143"/>
            <p:cNvSpPr/>
            <p:nvPr/>
          </p:nvSpPr>
          <p:spPr>
            <a:xfrm>
              <a:off x="106591" y="4378850"/>
              <a:ext cx="273300" cy="394200"/>
            </a:xfrm>
            <a:prstGeom prst="rect">
              <a:avLst/>
            </a:prstGeom>
            <a:solidFill>
              <a:srgbClr val="FF00FF">
                <a:alpha val="34180"/>
              </a:srgbClr>
            </a:solidFill>
            <a:ln cap="flat" cmpd="sng" w="76200">
              <a:solidFill>
                <a:srgbClr val="F79D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792" name="Google Shape;1792;p143"/>
          <p:cNvGrpSpPr/>
          <p:nvPr/>
        </p:nvGrpSpPr>
        <p:grpSpPr>
          <a:xfrm>
            <a:off x="2185407" y="4378838"/>
            <a:ext cx="4172104" cy="394212"/>
            <a:chOff x="106591" y="4378838"/>
            <a:chExt cx="4172104" cy="394212"/>
          </a:xfrm>
        </p:grpSpPr>
        <p:sp>
          <p:nvSpPr>
            <p:cNvPr id="1793" name="Google Shape;1793;p143"/>
            <p:cNvSpPr/>
            <p:nvPr/>
          </p:nvSpPr>
          <p:spPr>
            <a:xfrm>
              <a:off x="3764195" y="4378838"/>
              <a:ext cx="514500" cy="394200"/>
            </a:xfrm>
            <a:prstGeom prst="rect">
              <a:avLst/>
            </a:prstGeom>
            <a:solidFill>
              <a:srgbClr val="FF00FF">
                <a:alpha val="34180"/>
              </a:srgbClr>
            </a:solidFill>
            <a:ln cap="flat" cmpd="sng" w="76200">
              <a:solidFill>
                <a:srgbClr val="F79D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94" name="Google Shape;1794;p143"/>
            <p:cNvSpPr/>
            <p:nvPr/>
          </p:nvSpPr>
          <p:spPr>
            <a:xfrm>
              <a:off x="106591" y="4378850"/>
              <a:ext cx="273300" cy="394200"/>
            </a:xfrm>
            <a:prstGeom prst="rect">
              <a:avLst/>
            </a:prstGeom>
            <a:solidFill>
              <a:srgbClr val="FF00FF">
                <a:alpha val="34180"/>
              </a:srgbClr>
            </a:solidFill>
            <a:ln cap="flat" cmpd="sng" w="76200">
              <a:solidFill>
                <a:srgbClr val="F79D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795" name="Google Shape;1795;p143"/>
          <p:cNvGrpSpPr/>
          <p:nvPr/>
        </p:nvGrpSpPr>
        <p:grpSpPr>
          <a:xfrm>
            <a:off x="2490207" y="4378838"/>
            <a:ext cx="4476904" cy="394212"/>
            <a:chOff x="106591" y="4378838"/>
            <a:chExt cx="4476904" cy="394212"/>
          </a:xfrm>
        </p:grpSpPr>
        <p:sp>
          <p:nvSpPr>
            <p:cNvPr id="1796" name="Google Shape;1796;p143"/>
            <p:cNvSpPr/>
            <p:nvPr/>
          </p:nvSpPr>
          <p:spPr>
            <a:xfrm>
              <a:off x="4068995" y="4378838"/>
              <a:ext cx="514500" cy="394200"/>
            </a:xfrm>
            <a:prstGeom prst="rect">
              <a:avLst/>
            </a:prstGeom>
            <a:solidFill>
              <a:srgbClr val="FF00FF">
                <a:alpha val="34180"/>
              </a:srgbClr>
            </a:solidFill>
            <a:ln cap="flat" cmpd="sng" w="76200">
              <a:solidFill>
                <a:srgbClr val="F79D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97" name="Google Shape;1797;p143"/>
            <p:cNvSpPr/>
            <p:nvPr/>
          </p:nvSpPr>
          <p:spPr>
            <a:xfrm>
              <a:off x="106591" y="4378850"/>
              <a:ext cx="273300" cy="394200"/>
            </a:xfrm>
            <a:prstGeom prst="rect">
              <a:avLst/>
            </a:prstGeom>
            <a:solidFill>
              <a:srgbClr val="FF00FF">
                <a:alpha val="34180"/>
              </a:srgbClr>
            </a:solidFill>
            <a:ln cap="flat" cmpd="sng" w="76200">
              <a:solidFill>
                <a:srgbClr val="F79D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798" name="Google Shape;1798;p143"/>
          <p:cNvGrpSpPr/>
          <p:nvPr/>
        </p:nvGrpSpPr>
        <p:grpSpPr>
          <a:xfrm>
            <a:off x="2795007" y="4378838"/>
            <a:ext cx="4781704" cy="394212"/>
            <a:chOff x="106591" y="4378838"/>
            <a:chExt cx="4781704" cy="394212"/>
          </a:xfrm>
        </p:grpSpPr>
        <p:sp>
          <p:nvSpPr>
            <p:cNvPr id="1799" name="Google Shape;1799;p143"/>
            <p:cNvSpPr/>
            <p:nvPr/>
          </p:nvSpPr>
          <p:spPr>
            <a:xfrm>
              <a:off x="4373795" y="4378838"/>
              <a:ext cx="514500" cy="394200"/>
            </a:xfrm>
            <a:prstGeom prst="rect">
              <a:avLst/>
            </a:prstGeom>
            <a:solidFill>
              <a:srgbClr val="FF00FF">
                <a:alpha val="34180"/>
              </a:srgbClr>
            </a:solidFill>
            <a:ln cap="flat" cmpd="sng" w="76200">
              <a:solidFill>
                <a:srgbClr val="F79D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00" name="Google Shape;1800;p143"/>
            <p:cNvSpPr/>
            <p:nvPr/>
          </p:nvSpPr>
          <p:spPr>
            <a:xfrm>
              <a:off x="106591" y="4378850"/>
              <a:ext cx="273300" cy="394200"/>
            </a:xfrm>
            <a:prstGeom prst="rect">
              <a:avLst/>
            </a:prstGeom>
            <a:solidFill>
              <a:srgbClr val="FF00FF">
                <a:alpha val="34180"/>
              </a:srgbClr>
            </a:solidFill>
            <a:ln cap="flat" cmpd="sng" w="76200">
              <a:solidFill>
                <a:srgbClr val="F79D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801" name="Google Shape;1801;p143"/>
          <p:cNvGrpSpPr/>
          <p:nvPr/>
        </p:nvGrpSpPr>
        <p:grpSpPr>
          <a:xfrm>
            <a:off x="3099807" y="4378838"/>
            <a:ext cx="5063767" cy="394212"/>
            <a:chOff x="106591" y="4378838"/>
            <a:chExt cx="5063767" cy="394212"/>
          </a:xfrm>
        </p:grpSpPr>
        <p:sp>
          <p:nvSpPr>
            <p:cNvPr id="1802" name="Google Shape;1802;p143"/>
            <p:cNvSpPr/>
            <p:nvPr/>
          </p:nvSpPr>
          <p:spPr>
            <a:xfrm>
              <a:off x="4655858" y="4378838"/>
              <a:ext cx="514500" cy="394200"/>
            </a:xfrm>
            <a:prstGeom prst="rect">
              <a:avLst/>
            </a:prstGeom>
            <a:solidFill>
              <a:srgbClr val="FF00FF">
                <a:alpha val="34180"/>
              </a:srgbClr>
            </a:solidFill>
            <a:ln cap="flat" cmpd="sng" w="76200">
              <a:solidFill>
                <a:srgbClr val="F79D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03" name="Google Shape;1803;p143"/>
            <p:cNvSpPr/>
            <p:nvPr/>
          </p:nvSpPr>
          <p:spPr>
            <a:xfrm>
              <a:off x="106591" y="4378850"/>
              <a:ext cx="273300" cy="394200"/>
            </a:xfrm>
            <a:prstGeom prst="rect">
              <a:avLst/>
            </a:prstGeom>
            <a:solidFill>
              <a:srgbClr val="FF00FF">
                <a:alpha val="34180"/>
              </a:srgbClr>
            </a:solidFill>
            <a:ln cap="flat" cmpd="sng" w="76200">
              <a:solidFill>
                <a:srgbClr val="F79D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aphicFrame>
        <p:nvGraphicFramePr>
          <p:cNvPr id="1804" name="Google Shape;1804;p143"/>
          <p:cNvGraphicFramePr/>
          <p:nvPr/>
        </p:nvGraphicFramePr>
        <p:xfrm>
          <a:off x="970200" y="4347387"/>
          <a:ext cx="3000000" cy="3000000"/>
        </p:xfrm>
        <a:graphic>
          <a:graphicData uri="http://schemas.openxmlformats.org/drawingml/2006/table">
            <a:tbl>
              <a:tblPr>
                <a:noFill/>
                <a:tableStyleId>{B9391551-2877-4EA5-9AC9-840A8582D54C}</a:tableStyleId>
              </a:tblPr>
              <a:tblGrid>
                <a:gridCol w="603250"/>
                <a:gridCol w="603250"/>
                <a:gridCol w="603250"/>
                <a:gridCol w="603250"/>
                <a:gridCol w="603250"/>
                <a:gridCol w="603250"/>
                <a:gridCol w="603250"/>
                <a:gridCol w="603250"/>
                <a:gridCol w="603250"/>
                <a:gridCol w="603250"/>
                <a:gridCol w="603250"/>
                <a:gridCol w="603250"/>
              </a:tblGrid>
              <a:tr h="381000">
                <a:tc>
                  <a:txBody>
                    <a:bodyPr/>
                    <a:lstStyle/>
                    <a:p>
                      <a:pPr indent="0" lvl="0" marL="0" rtl="0" algn="ctr">
                        <a:spcBef>
                          <a:spcPts val="0"/>
                        </a:spcBef>
                        <a:spcAft>
                          <a:spcPts val="0"/>
                        </a:spcAft>
                        <a:buNone/>
                      </a:pPr>
                      <a:r>
                        <a:rPr lang="en-GB" sz="1800">
                          <a:latin typeface="Lexend"/>
                          <a:ea typeface="Lexend"/>
                          <a:cs typeface="Lexend"/>
                          <a:sym typeface="Lexend"/>
                        </a:rPr>
                        <a:t>E</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E</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E</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E</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S</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S</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S</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S</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S</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S</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S</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S</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805" name="Google Shape;1805;p143"/>
          <p:cNvSpPr txBox="1"/>
          <p:nvPr/>
        </p:nvSpPr>
        <p:spPr>
          <a:xfrm>
            <a:off x="5243738" y="2642575"/>
            <a:ext cx="2362200" cy="3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For every 1 g of sugar, there is</a:t>
            </a:r>
            <a:r>
              <a:rPr lang="en-GB" sz="1800">
                <a:solidFill>
                  <a:schemeClr val="dk1"/>
                </a:solidFill>
                <a:latin typeface="Lexend"/>
                <a:ea typeface="Lexend"/>
                <a:cs typeface="Lexend"/>
                <a:sym typeface="Lexend"/>
              </a:rPr>
              <a:t> half (0.5) an egg.</a:t>
            </a:r>
            <a:endParaRPr sz="1800">
              <a:solidFill>
                <a:schemeClr val="dk1"/>
              </a:solidFill>
              <a:latin typeface="Lexend"/>
              <a:ea typeface="Lexend"/>
              <a:cs typeface="Lexend"/>
              <a:sym typeface="Lexend"/>
            </a:endParaRPr>
          </a:p>
        </p:txBody>
      </p:sp>
      <p:pic>
        <p:nvPicPr>
          <p:cNvPr id="1806" name="Google Shape;1806;p143"/>
          <p:cNvPicPr preferRelativeResize="0"/>
          <p:nvPr/>
        </p:nvPicPr>
        <p:blipFill>
          <a:blip r:embed="rId4">
            <a:alphaModFix/>
          </a:blip>
          <a:stretch>
            <a:fillRect/>
          </a:stretch>
        </p:blipFill>
        <p:spPr>
          <a:xfrm flipH="1">
            <a:off x="7637726" y="3036774"/>
            <a:ext cx="814624" cy="1018700"/>
          </a:xfrm>
          <a:prstGeom prst="rect">
            <a:avLst/>
          </a:prstGeom>
          <a:noFill/>
          <a:ln>
            <a:noFill/>
          </a:ln>
        </p:spPr>
      </p:pic>
      <p:graphicFrame>
        <p:nvGraphicFramePr>
          <p:cNvPr id="1807" name="Google Shape;1807;p143"/>
          <p:cNvGraphicFramePr/>
          <p:nvPr/>
        </p:nvGraphicFramePr>
        <p:xfrm>
          <a:off x="1487425" y="1951100"/>
          <a:ext cx="3000000" cy="3000000"/>
        </p:xfrm>
        <a:graphic>
          <a:graphicData uri="http://schemas.openxmlformats.org/drawingml/2006/table">
            <a:tbl>
              <a:tblPr>
                <a:noFill/>
                <a:tableStyleId>{B9391551-2877-4EA5-9AC9-840A8582D54C}</a:tableStyleId>
              </a:tblPr>
              <a:tblGrid>
                <a:gridCol w="1394125"/>
                <a:gridCol w="1394125"/>
              </a:tblGrid>
              <a:tr h="424575">
                <a:tc>
                  <a:txBody>
                    <a:bodyPr/>
                    <a:lstStyle/>
                    <a:p>
                      <a:pPr indent="0" lvl="0" marL="0" rtl="0" algn="ctr">
                        <a:spcBef>
                          <a:spcPts val="0"/>
                        </a:spcBef>
                        <a:spcAft>
                          <a:spcPts val="0"/>
                        </a:spcAft>
                        <a:buNone/>
                      </a:pPr>
                      <a:r>
                        <a:rPr lang="en-GB" sz="1800">
                          <a:latin typeface="Lexend"/>
                          <a:ea typeface="Lexend"/>
                          <a:cs typeface="Lexend"/>
                          <a:sym typeface="Lexend"/>
                        </a:rPr>
                        <a:t>0.5</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808" name="Google Shape;1808;p143"/>
          <p:cNvSpPr/>
          <p:nvPr/>
        </p:nvSpPr>
        <p:spPr>
          <a:xfrm>
            <a:off x="1227152" y="1606350"/>
            <a:ext cx="259675" cy="522650"/>
          </a:xfrm>
          <a:custGeom>
            <a:rect b="b" l="l" r="r" t="t"/>
            <a:pathLst>
              <a:path extrusionOk="0" h="20906" w="10387">
                <a:moveTo>
                  <a:pt x="10387" y="0"/>
                </a:moveTo>
                <a:cubicBezTo>
                  <a:pt x="4584" y="1452"/>
                  <a:pt x="-1668" y="9331"/>
                  <a:pt x="432" y="14933"/>
                </a:cubicBezTo>
                <a:cubicBezTo>
                  <a:pt x="1757" y="18468"/>
                  <a:pt x="7385" y="18236"/>
                  <a:pt x="10055" y="20906"/>
                </a:cubicBezTo>
              </a:path>
            </a:pathLst>
          </a:custGeom>
          <a:noFill/>
          <a:ln cap="flat" cmpd="sng" w="28575">
            <a:solidFill>
              <a:schemeClr val="accent4"/>
            </a:solidFill>
            <a:prstDash val="solid"/>
            <a:round/>
            <a:headEnd len="med" w="med" type="none"/>
            <a:tailEnd len="med" w="med" type="triangle"/>
          </a:ln>
        </p:spPr>
      </p:sp>
      <p:sp>
        <p:nvSpPr>
          <p:cNvPr id="1809" name="Google Shape;1809;p143"/>
          <p:cNvSpPr txBox="1"/>
          <p:nvPr/>
        </p:nvSpPr>
        <p:spPr>
          <a:xfrm>
            <a:off x="4924425" y="1513882"/>
            <a:ext cx="3024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Eggs × ……… = Sugar</a:t>
            </a:r>
            <a:endParaRPr/>
          </a:p>
        </p:txBody>
      </p:sp>
      <p:sp>
        <p:nvSpPr>
          <p:cNvPr id="1810" name="Google Shape;1810;p143"/>
          <p:cNvSpPr txBox="1"/>
          <p:nvPr/>
        </p:nvSpPr>
        <p:spPr>
          <a:xfrm>
            <a:off x="4924425" y="2047282"/>
            <a:ext cx="3024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Sugar × ……… = Eggs</a:t>
            </a:r>
            <a:endParaRPr/>
          </a:p>
        </p:txBody>
      </p:sp>
      <p:pic>
        <p:nvPicPr>
          <p:cNvPr descr="&lt;math xmlns=&quot;http://www.w3.org/1998/Math/MathML&quot; display=&quot;block&quot; data-is-equatio=&quot;1&quot; data-latex=&quot;\frac{1}{2}\ \ \frac{1}{4}&quot;&gt;&lt;mfrac&gt;&lt;mn&gt;1&lt;/mn&gt;&lt;mn&gt;2&lt;/mn&gt;&lt;/mfrac&gt;&lt;mtext&gt;&lt;/mtext&gt;&lt;mtext&gt;&lt;/mtext&gt;&lt;mfrac&gt;&lt;mn&gt;1&lt;/mn&gt;&lt;mn&gt;4&lt;/mn&gt;&lt;/mfrac&gt;&lt;/math&gt;" id="1811" name="Google Shape;1811;p143" title="one half one fourth"/>
          <p:cNvPicPr preferRelativeResize="0"/>
          <p:nvPr/>
        </p:nvPicPr>
        <p:blipFill rotWithShape="1">
          <a:blip r:embed="rId5">
            <a:alphaModFix/>
          </a:blip>
          <a:srcRect b="0" l="0" r="48686" t="0"/>
          <a:stretch/>
        </p:blipFill>
        <p:spPr>
          <a:xfrm>
            <a:off x="6280096" y="1888340"/>
            <a:ext cx="231675" cy="468600"/>
          </a:xfrm>
          <a:prstGeom prst="rect">
            <a:avLst/>
          </a:prstGeom>
          <a:noFill/>
          <a:ln>
            <a:noFill/>
          </a:ln>
        </p:spPr>
      </p:pic>
      <p:graphicFrame>
        <p:nvGraphicFramePr>
          <p:cNvPr id="1812" name="Google Shape;1812;p143"/>
          <p:cNvGraphicFramePr/>
          <p:nvPr/>
        </p:nvGraphicFramePr>
        <p:xfrm>
          <a:off x="1487425" y="1036700"/>
          <a:ext cx="3000000" cy="3000000"/>
        </p:xfrm>
        <a:graphic>
          <a:graphicData uri="http://schemas.openxmlformats.org/drawingml/2006/table">
            <a:tbl>
              <a:tblPr>
                <a:noFill/>
                <a:tableStyleId>{B9391551-2877-4EA5-9AC9-840A8582D54C}</a:tableStyleId>
              </a:tblPr>
              <a:tblGrid>
                <a:gridCol w="1394125"/>
                <a:gridCol w="1394125"/>
              </a:tblGrid>
              <a:tr h="4245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Eggs</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Sugar (g)</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r>
              <a:tr h="424575">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813" name="Google Shape;1813;p143"/>
          <p:cNvSpPr txBox="1"/>
          <p:nvPr/>
        </p:nvSpPr>
        <p:spPr>
          <a:xfrm>
            <a:off x="6065475" y="1381720"/>
            <a:ext cx="438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2</a:t>
            </a:r>
            <a:endParaRPr>
              <a:latin typeface="Kalam"/>
              <a:ea typeface="Kalam"/>
              <a:cs typeface="Kalam"/>
              <a:sym typeface="Kalam"/>
            </a:endParaRPr>
          </a:p>
        </p:txBody>
      </p:sp>
      <p:sp>
        <p:nvSpPr>
          <p:cNvPr id="1814" name="Google Shape;1814;p143"/>
          <p:cNvSpPr txBox="1"/>
          <p:nvPr/>
        </p:nvSpPr>
        <p:spPr>
          <a:xfrm>
            <a:off x="799475" y="1620825"/>
            <a:ext cx="5832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÷8</a:t>
            </a:r>
            <a:endParaRPr/>
          </a:p>
        </p:txBody>
      </p:sp>
      <p:grpSp>
        <p:nvGrpSpPr>
          <p:cNvPr id="1815" name="Google Shape;1815;p143"/>
          <p:cNvGrpSpPr/>
          <p:nvPr/>
        </p:nvGrpSpPr>
        <p:grpSpPr>
          <a:xfrm>
            <a:off x="4306225" y="1544625"/>
            <a:ext cx="734050" cy="584375"/>
            <a:chOff x="4306225" y="1544625"/>
            <a:chExt cx="734050" cy="584375"/>
          </a:xfrm>
        </p:grpSpPr>
        <p:sp>
          <p:nvSpPr>
            <p:cNvPr id="1816" name="Google Shape;1816;p143"/>
            <p:cNvSpPr/>
            <p:nvPr/>
          </p:nvSpPr>
          <p:spPr>
            <a:xfrm flipH="1">
              <a:off x="4306225" y="1606350"/>
              <a:ext cx="259675" cy="522650"/>
            </a:xfrm>
            <a:custGeom>
              <a:rect b="b" l="l" r="r" t="t"/>
              <a:pathLst>
                <a:path extrusionOk="0" h="20906" w="10387">
                  <a:moveTo>
                    <a:pt x="10387" y="0"/>
                  </a:moveTo>
                  <a:cubicBezTo>
                    <a:pt x="4584" y="1452"/>
                    <a:pt x="-1668" y="9331"/>
                    <a:pt x="432" y="14933"/>
                  </a:cubicBezTo>
                  <a:cubicBezTo>
                    <a:pt x="1757" y="18468"/>
                    <a:pt x="7385" y="18236"/>
                    <a:pt x="10055" y="20906"/>
                  </a:cubicBezTo>
                </a:path>
              </a:pathLst>
            </a:custGeom>
            <a:noFill/>
            <a:ln cap="flat" cmpd="sng" w="28575">
              <a:solidFill>
                <a:schemeClr val="accent4"/>
              </a:solidFill>
              <a:prstDash val="solid"/>
              <a:round/>
              <a:headEnd len="med" w="med" type="none"/>
              <a:tailEnd len="med" w="med" type="triangle"/>
            </a:ln>
          </p:spPr>
        </p:sp>
        <p:sp>
          <p:nvSpPr>
            <p:cNvPr id="1817" name="Google Shape;1817;p143"/>
            <p:cNvSpPr txBox="1"/>
            <p:nvPr/>
          </p:nvSpPr>
          <p:spPr>
            <a:xfrm>
              <a:off x="4457075" y="1544625"/>
              <a:ext cx="5832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÷8</a:t>
              </a:r>
              <a:endParaRPr/>
            </a:p>
          </p:txBody>
        </p:sp>
      </p:grpSp>
      <p:pic>
        <p:nvPicPr>
          <p:cNvPr id="1818" name="Google Shape;1818;p143"/>
          <p:cNvPicPr preferRelativeResize="0"/>
          <p:nvPr/>
        </p:nvPicPr>
        <p:blipFill>
          <a:blip r:embed="rId6">
            <a:alphaModFix/>
          </a:blip>
          <a:stretch>
            <a:fillRect/>
          </a:stretch>
        </p:blipFill>
        <p:spPr>
          <a:xfrm>
            <a:off x="6936458" y="3336575"/>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2" name="Shape 1822"/>
        <p:cNvGrpSpPr/>
        <p:nvPr/>
      </p:nvGrpSpPr>
      <p:grpSpPr>
        <a:xfrm>
          <a:off x="0" y="0"/>
          <a:ext cx="0" cy="0"/>
          <a:chOff x="0" y="0"/>
          <a:chExt cx="0" cy="0"/>
        </a:xfrm>
      </p:grpSpPr>
      <p:sp>
        <p:nvSpPr>
          <p:cNvPr id="1823" name="Google Shape;1823;p144"/>
          <p:cNvSpPr txBox="1"/>
          <p:nvPr>
            <p:ph idx="1" type="body"/>
          </p:nvPr>
        </p:nvSpPr>
        <p:spPr>
          <a:xfrm>
            <a:off x="324000" y="683100"/>
            <a:ext cx="8237700" cy="468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Using the following bar models, fill in the gaps.</a:t>
            </a:r>
            <a:endParaRPr sz="100"/>
          </a:p>
          <a:p>
            <a:pPr indent="-355600" lvl="0" marL="457200" rtl="0" algn="l">
              <a:spcBef>
                <a:spcPts val="1000"/>
              </a:spcBef>
              <a:spcAft>
                <a:spcPts val="0"/>
              </a:spcAft>
              <a:buSzPts val="2000"/>
              <a:buAutoNum type="alphaLcParenR"/>
            </a:pPr>
            <a:r>
              <a:rPr lang="en-GB" sz="2000"/>
              <a:t>Ticks × …………   = Crosses</a:t>
            </a:r>
            <a:endParaRPr sz="2000"/>
          </a:p>
          <a:p>
            <a:pPr indent="0" lvl="0" marL="457200" rtl="0" algn="l">
              <a:spcBef>
                <a:spcPts val="1000"/>
              </a:spcBef>
              <a:spcAft>
                <a:spcPts val="0"/>
              </a:spcAft>
              <a:buNone/>
            </a:pPr>
            <a:r>
              <a:rPr lang="en-GB" sz="2000"/>
              <a:t>For every tick, there are ………………………..</a:t>
            </a:r>
            <a:endParaRPr sz="2000"/>
          </a:p>
          <a:p>
            <a:pPr indent="-355600" lvl="0" marL="457200" rtl="0" algn="l">
              <a:spcBef>
                <a:spcPts val="1000"/>
              </a:spcBef>
              <a:spcAft>
                <a:spcPts val="0"/>
              </a:spcAft>
              <a:buSzPts val="2000"/>
              <a:buAutoNum type="alphaLcParenR"/>
            </a:pPr>
            <a:r>
              <a:rPr lang="en-GB" sz="2000"/>
              <a:t>Kittens × ………… = Puppies</a:t>
            </a:r>
            <a:endParaRPr sz="2000"/>
          </a:p>
          <a:p>
            <a:pPr indent="0" lvl="0" marL="457200" rtl="0" algn="l">
              <a:spcBef>
                <a:spcPts val="1000"/>
              </a:spcBef>
              <a:spcAft>
                <a:spcPts val="0"/>
              </a:spcAft>
              <a:buClr>
                <a:schemeClr val="dk1"/>
              </a:buClr>
              <a:buSzPts val="1100"/>
              <a:buFont typeface="Arial"/>
              <a:buNone/>
            </a:pPr>
            <a:r>
              <a:rPr lang="en-GB" sz="2000"/>
              <a:t>For every kitten, there are ………………………..</a:t>
            </a:r>
            <a:endParaRPr sz="2000"/>
          </a:p>
          <a:p>
            <a:pPr indent="-355600" lvl="0" marL="457200" rtl="0" algn="l">
              <a:spcBef>
                <a:spcPts val="1000"/>
              </a:spcBef>
              <a:spcAft>
                <a:spcPts val="0"/>
              </a:spcAft>
              <a:buSzPts val="2000"/>
              <a:buAutoNum type="alphaLcParenR"/>
            </a:pPr>
            <a:r>
              <a:rPr lang="en-GB" sz="2000"/>
              <a:t>Pound (£) × …………. = USA Dollars ($)</a:t>
            </a:r>
            <a:endParaRPr sz="2000"/>
          </a:p>
          <a:p>
            <a:pPr indent="0" lvl="0" marL="457200" rtl="0" algn="l">
              <a:spcBef>
                <a:spcPts val="1000"/>
              </a:spcBef>
              <a:spcAft>
                <a:spcPts val="0"/>
              </a:spcAft>
              <a:buNone/>
            </a:pPr>
            <a:r>
              <a:rPr lang="en-GB" sz="2000"/>
              <a:t>For every USA Dollar , there is ………………………..</a:t>
            </a:r>
            <a:endParaRPr sz="2000"/>
          </a:p>
          <a:p>
            <a:pPr indent="-355600" lvl="0" marL="457200" rtl="0" algn="l">
              <a:spcBef>
                <a:spcPts val="1000"/>
              </a:spcBef>
              <a:spcAft>
                <a:spcPts val="0"/>
              </a:spcAft>
              <a:buSzPts val="2000"/>
              <a:buAutoNum type="alphaLcParenR"/>
            </a:pPr>
            <a:r>
              <a:rPr lang="en-GB" sz="2000"/>
              <a:t>Circles  ×  4    =  S </a:t>
            </a:r>
            <a:endParaRPr sz="2000"/>
          </a:p>
          <a:p>
            <a:pPr indent="0" lvl="0" marL="457200" rtl="0" algn="l">
              <a:spcBef>
                <a:spcPts val="1000"/>
              </a:spcBef>
              <a:spcAft>
                <a:spcPts val="1000"/>
              </a:spcAft>
              <a:buClr>
                <a:schemeClr val="dk1"/>
              </a:buClr>
              <a:buSzPts val="1100"/>
              <a:buFont typeface="Arial"/>
              <a:buNone/>
            </a:pPr>
            <a:r>
              <a:rPr lang="en-GB" sz="2000"/>
              <a:t>For every S , there is ………………………..</a:t>
            </a:r>
            <a:endParaRPr sz="2000"/>
          </a:p>
        </p:txBody>
      </p:sp>
      <p:sp>
        <p:nvSpPr>
          <p:cNvPr id="1824" name="Google Shape;1824;p14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as ratios</a:t>
            </a:r>
            <a:endParaRPr/>
          </a:p>
        </p:txBody>
      </p:sp>
      <p:sp>
        <p:nvSpPr>
          <p:cNvPr id="1825" name="Google Shape;1825;p144"/>
          <p:cNvSpPr txBox="1"/>
          <p:nvPr/>
        </p:nvSpPr>
        <p:spPr>
          <a:xfrm>
            <a:off x="3794130" y="1434600"/>
            <a:ext cx="1365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5 crosses</a:t>
            </a:r>
            <a:endParaRPr>
              <a:latin typeface="Kalam"/>
              <a:ea typeface="Kalam"/>
              <a:cs typeface="Kalam"/>
              <a:sym typeface="Kalam"/>
            </a:endParaRPr>
          </a:p>
        </p:txBody>
      </p:sp>
      <p:sp>
        <p:nvSpPr>
          <p:cNvPr id="1826" name="Google Shape;1826;p144"/>
          <p:cNvSpPr txBox="1"/>
          <p:nvPr/>
        </p:nvSpPr>
        <p:spPr>
          <a:xfrm>
            <a:off x="4175130" y="2349000"/>
            <a:ext cx="1365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2 puppies</a:t>
            </a:r>
            <a:endParaRPr>
              <a:latin typeface="Kalam"/>
              <a:ea typeface="Kalam"/>
              <a:cs typeface="Kalam"/>
              <a:sym typeface="Kalam"/>
            </a:endParaRPr>
          </a:p>
        </p:txBody>
      </p:sp>
      <p:sp>
        <p:nvSpPr>
          <p:cNvPr id="1827" name="Google Shape;1827;p144"/>
          <p:cNvSpPr txBox="1"/>
          <p:nvPr/>
        </p:nvSpPr>
        <p:spPr>
          <a:xfrm>
            <a:off x="4976405" y="3278538"/>
            <a:ext cx="1365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£0.50</a:t>
            </a:r>
            <a:endParaRPr>
              <a:latin typeface="Kalam"/>
              <a:ea typeface="Kalam"/>
              <a:cs typeface="Kalam"/>
              <a:sym typeface="Kalam"/>
            </a:endParaRPr>
          </a:p>
        </p:txBody>
      </p:sp>
      <p:graphicFrame>
        <p:nvGraphicFramePr>
          <p:cNvPr id="1828" name="Google Shape;1828;p144"/>
          <p:cNvGraphicFramePr/>
          <p:nvPr/>
        </p:nvGraphicFramePr>
        <p:xfrm>
          <a:off x="5847200" y="1387225"/>
          <a:ext cx="3000000" cy="3000000"/>
        </p:xfrm>
        <a:graphic>
          <a:graphicData uri="http://schemas.openxmlformats.org/drawingml/2006/table">
            <a:tbl>
              <a:tblPr>
                <a:noFill/>
                <a:tableStyleId>{B9391551-2877-4EA5-9AC9-840A8582D54C}</a:tableStyleId>
              </a:tblPr>
              <a:tblGrid>
                <a:gridCol w="472125"/>
                <a:gridCol w="472125"/>
                <a:gridCol w="472125"/>
                <a:gridCol w="472125"/>
                <a:gridCol w="472125"/>
                <a:gridCol w="472125"/>
              </a:tblGrid>
              <a:tr h="340025">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1829" name="Google Shape;1829;p144"/>
          <p:cNvGraphicFramePr/>
          <p:nvPr/>
        </p:nvGraphicFramePr>
        <p:xfrm>
          <a:off x="5847200" y="2530225"/>
          <a:ext cx="3000000" cy="3000000"/>
        </p:xfrm>
        <a:graphic>
          <a:graphicData uri="http://schemas.openxmlformats.org/drawingml/2006/table">
            <a:tbl>
              <a:tblPr>
                <a:noFill/>
                <a:tableStyleId>{B9391551-2877-4EA5-9AC9-840A8582D54C}</a:tableStyleId>
              </a:tblPr>
              <a:tblGrid>
                <a:gridCol w="472125"/>
                <a:gridCol w="472125"/>
                <a:gridCol w="472125"/>
                <a:gridCol w="472125"/>
                <a:gridCol w="472125"/>
                <a:gridCol w="472125"/>
              </a:tblGrid>
              <a:tr h="340025">
                <a:tc>
                  <a:txBody>
                    <a:bodyPr/>
                    <a:lstStyle/>
                    <a:p>
                      <a:pPr indent="0" lvl="0" marL="0" rtl="0" algn="ctr">
                        <a:spcBef>
                          <a:spcPts val="0"/>
                        </a:spcBef>
                        <a:spcAft>
                          <a:spcPts val="0"/>
                        </a:spcAft>
                        <a:buNone/>
                      </a:pPr>
                      <a:r>
                        <a:rPr lang="en-GB" sz="3000"/>
                        <a:t>K</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rPr>
                        <a:t>K</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rPr>
                        <a:t>P</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3000">
                          <a:solidFill>
                            <a:schemeClr val="dk1"/>
                          </a:solidFill>
                        </a:rPr>
                        <a:t>P</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rPr>
                        <a:t>P</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rPr>
                        <a:t>P</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pic>
        <p:nvPicPr>
          <p:cNvPr id="1830" name="Google Shape;1830;p144"/>
          <p:cNvPicPr preferRelativeResize="0"/>
          <p:nvPr/>
        </p:nvPicPr>
        <p:blipFill>
          <a:blip r:embed="rId3">
            <a:alphaModFix/>
          </a:blip>
          <a:stretch>
            <a:fillRect/>
          </a:stretch>
        </p:blipFill>
        <p:spPr>
          <a:xfrm>
            <a:off x="5923329" y="1443634"/>
            <a:ext cx="245800" cy="260138"/>
          </a:xfrm>
          <a:prstGeom prst="rect">
            <a:avLst/>
          </a:prstGeom>
          <a:noFill/>
          <a:ln>
            <a:noFill/>
          </a:ln>
        </p:spPr>
      </p:pic>
      <p:pic>
        <p:nvPicPr>
          <p:cNvPr id="1831" name="Google Shape;1831;p144"/>
          <p:cNvPicPr preferRelativeResize="0"/>
          <p:nvPr/>
        </p:nvPicPr>
        <p:blipFill>
          <a:blip r:embed="rId4">
            <a:alphaModFix/>
          </a:blip>
          <a:stretch>
            <a:fillRect/>
          </a:stretch>
        </p:blipFill>
        <p:spPr>
          <a:xfrm>
            <a:off x="6425279" y="1436547"/>
            <a:ext cx="277035" cy="293650"/>
          </a:xfrm>
          <a:prstGeom prst="rect">
            <a:avLst/>
          </a:prstGeom>
          <a:noFill/>
          <a:ln>
            <a:noFill/>
          </a:ln>
        </p:spPr>
      </p:pic>
      <p:pic>
        <p:nvPicPr>
          <p:cNvPr id="1832" name="Google Shape;1832;p144"/>
          <p:cNvPicPr preferRelativeResize="0"/>
          <p:nvPr/>
        </p:nvPicPr>
        <p:blipFill>
          <a:blip r:embed="rId4">
            <a:alphaModFix/>
          </a:blip>
          <a:stretch>
            <a:fillRect/>
          </a:stretch>
        </p:blipFill>
        <p:spPr>
          <a:xfrm>
            <a:off x="6882479" y="1436547"/>
            <a:ext cx="277035" cy="293650"/>
          </a:xfrm>
          <a:prstGeom prst="rect">
            <a:avLst/>
          </a:prstGeom>
          <a:noFill/>
          <a:ln>
            <a:noFill/>
          </a:ln>
        </p:spPr>
      </p:pic>
      <p:pic>
        <p:nvPicPr>
          <p:cNvPr id="1833" name="Google Shape;1833;p144"/>
          <p:cNvPicPr preferRelativeResize="0"/>
          <p:nvPr/>
        </p:nvPicPr>
        <p:blipFill>
          <a:blip r:embed="rId4">
            <a:alphaModFix/>
          </a:blip>
          <a:stretch>
            <a:fillRect/>
          </a:stretch>
        </p:blipFill>
        <p:spPr>
          <a:xfrm>
            <a:off x="7339679" y="1436547"/>
            <a:ext cx="277035" cy="293650"/>
          </a:xfrm>
          <a:prstGeom prst="rect">
            <a:avLst/>
          </a:prstGeom>
          <a:noFill/>
          <a:ln>
            <a:noFill/>
          </a:ln>
        </p:spPr>
      </p:pic>
      <p:pic>
        <p:nvPicPr>
          <p:cNvPr id="1834" name="Google Shape;1834;p144"/>
          <p:cNvPicPr preferRelativeResize="0"/>
          <p:nvPr/>
        </p:nvPicPr>
        <p:blipFill>
          <a:blip r:embed="rId4">
            <a:alphaModFix/>
          </a:blip>
          <a:stretch>
            <a:fillRect/>
          </a:stretch>
        </p:blipFill>
        <p:spPr>
          <a:xfrm>
            <a:off x="7821767" y="1436547"/>
            <a:ext cx="277035" cy="293650"/>
          </a:xfrm>
          <a:prstGeom prst="rect">
            <a:avLst/>
          </a:prstGeom>
          <a:noFill/>
          <a:ln>
            <a:noFill/>
          </a:ln>
        </p:spPr>
      </p:pic>
      <p:pic>
        <p:nvPicPr>
          <p:cNvPr id="1835" name="Google Shape;1835;p144"/>
          <p:cNvPicPr preferRelativeResize="0"/>
          <p:nvPr/>
        </p:nvPicPr>
        <p:blipFill>
          <a:blip r:embed="rId4">
            <a:alphaModFix/>
          </a:blip>
          <a:stretch>
            <a:fillRect/>
          </a:stretch>
        </p:blipFill>
        <p:spPr>
          <a:xfrm>
            <a:off x="8278967" y="1436547"/>
            <a:ext cx="277035" cy="293650"/>
          </a:xfrm>
          <a:prstGeom prst="rect">
            <a:avLst/>
          </a:prstGeom>
          <a:noFill/>
          <a:ln>
            <a:noFill/>
          </a:ln>
        </p:spPr>
      </p:pic>
      <p:graphicFrame>
        <p:nvGraphicFramePr>
          <p:cNvPr id="1836" name="Google Shape;1836;p144"/>
          <p:cNvGraphicFramePr/>
          <p:nvPr/>
        </p:nvGraphicFramePr>
        <p:xfrm>
          <a:off x="5847200" y="4054225"/>
          <a:ext cx="3000000" cy="3000000"/>
        </p:xfrm>
        <a:graphic>
          <a:graphicData uri="http://schemas.openxmlformats.org/drawingml/2006/table">
            <a:tbl>
              <a:tblPr>
                <a:noFill/>
                <a:tableStyleId>{B9391551-2877-4EA5-9AC9-840A8582D54C}</a:tableStyleId>
              </a:tblPr>
              <a:tblGrid>
                <a:gridCol w="472125"/>
                <a:gridCol w="472125"/>
                <a:gridCol w="472125"/>
                <a:gridCol w="472125"/>
                <a:gridCol w="472125"/>
              </a:tblGrid>
              <a:tr h="340025">
                <a:tc>
                  <a:txBody>
                    <a:bodyPr/>
                    <a:lstStyle/>
                    <a:p>
                      <a:pPr indent="0" lvl="0" marL="0" rtl="0" algn="ctr">
                        <a:spcBef>
                          <a:spcPts val="0"/>
                        </a:spcBef>
                        <a:spcAft>
                          <a:spcPts val="0"/>
                        </a:spcAft>
                        <a:buNone/>
                      </a:pPr>
                      <a:r>
                        <a:rPr lang="en-GB" sz="2800"/>
                        <a:t>⚫</a:t>
                      </a:r>
                      <a:endParaRPr sz="28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800">
                          <a:solidFill>
                            <a:schemeClr val="dk1"/>
                          </a:solidFill>
                        </a:rPr>
                        <a:t>S</a:t>
                      </a:r>
                      <a:endParaRPr sz="28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800">
                          <a:solidFill>
                            <a:schemeClr val="dk1"/>
                          </a:solidFill>
                        </a:rPr>
                        <a:t>S</a:t>
                      </a:r>
                      <a:endParaRPr sz="28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800">
                          <a:solidFill>
                            <a:schemeClr val="dk1"/>
                          </a:solidFill>
                        </a:rPr>
                        <a:t>S</a:t>
                      </a:r>
                      <a:endParaRPr sz="28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800">
                          <a:solidFill>
                            <a:schemeClr val="dk1"/>
                          </a:solidFill>
                        </a:rPr>
                        <a:t>S</a:t>
                      </a:r>
                      <a:endParaRPr sz="28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837" name="Google Shape;1837;p144"/>
          <p:cNvSpPr txBox="1"/>
          <p:nvPr/>
        </p:nvSpPr>
        <p:spPr>
          <a:xfrm>
            <a:off x="4138198" y="4116750"/>
            <a:ext cx="20136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 of a circle</a:t>
            </a:r>
            <a:endParaRPr>
              <a:latin typeface="Kalam"/>
              <a:ea typeface="Kalam"/>
              <a:cs typeface="Kalam"/>
              <a:sym typeface="Kalam"/>
            </a:endParaRPr>
          </a:p>
        </p:txBody>
      </p:sp>
      <p:pic>
        <p:nvPicPr>
          <p:cNvPr descr="&lt;math xmlns=&quot;http://www.w3.org/1998/Math/MathML&quot; display=&quot;block&quot; data-is-equatio=&quot;1&quot; data-latex=&quot;\frac{1}{4}&quot;&gt;&lt;mfrac&gt;&lt;mn&gt;1&lt;/mn&gt;&lt;mn&gt;4&lt;/mn&gt;&lt;/mfrac&gt;&lt;/math&gt;" id="1838" name="Google Shape;1838;p144" title="one fourth"/>
          <p:cNvPicPr preferRelativeResize="0"/>
          <p:nvPr/>
        </p:nvPicPr>
        <p:blipFill>
          <a:blip r:embed="rId5">
            <a:alphaModFix/>
          </a:blip>
          <a:stretch>
            <a:fillRect/>
          </a:stretch>
        </p:blipFill>
        <p:spPr>
          <a:xfrm>
            <a:off x="4096050" y="4133274"/>
            <a:ext cx="164209" cy="523200"/>
          </a:xfrm>
          <a:prstGeom prst="rect">
            <a:avLst/>
          </a:prstGeom>
          <a:noFill/>
          <a:ln>
            <a:noFill/>
          </a:ln>
        </p:spPr>
      </p:pic>
      <p:grpSp>
        <p:nvGrpSpPr>
          <p:cNvPr id="1839" name="Google Shape;1839;p144"/>
          <p:cNvGrpSpPr/>
          <p:nvPr/>
        </p:nvGrpSpPr>
        <p:grpSpPr>
          <a:xfrm>
            <a:off x="6536312" y="3252000"/>
            <a:ext cx="922788" cy="414908"/>
            <a:chOff x="6536312" y="3252000"/>
            <a:chExt cx="922788" cy="414908"/>
          </a:xfrm>
        </p:grpSpPr>
        <p:sp>
          <p:nvSpPr>
            <p:cNvPr id="1840" name="Google Shape;1840;p144"/>
            <p:cNvSpPr/>
            <p:nvPr/>
          </p:nvSpPr>
          <p:spPr>
            <a:xfrm>
              <a:off x="7018400" y="3252008"/>
              <a:ext cx="440700" cy="414900"/>
            </a:xfrm>
            <a:prstGeom prst="rect">
              <a:avLst/>
            </a:prstGeom>
            <a:solidFill>
              <a:srgbClr val="FF9900">
                <a:alpha val="56330"/>
              </a:srgbClr>
            </a:solidFill>
            <a:ln cap="flat" cmpd="sng" w="9525">
              <a:solidFill>
                <a:srgbClr val="FABE6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41" name="Google Shape;1841;p144"/>
            <p:cNvSpPr/>
            <p:nvPr/>
          </p:nvSpPr>
          <p:spPr>
            <a:xfrm>
              <a:off x="6536312" y="3252000"/>
              <a:ext cx="230100" cy="414900"/>
            </a:xfrm>
            <a:prstGeom prst="rect">
              <a:avLst/>
            </a:prstGeom>
            <a:solidFill>
              <a:srgbClr val="FF9900">
                <a:alpha val="56330"/>
              </a:srgbClr>
            </a:solidFill>
            <a:ln cap="flat" cmpd="sng" w="9525">
              <a:solidFill>
                <a:srgbClr val="FABE6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842" name="Google Shape;1842;p144"/>
          <p:cNvGrpSpPr/>
          <p:nvPr/>
        </p:nvGrpSpPr>
        <p:grpSpPr>
          <a:xfrm>
            <a:off x="6764912" y="3252000"/>
            <a:ext cx="1151388" cy="414908"/>
            <a:chOff x="6536312" y="3252000"/>
            <a:chExt cx="1151388" cy="414908"/>
          </a:xfrm>
        </p:grpSpPr>
        <p:sp>
          <p:nvSpPr>
            <p:cNvPr id="1843" name="Google Shape;1843;p144"/>
            <p:cNvSpPr/>
            <p:nvPr/>
          </p:nvSpPr>
          <p:spPr>
            <a:xfrm>
              <a:off x="7247000" y="3252008"/>
              <a:ext cx="440700" cy="414900"/>
            </a:xfrm>
            <a:prstGeom prst="rect">
              <a:avLst/>
            </a:prstGeom>
            <a:solidFill>
              <a:srgbClr val="FF9900">
                <a:alpha val="56330"/>
              </a:srgbClr>
            </a:solidFill>
            <a:ln cap="flat" cmpd="sng" w="9525">
              <a:solidFill>
                <a:srgbClr val="FABE6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44" name="Google Shape;1844;p144"/>
            <p:cNvSpPr/>
            <p:nvPr/>
          </p:nvSpPr>
          <p:spPr>
            <a:xfrm>
              <a:off x="6536312" y="3252000"/>
              <a:ext cx="230100" cy="414900"/>
            </a:xfrm>
            <a:prstGeom prst="rect">
              <a:avLst/>
            </a:prstGeom>
            <a:solidFill>
              <a:srgbClr val="FF9900">
                <a:alpha val="56330"/>
              </a:srgbClr>
            </a:solidFill>
            <a:ln cap="flat" cmpd="sng" w="9525">
              <a:solidFill>
                <a:srgbClr val="FABE6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845" name="Google Shape;1845;p144"/>
          <p:cNvSpPr txBox="1"/>
          <p:nvPr/>
        </p:nvSpPr>
        <p:spPr>
          <a:xfrm>
            <a:off x="1795800" y="1016450"/>
            <a:ext cx="4212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Kalam"/>
                <a:ea typeface="Kalam"/>
                <a:cs typeface="Kalam"/>
                <a:sym typeface="Kalam"/>
              </a:rPr>
              <a:t>5</a:t>
            </a:r>
            <a:endParaRPr>
              <a:latin typeface="Kalam"/>
              <a:ea typeface="Kalam"/>
              <a:cs typeface="Kalam"/>
              <a:sym typeface="Kalam"/>
            </a:endParaRPr>
          </a:p>
        </p:txBody>
      </p:sp>
      <p:sp>
        <p:nvSpPr>
          <p:cNvPr id="1846" name="Google Shape;1846;p144"/>
          <p:cNvSpPr txBox="1"/>
          <p:nvPr/>
        </p:nvSpPr>
        <p:spPr>
          <a:xfrm>
            <a:off x="2024400" y="1930850"/>
            <a:ext cx="4212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Kalam"/>
                <a:ea typeface="Kalam"/>
                <a:cs typeface="Kalam"/>
                <a:sym typeface="Kalam"/>
              </a:rPr>
              <a:t>2</a:t>
            </a:r>
            <a:endParaRPr>
              <a:latin typeface="Kalam"/>
              <a:ea typeface="Kalam"/>
              <a:cs typeface="Kalam"/>
              <a:sym typeface="Kalam"/>
            </a:endParaRPr>
          </a:p>
        </p:txBody>
      </p:sp>
      <p:sp>
        <p:nvSpPr>
          <p:cNvPr id="1847" name="Google Shape;1847;p144"/>
          <p:cNvSpPr txBox="1"/>
          <p:nvPr/>
        </p:nvSpPr>
        <p:spPr>
          <a:xfrm>
            <a:off x="2405400" y="2921450"/>
            <a:ext cx="4212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Kalam"/>
                <a:ea typeface="Kalam"/>
                <a:cs typeface="Kalam"/>
                <a:sym typeface="Kalam"/>
              </a:rPr>
              <a:t>2</a:t>
            </a:r>
            <a:endParaRPr>
              <a:latin typeface="Kalam"/>
              <a:ea typeface="Kalam"/>
              <a:cs typeface="Kalam"/>
              <a:sym typeface="Kalam"/>
            </a:endParaRPr>
          </a:p>
        </p:txBody>
      </p:sp>
      <p:graphicFrame>
        <p:nvGraphicFramePr>
          <p:cNvPr id="1848" name="Google Shape;1848;p144"/>
          <p:cNvGraphicFramePr/>
          <p:nvPr/>
        </p:nvGraphicFramePr>
        <p:xfrm>
          <a:off x="6522413" y="3235375"/>
          <a:ext cx="3000000" cy="3000000"/>
        </p:xfrm>
        <a:graphic>
          <a:graphicData uri="http://schemas.openxmlformats.org/drawingml/2006/table">
            <a:tbl>
              <a:tblPr>
                <a:noFill/>
                <a:tableStyleId>{B9391551-2877-4EA5-9AC9-840A8582D54C}</a:tableStyleId>
              </a:tblPr>
              <a:tblGrid>
                <a:gridCol w="472125"/>
                <a:gridCol w="472125"/>
                <a:gridCol w="472125"/>
              </a:tblGrid>
              <a:tr h="340025">
                <a:tc>
                  <a:txBody>
                    <a:bodyPr/>
                    <a:lstStyle/>
                    <a:p>
                      <a:pPr indent="0" lvl="0" marL="0" rtl="0" algn="ctr">
                        <a:spcBef>
                          <a:spcPts val="0"/>
                        </a:spcBef>
                        <a:spcAft>
                          <a:spcPts val="0"/>
                        </a:spcAft>
                        <a:buNone/>
                      </a:pPr>
                      <a:r>
                        <a:rPr lang="en-GB" sz="1800">
                          <a:latin typeface="Lexend"/>
                          <a:ea typeface="Lexend"/>
                          <a:cs typeface="Lexend"/>
                          <a:sym typeface="Lexend"/>
                        </a:rPr>
                        <a:t>£</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2" name="Shape 1852"/>
        <p:cNvGrpSpPr/>
        <p:nvPr/>
      </p:nvGrpSpPr>
      <p:grpSpPr>
        <a:xfrm>
          <a:off x="0" y="0"/>
          <a:ext cx="0" cy="0"/>
          <a:chOff x="0" y="0"/>
          <a:chExt cx="0" cy="0"/>
        </a:xfrm>
      </p:grpSpPr>
      <p:sp>
        <p:nvSpPr>
          <p:cNvPr id="1853" name="Google Shape;1853;p145"/>
          <p:cNvSpPr txBox="1"/>
          <p:nvPr>
            <p:ph idx="1" type="body"/>
          </p:nvPr>
        </p:nvSpPr>
        <p:spPr>
          <a:xfrm>
            <a:off x="324000" y="759300"/>
            <a:ext cx="8693700" cy="607200"/>
          </a:xfrm>
          <a:prstGeom prst="rect">
            <a:avLst/>
          </a:prstGeom>
        </p:spPr>
        <p:txBody>
          <a:bodyPr anchorCtr="0" anchor="t" bIns="0" lIns="0" spcFirstLastPara="1" rIns="0" wrap="square" tIns="0">
            <a:noAutofit/>
          </a:bodyPr>
          <a:lstStyle/>
          <a:p>
            <a:pPr indent="-349250" lvl="0" marL="457200" rtl="0" algn="l">
              <a:spcBef>
                <a:spcPts val="0"/>
              </a:spcBef>
              <a:spcAft>
                <a:spcPts val="0"/>
              </a:spcAft>
              <a:buSzPts val="1900"/>
              <a:buAutoNum type="arabicParenR"/>
            </a:pPr>
            <a:r>
              <a:rPr lang="en-GB" sz="1900"/>
              <a:t>Using the ratio table, fill in the blanks.</a:t>
            </a:r>
            <a:endParaRPr sz="1900"/>
          </a:p>
        </p:txBody>
      </p:sp>
      <p:sp>
        <p:nvSpPr>
          <p:cNvPr id="1854" name="Google Shape;1854;p14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Multiplicative relationships as ratios</a:t>
            </a:r>
            <a:endParaRPr/>
          </a:p>
        </p:txBody>
      </p:sp>
      <p:graphicFrame>
        <p:nvGraphicFramePr>
          <p:cNvPr id="1855" name="Google Shape;1855;p145"/>
          <p:cNvGraphicFramePr/>
          <p:nvPr/>
        </p:nvGraphicFramePr>
        <p:xfrm>
          <a:off x="1341800" y="1160025"/>
          <a:ext cx="3000000" cy="3000000"/>
        </p:xfrm>
        <a:graphic>
          <a:graphicData uri="http://schemas.openxmlformats.org/drawingml/2006/table">
            <a:tbl>
              <a:tblPr>
                <a:noFill/>
                <a:tableStyleId>{B9391551-2877-4EA5-9AC9-840A8582D54C}</a:tableStyleId>
              </a:tblPr>
              <a:tblGrid>
                <a:gridCol w="1580425"/>
                <a:gridCol w="1580425"/>
                <a:gridCol w="1580425"/>
                <a:gridCol w="1580425"/>
              </a:tblGrid>
              <a:tr h="459750">
                <a:tc>
                  <a:txBody>
                    <a:bodyPr/>
                    <a:lstStyle/>
                    <a:p>
                      <a:pPr indent="0" lvl="0" marL="0" rtl="0" algn="ctr">
                        <a:spcBef>
                          <a:spcPts val="0"/>
                        </a:spcBef>
                        <a:spcAft>
                          <a:spcPts val="0"/>
                        </a:spcAft>
                        <a:buNone/>
                      </a:pPr>
                      <a:r>
                        <a:rPr lang="en-GB" sz="1900">
                          <a:solidFill>
                            <a:schemeClr val="lt1"/>
                          </a:solidFill>
                          <a:latin typeface="Lexend"/>
                          <a:ea typeface="Lexend"/>
                          <a:cs typeface="Lexend"/>
                          <a:sym typeface="Lexend"/>
                        </a:rPr>
                        <a:t>Flour (g)</a:t>
                      </a:r>
                      <a:endParaRPr sz="19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900">
                          <a:solidFill>
                            <a:schemeClr val="lt1"/>
                          </a:solidFill>
                          <a:latin typeface="Lexend"/>
                          <a:ea typeface="Lexend"/>
                          <a:cs typeface="Lexend"/>
                          <a:sym typeface="Lexend"/>
                        </a:rPr>
                        <a:t>Eggs</a:t>
                      </a:r>
                      <a:endParaRPr sz="19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900">
                          <a:solidFill>
                            <a:schemeClr val="lt1"/>
                          </a:solidFill>
                          <a:latin typeface="Lexend"/>
                          <a:ea typeface="Lexend"/>
                          <a:cs typeface="Lexend"/>
                          <a:sym typeface="Lexend"/>
                        </a:rPr>
                        <a:t>Water (ml)</a:t>
                      </a:r>
                      <a:endParaRPr sz="19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900">
                          <a:solidFill>
                            <a:schemeClr val="lt1"/>
                          </a:solidFill>
                          <a:latin typeface="Lexend"/>
                          <a:ea typeface="Lexend"/>
                          <a:cs typeface="Lexend"/>
                          <a:sym typeface="Lexend"/>
                        </a:rPr>
                        <a:t>Sugar (g)</a:t>
                      </a:r>
                      <a:endParaRPr sz="19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r>
              <a:tr h="285050">
                <a:tc>
                  <a:txBody>
                    <a:bodyPr/>
                    <a:lstStyle/>
                    <a:p>
                      <a:pPr indent="0" lvl="0" marL="0" rtl="0" algn="ctr">
                        <a:spcBef>
                          <a:spcPts val="0"/>
                        </a:spcBef>
                        <a:spcAft>
                          <a:spcPts val="0"/>
                        </a:spcAft>
                        <a:buNone/>
                      </a:pPr>
                      <a:r>
                        <a:rPr lang="en-GB" sz="1900">
                          <a:latin typeface="Lexend"/>
                          <a:ea typeface="Lexend"/>
                          <a:cs typeface="Lexend"/>
                          <a:sym typeface="Lexend"/>
                        </a:rPr>
                        <a:t>100</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1</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25</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200</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1856" name="Google Shape;1856;p145"/>
          <p:cNvSpPr txBox="1"/>
          <p:nvPr/>
        </p:nvSpPr>
        <p:spPr>
          <a:xfrm>
            <a:off x="324000" y="2218800"/>
            <a:ext cx="6855300" cy="2488500"/>
          </a:xfrm>
          <a:prstGeom prst="rect">
            <a:avLst/>
          </a:prstGeom>
          <a:noFill/>
          <a:ln>
            <a:noFill/>
          </a:ln>
        </p:spPr>
        <p:txBody>
          <a:bodyPr anchorCtr="0" anchor="t" bIns="0" lIns="0" spcFirstLastPara="1" rIns="0" wrap="square" tIns="0">
            <a:spAutoFit/>
          </a:bodyPr>
          <a:lstStyle/>
          <a:p>
            <a:pPr indent="-355600" lvl="0" marL="457200" rtl="0" algn="l">
              <a:lnSpc>
                <a:spcPct val="100000"/>
              </a:lnSpc>
              <a:spcBef>
                <a:spcPts val="0"/>
              </a:spcBef>
              <a:spcAft>
                <a:spcPts val="0"/>
              </a:spcAft>
              <a:buClr>
                <a:schemeClr val="dk1"/>
              </a:buClr>
              <a:buSzPts val="2000"/>
              <a:buFont typeface="Lexend"/>
              <a:buAutoNum type="alphaLcParenR"/>
            </a:pPr>
            <a:r>
              <a:rPr lang="en-GB" sz="2000">
                <a:solidFill>
                  <a:schemeClr val="dk1"/>
                </a:solidFill>
                <a:latin typeface="Lexend"/>
                <a:ea typeface="Lexend"/>
                <a:cs typeface="Lexend"/>
                <a:sym typeface="Lexend"/>
              </a:rPr>
              <a:t>Number of eggs ×  100 = Flour (g)</a:t>
            </a:r>
            <a:endParaRPr sz="2000">
              <a:solidFill>
                <a:schemeClr val="dk1"/>
              </a:solidFill>
              <a:latin typeface="Lexend"/>
              <a:ea typeface="Lexend"/>
              <a:cs typeface="Lexend"/>
              <a:sym typeface="Lexend"/>
            </a:endParaRPr>
          </a:p>
          <a:p>
            <a:pPr indent="0" lvl="0" marL="0" rtl="0" algn="l">
              <a:lnSpc>
                <a:spcPct val="100000"/>
              </a:lnSpc>
              <a:spcBef>
                <a:spcPts val="1000"/>
              </a:spcBef>
              <a:spcAft>
                <a:spcPts val="0"/>
              </a:spcAft>
              <a:buNone/>
            </a:pPr>
            <a:r>
              <a:rPr lang="en-GB" sz="2000">
                <a:solidFill>
                  <a:schemeClr val="dk1"/>
                </a:solidFill>
                <a:latin typeface="Lexend"/>
                <a:ea typeface="Lexend"/>
                <a:cs typeface="Lexend"/>
                <a:sym typeface="Lexend"/>
              </a:rPr>
              <a:t>For every egg, there is 100  g of flour</a:t>
            </a:r>
            <a:endParaRPr sz="2000">
              <a:solidFill>
                <a:schemeClr val="dk1"/>
              </a:solidFill>
              <a:latin typeface="Lexend"/>
              <a:ea typeface="Lexend"/>
              <a:cs typeface="Lexend"/>
              <a:sym typeface="Lexend"/>
            </a:endParaRPr>
          </a:p>
          <a:p>
            <a:pPr indent="-355600" lvl="0" marL="457200" rtl="0" algn="l">
              <a:spcBef>
                <a:spcPts val="1000"/>
              </a:spcBef>
              <a:spcAft>
                <a:spcPts val="0"/>
              </a:spcAft>
              <a:buClr>
                <a:schemeClr val="dk1"/>
              </a:buClr>
              <a:buSzPts val="2000"/>
              <a:buFont typeface="Lexend"/>
              <a:buAutoNum type="alphaLcParenR"/>
            </a:pPr>
            <a:r>
              <a:rPr lang="en-GB" sz="2000">
                <a:solidFill>
                  <a:schemeClr val="dk1"/>
                </a:solidFill>
                <a:latin typeface="Lexend"/>
                <a:ea typeface="Lexend"/>
                <a:cs typeface="Lexend"/>
                <a:sym typeface="Lexend"/>
              </a:rPr>
              <a:t>Amount of water (ml) ×  8      = Sugar (g)</a:t>
            </a:r>
            <a:endParaRPr sz="2000">
              <a:solidFill>
                <a:schemeClr val="dk1"/>
              </a:solidFill>
              <a:latin typeface="Lexend"/>
              <a:ea typeface="Lexend"/>
              <a:cs typeface="Lexend"/>
              <a:sym typeface="Lexend"/>
            </a:endParaRPr>
          </a:p>
          <a:p>
            <a:pPr indent="0" lvl="0" marL="0" rtl="0" algn="l">
              <a:spcBef>
                <a:spcPts val="1000"/>
              </a:spcBef>
              <a:spcAft>
                <a:spcPts val="0"/>
              </a:spcAft>
              <a:buNone/>
            </a:pPr>
            <a:r>
              <a:rPr lang="en-GB" sz="2000">
                <a:solidFill>
                  <a:schemeClr val="dk1"/>
                </a:solidFill>
                <a:latin typeface="Lexend"/>
                <a:ea typeface="Lexend"/>
                <a:cs typeface="Lexend"/>
                <a:sym typeface="Lexend"/>
              </a:rPr>
              <a:t>For every ml of water, there is 8 g  of flour</a:t>
            </a:r>
            <a:endParaRPr sz="2000">
              <a:solidFill>
                <a:schemeClr val="dk1"/>
              </a:solidFill>
              <a:latin typeface="Lexend"/>
              <a:ea typeface="Lexend"/>
              <a:cs typeface="Lexend"/>
              <a:sym typeface="Lexend"/>
            </a:endParaRPr>
          </a:p>
          <a:p>
            <a:pPr indent="-355600" lvl="0" marL="457200" rtl="0" algn="l">
              <a:spcBef>
                <a:spcPts val="1000"/>
              </a:spcBef>
              <a:spcAft>
                <a:spcPts val="0"/>
              </a:spcAft>
              <a:buClr>
                <a:schemeClr val="dk1"/>
              </a:buClr>
              <a:buSzPts val="2000"/>
              <a:buFont typeface="Lexend"/>
              <a:buAutoNum type="alphaLcParenR"/>
            </a:pPr>
            <a:r>
              <a:rPr lang="en-GB" sz="2000">
                <a:solidFill>
                  <a:schemeClr val="dk1"/>
                </a:solidFill>
                <a:latin typeface="Lexend"/>
                <a:ea typeface="Lexend"/>
                <a:cs typeface="Lexend"/>
                <a:sym typeface="Lexend"/>
              </a:rPr>
              <a:t>Amount of sugar (g) ×  0.5  = Flour (g)</a:t>
            </a:r>
            <a:endParaRPr sz="2000">
              <a:solidFill>
                <a:schemeClr val="dk1"/>
              </a:solidFill>
              <a:latin typeface="Lexend"/>
              <a:ea typeface="Lexend"/>
              <a:cs typeface="Lexend"/>
              <a:sym typeface="Lexend"/>
            </a:endParaRPr>
          </a:p>
          <a:p>
            <a:pPr indent="0" lvl="0" marL="0" rtl="0" algn="l">
              <a:spcBef>
                <a:spcPts val="1000"/>
              </a:spcBef>
              <a:spcAft>
                <a:spcPts val="1000"/>
              </a:spcAft>
              <a:buNone/>
            </a:pPr>
            <a:r>
              <a:rPr lang="en-GB" sz="2000">
                <a:solidFill>
                  <a:schemeClr val="dk1"/>
                </a:solidFill>
                <a:latin typeface="Lexend"/>
                <a:ea typeface="Lexend"/>
                <a:cs typeface="Lexend"/>
                <a:sym typeface="Lexend"/>
              </a:rPr>
              <a:t>For every 1 g of sugar, there is 0.5 g of flour</a:t>
            </a:r>
            <a:endParaRPr sz="2000"/>
          </a:p>
        </p:txBody>
      </p:sp>
      <p:sp>
        <p:nvSpPr>
          <p:cNvPr id="1857" name="Google Shape;1857;p145"/>
          <p:cNvSpPr/>
          <p:nvPr/>
        </p:nvSpPr>
        <p:spPr>
          <a:xfrm>
            <a:off x="3025500" y="2218798"/>
            <a:ext cx="516900" cy="294900"/>
          </a:xfrm>
          <a:prstGeom prst="rect">
            <a:avLst/>
          </a:prstGeom>
          <a:solidFill>
            <a:schemeClr val="lt1"/>
          </a:solid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58" name="Google Shape;1858;p145"/>
          <p:cNvSpPr/>
          <p:nvPr/>
        </p:nvSpPr>
        <p:spPr>
          <a:xfrm>
            <a:off x="3126588" y="2642814"/>
            <a:ext cx="516900" cy="294900"/>
          </a:xfrm>
          <a:prstGeom prst="rect">
            <a:avLst/>
          </a:prstGeom>
          <a:solidFill>
            <a:schemeClr val="lt1"/>
          </a:solid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59" name="Google Shape;1859;p145"/>
          <p:cNvSpPr/>
          <p:nvPr/>
        </p:nvSpPr>
        <p:spPr>
          <a:xfrm>
            <a:off x="3659988" y="3081885"/>
            <a:ext cx="516900" cy="294900"/>
          </a:xfrm>
          <a:prstGeom prst="rect">
            <a:avLst/>
          </a:prstGeom>
          <a:solidFill>
            <a:schemeClr val="lt1"/>
          </a:solid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60" name="Google Shape;1860;p145"/>
          <p:cNvSpPr/>
          <p:nvPr/>
        </p:nvSpPr>
        <p:spPr>
          <a:xfrm>
            <a:off x="4040998" y="3514200"/>
            <a:ext cx="461700" cy="294900"/>
          </a:xfrm>
          <a:prstGeom prst="rect">
            <a:avLst/>
          </a:prstGeom>
          <a:solidFill>
            <a:schemeClr val="lt1"/>
          </a:solid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61" name="Google Shape;1861;p145"/>
          <p:cNvSpPr/>
          <p:nvPr/>
        </p:nvSpPr>
        <p:spPr>
          <a:xfrm>
            <a:off x="3507588" y="3969861"/>
            <a:ext cx="516900" cy="294900"/>
          </a:xfrm>
          <a:prstGeom prst="rect">
            <a:avLst/>
          </a:prstGeom>
          <a:solidFill>
            <a:schemeClr val="lt1"/>
          </a:solid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62" name="Google Shape;1862;p145"/>
          <p:cNvSpPr/>
          <p:nvPr/>
        </p:nvSpPr>
        <p:spPr>
          <a:xfrm>
            <a:off x="3126600" y="4412400"/>
            <a:ext cx="3167700" cy="294900"/>
          </a:xfrm>
          <a:prstGeom prst="rect">
            <a:avLst/>
          </a:prstGeom>
          <a:solidFill>
            <a:schemeClr val="lt1"/>
          </a:solid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6" name="Shape 1866"/>
        <p:cNvGrpSpPr/>
        <p:nvPr/>
      </p:nvGrpSpPr>
      <p:grpSpPr>
        <a:xfrm>
          <a:off x="0" y="0"/>
          <a:ext cx="0" cy="0"/>
          <a:chOff x="0" y="0"/>
          <a:chExt cx="0" cy="0"/>
        </a:xfrm>
      </p:grpSpPr>
      <p:graphicFrame>
        <p:nvGraphicFramePr>
          <p:cNvPr id="1867" name="Google Shape;1867;p146"/>
          <p:cNvGraphicFramePr/>
          <p:nvPr/>
        </p:nvGraphicFramePr>
        <p:xfrm>
          <a:off x="5466200" y="1158625"/>
          <a:ext cx="3000000" cy="3000000"/>
        </p:xfrm>
        <a:graphic>
          <a:graphicData uri="http://schemas.openxmlformats.org/drawingml/2006/table">
            <a:tbl>
              <a:tblPr>
                <a:noFill/>
                <a:tableStyleId>{B9391551-2877-4EA5-9AC9-840A8582D54C}</a:tableStyleId>
              </a:tblPr>
              <a:tblGrid>
                <a:gridCol w="419925"/>
                <a:gridCol w="419925"/>
                <a:gridCol w="419925"/>
                <a:gridCol w="419925"/>
                <a:gridCol w="419925"/>
                <a:gridCol w="419925"/>
                <a:gridCol w="419925"/>
                <a:gridCol w="419925"/>
              </a:tblGrid>
              <a:tr h="340025">
                <a:tc>
                  <a:txBody>
                    <a:bodyPr/>
                    <a:lstStyle/>
                    <a:p>
                      <a:pPr indent="0" lvl="0" marL="0" rtl="0" algn="ctr">
                        <a:spcBef>
                          <a:spcPts val="0"/>
                        </a:spcBef>
                        <a:spcAft>
                          <a:spcPts val="0"/>
                        </a:spcAft>
                        <a:buNone/>
                      </a:pPr>
                      <a:r>
                        <a:rPr lang="en-GB" sz="3000">
                          <a:solidFill>
                            <a:schemeClr val="dk1"/>
                          </a:solidFill>
                        </a:rPr>
                        <a:t>S</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rPr>
                        <a:t>S</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rPr>
                        <a:t>T</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rPr lang="en-GB" sz="3000">
                          <a:solidFill>
                            <a:schemeClr val="dk1"/>
                          </a:solidFill>
                        </a:rPr>
                        <a:t>T</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rPr lang="en-GB" sz="3000">
                          <a:solidFill>
                            <a:schemeClr val="dk1"/>
                          </a:solidFill>
                        </a:rPr>
                        <a:t>T</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rPr>
                        <a:t>T</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rPr lang="en-GB" sz="3000">
                          <a:solidFill>
                            <a:schemeClr val="dk1"/>
                          </a:solidFill>
                        </a:rPr>
                        <a:t>T</a:t>
                      </a:r>
                      <a:endParaRPr sz="3000">
                        <a:solidFill>
                          <a:schemeClr val="dk1"/>
                        </a:solidFill>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rPr>
                        <a:t>T</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r>
            </a:tbl>
          </a:graphicData>
        </a:graphic>
      </p:graphicFrame>
      <p:sp>
        <p:nvSpPr>
          <p:cNvPr id="1868" name="Google Shape;1868;p146"/>
          <p:cNvSpPr txBox="1"/>
          <p:nvPr>
            <p:ph idx="4294967295" type="body"/>
          </p:nvPr>
        </p:nvSpPr>
        <p:spPr>
          <a:xfrm>
            <a:off x="324000" y="683100"/>
            <a:ext cx="8237700" cy="468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2) Using the following bar models, fill in the gaps.</a:t>
            </a:r>
            <a:endParaRPr sz="100"/>
          </a:p>
          <a:p>
            <a:pPr indent="-355600" lvl="0" marL="457200" rtl="0" algn="l">
              <a:spcBef>
                <a:spcPts val="1000"/>
              </a:spcBef>
              <a:spcAft>
                <a:spcPts val="0"/>
              </a:spcAft>
              <a:buSzPts val="2000"/>
              <a:buAutoNum type="alphaLcParenR"/>
            </a:pPr>
            <a:r>
              <a:rPr lang="en-GB" sz="2000"/>
              <a:t>Shorts  × …………   = T-shirts</a:t>
            </a:r>
            <a:endParaRPr sz="2000"/>
          </a:p>
          <a:p>
            <a:pPr indent="0" lvl="0" marL="457200" rtl="0" algn="l">
              <a:spcBef>
                <a:spcPts val="1000"/>
              </a:spcBef>
              <a:spcAft>
                <a:spcPts val="0"/>
              </a:spcAft>
              <a:buNone/>
            </a:pPr>
            <a:r>
              <a:rPr lang="en-GB" sz="2000"/>
              <a:t>For every pair of shorts, there are ………………………..</a:t>
            </a:r>
            <a:endParaRPr sz="2000"/>
          </a:p>
          <a:p>
            <a:pPr indent="-355600" lvl="0" marL="457200" rtl="0" algn="l">
              <a:spcBef>
                <a:spcPts val="1000"/>
              </a:spcBef>
              <a:spcAft>
                <a:spcPts val="0"/>
              </a:spcAft>
              <a:buSzPts val="2000"/>
              <a:buAutoNum type="alphaLcParenR"/>
            </a:pPr>
            <a:r>
              <a:rPr lang="en-GB" sz="2000"/>
              <a:t>Cat  × ………… = Mice</a:t>
            </a:r>
            <a:endParaRPr sz="2000"/>
          </a:p>
          <a:p>
            <a:pPr indent="0" lvl="0" marL="457200" rtl="0" algn="l">
              <a:spcBef>
                <a:spcPts val="1000"/>
              </a:spcBef>
              <a:spcAft>
                <a:spcPts val="0"/>
              </a:spcAft>
              <a:buClr>
                <a:schemeClr val="dk1"/>
              </a:buClr>
              <a:buSzPts val="1100"/>
              <a:buFont typeface="Arial"/>
              <a:buNone/>
            </a:pPr>
            <a:r>
              <a:rPr lang="en-GB" sz="2000"/>
              <a:t>For every cat, there are ………………………..</a:t>
            </a:r>
            <a:endParaRPr sz="2000"/>
          </a:p>
          <a:p>
            <a:pPr indent="-355600" lvl="0" marL="457200" rtl="0" algn="l">
              <a:spcBef>
                <a:spcPts val="1000"/>
              </a:spcBef>
              <a:spcAft>
                <a:spcPts val="0"/>
              </a:spcAft>
              <a:buSzPts val="2000"/>
              <a:buAutoNum type="alphaLcParenR"/>
            </a:pPr>
            <a:r>
              <a:rPr lang="en-GB" sz="2000"/>
              <a:t>House × …………. = Phone</a:t>
            </a:r>
            <a:endParaRPr sz="2000"/>
          </a:p>
          <a:p>
            <a:pPr indent="0" lvl="0" marL="457200" rtl="0" algn="l">
              <a:spcBef>
                <a:spcPts val="1000"/>
              </a:spcBef>
              <a:spcAft>
                <a:spcPts val="1000"/>
              </a:spcAft>
              <a:buNone/>
            </a:pPr>
            <a:r>
              <a:rPr lang="en-GB" sz="2000"/>
              <a:t>For every phone , there are ……………</a:t>
            </a:r>
            <a:endParaRPr sz="2000"/>
          </a:p>
        </p:txBody>
      </p:sp>
      <p:graphicFrame>
        <p:nvGraphicFramePr>
          <p:cNvPr id="1869" name="Google Shape;1869;p146"/>
          <p:cNvGraphicFramePr/>
          <p:nvPr/>
        </p:nvGraphicFramePr>
        <p:xfrm>
          <a:off x="5694800" y="2301625"/>
          <a:ext cx="3000000" cy="3000000"/>
        </p:xfrm>
        <a:graphic>
          <a:graphicData uri="http://schemas.openxmlformats.org/drawingml/2006/table">
            <a:tbl>
              <a:tblPr>
                <a:noFill/>
                <a:tableStyleId>{B9391551-2877-4EA5-9AC9-840A8582D54C}</a:tableStyleId>
              </a:tblPr>
              <a:tblGrid>
                <a:gridCol w="472125"/>
                <a:gridCol w="472125"/>
                <a:gridCol w="472125"/>
                <a:gridCol w="472125"/>
                <a:gridCol w="472125"/>
                <a:gridCol w="472125"/>
              </a:tblGrid>
              <a:tr h="340025">
                <a:tc>
                  <a:txBody>
                    <a:bodyPr/>
                    <a:lstStyle/>
                    <a:p>
                      <a:pPr indent="0" lvl="0" marL="0" rtl="0" algn="ctr">
                        <a:spcBef>
                          <a:spcPts val="0"/>
                        </a:spcBef>
                        <a:spcAft>
                          <a:spcPts val="0"/>
                        </a:spcAft>
                        <a:buNone/>
                      </a:pPr>
                      <a:r>
                        <a:rPr lang="en-GB" sz="3000"/>
                        <a:t>C</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rPr>
                        <a:t>C</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rPr>
                        <a:t>M</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rPr lang="en-GB" sz="3000">
                          <a:solidFill>
                            <a:schemeClr val="dk1"/>
                          </a:solidFill>
                        </a:rPr>
                        <a:t>M</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rPr>
                        <a:t>M</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rPr>
                        <a:t>M</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r>
            </a:tbl>
          </a:graphicData>
        </a:graphic>
      </p:graphicFrame>
      <p:sp>
        <p:nvSpPr>
          <p:cNvPr id="1870" name="Google Shape;1870;p14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Multiplicative relationships as ratios </a:t>
            </a:r>
            <a:endParaRPr/>
          </a:p>
          <a:p>
            <a:pPr indent="0" lvl="0" marL="0" rtl="0" algn="l">
              <a:spcBef>
                <a:spcPts val="1000"/>
              </a:spcBef>
              <a:spcAft>
                <a:spcPts val="1000"/>
              </a:spcAft>
              <a:buNone/>
            </a:pPr>
            <a:r>
              <a:t/>
            </a:r>
            <a:endParaRPr/>
          </a:p>
        </p:txBody>
      </p:sp>
      <p:graphicFrame>
        <p:nvGraphicFramePr>
          <p:cNvPr id="1871" name="Google Shape;1871;p146"/>
          <p:cNvGraphicFramePr/>
          <p:nvPr/>
        </p:nvGraphicFramePr>
        <p:xfrm>
          <a:off x="5553200" y="3551400"/>
          <a:ext cx="3000000" cy="3000000"/>
        </p:xfrm>
        <a:graphic>
          <a:graphicData uri="http://schemas.openxmlformats.org/drawingml/2006/table">
            <a:tbl>
              <a:tblPr>
                <a:noFill/>
                <a:tableStyleId>{B9391551-2877-4EA5-9AC9-840A8582D54C}</a:tableStyleId>
              </a:tblPr>
              <a:tblGrid>
                <a:gridCol w="405425"/>
                <a:gridCol w="405425"/>
                <a:gridCol w="405425"/>
                <a:gridCol w="405425"/>
                <a:gridCol w="405425"/>
                <a:gridCol w="405425"/>
              </a:tblGrid>
              <a:tr h="340025">
                <a:tc>
                  <a:txBody>
                    <a:bodyPr/>
                    <a:lstStyle/>
                    <a:p>
                      <a:pPr indent="0" lvl="0" marL="0" rtl="0" algn="ctr">
                        <a:spcBef>
                          <a:spcPts val="0"/>
                        </a:spcBef>
                        <a:spcAft>
                          <a:spcPts val="0"/>
                        </a:spcAft>
                        <a:buNone/>
                      </a:pPr>
                      <a:r>
                        <a:rPr lang="en-GB" sz="3000">
                          <a:solidFill>
                            <a:schemeClr val="dk1"/>
                          </a:solidFill>
                        </a:rPr>
                        <a:t>H</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3000">
                          <a:solidFill>
                            <a:schemeClr val="dk1"/>
                          </a:solidFill>
                        </a:rPr>
                        <a:t>H</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3000">
                          <a:solidFill>
                            <a:schemeClr val="dk1"/>
                          </a:solidFill>
                        </a:rPr>
                        <a:t>P</a:t>
                      </a:r>
                      <a:endParaRPr sz="3000">
                        <a:solidFill>
                          <a:schemeClr val="dk1"/>
                        </a:solidFill>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rPr lang="en-GB" sz="3000">
                          <a:solidFill>
                            <a:schemeClr val="dk1"/>
                          </a:solidFill>
                        </a:rPr>
                        <a:t>P</a:t>
                      </a:r>
                      <a:endParaRPr sz="3000">
                        <a:solidFill>
                          <a:schemeClr val="dk1"/>
                        </a:solidFill>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rPr lang="en-GB" sz="3000">
                          <a:solidFill>
                            <a:schemeClr val="dk1"/>
                          </a:solidFill>
                        </a:rPr>
                        <a:t>P</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rPr>
                        <a:t>P</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5" name="Shape 1875"/>
        <p:cNvGrpSpPr/>
        <p:nvPr/>
      </p:nvGrpSpPr>
      <p:grpSpPr>
        <a:xfrm>
          <a:off x="0" y="0"/>
          <a:ext cx="0" cy="0"/>
          <a:chOff x="0" y="0"/>
          <a:chExt cx="0" cy="0"/>
        </a:xfrm>
      </p:grpSpPr>
      <p:sp>
        <p:nvSpPr>
          <p:cNvPr id="1876" name="Google Shape;1876;p147"/>
          <p:cNvSpPr txBox="1"/>
          <p:nvPr>
            <p:ph idx="4294967295" type="body"/>
          </p:nvPr>
        </p:nvSpPr>
        <p:spPr>
          <a:xfrm>
            <a:off x="324000" y="683100"/>
            <a:ext cx="8237700" cy="468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GB" sz="2000"/>
              <a:t>3</a:t>
            </a:r>
            <a:r>
              <a:rPr lang="en-GB" sz="2000"/>
              <a:t>) Jacob spills ink all over his work. </a:t>
            </a:r>
            <a:endParaRPr sz="2000"/>
          </a:p>
          <a:p>
            <a:pPr indent="0" lvl="0" marL="0" rtl="0" algn="l">
              <a:lnSpc>
                <a:spcPct val="100000"/>
              </a:lnSpc>
              <a:spcBef>
                <a:spcPts val="1000"/>
              </a:spcBef>
              <a:spcAft>
                <a:spcPts val="0"/>
              </a:spcAft>
              <a:buClr>
                <a:schemeClr val="dk1"/>
              </a:buClr>
              <a:buSzPts val="1100"/>
              <a:buFont typeface="Arial"/>
              <a:buNone/>
            </a:pPr>
            <a:r>
              <a:rPr lang="en-GB" sz="2000"/>
              <a:t>Can you work out what was under the ink splats?</a:t>
            </a:r>
            <a:endParaRPr sz="2000"/>
          </a:p>
          <a:p>
            <a:pPr indent="0" lvl="0" marL="0" rtl="0" algn="l">
              <a:lnSpc>
                <a:spcPct val="100000"/>
              </a:lnSpc>
              <a:spcBef>
                <a:spcPts val="1000"/>
              </a:spcBef>
              <a:spcAft>
                <a:spcPts val="0"/>
              </a:spcAft>
              <a:buClr>
                <a:schemeClr val="dk1"/>
              </a:buClr>
              <a:buSzPts val="1100"/>
              <a:buFont typeface="Arial"/>
              <a:buNone/>
            </a:pPr>
            <a:r>
              <a:t/>
            </a:r>
            <a:endParaRPr sz="2000"/>
          </a:p>
          <a:p>
            <a:pPr indent="0" lvl="0" marL="0" rtl="0" algn="l">
              <a:lnSpc>
                <a:spcPct val="100000"/>
              </a:lnSpc>
              <a:spcBef>
                <a:spcPts val="1000"/>
              </a:spcBef>
              <a:spcAft>
                <a:spcPts val="0"/>
              </a:spcAft>
              <a:buClr>
                <a:schemeClr val="dk1"/>
              </a:buClr>
              <a:buSzPts val="1100"/>
              <a:buFont typeface="Arial"/>
              <a:buNone/>
            </a:pPr>
            <a:r>
              <a:t/>
            </a:r>
            <a:endParaRPr sz="2000"/>
          </a:p>
          <a:p>
            <a:pPr indent="0" lvl="0" marL="0" rtl="0" algn="l">
              <a:lnSpc>
                <a:spcPct val="100000"/>
              </a:lnSpc>
              <a:spcBef>
                <a:spcPts val="1000"/>
              </a:spcBef>
              <a:spcAft>
                <a:spcPts val="0"/>
              </a:spcAft>
              <a:buClr>
                <a:schemeClr val="dk1"/>
              </a:buClr>
              <a:buSzPts val="1100"/>
              <a:buFont typeface="Arial"/>
              <a:buNone/>
            </a:pPr>
            <a:r>
              <a:t/>
            </a:r>
            <a:endParaRPr sz="2000"/>
          </a:p>
          <a:p>
            <a:pPr indent="0" lvl="0" marL="0" rtl="0" algn="l">
              <a:lnSpc>
                <a:spcPct val="100000"/>
              </a:lnSpc>
              <a:spcBef>
                <a:spcPts val="1000"/>
              </a:spcBef>
              <a:spcAft>
                <a:spcPts val="0"/>
              </a:spcAft>
              <a:buClr>
                <a:schemeClr val="dk1"/>
              </a:buClr>
              <a:buSzPts val="1100"/>
              <a:buFont typeface="Arial"/>
              <a:buNone/>
            </a:pPr>
            <a:r>
              <a:t/>
            </a:r>
            <a:endParaRPr sz="2000"/>
          </a:p>
          <a:p>
            <a:pPr indent="0" lvl="0" marL="0" rtl="0" algn="l">
              <a:lnSpc>
                <a:spcPct val="100000"/>
              </a:lnSpc>
              <a:spcBef>
                <a:spcPts val="1000"/>
              </a:spcBef>
              <a:spcAft>
                <a:spcPts val="1000"/>
              </a:spcAft>
              <a:buClr>
                <a:schemeClr val="dk1"/>
              </a:buClr>
              <a:buSzPts val="1100"/>
              <a:buFont typeface="Arial"/>
              <a:buNone/>
            </a:pPr>
            <a:r>
              <a:rPr lang="en-GB" sz="2000"/>
              <a:t>Ratio table</a:t>
            </a:r>
            <a:endParaRPr sz="2000"/>
          </a:p>
        </p:txBody>
      </p:sp>
      <p:sp>
        <p:nvSpPr>
          <p:cNvPr id="1877" name="Google Shape;1877;p14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Multiplicative relationships as ratios</a:t>
            </a:r>
            <a:endParaRPr/>
          </a:p>
        </p:txBody>
      </p:sp>
      <p:sp>
        <p:nvSpPr>
          <p:cNvPr id="1878" name="Google Shape;1878;p147"/>
          <p:cNvSpPr/>
          <p:nvPr/>
        </p:nvSpPr>
        <p:spPr>
          <a:xfrm>
            <a:off x="655384" y="1509867"/>
            <a:ext cx="7532700" cy="1509900"/>
          </a:xfrm>
          <a:prstGeom prst="roundRect">
            <a:avLst>
              <a:gd fmla="val 16667"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79" name="Google Shape;1879;p147"/>
          <p:cNvSpPr txBox="1"/>
          <p:nvPr/>
        </p:nvSpPr>
        <p:spPr>
          <a:xfrm>
            <a:off x="954025" y="1598350"/>
            <a:ext cx="6970200" cy="66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latin typeface="Lexend"/>
                <a:ea typeface="Lexend"/>
                <a:cs typeface="Lexend"/>
                <a:sym typeface="Lexend"/>
              </a:rPr>
              <a:t>Here is a bar model showing the ratio water, glue and paper.</a:t>
            </a:r>
            <a:endParaRPr sz="2000">
              <a:latin typeface="Lexend"/>
              <a:ea typeface="Lexend"/>
              <a:cs typeface="Lexend"/>
              <a:sym typeface="Lexend"/>
            </a:endParaRPr>
          </a:p>
        </p:txBody>
      </p:sp>
      <p:graphicFrame>
        <p:nvGraphicFramePr>
          <p:cNvPr id="1880" name="Google Shape;1880;p147"/>
          <p:cNvGraphicFramePr/>
          <p:nvPr/>
        </p:nvGraphicFramePr>
        <p:xfrm>
          <a:off x="1124425" y="2379725"/>
          <a:ext cx="3000000" cy="3000000"/>
        </p:xfrm>
        <a:graphic>
          <a:graphicData uri="http://schemas.openxmlformats.org/drawingml/2006/table">
            <a:tbl>
              <a:tblPr>
                <a:noFill/>
                <a:tableStyleId>{B9391551-2877-4EA5-9AC9-840A8582D54C}</a:tableStyleId>
              </a:tblPr>
              <a:tblGrid>
                <a:gridCol w="603250"/>
                <a:gridCol w="603250"/>
                <a:gridCol w="603250"/>
                <a:gridCol w="603250"/>
                <a:gridCol w="603250"/>
                <a:gridCol w="603250"/>
                <a:gridCol w="603250"/>
                <a:gridCol w="603250"/>
                <a:gridCol w="603250"/>
                <a:gridCol w="603250"/>
                <a:gridCol w="603250"/>
              </a:tblGrid>
              <a:tr h="381000">
                <a:tc>
                  <a:txBody>
                    <a:bodyPr/>
                    <a:lstStyle/>
                    <a:p>
                      <a:pPr indent="0" lvl="0" marL="0" rtl="0" algn="ctr">
                        <a:spcBef>
                          <a:spcPts val="0"/>
                        </a:spcBef>
                        <a:spcAft>
                          <a:spcPts val="0"/>
                        </a:spcAft>
                        <a:buNone/>
                      </a:pPr>
                      <a:r>
                        <a:rPr lang="en-GB" sz="1900">
                          <a:latin typeface="Lexend"/>
                          <a:ea typeface="Lexend"/>
                          <a:cs typeface="Lexend"/>
                          <a:sym typeface="Lexend"/>
                        </a:rPr>
                        <a:t>W</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W</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G</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G</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G</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G</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G</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G</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P</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P</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P</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1881" name="Google Shape;1881;p147"/>
          <p:cNvGraphicFramePr/>
          <p:nvPr/>
        </p:nvGraphicFramePr>
        <p:xfrm>
          <a:off x="369525" y="3684025"/>
          <a:ext cx="3000000" cy="3000000"/>
        </p:xfrm>
        <a:graphic>
          <a:graphicData uri="http://schemas.openxmlformats.org/drawingml/2006/table">
            <a:tbl>
              <a:tblPr>
                <a:noFill/>
                <a:tableStyleId>{B9391551-2877-4EA5-9AC9-840A8582D54C}</a:tableStyleId>
              </a:tblPr>
              <a:tblGrid>
                <a:gridCol w="664925"/>
                <a:gridCol w="664925"/>
                <a:gridCol w="664925"/>
              </a:tblGrid>
              <a:tr h="380200">
                <a:tc>
                  <a:txBody>
                    <a:bodyPr/>
                    <a:lstStyle/>
                    <a:p>
                      <a:pPr indent="0" lvl="0" marL="0" rtl="0" algn="ctr">
                        <a:spcBef>
                          <a:spcPts val="0"/>
                        </a:spcBef>
                        <a:spcAft>
                          <a:spcPts val="0"/>
                        </a:spcAft>
                        <a:buNone/>
                      </a:pPr>
                      <a:r>
                        <a:rPr lang="en-GB" sz="1900">
                          <a:solidFill>
                            <a:schemeClr val="lt1"/>
                          </a:solidFill>
                          <a:latin typeface="Lexend"/>
                          <a:ea typeface="Lexend"/>
                          <a:cs typeface="Lexend"/>
                          <a:sym typeface="Lexend"/>
                        </a:rPr>
                        <a:t>W</a:t>
                      </a:r>
                      <a:endParaRPr sz="19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900">
                          <a:solidFill>
                            <a:schemeClr val="lt1"/>
                          </a:solidFill>
                          <a:latin typeface="Lexend"/>
                          <a:ea typeface="Lexend"/>
                          <a:cs typeface="Lexend"/>
                          <a:sym typeface="Lexend"/>
                        </a:rPr>
                        <a:t>G</a:t>
                      </a:r>
                      <a:endParaRPr sz="19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900">
                          <a:solidFill>
                            <a:schemeClr val="lt1"/>
                          </a:solidFill>
                          <a:latin typeface="Lexend"/>
                          <a:ea typeface="Lexend"/>
                          <a:cs typeface="Lexend"/>
                          <a:sym typeface="Lexend"/>
                        </a:rPr>
                        <a:t>P</a:t>
                      </a:r>
                      <a:endParaRPr sz="19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r>
              <a:tr h="561600">
                <a:tc>
                  <a:txBody>
                    <a:bodyPr/>
                    <a:lstStyle/>
                    <a:p>
                      <a:pPr indent="0" lvl="0" marL="0" rtl="0" algn="ctr">
                        <a:spcBef>
                          <a:spcPts val="0"/>
                        </a:spcBef>
                        <a:spcAft>
                          <a:spcPts val="0"/>
                        </a:spcAft>
                        <a:buNone/>
                      </a:pPr>
                      <a:r>
                        <a:rPr lang="en-GB" sz="1900">
                          <a:latin typeface="Lexend"/>
                          <a:ea typeface="Lexend"/>
                          <a:cs typeface="Lexend"/>
                          <a:sym typeface="Lexend"/>
                        </a:rPr>
                        <a:t>2</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6</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3</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882" name="Google Shape;1882;p147"/>
          <p:cNvSpPr txBox="1"/>
          <p:nvPr>
            <p:ph idx="4294967295" type="body"/>
          </p:nvPr>
        </p:nvSpPr>
        <p:spPr>
          <a:xfrm>
            <a:off x="2482500" y="3163800"/>
            <a:ext cx="6079200" cy="468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GB" sz="2000"/>
              <a:t>For every 1 part water, there are 3 parts glue.</a:t>
            </a:r>
            <a:endParaRPr sz="2000"/>
          </a:p>
          <a:p>
            <a:pPr indent="0" lvl="0" marL="0" rtl="0" algn="l">
              <a:lnSpc>
                <a:spcPct val="100000"/>
              </a:lnSpc>
              <a:spcBef>
                <a:spcPts val="1000"/>
              </a:spcBef>
              <a:spcAft>
                <a:spcPts val="0"/>
              </a:spcAft>
              <a:buClr>
                <a:schemeClr val="dk1"/>
              </a:buClr>
              <a:buSzPts val="1100"/>
              <a:buFont typeface="Arial"/>
              <a:buNone/>
            </a:pPr>
            <a:r>
              <a:rPr lang="en-GB" sz="2000"/>
              <a:t>For every 1 part paper, there are 2 parts glue.</a:t>
            </a:r>
            <a:endParaRPr sz="2000"/>
          </a:p>
          <a:p>
            <a:pPr indent="0" lvl="0" marL="0" rtl="0" algn="l">
              <a:lnSpc>
                <a:spcPct val="100000"/>
              </a:lnSpc>
              <a:spcBef>
                <a:spcPts val="1000"/>
              </a:spcBef>
              <a:spcAft>
                <a:spcPts val="0"/>
              </a:spcAft>
              <a:buClr>
                <a:schemeClr val="dk1"/>
              </a:buClr>
              <a:buSzPts val="1100"/>
              <a:buFont typeface="Arial"/>
              <a:buNone/>
            </a:pPr>
            <a:r>
              <a:rPr lang="en-GB" sz="2000"/>
              <a:t>For every 1 part glue, there are 0.5 parts paper.</a:t>
            </a:r>
            <a:endParaRPr sz="2000"/>
          </a:p>
          <a:p>
            <a:pPr indent="0" lvl="0" marL="0" rtl="0" algn="l">
              <a:lnSpc>
                <a:spcPct val="100000"/>
              </a:lnSpc>
              <a:spcBef>
                <a:spcPts val="1000"/>
              </a:spcBef>
              <a:spcAft>
                <a:spcPts val="1000"/>
              </a:spcAft>
              <a:buClr>
                <a:schemeClr val="dk1"/>
              </a:buClr>
              <a:buSzPts val="1100"/>
              <a:buFont typeface="Arial"/>
              <a:buNone/>
            </a:pPr>
            <a:r>
              <a:rPr lang="en-GB" sz="2000"/>
              <a:t>For every 1 part water there are 1.5 parts paper.</a:t>
            </a:r>
            <a:endParaRPr sz="2000"/>
          </a:p>
        </p:txBody>
      </p:sp>
      <p:sp>
        <p:nvSpPr>
          <p:cNvPr id="1883" name="Google Shape;1883;p147"/>
          <p:cNvSpPr/>
          <p:nvPr/>
        </p:nvSpPr>
        <p:spPr>
          <a:xfrm>
            <a:off x="1269275" y="2264650"/>
            <a:ext cx="6811020" cy="688716"/>
          </a:xfrm>
          <a:prstGeom prst="cloud">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84" name="Google Shape;1884;p147"/>
          <p:cNvSpPr/>
          <p:nvPr/>
        </p:nvSpPr>
        <p:spPr>
          <a:xfrm>
            <a:off x="954025" y="3725175"/>
            <a:ext cx="1310796" cy="992844"/>
          </a:xfrm>
          <a:prstGeom prst="cloud">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85" name="Google Shape;1885;p147"/>
          <p:cNvSpPr/>
          <p:nvPr/>
        </p:nvSpPr>
        <p:spPr>
          <a:xfrm>
            <a:off x="7459200" y="3944075"/>
            <a:ext cx="1045224" cy="560628"/>
          </a:xfrm>
          <a:prstGeom prst="cloud">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86" name="Google Shape;1886;p147"/>
          <p:cNvSpPr/>
          <p:nvPr/>
        </p:nvSpPr>
        <p:spPr>
          <a:xfrm>
            <a:off x="3669225" y="4383450"/>
            <a:ext cx="837000" cy="376596"/>
          </a:xfrm>
          <a:prstGeom prst="cloud">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0" name="Shape 1890"/>
        <p:cNvGrpSpPr/>
        <p:nvPr/>
      </p:nvGrpSpPr>
      <p:grpSpPr>
        <a:xfrm>
          <a:off x="0" y="0"/>
          <a:ext cx="0" cy="0"/>
          <a:chOff x="0" y="0"/>
          <a:chExt cx="0" cy="0"/>
        </a:xfrm>
      </p:grpSpPr>
      <p:sp>
        <p:nvSpPr>
          <p:cNvPr id="1891" name="Google Shape;1891;p148"/>
          <p:cNvSpPr txBox="1"/>
          <p:nvPr>
            <p:ph idx="4294967295" type="body"/>
          </p:nvPr>
        </p:nvSpPr>
        <p:spPr>
          <a:xfrm>
            <a:off x="324000" y="759300"/>
            <a:ext cx="8496000" cy="3918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4</a:t>
            </a:r>
            <a:r>
              <a:rPr lang="en-GB" sz="1800"/>
              <a:t>) Laura, Lucas and Alex are making papier mache.</a:t>
            </a:r>
            <a:endParaRPr sz="1800"/>
          </a:p>
          <a:p>
            <a:pPr indent="0" lvl="0" marL="0" rtl="0" algn="l">
              <a:spcBef>
                <a:spcPts val="1000"/>
              </a:spcBef>
              <a:spcAft>
                <a:spcPts val="0"/>
              </a:spcAft>
              <a:buNone/>
            </a:pPr>
            <a:r>
              <a:rPr lang="en-GB" sz="1800"/>
              <a:t>The instructions are: for every 4 tablespoons of white flour use 240 ml of water.</a:t>
            </a:r>
            <a:endParaRPr sz="1800"/>
          </a:p>
          <a:p>
            <a:pPr indent="-342900" lvl="0" marL="457200" rtl="0" algn="l">
              <a:spcBef>
                <a:spcPts val="1000"/>
              </a:spcBef>
              <a:spcAft>
                <a:spcPts val="0"/>
              </a:spcAft>
              <a:buSzPts val="1800"/>
              <a:buChar char="●"/>
            </a:pPr>
            <a:r>
              <a:rPr lang="en-GB" sz="1800"/>
              <a:t>Laura used 8 tablespoons of flour and 480 ml of water.</a:t>
            </a:r>
            <a:endParaRPr sz="1800"/>
          </a:p>
          <a:p>
            <a:pPr indent="-342900" lvl="0" marL="457200" rtl="0" algn="l">
              <a:spcBef>
                <a:spcPts val="0"/>
              </a:spcBef>
              <a:spcAft>
                <a:spcPts val="0"/>
              </a:spcAft>
              <a:buSzPts val="1800"/>
              <a:buChar char="●"/>
            </a:pPr>
            <a:r>
              <a:rPr lang="en-GB" sz="1800"/>
              <a:t>Alex used 6 tablespoons of flour and 242 ml of water.</a:t>
            </a:r>
            <a:endParaRPr sz="1800"/>
          </a:p>
          <a:p>
            <a:pPr indent="-342900" lvl="0" marL="457200" rtl="0" algn="l">
              <a:spcBef>
                <a:spcPts val="0"/>
              </a:spcBef>
              <a:spcAft>
                <a:spcPts val="0"/>
              </a:spcAft>
              <a:buSzPts val="1800"/>
              <a:buChar char="●"/>
            </a:pPr>
            <a:r>
              <a:rPr lang="en-GB" sz="1800"/>
              <a:t>Lucas used 2 tablespoons of flour and 238 ml of water.</a:t>
            </a:r>
            <a:endParaRPr sz="1800"/>
          </a:p>
          <a:p>
            <a:pPr indent="0" lvl="0" marL="457200" rtl="0" algn="l">
              <a:spcBef>
                <a:spcPts val="1000"/>
              </a:spcBef>
              <a:spcAft>
                <a:spcPts val="0"/>
              </a:spcAft>
              <a:buNone/>
            </a:pPr>
            <a:r>
              <a:t/>
            </a:r>
            <a:endParaRPr sz="600"/>
          </a:p>
          <a:p>
            <a:pPr indent="-342900" lvl="0" marL="457200" rtl="0" algn="l">
              <a:spcBef>
                <a:spcPts val="1000"/>
              </a:spcBef>
              <a:spcAft>
                <a:spcPts val="0"/>
              </a:spcAft>
              <a:buSzPts val="1800"/>
              <a:buAutoNum type="alphaLcParenR"/>
            </a:pPr>
            <a:r>
              <a:rPr lang="en-GB" sz="1800"/>
              <a:t>Who used the correct ratio for making papier mache? Explain the error of the other pupils.</a:t>
            </a:r>
            <a:endParaRPr sz="1800"/>
          </a:p>
          <a:p>
            <a:pPr indent="-342900" lvl="0" marL="457200" rtl="0" algn="l">
              <a:spcBef>
                <a:spcPts val="0"/>
              </a:spcBef>
              <a:spcAft>
                <a:spcPts val="0"/>
              </a:spcAft>
              <a:buSzPts val="1800"/>
              <a:buAutoNum type="alphaLcParenR"/>
            </a:pPr>
            <a:r>
              <a:rPr lang="en-GB" sz="1800"/>
              <a:t>Whose mixture will be too watery? Explain why.</a:t>
            </a:r>
            <a:endParaRPr sz="1800"/>
          </a:p>
        </p:txBody>
      </p:sp>
      <p:sp>
        <p:nvSpPr>
          <p:cNvPr id="1892" name="Google Shape;1892;p14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Multiplicative relationships as ratios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6" name="Shape 1896"/>
        <p:cNvGrpSpPr/>
        <p:nvPr/>
      </p:nvGrpSpPr>
      <p:grpSpPr>
        <a:xfrm>
          <a:off x="0" y="0"/>
          <a:ext cx="0" cy="0"/>
          <a:chOff x="0" y="0"/>
          <a:chExt cx="0" cy="0"/>
        </a:xfrm>
      </p:grpSpPr>
      <p:sp>
        <p:nvSpPr>
          <p:cNvPr id="1897" name="Google Shape;1897;p1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349250" lvl="0" marL="457200" rtl="0" algn="l">
              <a:spcBef>
                <a:spcPts val="0"/>
              </a:spcBef>
              <a:spcAft>
                <a:spcPts val="0"/>
              </a:spcAft>
              <a:buSzPts val="1900"/>
              <a:buAutoNum type="arabicParenR"/>
            </a:pPr>
            <a:r>
              <a:rPr lang="en-GB" sz="1900"/>
              <a:t>Using the ratio table, fill in the blanks.</a:t>
            </a:r>
            <a:endParaRPr sz="1900"/>
          </a:p>
        </p:txBody>
      </p:sp>
      <p:sp>
        <p:nvSpPr>
          <p:cNvPr id="1898" name="Google Shape;1898;p14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Multiplicative relationships as ratios</a:t>
            </a:r>
            <a:endParaRPr/>
          </a:p>
        </p:txBody>
      </p:sp>
      <p:graphicFrame>
        <p:nvGraphicFramePr>
          <p:cNvPr id="1899" name="Google Shape;1899;p149"/>
          <p:cNvGraphicFramePr/>
          <p:nvPr/>
        </p:nvGraphicFramePr>
        <p:xfrm>
          <a:off x="1341800" y="1160025"/>
          <a:ext cx="3000000" cy="3000000"/>
        </p:xfrm>
        <a:graphic>
          <a:graphicData uri="http://schemas.openxmlformats.org/drawingml/2006/table">
            <a:tbl>
              <a:tblPr>
                <a:noFill/>
                <a:tableStyleId>{B9391551-2877-4EA5-9AC9-840A8582D54C}</a:tableStyleId>
              </a:tblPr>
              <a:tblGrid>
                <a:gridCol w="1580425"/>
                <a:gridCol w="1580425"/>
                <a:gridCol w="1580425"/>
                <a:gridCol w="1580425"/>
              </a:tblGrid>
              <a:tr h="459750">
                <a:tc>
                  <a:txBody>
                    <a:bodyPr/>
                    <a:lstStyle/>
                    <a:p>
                      <a:pPr indent="0" lvl="0" marL="0" rtl="0" algn="ctr">
                        <a:spcBef>
                          <a:spcPts val="0"/>
                        </a:spcBef>
                        <a:spcAft>
                          <a:spcPts val="0"/>
                        </a:spcAft>
                        <a:buNone/>
                      </a:pPr>
                      <a:r>
                        <a:rPr lang="en-GB" sz="1900">
                          <a:solidFill>
                            <a:schemeClr val="lt1"/>
                          </a:solidFill>
                          <a:latin typeface="Lexend"/>
                          <a:ea typeface="Lexend"/>
                          <a:cs typeface="Lexend"/>
                          <a:sym typeface="Lexend"/>
                        </a:rPr>
                        <a:t>Flour (g)</a:t>
                      </a:r>
                      <a:endParaRPr sz="19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900">
                          <a:solidFill>
                            <a:schemeClr val="lt1"/>
                          </a:solidFill>
                          <a:latin typeface="Lexend"/>
                          <a:ea typeface="Lexend"/>
                          <a:cs typeface="Lexend"/>
                          <a:sym typeface="Lexend"/>
                        </a:rPr>
                        <a:t>Eggs</a:t>
                      </a:r>
                      <a:endParaRPr sz="19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900">
                          <a:solidFill>
                            <a:schemeClr val="lt1"/>
                          </a:solidFill>
                          <a:latin typeface="Lexend"/>
                          <a:ea typeface="Lexend"/>
                          <a:cs typeface="Lexend"/>
                          <a:sym typeface="Lexend"/>
                        </a:rPr>
                        <a:t>Water (ml)</a:t>
                      </a:r>
                      <a:endParaRPr sz="19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900">
                          <a:solidFill>
                            <a:schemeClr val="lt1"/>
                          </a:solidFill>
                          <a:latin typeface="Lexend"/>
                          <a:ea typeface="Lexend"/>
                          <a:cs typeface="Lexend"/>
                          <a:sym typeface="Lexend"/>
                        </a:rPr>
                        <a:t>Sugar (g)</a:t>
                      </a:r>
                      <a:endParaRPr sz="19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r>
              <a:tr h="285050">
                <a:tc>
                  <a:txBody>
                    <a:bodyPr/>
                    <a:lstStyle/>
                    <a:p>
                      <a:pPr indent="0" lvl="0" marL="0" rtl="0" algn="ctr">
                        <a:spcBef>
                          <a:spcPts val="0"/>
                        </a:spcBef>
                        <a:spcAft>
                          <a:spcPts val="0"/>
                        </a:spcAft>
                        <a:buNone/>
                      </a:pPr>
                      <a:r>
                        <a:rPr lang="en-GB" sz="1900">
                          <a:latin typeface="Lexend"/>
                          <a:ea typeface="Lexend"/>
                          <a:cs typeface="Lexend"/>
                          <a:sym typeface="Lexend"/>
                        </a:rPr>
                        <a:t>100</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1</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25</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200</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1900" name="Google Shape;1900;p149"/>
          <p:cNvSpPr txBox="1"/>
          <p:nvPr/>
        </p:nvSpPr>
        <p:spPr>
          <a:xfrm>
            <a:off x="324000" y="2218800"/>
            <a:ext cx="6855300" cy="2488500"/>
          </a:xfrm>
          <a:prstGeom prst="rect">
            <a:avLst/>
          </a:prstGeom>
          <a:noFill/>
          <a:ln>
            <a:noFill/>
          </a:ln>
        </p:spPr>
        <p:txBody>
          <a:bodyPr anchorCtr="0" anchor="t" bIns="0" lIns="0" spcFirstLastPara="1" rIns="0" wrap="square" tIns="0">
            <a:spAutoFit/>
          </a:bodyPr>
          <a:lstStyle/>
          <a:p>
            <a:pPr indent="-355600" lvl="0" marL="457200" rtl="0" algn="l">
              <a:lnSpc>
                <a:spcPct val="100000"/>
              </a:lnSpc>
              <a:spcBef>
                <a:spcPts val="0"/>
              </a:spcBef>
              <a:spcAft>
                <a:spcPts val="0"/>
              </a:spcAft>
              <a:buClr>
                <a:schemeClr val="dk1"/>
              </a:buClr>
              <a:buSzPts val="2000"/>
              <a:buFont typeface="Lexend"/>
              <a:buAutoNum type="alphaLcParenR"/>
            </a:pPr>
            <a:r>
              <a:rPr lang="en-GB" sz="2000">
                <a:solidFill>
                  <a:schemeClr val="dk1"/>
                </a:solidFill>
                <a:latin typeface="Lexend"/>
                <a:ea typeface="Lexend"/>
                <a:cs typeface="Lexend"/>
                <a:sym typeface="Lexend"/>
              </a:rPr>
              <a:t>Number of eggs ×  100 = Flour (g)</a:t>
            </a:r>
            <a:endParaRPr sz="2000">
              <a:solidFill>
                <a:schemeClr val="dk1"/>
              </a:solidFill>
              <a:latin typeface="Lexend"/>
              <a:ea typeface="Lexend"/>
              <a:cs typeface="Lexend"/>
              <a:sym typeface="Lexend"/>
            </a:endParaRPr>
          </a:p>
          <a:p>
            <a:pPr indent="0" lvl="0" marL="0" rtl="0" algn="l">
              <a:lnSpc>
                <a:spcPct val="100000"/>
              </a:lnSpc>
              <a:spcBef>
                <a:spcPts val="1000"/>
              </a:spcBef>
              <a:spcAft>
                <a:spcPts val="0"/>
              </a:spcAft>
              <a:buNone/>
            </a:pPr>
            <a:r>
              <a:rPr lang="en-GB" sz="2000">
                <a:solidFill>
                  <a:schemeClr val="dk1"/>
                </a:solidFill>
                <a:latin typeface="Lexend"/>
                <a:ea typeface="Lexend"/>
                <a:cs typeface="Lexend"/>
                <a:sym typeface="Lexend"/>
              </a:rPr>
              <a:t>For every egg, there is 100  g of flour</a:t>
            </a:r>
            <a:endParaRPr sz="2000">
              <a:solidFill>
                <a:schemeClr val="dk1"/>
              </a:solidFill>
              <a:latin typeface="Lexend"/>
              <a:ea typeface="Lexend"/>
              <a:cs typeface="Lexend"/>
              <a:sym typeface="Lexend"/>
            </a:endParaRPr>
          </a:p>
          <a:p>
            <a:pPr indent="-355600" lvl="0" marL="457200" rtl="0" algn="l">
              <a:spcBef>
                <a:spcPts val="1000"/>
              </a:spcBef>
              <a:spcAft>
                <a:spcPts val="0"/>
              </a:spcAft>
              <a:buClr>
                <a:schemeClr val="dk1"/>
              </a:buClr>
              <a:buSzPts val="2000"/>
              <a:buFont typeface="Lexend"/>
              <a:buAutoNum type="alphaLcParenR"/>
            </a:pPr>
            <a:r>
              <a:rPr lang="en-GB" sz="2000">
                <a:solidFill>
                  <a:schemeClr val="dk1"/>
                </a:solidFill>
                <a:latin typeface="Lexend"/>
                <a:ea typeface="Lexend"/>
                <a:cs typeface="Lexend"/>
                <a:sym typeface="Lexend"/>
              </a:rPr>
              <a:t>Amount of water (ml) ×  8      = Sugar (g)</a:t>
            </a:r>
            <a:endParaRPr sz="2000">
              <a:solidFill>
                <a:schemeClr val="dk1"/>
              </a:solidFill>
              <a:latin typeface="Lexend"/>
              <a:ea typeface="Lexend"/>
              <a:cs typeface="Lexend"/>
              <a:sym typeface="Lexend"/>
            </a:endParaRPr>
          </a:p>
          <a:p>
            <a:pPr indent="0" lvl="0" marL="0" rtl="0" algn="l">
              <a:spcBef>
                <a:spcPts val="1000"/>
              </a:spcBef>
              <a:spcAft>
                <a:spcPts val="0"/>
              </a:spcAft>
              <a:buNone/>
            </a:pPr>
            <a:r>
              <a:rPr lang="en-GB" sz="2000">
                <a:solidFill>
                  <a:schemeClr val="dk1"/>
                </a:solidFill>
                <a:latin typeface="Lexend"/>
                <a:ea typeface="Lexend"/>
                <a:cs typeface="Lexend"/>
                <a:sym typeface="Lexend"/>
              </a:rPr>
              <a:t>For every ml of water, there is 8 g  of flour</a:t>
            </a:r>
            <a:endParaRPr sz="2000">
              <a:solidFill>
                <a:schemeClr val="dk1"/>
              </a:solidFill>
              <a:latin typeface="Lexend"/>
              <a:ea typeface="Lexend"/>
              <a:cs typeface="Lexend"/>
              <a:sym typeface="Lexend"/>
            </a:endParaRPr>
          </a:p>
          <a:p>
            <a:pPr indent="-355600" lvl="0" marL="457200" rtl="0" algn="l">
              <a:spcBef>
                <a:spcPts val="1000"/>
              </a:spcBef>
              <a:spcAft>
                <a:spcPts val="0"/>
              </a:spcAft>
              <a:buClr>
                <a:schemeClr val="dk1"/>
              </a:buClr>
              <a:buSzPts val="2000"/>
              <a:buFont typeface="Lexend"/>
              <a:buAutoNum type="alphaLcParenR"/>
            </a:pPr>
            <a:r>
              <a:rPr lang="en-GB" sz="2000">
                <a:solidFill>
                  <a:schemeClr val="dk1"/>
                </a:solidFill>
                <a:latin typeface="Lexend"/>
                <a:ea typeface="Lexend"/>
                <a:cs typeface="Lexend"/>
                <a:sym typeface="Lexend"/>
              </a:rPr>
              <a:t>Amount of sugar (g) ×  0.5  = Flour (g)</a:t>
            </a:r>
            <a:endParaRPr sz="2000">
              <a:solidFill>
                <a:schemeClr val="dk1"/>
              </a:solidFill>
              <a:latin typeface="Lexend"/>
              <a:ea typeface="Lexend"/>
              <a:cs typeface="Lexend"/>
              <a:sym typeface="Lexend"/>
            </a:endParaRPr>
          </a:p>
          <a:p>
            <a:pPr indent="0" lvl="0" marL="0" rtl="0" algn="l">
              <a:spcBef>
                <a:spcPts val="1000"/>
              </a:spcBef>
              <a:spcAft>
                <a:spcPts val="1000"/>
              </a:spcAft>
              <a:buNone/>
            </a:pPr>
            <a:r>
              <a:rPr lang="en-GB" sz="2000">
                <a:solidFill>
                  <a:schemeClr val="dk1"/>
                </a:solidFill>
                <a:latin typeface="Lexend"/>
                <a:ea typeface="Lexend"/>
                <a:cs typeface="Lexend"/>
                <a:sym typeface="Lexend"/>
              </a:rPr>
              <a:t>For every 1 g of sugar, there is 0.5 g of flour</a:t>
            </a:r>
            <a:endParaRPr sz="2000"/>
          </a:p>
        </p:txBody>
      </p:sp>
      <p:sp>
        <p:nvSpPr>
          <p:cNvPr id="1901" name="Google Shape;1901;p149"/>
          <p:cNvSpPr/>
          <p:nvPr/>
        </p:nvSpPr>
        <p:spPr>
          <a:xfrm>
            <a:off x="3025500" y="2218798"/>
            <a:ext cx="516900" cy="294900"/>
          </a:xfrm>
          <a:prstGeom prst="rect">
            <a:avLst/>
          </a:prstGeom>
          <a:solidFill>
            <a:schemeClr val="lt1"/>
          </a:solid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02" name="Google Shape;1902;p149"/>
          <p:cNvSpPr/>
          <p:nvPr/>
        </p:nvSpPr>
        <p:spPr>
          <a:xfrm>
            <a:off x="3126588" y="2642814"/>
            <a:ext cx="516900" cy="294900"/>
          </a:xfrm>
          <a:prstGeom prst="rect">
            <a:avLst/>
          </a:prstGeom>
          <a:solidFill>
            <a:schemeClr val="lt1"/>
          </a:solid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03" name="Google Shape;1903;p149"/>
          <p:cNvSpPr/>
          <p:nvPr/>
        </p:nvSpPr>
        <p:spPr>
          <a:xfrm>
            <a:off x="3659988" y="3081885"/>
            <a:ext cx="516900" cy="294900"/>
          </a:xfrm>
          <a:prstGeom prst="rect">
            <a:avLst/>
          </a:prstGeom>
          <a:solidFill>
            <a:schemeClr val="lt1"/>
          </a:solid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04" name="Google Shape;1904;p149"/>
          <p:cNvSpPr/>
          <p:nvPr/>
        </p:nvSpPr>
        <p:spPr>
          <a:xfrm>
            <a:off x="4040998" y="3514200"/>
            <a:ext cx="461700" cy="294900"/>
          </a:xfrm>
          <a:prstGeom prst="rect">
            <a:avLst/>
          </a:prstGeom>
          <a:solidFill>
            <a:schemeClr val="lt1"/>
          </a:solid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05" name="Google Shape;1905;p149"/>
          <p:cNvSpPr/>
          <p:nvPr/>
        </p:nvSpPr>
        <p:spPr>
          <a:xfrm>
            <a:off x="3507588" y="3969861"/>
            <a:ext cx="516900" cy="294900"/>
          </a:xfrm>
          <a:prstGeom prst="rect">
            <a:avLst/>
          </a:prstGeom>
          <a:solidFill>
            <a:schemeClr val="lt1"/>
          </a:solid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06" name="Google Shape;1906;p149"/>
          <p:cNvSpPr/>
          <p:nvPr/>
        </p:nvSpPr>
        <p:spPr>
          <a:xfrm>
            <a:off x="3126600" y="4387500"/>
            <a:ext cx="2772000" cy="294900"/>
          </a:xfrm>
          <a:prstGeom prst="rect">
            <a:avLst/>
          </a:prstGeom>
          <a:solidFill>
            <a:schemeClr val="lt1"/>
          </a:solidFill>
          <a:ln cap="flat" cmpd="sng" w="19050">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90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90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90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90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90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90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0" name="Shape 1910"/>
        <p:cNvGrpSpPr/>
        <p:nvPr/>
      </p:nvGrpSpPr>
      <p:grpSpPr>
        <a:xfrm>
          <a:off x="0" y="0"/>
          <a:ext cx="0" cy="0"/>
          <a:chOff x="0" y="0"/>
          <a:chExt cx="0" cy="0"/>
        </a:xfrm>
      </p:grpSpPr>
      <p:sp>
        <p:nvSpPr>
          <p:cNvPr id="1911" name="Google Shape;1911;p150"/>
          <p:cNvSpPr txBox="1"/>
          <p:nvPr>
            <p:ph idx="4294967295" type="body"/>
          </p:nvPr>
        </p:nvSpPr>
        <p:spPr>
          <a:xfrm>
            <a:off x="324000" y="683100"/>
            <a:ext cx="8237700" cy="468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2) Using the following bar models, fill in the gaps.</a:t>
            </a:r>
            <a:endParaRPr sz="100"/>
          </a:p>
          <a:p>
            <a:pPr indent="-355600" lvl="0" marL="457200" rtl="0" algn="l">
              <a:spcBef>
                <a:spcPts val="1000"/>
              </a:spcBef>
              <a:spcAft>
                <a:spcPts val="0"/>
              </a:spcAft>
              <a:buSzPts val="2000"/>
              <a:buAutoNum type="alphaLcParenR"/>
            </a:pPr>
            <a:r>
              <a:rPr lang="en-GB" sz="2000"/>
              <a:t>Shorts  × …………   = T-shirts</a:t>
            </a:r>
            <a:endParaRPr sz="2000"/>
          </a:p>
          <a:p>
            <a:pPr indent="0" lvl="0" marL="457200" rtl="0" algn="l">
              <a:spcBef>
                <a:spcPts val="1000"/>
              </a:spcBef>
              <a:spcAft>
                <a:spcPts val="0"/>
              </a:spcAft>
              <a:buNone/>
            </a:pPr>
            <a:r>
              <a:rPr lang="en-GB" sz="2000"/>
              <a:t>For every pair of shorts, there are ………………………..</a:t>
            </a:r>
            <a:endParaRPr sz="2000"/>
          </a:p>
          <a:p>
            <a:pPr indent="-355600" lvl="0" marL="457200" rtl="0" algn="l">
              <a:spcBef>
                <a:spcPts val="1000"/>
              </a:spcBef>
              <a:spcAft>
                <a:spcPts val="0"/>
              </a:spcAft>
              <a:buSzPts val="2000"/>
              <a:buAutoNum type="alphaLcParenR"/>
            </a:pPr>
            <a:r>
              <a:rPr lang="en-GB" sz="2000"/>
              <a:t>Cat  × ………… = Mice</a:t>
            </a:r>
            <a:endParaRPr sz="2000"/>
          </a:p>
          <a:p>
            <a:pPr indent="0" lvl="0" marL="457200" rtl="0" algn="l">
              <a:spcBef>
                <a:spcPts val="1000"/>
              </a:spcBef>
              <a:spcAft>
                <a:spcPts val="0"/>
              </a:spcAft>
              <a:buClr>
                <a:schemeClr val="dk1"/>
              </a:buClr>
              <a:buSzPts val="1100"/>
              <a:buFont typeface="Arial"/>
              <a:buNone/>
            </a:pPr>
            <a:r>
              <a:rPr lang="en-GB" sz="2000"/>
              <a:t>For every cat, there are ………………………..</a:t>
            </a:r>
            <a:endParaRPr sz="2000"/>
          </a:p>
          <a:p>
            <a:pPr indent="-355600" lvl="0" marL="457200" rtl="0" algn="l">
              <a:spcBef>
                <a:spcPts val="1000"/>
              </a:spcBef>
              <a:spcAft>
                <a:spcPts val="0"/>
              </a:spcAft>
              <a:buSzPts val="2000"/>
              <a:buAutoNum type="alphaLcParenR"/>
            </a:pPr>
            <a:r>
              <a:rPr lang="en-GB" sz="2000"/>
              <a:t>House × …………. = Phone</a:t>
            </a:r>
            <a:endParaRPr sz="2000"/>
          </a:p>
          <a:p>
            <a:pPr indent="0" lvl="0" marL="457200" rtl="0" algn="l">
              <a:spcBef>
                <a:spcPts val="1000"/>
              </a:spcBef>
              <a:spcAft>
                <a:spcPts val="1000"/>
              </a:spcAft>
              <a:buNone/>
            </a:pPr>
            <a:r>
              <a:rPr lang="en-GB" sz="2000"/>
              <a:t>For every house , there are ……………</a:t>
            </a:r>
            <a:endParaRPr sz="2000"/>
          </a:p>
        </p:txBody>
      </p:sp>
      <p:sp>
        <p:nvSpPr>
          <p:cNvPr id="1912" name="Google Shape;1912;p150"/>
          <p:cNvSpPr txBox="1"/>
          <p:nvPr/>
        </p:nvSpPr>
        <p:spPr>
          <a:xfrm>
            <a:off x="5089524" y="1510800"/>
            <a:ext cx="1746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3 T-shirts</a:t>
            </a:r>
            <a:endParaRPr>
              <a:latin typeface="Kalam"/>
              <a:ea typeface="Kalam"/>
              <a:cs typeface="Kalam"/>
              <a:sym typeface="Kalam"/>
            </a:endParaRPr>
          </a:p>
        </p:txBody>
      </p:sp>
      <p:sp>
        <p:nvSpPr>
          <p:cNvPr id="1913" name="Google Shape;1913;p150"/>
          <p:cNvSpPr txBox="1"/>
          <p:nvPr/>
        </p:nvSpPr>
        <p:spPr>
          <a:xfrm>
            <a:off x="3911205" y="2574525"/>
            <a:ext cx="1365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2 mice</a:t>
            </a:r>
            <a:endParaRPr>
              <a:latin typeface="Kalam"/>
              <a:ea typeface="Kalam"/>
              <a:cs typeface="Kalam"/>
              <a:sym typeface="Kalam"/>
            </a:endParaRPr>
          </a:p>
        </p:txBody>
      </p:sp>
      <p:sp>
        <p:nvSpPr>
          <p:cNvPr id="1914" name="Google Shape;1914;p150"/>
          <p:cNvSpPr txBox="1"/>
          <p:nvPr/>
        </p:nvSpPr>
        <p:spPr>
          <a:xfrm>
            <a:off x="2100600" y="1016450"/>
            <a:ext cx="4212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Kalam"/>
                <a:ea typeface="Kalam"/>
                <a:cs typeface="Kalam"/>
                <a:sym typeface="Kalam"/>
              </a:rPr>
              <a:t>3</a:t>
            </a:r>
            <a:endParaRPr>
              <a:latin typeface="Kalam"/>
              <a:ea typeface="Kalam"/>
              <a:cs typeface="Kalam"/>
              <a:sym typeface="Kalam"/>
            </a:endParaRPr>
          </a:p>
        </p:txBody>
      </p:sp>
      <p:sp>
        <p:nvSpPr>
          <p:cNvPr id="1915" name="Google Shape;1915;p150"/>
          <p:cNvSpPr txBox="1"/>
          <p:nvPr/>
        </p:nvSpPr>
        <p:spPr>
          <a:xfrm>
            <a:off x="1643400" y="2083250"/>
            <a:ext cx="4212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Kalam"/>
                <a:ea typeface="Kalam"/>
                <a:cs typeface="Kalam"/>
                <a:sym typeface="Kalam"/>
              </a:rPr>
              <a:t>2</a:t>
            </a:r>
            <a:endParaRPr>
              <a:latin typeface="Kalam"/>
              <a:ea typeface="Kalam"/>
              <a:cs typeface="Kalam"/>
              <a:sym typeface="Kalam"/>
            </a:endParaRPr>
          </a:p>
        </p:txBody>
      </p:sp>
      <p:sp>
        <p:nvSpPr>
          <p:cNvPr id="1916" name="Google Shape;1916;p15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Multiplicative relationships as ratios </a:t>
            </a:r>
            <a:endParaRPr/>
          </a:p>
          <a:p>
            <a:pPr indent="0" lvl="0" marL="0" rtl="0" algn="l">
              <a:spcBef>
                <a:spcPts val="1000"/>
              </a:spcBef>
              <a:spcAft>
                <a:spcPts val="1000"/>
              </a:spcAft>
              <a:buNone/>
            </a:pPr>
            <a:r>
              <a:t/>
            </a:r>
            <a:endParaRPr/>
          </a:p>
        </p:txBody>
      </p:sp>
      <p:sp>
        <p:nvSpPr>
          <p:cNvPr id="1917" name="Google Shape;1917;p150"/>
          <p:cNvSpPr txBox="1"/>
          <p:nvPr/>
        </p:nvSpPr>
        <p:spPr>
          <a:xfrm>
            <a:off x="4100305" y="3612875"/>
            <a:ext cx="1365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2 phones</a:t>
            </a:r>
            <a:endParaRPr>
              <a:latin typeface="Kalam"/>
              <a:ea typeface="Kalam"/>
              <a:cs typeface="Kalam"/>
              <a:sym typeface="Kalam"/>
            </a:endParaRPr>
          </a:p>
        </p:txBody>
      </p:sp>
      <p:sp>
        <p:nvSpPr>
          <p:cNvPr id="1918" name="Google Shape;1918;p150"/>
          <p:cNvSpPr txBox="1"/>
          <p:nvPr/>
        </p:nvSpPr>
        <p:spPr>
          <a:xfrm>
            <a:off x="1938825" y="3120275"/>
            <a:ext cx="4212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Kalam"/>
                <a:ea typeface="Kalam"/>
                <a:cs typeface="Kalam"/>
                <a:sym typeface="Kalam"/>
              </a:rPr>
              <a:t>2</a:t>
            </a:r>
            <a:endParaRPr>
              <a:latin typeface="Kalam"/>
              <a:ea typeface="Kalam"/>
              <a:cs typeface="Kalam"/>
              <a:sym typeface="Kalam"/>
            </a:endParaRPr>
          </a:p>
        </p:txBody>
      </p:sp>
      <p:graphicFrame>
        <p:nvGraphicFramePr>
          <p:cNvPr id="1919" name="Google Shape;1919;p150"/>
          <p:cNvGraphicFramePr/>
          <p:nvPr/>
        </p:nvGraphicFramePr>
        <p:xfrm>
          <a:off x="5466200" y="1158625"/>
          <a:ext cx="3000000" cy="3000000"/>
        </p:xfrm>
        <a:graphic>
          <a:graphicData uri="http://schemas.openxmlformats.org/drawingml/2006/table">
            <a:tbl>
              <a:tblPr>
                <a:noFill/>
                <a:tableStyleId>{B9391551-2877-4EA5-9AC9-840A8582D54C}</a:tableStyleId>
              </a:tblPr>
              <a:tblGrid>
                <a:gridCol w="419925"/>
                <a:gridCol w="419925"/>
                <a:gridCol w="419925"/>
                <a:gridCol w="419925"/>
                <a:gridCol w="419925"/>
                <a:gridCol w="419925"/>
                <a:gridCol w="419925"/>
                <a:gridCol w="419925"/>
              </a:tblGrid>
              <a:tr h="340025">
                <a:tc>
                  <a:txBody>
                    <a:bodyPr/>
                    <a:lstStyle/>
                    <a:p>
                      <a:pPr indent="0" lvl="0" marL="0" rtl="0" algn="ctr">
                        <a:spcBef>
                          <a:spcPts val="0"/>
                        </a:spcBef>
                        <a:spcAft>
                          <a:spcPts val="0"/>
                        </a:spcAft>
                        <a:buNone/>
                      </a:pPr>
                      <a:r>
                        <a:rPr lang="en-GB" sz="3000">
                          <a:solidFill>
                            <a:schemeClr val="dk1"/>
                          </a:solidFill>
                        </a:rPr>
                        <a:t>S</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rPr>
                        <a:t>S</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rPr>
                        <a:t>T</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rPr lang="en-GB" sz="3000">
                          <a:solidFill>
                            <a:schemeClr val="dk1"/>
                          </a:solidFill>
                        </a:rPr>
                        <a:t>T</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rPr lang="en-GB" sz="3000">
                          <a:solidFill>
                            <a:schemeClr val="dk1"/>
                          </a:solidFill>
                        </a:rPr>
                        <a:t>T</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rPr>
                        <a:t>T</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rPr lang="en-GB" sz="3000">
                          <a:solidFill>
                            <a:schemeClr val="dk1"/>
                          </a:solidFill>
                        </a:rPr>
                        <a:t>T</a:t>
                      </a:r>
                      <a:endParaRPr sz="3000">
                        <a:solidFill>
                          <a:schemeClr val="dk1"/>
                        </a:solidFill>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rPr>
                        <a:t>T</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r>
            </a:tbl>
          </a:graphicData>
        </a:graphic>
      </p:graphicFrame>
      <p:graphicFrame>
        <p:nvGraphicFramePr>
          <p:cNvPr id="1920" name="Google Shape;1920;p150"/>
          <p:cNvGraphicFramePr/>
          <p:nvPr/>
        </p:nvGraphicFramePr>
        <p:xfrm>
          <a:off x="5694800" y="2301625"/>
          <a:ext cx="3000000" cy="3000000"/>
        </p:xfrm>
        <a:graphic>
          <a:graphicData uri="http://schemas.openxmlformats.org/drawingml/2006/table">
            <a:tbl>
              <a:tblPr>
                <a:noFill/>
                <a:tableStyleId>{B9391551-2877-4EA5-9AC9-840A8582D54C}</a:tableStyleId>
              </a:tblPr>
              <a:tblGrid>
                <a:gridCol w="472125"/>
                <a:gridCol w="472125"/>
                <a:gridCol w="472125"/>
                <a:gridCol w="472125"/>
                <a:gridCol w="472125"/>
                <a:gridCol w="472125"/>
              </a:tblGrid>
              <a:tr h="340025">
                <a:tc>
                  <a:txBody>
                    <a:bodyPr/>
                    <a:lstStyle/>
                    <a:p>
                      <a:pPr indent="0" lvl="0" marL="0" rtl="0" algn="ctr">
                        <a:spcBef>
                          <a:spcPts val="0"/>
                        </a:spcBef>
                        <a:spcAft>
                          <a:spcPts val="0"/>
                        </a:spcAft>
                        <a:buNone/>
                      </a:pPr>
                      <a:r>
                        <a:rPr lang="en-GB" sz="3000"/>
                        <a:t>C</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rPr>
                        <a:t>C</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rPr>
                        <a:t>M</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rPr lang="en-GB" sz="3000">
                          <a:solidFill>
                            <a:schemeClr val="dk1"/>
                          </a:solidFill>
                        </a:rPr>
                        <a:t>M</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rPr>
                        <a:t>M</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rPr>
                        <a:t>M</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r>
            </a:tbl>
          </a:graphicData>
        </a:graphic>
      </p:graphicFrame>
      <p:graphicFrame>
        <p:nvGraphicFramePr>
          <p:cNvPr id="1921" name="Google Shape;1921;p150"/>
          <p:cNvGraphicFramePr/>
          <p:nvPr/>
        </p:nvGraphicFramePr>
        <p:xfrm>
          <a:off x="5553200" y="3551400"/>
          <a:ext cx="3000000" cy="3000000"/>
        </p:xfrm>
        <a:graphic>
          <a:graphicData uri="http://schemas.openxmlformats.org/drawingml/2006/table">
            <a:tbl>
              <a:tblPr>
                <a:noFill/>
                <a:tableStyleId>{B9391551-2877-4EA5-9AC9-840A8582D54C}</a:tableStyleId>
              </a:tblPr>
              <a:tblGrid>
                <a:gridCol w="405425"/>
                <a:gridCol w="405425"/>
                <a:gridCol w="405425"/>
                <a:gridCol w="405425"/>
                <a:gridCol w="405425"/>
                <a:gridCol w="405425"/>
              </a:tblGrid>
              <a:tr h="340025">
                <a:tc>
                  <a:txBody>
                    <a:bodyPr/>
                    <a:lstStyle/>
                    <a:p>
                      <a:pPr indent="0" lvl="0" marL="0" rtl="0" algn="ctr">
                        <a:spcBef>
                          <a:spcPts val="0"/>
                        </a:spcBef>
                        <a:spcAft>
                          <a:spcPts val="0"/>
                        </a:spcAft>
                        <a:buNone/>
                      </a:pPr>
                      <a:r>
                        <a:rPr lang="en-GB" sz="3000">
                          <a:solidFill>
                            <a:schemeClr val="dk1"/>
                          </a:solidFill>
                        </a:rPr>
                        <a:t>H</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3000">
                          <a:solidFill>
                            <a:schemeClr val="dk1"/>
                          </a:solidFill>
                        </a:rPr>
                        <a:t>H</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3000">
                          <a:solidFill>
                            <a:schemeClr val="dk1"/>
                          </a:solidFill>
                        </a:rPr>
                        <a:t>P</a:t>
                      </a:r>
                      <a:endParaRPr sz="3000">
                        <a:solidFill>
                          <a:schemeClr val="dk1"/>
                        </a:solidFill>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rPr lang="en-GB" sz="3000">
                          <a:solidFill>
                            <a:schemeClr val="dk1"/>
                          </a:solidFill>
                        </a:rPr>
                        <a:t>P</a:t>
                      </a:r>
                      <a:endParaRPr sz="3000">
                        <a:solidFill>
                          <a:schemeClr val="dk1"/>
                        </a:solidFill>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rPr lang="en-GB" sz="3000">
                          <a:solidFill>
                            <a:schemeClr val="dk1"/>
                          </a:solidFill>
                        </a:rPr>
                        <a:t>P</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rPr>
                        <a:t>P</a:t>
                      </a:r>
                      <a:endParaRPr sz="3000"/>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5" name="Shape 1925"/>
        <p:cNvGrpSpPr/>
        <p:nvPr/>
      </p:nvGrpSpPr>
      <p:grpSpPr>
        <a:xfrm>
          <a:off x="0" y="0"/>
          <a:ext cx="0" cy="0"/>
          <a:chOff x="0" y="0"/>
          <a:chExt cx="0" cy="0"/>
        </a:xfrm>
      </p:grpSpPr>
      <p:sp>
        <p:nvSpPr>
          <p:cNvPr id="1926" name="Google Shape;1926;p151"/>
          <p:cNvSpPr txBox="1"/>
          <p:nvPr>
            <p:ph idx="4294967295" type="body"/>
          </p:nvPr>
        </p:nvSpPr>
        <p:spPr>
          <a:xfrm>
            <a:off x="324000" y="683100"/>
            <a:ext cx="8237700" cy="468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GB" sz="2000"/>
              <a:t>3) Jacob spills ink all over his work. </a:t>
            </a:r>
            <a:endParaRPr sz="2000"/>
          </a:p>
          <a:p>
            <a:pPr indent="0" lvl="0" marL="0" rtl="0" algn="l">
              <a:lnSpc>
                <a:spcPct val="100000"/>
              </a:lnSpc>
              <a:spcBef>
                <a:spcPts val="1000"/>
              </a:spcBef>
              <a:spcAft>
                <a:spcPts val="0"/>
              </a:spcAft>
              <a:buClr>
                <a:schemeClr val="dk1"/>
              </a:buClr>
              <a:buSzPts val="1100"/>
              <a:buFont typeface="Arial"/>
              <a:buNone/>
            </a:pPr>
            <a:r>
              <a:rPr lang="en-GB" sz="2000"/>
              <a:t>Can you work out what was under the ink splats?</a:t>
            </a:r>
            <a:endParaRPr sz="2000"/>
          </a:p>
          <a:p>
            <a:pPr indent="0" lvl="0" marL="0" rtl="0" algn="l">
              <a:lnSpc>
                <a:spcPct val="100000"/>
              </a:lnSpc>
              <a:spcBef>
                <a:spcPts val="1000"/>
              </a:spcBef>
              <a:spcAft>
                <a:spcPts val="0"/>
              </a:spcAft>
              <a:buClr>
                <a:schemeClr val="dk1"/>
              </a:buClr>
              <a:buSzPts val="1100"/>
              <a:buFont typeface="Arial"/>
              <a:buNone/>
            </a:pPr>
            <a:r>
              <a:t/>
            </a:r>
            <a:endParaRPr sz="2000"/>
          </a:p>
          <a:p>
            <a:pPr indent="0" lvl="0" marL="0" rtl="0" algn="l">
              <a:lnSpc>
                <a:spcPct val="100000"/>
              </a:lnSpc>
              <a:spcBef>
                <a:spcPts val="1000"/>
              </a:spcBef>
              <a:spcAft>
                <a:spcPts val="0"/>
              </a:spcAft>
              <a:buClr>
                <a:schemeClr val="dk1"/>
              </a:buClr>
              <a:buSzPts val="1100"/>
              <a:buFont typeface="Arial"/>
              <a:buNone/>
            </a:pPr>
            <a:r>
              <a:t/>
            </a:r>
            <a:endParaRPr sz="2000"/>
          </a:p>
          <a:p>
            <a:pPr indent="0" lvl="0" marL="0" rtl="0" algn="l">
              <a:lnSpc>
                <a:spcPct val="100000"/>
              </a:lnSpc>
              <a:spcBef>
                <a:spcPts val="1000"/>
              </a:spcBef>
              <a:spcAft>
                <a:spcPts val="0"/>
              </a:spcAft>
              <a:buClr>
                <a:schemeClr val="dk1"/>
              </a:buClr>
              <a:buSzPts val="1100"/>
              <a:buFont typeface="Arial"/>
              <a:buNone/>
            </a:pPr>
            <a:r>
              <a:t/>
            </a:r>
            <a:endParaRPr sz="2000"/>
          </a:p>
          <a:p>
            <a:pPr indent="0" lvl="0" marL="0" rtl="0" algn="l">
              <a:lnSpc>
                <a:spcPct val="100000"/>
              </a:lnSpc>
              <a:spcBef>
                <a:spcPts val="1000"/>
              </a:spcBef>
              <a:spcAft>
                <a:spcPts val="0"/>
              </a:spcAft>
              <a:buClr>
                <a:schemeClr val="dk1"/>
              </a:buClr>
              <a:buSzPts val="1100"/>
              <a:buFont typeface="Arial"/>
              <a:buNone/>
            </a:pPr>
            <a:r>
              <a:t/>
            </a:r>
            <a:endParaRPr sz="2000"/>
          </a:p>
          <a:p>
            <a:pPr indent="0" lvl="0" marL="0" rtl="0" algn="l">
              <a:lnSpc>
                <a:spcPct val="100000"/>
              </a:lnSpc>
              <a:spcBef>
                <a:spcPts val="1000"/>
              </a:spcBef>
              <a:spcAft>
                <a:spcPts val="1000"/>
              </a:spcAft>
              <a:buClr>
                <a:schemeClr val="dk1"/>
              </a:buClr>
              <a:buSzPts val="1100"/>
              <a:buFont typeface="Arial"/>
              <a:buNone/>
            </a:pPr>
            <a:r>
              <a:rPr lang="en-GB" sz="2000"/>
              <a:t>Ratio table</a:t>
            </a:r>
            <a:endParaRPr sz="2000"/>
          </a:p>
        </p:txBody>
      </p:sp>
      <p:sp>
        <p:nvSpPr>
          <p:cNvPr id="1927" name="Google Shape;1927;p15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Multiplicative relationships as ratios</a:t>
            </a:r>
            <a:endParaRPr/>
          </a:p>
        </p:txBody>
      </p:sp>
      <p:sp>
        <p:nvSpPr>
          <p:cNvPr id="1928" name="Google Shape;1928;p151"/>
          <p:cNvSpPr/>
          <p:nvPr/>
        </p:nvSpPr>
        <p:spPr>
          <a:xfrm>
            <a:off x="655384" y="1509867"/>
            <a:ext cx="7532700" cy="1509900"/>
          </a:xfrm>
          <a:prstGeom prst="roundRect">
            <a:avLst>
              <a:gd fmla="val 16667"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29" name="Google Shape;1929;p151"/>
          <p:cNvSpPr txBox="1"/>
          <p:nvPr/>
        </p:nvSpPr>
        <p:spPr>
          <a:xfrm>
            <a:off x="954025" y="1598350"/>
            <a:ext cx="6970200" cy="66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latin typeface="Lexend"/>
                <a:ea typeface="Lexend"/>
                <a:cs typeface="Lexend"/>
                <a:sym typeface="Lexend"/>
              </a:rPr>
              <a:t>Here is a bar model showing the ratio water, glue and paper.</a:t>
            </a:r>
            <a:endParaRPr sz="2000">
              <a:latin typeface="Lexend"/>
              <a:ea typeface="Lexend"/>
              <a:cs typeface="Lexend"/>
              <a:sym typeface="Lexend"/>
            </a:endParaRPr>
          </a:p>
        </p:txBody>
      </p:sp>
      <p:graphicFrame>
        <p:nvGraphicFramePr>
          <p:cNvPr id="1930" name="Google Shape;1930;p151"/>
          <p:cNvGraphicFramePr/>
          <p:nvPr/>
        </p:nvGraphicFramePr>
        <p:xfrm>
          <a:off x="1124425" y="2379725"/>
          <a:ext cx="3000000" cy="3000000"/>
        </p:xfrm>
        <a:graphic>
          <a:graphicData uri="http://schemas.openxmlformats.org/drawingml/2006/table">
            <a:tbl>
              <a:tblPr>
                <a:noFill/>
                <a:tableStyleId>{B9391551-2877-4EA5-9AC9-840A8582D54C}</a:tableStyleId>
              </a:tblPr>
              <a:tblGrid>
                <a:gridCol w="603250"/>
                <a:gridCol w="603250"/>
                <a:gridCol w="603250"/>
                <a:gridCol w="603250"/>
                <a:gridCol w="603250"/>
                <a:gridCol w="603250"/>
                <a:gridCol w="603250"/>
                <a:gridCol w="603250"/>
                <a:gridCol w="603250"/>
                <a:gridCol w="603250"/>
                <a:gridCol w="603250"/>
              </a:tblGrid>
              <a:tr h="381000">
                <a:tc>
                  <a:txBody>
                    <a:bodyPr/>
                    <a:lstStyle/>
                    <a:p>
                      <a:pPr indent="0" lvl="0" marL="0" rtl="0" algn="ctr">
                        <a:spcBef>
                          <a:spcPts val="0"/>
                        </a:spcBef>
                        <a:spcAft>
                          <a:spcPts val="0"/>
                        </a:spcAft>
                        <a:buNone/>
                      </a:pPr>
                      <a:r>
                        <a:rPr lang="en-GB" sz="1900">
                          <a:latin typeface="Lexend"/>
                          <a:ea typeface="Lexend"/>
                          <a:cs typeface="Lexend"/>
                          <a:sym typeface="Lexend"/>
                        </a:rPr>
                        <a:t>W</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W</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G</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G</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G</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G</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G</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G</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P</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P</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P</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1931" name="Google Shape;1931;p151"/>
          <p:cNvGraphicFramePr/>
          <p:nvPr/>
        </p:nvGraphicFramePr>
        <p:xfrm>
          <a:off x="369525" y="3684025"/>
          <a:ext cx="3000000" cy="3000000"/>
        </p:xfrm>
        <a:graphic>
          <a:graphicData uri="http://schemas.openxmlformats.org/drawingml/2006/table">
            <a:tbl>
              <a:tblPr>
                <a:noFill/>
                <a:tableStyleId>{B9391551-2877-4EA5-9AC9-840A8582D54C}</a:tableStyleId>
              </a:tblPr>
              <a:tblGrid>
                <a:gridCol w="664925"/>
                <a:gridCol w="664925"/>
                <a:gridCol w="664925"/>
              </a:tblGrid>
              <a:tr h="380200">
                <a:tc>
                  <a:txBody>
                    <a:bodyPr/>
                    <a:lstStyle/>
                    <a:p>
                      <a:pPr indent="0" lvl="0" marL="0" rtl="0" algn="ctr">
                        <a:spcBef>
                          <a:spcPts val="0"/>
                        </a:spcBef>
                        <a:spcAft>
                          <a:spcPts val="0"/>
                        </a:spcAft>
                        <a:buNone/>
                      </a:pPr>
                      <a:r>
                        <a:rPr lang="en-GB" sz="1900">
                          <a:solidFill>
                            <a:schemeClr val="lt1"/>
                          </a:solidFill>
                          <a:latin typeface="Lexend"/>
                          <a:ea typeface="Lexend"/>
                          <a:cs typeface="Lexend"/>
                          <a:sym typeface="Lexend"/>
                        </a:rPr>
                        <a:t>W</a:t>
                      </a:r>
                      <a:endParaRPr sz="19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900">
                          <a:solidFill>
                            <a:schemeClr val="lt1"/>
                          </a:solidFill>
                          <a:latin typeface="Lexend"/>
                          <a:ea typeface="Lexend"/>
                          <a:cs typeface="Lexend"/>
                          <a:sym typeface="Lexend"/>
                        </a:rPr>
                        <a:t>G</a:t>
                      </a:r>
                      <a:endParaRPr sz="19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900">
                          <a:solidFill>
                            <a:schemeClr val="lt1"/>
                          </a:solidFill>
                          <a:latin typeface="Lexend"/>
                          <a:ea typeface="Lexend"/>
                          <a:cs typeface="Lexend"/>
                          <a:sym typeface="Lexend"/>
                        </a:rPr>
                        <a:t>P</a:t>
                      </a:r>
                      <a:endParaRPr sz="19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r>
              <a:tr h="561600">
                <a:tc>
                  <a:txBody>
                    <a:bodyPr/>
                    <a:lstStyle/>
                    <a:p>
                      <a:pPr indent="0" lvl="0" marL="0" rtl="0" algn="ctr">
                        <a:spcBef>
                          <a:spcPts val="0"/>
                        </a:spcBef>
                        <a:spcAft>
                          <a:spcPts val="0"/>
                        </a:spcAft>
                        <a:buNone/>
                      </a:pPr>
                      <a:r>
                        <a:rPr lang="en-GB" sz="1900">
                          <a:latin typeface="Lexend"/>
                          <a:ea typeface="Lexend"/>
                          <a:cs typeface="Lexend"/>
                          <a:sym typeface="Lexend"/>
                        </a:rPr>
                        <a:t>2</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6</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3</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932" name="Google Shape;1932;p151"/>
          <p:cNvSpPr txBox="1"/>
          <p:nvPr>
            <p:ph idx="4294967295" type="body"/>
          </p:nvPr>
        </p:nvSpPr>
        <p:spPr>
          <a:xfrm>
            <a:off x="2482500" y="3163800"/>
            <a:ext cx="6079200" cy="468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GB" sz="2000"/>
              <a:t>For every 1 part water, there are 3 parts glue.</a:t>
            </a:r>
            <a:endParaRPr sz="2000"/>
          </a:p>
          <a:p>
            <a:pPr indent="0" lvl="0" marL="0" rtl="0" algn="l">
              <a:lnSpc>
                <a:spcPct val="100000"/>
              </a:lnSpc>
              <a:spcBef>
                <a:spcPts val="1000"/>
              </a:spcBef>
              <a:spcAft>
                <a:spcPts val="0"/>
              </a:spcAft>
              <a:buClr>
                <a:schemeClr val="dk1"/>
              </a:buClr>
              <a:buSzPts val="1100"/>
              <a:buFont typeface="Arial"/>
              <a:buNone/>
            </a:pPr>
            <a:r>
              <a:rPr lang="en-GB" sz="2000"/>
              <a:t>For every 1 part paper, there are 2 parts glue.</a:t>
            </a:r>
            <a:endParaRPr sz="2000"/>
          </a:p>
          <a:p>
            <a:pPr indent="0" lvl="0" marL="0" rtl="0" algn="l">
              <a:lnSpc>
                <a:spcPct val="100000"/>
              </a:lnSpc>
              <a:spcBef>
                <a:spcPts val="1000"/>
              </a:spcBef>
              <a:spcAft>
                <a:spcPts val="0"/>
              </a:spcAft>
              <a:buClr>
                <a:schemeClr val="dk1"/>
              </a:buClr>
              <a:buSzPts val="1100"/>
              <a:buFont typeface="Arial"/>
              <a:buNone/>
            </a:pPr>
            <a:r>
              <a:rPr lang="en-GB" sz="2000"/>
              <a:t>For every 1 part glue, there are 0.5 parts paper.</a:t>
            </a:r>
            <a:endParaRPr sz="2000"/>
          </a:p>
          <a:p>
            <a:pPr indent="0" lvl="0" marL="0" rtl="0" algn="l">
              <a:lnSpc>
                <a:spcPct val="100000"/>
              </a:lnSpc>
              <a:spcBef>
                <a:spcPts val="1000"/>
              </a:spcBef>
              <a:spcAft>
                <a:spcPts val="1000"/>
              </a:spcAft>
              <a:buClr>
                <a:schemeClr val="dk1"/>
              </a:buClr>
              <a:buSzPts val="1100"/>
              <a:buFont typeface="Arial"/>
              <a:buNone/>
            </a:pPr>
            <a:r>
              <a:rPr lang="en-GB" sz="2000"/>
              <a:t>For every 1 part water there are 1.5 parts paper.</a:t>
            </a:r>
            <a:endParaRPr sz="2000"/>
          </a:p>
        </p:txBody>
      </p:sp>
      <p:grpSp>
        <p:nvGrpSpPr>
          <p:cNvPr id="1933" name="Google Shape;1933;p151"/>
          <p:cNvGrpSpPr/>
          <p:nvPr/>
        </p:nvGrpSpPr>
        <p:grpSpPr>
          <a:xfrm>
            <a:off x="954025" y="2264650"/>
            <a:ext cx="7550399" cy="2523963"/>
            <a:chOff x="954025" y="2264650"/>
            <a:chExt cx="7550399" cy="2523963"/>
          </a:xfrm>
        </p:grpSpPr>
        <p:sp>
          <p:nvSpPr>
            <p:cNvPr id="1934" name="Google Shape;1934;p151"/>
            <p:cNvSpPr/>
            <p:nvPr/>
          </p:nvSpPr>
          <p:spPr>
            <a:xfrm>
              <a:off x="1269275" y="2264650"/>
              <a:ext cx="6811020" cy="688716"/>
            </a:xfrm>
            <a:prstGeom prst="cloud">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35" name="Google Shape;1935;p151"/>
            <p:cNvSpPr/>
            <p:nvPr/>
          </p:nvSpPr>
          <p:spPr>
            <a:xfrm>
              <a:off x="954025" y="3725175"/>
              <a:ext cx="1310796" cy="992844"/>
            </a:xfrm>
            <a:prstGeom prst="cloud">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36" name="Google Shape;1936;p151"/>
            <p:cNvSpPr/>
            <p:nvPr/>
          </p:nvSpPr>
          <p:spPr>
            <a:xfrm>
              <a:off x="7459200" y="3944075"/>
              <a:ext cx="1045224" cy="560628"/>
            </a:xfrm>
            <a:prstGeom prst="cloud">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37" name="Google Shape;1937;p151"/>
            <p:cNvSpPr/>
            <p:nvPr/>
          </p:nvSpPr>
          <p:spPr>
            <a:xfrm>
              <a:off x="3670775" y="4320001"/>
              <a:ext cx="858816" cy="468612"/>
            </a:xfrm>
            <a:prstGeom prst="cloud">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93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1" name="Shape 1941"/>
        <p:cNvGrpSpPr/>
        <p:nvPr/>
      </p:nvGrpSpPr>
      <p:grpSpPr>
        <a:xfrm>
          <a:off x="0" y="0"/>
          <a:ext cx="0" cy="0"/>
          <a:chOff x="0" y="0"/>
          <a:chExt cx="0" cy="0"/>
        </a:xfrm>
      </p:grpSpPr>
      <p:sp>
        <p:nvSpPr>
          <p:cNvPr id="1942" name="Google Shape;1942;p152"/>
          <p:cNvSpPr txBox="1"/>
          <p:nvPr>
            <p:ph idx="4294967295" type="body"/>
          </p:nvPr>
        </p:nvSpPr>
        <p:spPr>
          <a:xfrm>
            <a:off x="324000" y="759300"/>
            <a:ext cx="8496000" cy="3918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4</a:t>
            </a:r>
            <a:r>
              <a:rPr lang="en-GB" sz="1800"/>
              <a:t>) Laura, Lucas and Alex are making papier mache.</a:t>
            </a:r>
            <a:endParaRPr sz="1800"/>
          </a:p>
          <a:p>
            <a:pPr indent="0" lvl="0" marL="0" rtl="0" algn="l">
              <a:spcBef>
                <a:spcPts val="1000"/>
              </a:spcBef>
              <a:spcAft>
                <a:spcPts val="0"/>
              </a:spcAft>
              <a:buNone/>
            </a:pPr>
            <a:r>
              <a:rPr lang="en-GB" sz="1800"/>
              <a:t>The instructions are: for every 4 tablespoons of white flour use 240 ml of water.</a:t>
            </a:r>
            <a:endParaRPr sz="1800"/>
          </a:p>
          <a:p>
            <a:pPr indent="-342900" lvl="0" marL="457200" rtl="0" algn="l">
              <a:spcBef>
                <a:spcPts val="1000"/>
              </a:spcBef>
              <a:spcAft>
                <a:spcPts val="0"/>
              </a:spcAft>
              <a:buSzPts val="1800"/>
              <a:buChar char="●"/>
            </a:pPr>
            <a:r>
              <a:rPr lang="en-GB" sz="1800"/>
              <a:t>Laura used 8 tablespoons of flour and 480 ml of water.</a:t>
            </a:r>
            <a:endParaRPr sz="1800"/>
          </a:p>
          <a:p>
            <a:pPr indent="-342900" lvl="0" marL="457200" rtl="0" algn="l">
              <a:spcBef>
                <a:spcPts val="0"/>
              </a:spcBef>
              <a:spcAft>
                <a:spcPts val="0"/>
              </a:spcAft>
              <a:buSzPts val="1800"/>
              <a:buChar char="●"/>
            </a:pPr>
            <a:r>
              <a:rPr lang="en-GB" sz="1800"/>
              <a:t>Alex used 6 tablespoons of flour and 242 ml of water.</a:t>
            </a:r>
            <a:endParaRPr sz="1800"/>
          </a:p>
          <a:p>
            <a:pPr indent="-342900" lvl="0" marL="457200" rtl="0" algn="l">
              <a:spcBef>
                <a:spcPts val="0"/>
              </a:spcBef>
              <a:spcAft>
                <a:spcPts val="0"/>
              </a:spcAft>
              <a:buSzPts val="1800"/>
              <a:buChar char="●"/>
            </a:pPr>
            <a:r>
              <a:rPr lang="en-GB" sz="1800"/>
              <a:t>Lucas used 2 tablespoons of flour and 238 ml of water.</a:t>
            </a:r>
            <a:endParaRPr sz="1800"/>
          </a:p>
          <a:p>
            <a:pPr indent="0" lvl="0" marL="457200" rtl="0" algn="l">
              <a:spcBef>
                <a:spcPts val="1000"/>
              </a:spcBef>
              <a:spcAft>
                <a:spcPts val="0"/>
              </a:spcAft>
              <a:buNone/>
            </a:pPr>
            <a:r>
              <a:t/>
            </a:r>
            <a:endParaRPr sz="600"/>
          </a:p>
          <a:p>
            <a:pPr indent="0" lvl="0" marL="0" rtl="0" algn="l">
              <a:spcBef>
                <a:spcPts val="1000"/>
              </a:spcBef>
              <a:spcAft>
                <a:spcPts val="1000"/>
              </a:spcAft>
              <a:buNone/>
            </a:pPr>
            <a:r>
              <a:rPr lang="en-GB" sz="1800"/>
              <a:t>Show this using a ratio table.</a:t>
            </a:r>
            <a:endParaRPr sz="1800"/>
          </a:p>
        </p:txBody>
      </p:sp>
      <p:sp>
        <p:nvSpPr>
          <p:cNvPr id="1943" name="Google Shape;1943;p15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Multiplicative relationships as ratios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7" name="Shape 1947"/>
        <p:cNvGrpSpPr/>
        <p:nvPr/>
      </p:nvGrpSpPr>
      <p:grpSpPr>
        <a:xfrm>
          <a:off x="0" y="0"/>
          <a:ext cx="0" cy="0"/>
          <a:chOff x="0" y="0"/>
          <a:chExt cx="0" cy="0"/>
        </a:xfrm>
      </p:grpSpPr>
      <p:sp>
        <p:nvSpPr>
          <p:cNvPr id="1948" name="Google Shape;1948;p153"/>
          <p:cNvSpPr txBox="1"/>
          <p:nvPr>
            <p:ph idx="4294967295" type="body"/>
          </p:nvPr>
        </p:nvSpPr>
        <p:spPr>
          <a:xfrm>
            <a:off x="247800" y="2054700"/>
            <a:ext cx="8496000" cy="14007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sz="1800"/>
              <a:t>Laura used 8 tablespoons of flour and 480 ml of water.</a:t>
            </a:r>
            <a:endParaRPr sz="1800"/>
          </a:p>
          <a:p>
            <a:pPr indent="0" lvl="0" marL="457200" rtl="0" algn="l">
              <a:spcBef>
                <a:spcPts val="1000"/>
              </a:spcBef>
              <a:spcAft>
                <a:spcPts val="0"/>
              </a:spcAft>
              <a:buNone/>
            </a:pPr>
            <a:r>
              <a:t/>
            </a:r>
            <a:endParaRPr sz="1800"/>
          </a:p>
          <a:p>
            <a:pPr indent="-342900" lvl="0" marL="457200" rtl="0" algn="l">
              <a:spcBef>
                <a:spcPts val="1000"/>
              </a:spcBef>
              <a:spcAft>
                <a:spcPts val="0"/>
              </a:spcAft>
              <a:buSzPts val="1800"/>
              <a:buChar char="●"/>
            </a:pPr>
            <a:r>
              <a:rPr lang="en-GB" sz="1800"/>
              <a:t>Alex used 6 tablespoons of flour and 242 ml of water.</a:t>
            </a:r>
            <a:endParaRPr sz="1800"/>
          </a:p>
          <a:p>
            <a:pPr indent="0" lvl="0" marL="457200" rtl="0" algn="l">
              <a:spcBef>
                <a:spcPts val="1000"/>
              </a:spcBef>
              <a:spcAft>
                <a:spcPts val="0"/>
              </a:spcAft>
              <a:buNone/>
            </a:pPr>
            <a:r>
              <a:t/>
            </a:r>
            <a:endParaRPr sz="1800"/>
          </a:p>
          <a:p>
            <a:pPr indent="-342900" lvl="0" marL="457200" rtl="0" algn="l">
              <a:spcBef>
                <a:spcPts val="1000"/>
              </a:spcBef>
              <a:spcAft>
                <a:spcPts val="0"/>
              </a:spcAft>
              <a:buSzPts val="1800"/>
              <a:buChar char="●"/>
            </a:pPr>
            <a:r>
              <a:rPr lang="en-GB" sz="1800"/>
              <a:t>Lucas used 2 tablespoons of flour and 238 ml of water.</a:t>
            </a:r>
            <a:endParaRPr sz="1800"/>
          </a:p>
          <a:p>
            <a:pPr indent="0" lvl="0" marL="0" rtl="0" algn="l">
              <a:spcBef>
                <a:spcPts val="1000"/>
              </a:spcBef>
              <a:spcAft>
                <a:spcPts val="1000"/>
              </a:spcAft>
              <a:buNone/>
            </a:pPr>
            <a:r>
              <a:t/>
            </a:r>
            <a:endParaRPr sz="1800"/>
          </a:p>
        </p:txBody>
      </p:sp>
      <p:graphicFrame>
        <p:nvGraphicFramePr>
          <p:cNvPr id="1949" name="Google Shape;1949;p153"/>
          <p:cNvGraphicFramePr/>
          <p:nvPr/>
        </p:nvGraphicFramePr>
        <p:xfrm>
          <a:off x="436125" y="793125"/>
          <a:ext cx="3000000" cy="3000000"/>
        </p:xfrm>
        <a:graphic>
          <a:graphicData uri="http://schemas.openxmlformats.org/drawingml/2006/table">
            <a:tbl>
              <a:tblPr>
                <a:noFill/>
                <a:tableStyleId>{B9391551-2877-4EA5-9AC9-840A8582D54C}</a:tableStyleId>
              </a:tblPr>
              <a:tblGrid>
                <a:gridCol w="2596575"/>
                <a:gridCol w="1474250"/>
              </a:tblGrid>
              <a:tr h="381000">
                <a:tc>
                  <a:txBody>
                    <a:bodyPr/>
                    <a:lstStyle/>
                    <a:p>
                      <a:pPr indent="0" lvl="0" marL="0" rtl="0" algn="l">
                        <a:spcBef>
                          <a:spcPts val="0"/>
                        </a:spcBef>
                        <a:spcAft>
                          <a:spcPts val="0"/>
                        </a:spcAft>
                        <a:buNone/>
                      </a:pPr>
                      <a:r>
                        <a:rPr lang="en-GB" sz="1900">
                          <a:solidFill>
                            <a:schemeClr val="lt1"/>
                          </a:solidFill>
                          <a:latin typeface="Lexend"/>
                          <a:ea typeface="Lexend"/>
                          <a:cs typeface="Lexend"/>
                          <a:sym typeface="Lexend"/>
                        </a:rPr>
                        <a:t>Tablespoons of flour</a:t>
                      </a:r>
                      <a:endParaRPr sz="19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l">
                        <a:spcBef>
                          <a:spcPts val="0"/>
                        </a:spcBef>
                        <a:spcAft>
                          <a:spcPts val="0"/>
                        </a:spcAft>
                        <a:buNone/>
                      </a:pPr>
                      <a:r>
                        <a:rPr lang="en-GB" sz="1900">
                          <a:solidFill>
                            <a:schemeClr val="lt1"/>
                          </a:solidFill>
                          <a:latin typeface="Lexend"/>
                          <a:ea typeface="Lexend"/>
                          <a:cs typeface="Lexend"/>
                          <a:sym typeface="Lexend"/>
                        </a:rPr>
                        <a:t>Water (ml)</a:t>
                      </a:r>
                      <a:endParaRPr sz="1900">
                        <a:solidFill>
                          <a:schemeClr val="lt1"/>
                        </a:solidFill>
                        <a:latin typeface="Lexend"/>
                        <a:ea typeface="Lexend"/>
                        <a:cs typeface="Lexend"/>
                        <a:sym typeface="Lexend"/>
                      </a:endParaRPr>
                    </a:p>
                  </a:txBody>
                  <a:tcPr marT="91425" marB="91425" marR="91425" marL="91425">
                    <a:solidFill>
                      <a:schemeClr val="accent4"/>
                    </a:solidFill>
                  </a:tcPr>
                </a:tc>
              </a:tr>
              <a:tr h="381000">
                <a:tc>
                  <a:txBody>
                    <a:bodyPr/>
                    <a:lstStyle/>
                    <a:p>
                      <a:pPr indent="0" lvl="0" marL="0" rtl="0" algn="ctr">
                        <a:spcBef>
                          <a:spcPts val="0"/>
                        </a:spcBef>
                        <a:spcAft>
                          <a:spcPts val="0"/>
                        </a:spcAft>
                        <a:buNone/>
                      </a:pPr>
                      <a:r>
                        <a:rPr lang="en-GB" sz="1900">
                          <a:latin typeface="Lexend"/>
                          <a:ea typeface="Lexend"/>
                          <a:cs typeface="Lexend"/>
                          <a:sym typeface="Lexend"/>
                        </a:rPr>
                        <a:t>4</a:t>
                      </a:r>
                      <a:endParaRPr sz="19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900">
                          <a:latin typeface="Lexend"/>
                          <a:ea typeface="Lexend"/>
                          <a:cs typeface="Lexend"/>
                          <a:sym typeface="Lexend"/>
                        </a:rPr>
                        <a:t>240</a:t>
                      </a:r>
                      <a:endParaRPr sz="1900">
                        <a:latin typeface="Lexend"/>
                        <a:ea typeface="Lexend"/>
                        <a:cs typeface="Lexend"/>
                        <a:sym typeface="Lexend"/>
                      </a:endParaRPr>
                    </a:p>
                  </a:txBody>
                  <a:tcPr marT="91425" marB="91425" marR="91425" marL="91425"/>
                </a:tc>
              </a:tr>
            </a:tbl>
          </a:graphicData>
        </a:graphic>
      </p:graphicFrame>
      <p:sp>
        <p:nvSpPr>
          <p:cNvPr id="1950" name="Google Shape;1950;p153"/>
          <p:cNvSpPr txBox="1"/>
          <p:nvPr/>
        </p:nvSpPr>
        <p:spPr>
          <a:xfrm>
            <a:off x="4572000" y="1325400"/>
            <a:ext cx="4143300" cy="44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Tablespoons of flour × 60 = ml of water</a:t>
            </a:r>
            <a:endParaRPr sz="1800">
              <a:solidFill>
                <a:schemeClr val="dk1"/>
              </a:solidFill>
              <a:latin typeface="Kalam"/>
              <a:ea typeface="Kalam"/>
              <a:cs typeface="Kalam"/>
              <a:sym typeface="Kalam"/>
            </a:endParaRPr>
          </a:p>
        </p:txBody>
      </p:sp>
      <p:sp>
        <p:nvSpPr>
          <p:cNvPr id="1951" name="Google Shape;1951;p153"/>
          <p:cNvSpPr txBox="1"/>
          <p:nvPr/>
        </p:nvSpPr>
        <p:spPr>
          <a:xfrm>
            <a:off x="3180875" y="2393350"/>
            <a:ext cx="3842700" cy="44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8 × 60 = 480 ml of water</a:t>
            </a:r>
            <a:endParaRPr sz="1800">
              <a:solidFill>
                <a:schemeClr val="dk1"/>
              </a:solidFill>
              <a:latin typeface="Kalam"/>
              <a:ea typeface="Kalam"/>
              <a:cs typeface="Kalam"/>
              <a:sym typeface="Kalam"/>
            </a:endParaRPr>
          </a:p>
        </p:txBody>
      </p:sp>
      <p:sp>
        <p:nvSpPr>
          <p:cNvPr id="1952" name="Google Shape;1952;p153"/>
          <p:cNvSpPr txBox="1"/>
          <p:nvPr/>
        </p:nvSpPr>
        <p:spPr>
          <a:xfrm>
            <a:off x="3180875" y="3231550"/>
            <a:ext cx="3842700" cy="44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6 × 60 = 360 ml of water</a:t>
            </a:r>
            <a:endParaRPr sz="1800">
              <a:solidFill>
                <a:schemeClr val="dk1"/>
              </a:solidFill>
              <a:latin typeface="Kalam"/>
              <a:ea typeface="Kalam"/>
              <a:cs typeface="Kalam"/>
              <a:sym typeface="Kalam"/>
            </a:endParaRPr>
          </a:p>
        </p:txBody>
      </p:sp>
      <p:sp>
        <p:nvSpPr>
          <p:cNvPr id="1953" name="Google Shape;1953;p153"/>
          <p:cNvSpPr txBox="1"/>
          <p:nvPr/>
        </p:nvSpPr>
        <p:spPr>
          <a:xfrm>
            <a:off x="3180875" y="4145950"/>
            <a:ext cx="3842700" cy="44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2 × 60 = 120 ml of water</a:t>
            </a:r>
            <a:endParaRPr sz="1800">
              <a:solidFill>
                <a:schemeClr val="dk1"/>
              </a:solidFill>
              <a:latin typeface="Kalam"/>
              <a:ea typeface="Kalam"/>
              <a:cs typeface="Kalam"/>
              <a:sym typeface="Kalam"/>
            </a:endParaRPr>
          </a:p>
        </p:txBody>
      </p:sp>
      <p:pic>
        <p:nvPicPr>
          <p:cNvPr id="1954" name="Google Shape;1954;p153"/>
          <p:cNvPicPr preferRelativeResize="0"/>
          <p:nvPr/>
        </p:nvPicPr>
        <p:blipFill>
          <a:blip r:embed="rId3">
            <a:alphaModFix/>
          </a:blip>
          <a:stretch>
            <a:fillRect/>
          </a:stretch>
        </p:blipFill>
        <p:spPr>
          <a:xfrm>
            <a:off x="6009458" y="2421250"/>
            <a:ext cx="396000" cy="419100"/>
          </a:xfrm>
          <a:prstGeom prst="rect">
            <a:avLst/>
          </a:prstGeom>
          <a:noFill/>
          <a:ln>
            <a:noFill/>
          </a:ln>
        </p:spPr>
      </p:pic>
      <p:pic>
        <p:nvPicPr>
          <p:cNvPr id="1955" name="Google Shape;1955;p153"/>
          <p:cNvPicPr preferRelativeResize="0"/>
          <p:nvPr/>
        </p:nvPicPr>
        <p:blipFill>
          <a:blip r:embed="rId4">
            <a:alphaModFix/>
          </a:blip>
          <a:stretch>
            <a:fillRect/>
          </a:stretch>
        </p:blipFill>
        <p:spPr>
          <a:xfrm>
            <a:off x="6009438" y="3397567"/>
            <a:ext cx="396000" cy="419760"/>
          </a:xfrm>
          <a:prstGeom prst="rect">
            <a:avLst/>
          </a:prstGeom>
          <a:noFill/>
          <a:ln>
            <a:noFill/>
          </a:ln>
        </p:spPr>
      </p:pic>
      <p:pic>
        <p:nvPicPr>
          <p:cNvPr id="1956" name="Google Shape;1956;p153"/>
          <p:cNvPicPr preferRelativeResize="0"/>
          <p:nvPr/>
        </p:nvPicPr>
        <p:blipFill>
          <a:blip r:embed="rId4">
            <a:alphaModFix/>
          </a:blip>
          <a:stretch>
            <a:fillRect/>
          </a:stretch>
        </p:blipFill>
        <p:spPr>
          <a:xfrm>
            <a:off x="6009438" y="4262517"/>
            <a:ext cx="396000" cy="419760"/>
          </a:xfrm>
          <a:prstGeom prst="rect">
            <a:avLst/>
          </a:prstGeom>
          <a:noFill/>
          <a:ln>
            <a:noFill/>
          </a:ln>
        </p:spPr>
      </p:pic>
      <p:sp>
        <p:nvSpPr>
          <p:cNvPr id="1957" name="Google Shape;1957;p153"/>
          <p:cNvSpPr txBox="1"/>
          <p:nvPr/>
        </p:nvSpPr>
        <p:spPr>
          <a:xfrm>
            <a:off x="6678525" y="2607200"/>
            <a:ext cx="2126100" cy="44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Alex has added 2 tablespoons and then added 2 ml. </a:t>
            </a:r>
            <a:endParaRPr sz="1800">
              <a:solidFill>
                <a:schemeClr val="dk1"/>
              </a:solidFill>
              <a:latin typeface="Kalam"/>
              <a:ea typeface="Kalam"/>
              <a:cs typeface="Kalam"/>
              <a:sym typeface="Kalam"/>
            </a:endParaRPr>
          </a:p>
        </p:txBody>
      </p:sp>
      <p:sp>
        <p:nvSpPr>
          <p:cNvPr id="1958" name="Google Shape;1958;p153"/>
          <p:cNvSpPr txBox="1"/>
          <p:nvPr/>
        </p:nvSpPr>
        <p:spPr>
          <a:xfrm>
            <a:off x="6651900" y="3497675"/>
            <a:ext cx="2415900" cy="44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Lucas has subtracted 2 tablespoons and then subtracted 2 ml</a:t>
            </a:r>
            <a:endParaRPr sz="1800">
              <a:solidFill>
                <a:schemeClr val="dk1"/>
              </a:solidFill>
              <a:latin typeface="Kalam"/>
              <a:ea typeface="Kalam"/>
              <a:cs typeface="Kalam"/>
              <a:sym typeface="Kalam"/>
            </a:endParaRPr>
          </a:p>
        </p:txBody>
      </p:sp>
      <p:sp>
        <p:nvSpPr>
          <p:cNvPr id="1959" name="Google Shape;1959;p153"/>
          <p:cNvSpPr txBox="1"/>
          <p:nvPr/>
        </p:nvSpPr>
        <p:spPr>
          <a:xfrm>
            <a:off x="381750" y="4449600"/>
            <a:ext cx="8380500" cy="44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Ratios use a multiplicative relationship, not additive.</a:t>
            </a:r>
            <a:endParaRPr sz="1800">
              <a:solidFill>
                <a:schemeClr val="dk1"/>
              </a:solidFill>
              <a:latin typeface="Kalam"/>
              <a:ea typeface="Kalam"/>
              <a:cs typeface="Kalam"/>
              <a:sym typeface="Kalam"/>
            </a:endParaRPr>
          </a:p>
        </p:txBody>
      </p:sp>
      <p:sp>
        <p:nvSpPr>
          <p:cNvPr id="1960" name="Google Shape;1960;p15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Multiplicative relationships as ratios</a:t>
            </a:r>
            <a:endParaRPr/>
          </a:p>
          <a:p>
            <a:pPr indent="0" lvl="0" marL="0" rtl="0" algn="l">
              <a:spcBef>
                <a:spcPts val="1000"/>
              </a:spcBef>
              <a:spcAft>
                <a:spcPts val="1000"/>
              </a:spcAft>
              <a:buNone/>
            </a:pPr>
            <a:r>
              <a:t/>
            </a:r>
            <a:endParaRPr/>
          </a:p>
        </p:txBody>
      </p:sp>
      <p:sp>
        <p:nvSpPr>
          <p:cNvPr id="1961" name="Google Shape;1961;p153"/>
          <p:cNvSpPr txBox="1"/>
          <p:nvPr/>
        </p:nvSpPr>
        <p:spPr>
          <a:xfrm>
            <a:off x="4676700" y="856500"/>
            <a:ext cx="2250300" cy="44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240 ÷ 4 = 60</a:t>
            </a:r>
            <a:endParaRPr sz="18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5" name="Shape 1965"/>
        <p:cNvGrpSpPr/>
        <p:nvPr/>
      </p:nvGrpSpPr>
      <p:grpSpPr>
        <a:xfrm>
          <a:off x="0" y="0"/>
          <a:ext cx="0" cy="0"/>
          <a:chOff x="0" y="0"/>
          <a:chExt cx="0" cy="0"/>
        </a:xfrm>
      </p:grpSpPr>
      <p:sp>
        <p:nvSpPr>
          <p:cNvPr id="1966" name="Google Shape;1966;p154"/>
          <p:cNvSpPr txBox="1"/>
          <p:nvPr/>
        </p:nvSpPr>
        <p:spPr>
          <a:xfrm>
            <a:off x="382318" y="645700"/>
            <a:ext cx="7417800" cy="4617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Whose mixture will be too watery? Explain why</a:t>
            </a:r>
            <a:endParaRPr/>
          </a:p>
        </p:txBody>
      </p:sp>
      <p:graphicFrame>
        <p:nvGraphicFramePr>
          <p:cNvPr id="1967" name="Google Shape;1967;p154"/>
          <p:cNvGraphicFramePr/>
          <p:nvPr/>
        </p:nvGraphicFramePr>
        <p:xfrm>
          <a:off x="434975" y="1402725"/>
          <a:ext cx="3000000" cy="3000000"/>
        </p:xfrm>
        <a:graphic>
          <a:graphicData uri="http://schemas.openxmlformats.org/drawingml/2006/table">
            <a:tbl>
              <a:tblPr>
                <a:noFill/>
                <a:tableStyleId>{B9391551-2877-4EA5-9AC9-840A8582D54C}</a:tableStyleId>
              </a:tblPr>
              <a:tblGrid>
                <a:gridCol w="1616100"/>
                <a:gridCol w="874875"/>
              </a:tblGrid>
              <a:tr h="896675">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Tablespoons of flour</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Water (ml)</a:t>
                      </a:r>
                      <a:endParaRPr sz="1800">
                        <a:solidFill>
                          <a:schemeClr val="lt1"/>
                        </a:solidFill>
                        <a:latin typeface="Lexend"/>
                        <a:ea typeface="Lexend"/>
                        <a:cs typeface="Lexend"/>
                        <a:sym typeface="Lexend"/>
                      </a:endParaRPr>
                    </a:p>
                  </a:txBody>
                  <a:tcPr marT="91425" marB="91425" marR="91425" marL="91425">
                    <a:solidFill>
                      <a:schemeClr val="accent4"/>
                    </a:solidFill>
                  </a:tcPr>
                </a:tc>
              </a:tr>
              <a:tr h="560425">
                <a:tc>
                  <a:txBody>
                    <a:bodyPr/>
                    <a:lstStyle/>
                    <a:p>
                      <a:pPr indent="0" lvl="0" marL="0" rtl="0" algn="ctr">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480</a:t>
                      </a:r>
                      <a:endParaRPr sz="1800">
                        <a:latin typeface="Lexend"/>
                        <a:ea typeface="Lexend"/>
                        <a:cs typeface="Lexend"/>
                        <a:sym typeface="Lexend"/>
                      </a:endParaRPr>
                    </a:p>
                  </a:txBody>
                  <a:tcPr marT="91425" marB="91425" marR="91425" marL="91425"/>
                </a:tc>
              </a:tr>
            </a:tbl>
          </a:graphicData>
        </a:graphic>
      </p:graphicFrame>
      <p:graphicFrame>
        <p:nvGraphicFramePr>
          <p:cNvPr id="1968" name="Google Shape;1968;p154"/>
          <p:cNvGraphicFramePr/>
          <p:nvPr/>
        </p:nvGraphicFramePr>
        <p:xfrm>
          <a:off x="3178175" y="1402725"/>
          <a:ext cx="3000000" cy="3000000"/>
        </p:xfrm>
        <a:graphic>
          <a:graphicData uri="http://schemas.openxmlformats.org/drawingml/2006/table">
            <a:tbl>
              <a:tblPr>
                <a:noFill/>
                <a:tableStyleId>{B9391551-2877-4EA5-9AC9-840A8582D54C}</a:tableStyleId>
              </a:tblPr>
              <a:tblGrid>
                <a:gridCol w="1616100"/>
                <a:gridCol w="874875"/>
              </a:tblGrid>
              <a:tr h="896675">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Tablespoons of flour</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Water (ml)</a:t>
                      </a:r>
                      <a:endParaRPr sz="1800">
                        <a:solidFill>
                          <a:schemeClr val="lt1"/>
                        </a:solidFill>
                        <a:latin typeface="Lexend"/>
                        <a:ea typeface="Lexend"/>
                        <a:cs typeface="Lexend"/>
                        <a:sym typeface="Lexend"/>
                      </a:endParaRPr>
                    </a:p>
                  </a:txBody>
                  <a:tcPr marT="91425" marB="91425" marR="91425" marL="91425">
                    <a:solidFill>
                      <a:schemeClr val="accent4"/>
                    </a:solidFill>
                  </a:tcPr>
                </a:tc>
              </a:tr>
              <a:tr h="560425">
                <a:tc>
                  <a:txBody>
                    <a:bodyPr/>
                    <a:lstStyle/>
                    <a:p>
                      <a:pPr indent="0" lvl="0" marL="0" rtl="0" algn="ctr">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242</a:t>
                      </a:r>
                      <a:endParaRPr sz="1800">
                        <a:latin typeface="Lexend"/>
                        <a:ea typeface="Lexend"/>
                        <a:cs typeface="Lexend"/>
                        <a:sym typeface="Lexend"/>
                      </a:endParaRPr>
                    </a:p>
                  </a:txBody>
                  <a:tcPr marT="91425" marB="91425" marR="91425" marL="91425"/>
                </a:tc>
              </a:tr>
            </a:tbl>
          </a:graphicData>
        </a:graphic>
      </p:graphicFrame>
      <p:graphicFrame>
        <p:nvGraphicFramePr>
          <p:cNvPr id="1969" name="Google Shape;1969;p154"/>
          <p:cNvGraphicFramePr/>
          <p:nvPr/>
        </p:nvGraphicFramePr>
        <p:xfrm>
          <a:off x="5997575" y="1402725"/>
          <a:ext cx="3000000" cy="3000000"/>
        </p:xfrm>
        <a:graphic>
          <a:graphicData uri="http://schemas.openxmlformats.org/drawingml/2006/table">
            <a:tbl>
              <a:tblPr>
                <a:noFill/>
                <a:tableStyleId>{B9391551-2877-4EA5-9AC9-840A8582D54C}</a:tableStyleId>
              </a:tblPr>
              <a:tblGrid>
                <a:gridCol w="1616100"/>
                <a:gridCol w="874875"/>
              </a:tblGrid>
              <a:tr h="896675">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Tablespoons of flour</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Water (ml)</a:t>
                      </a:r>
                      <a:endParaRPr sz="1800">
                        <a:solidFill>
                          <a:schemeClr val="lt1"/>
                        </a:solidFill>
                        <a:latin typeface="Lexend"/>
                        <a:ea typeface="Lexend"/>
                        <a:cs typeface="Lexend"/>
                        <a:sym typeface="Lexend"/>
                      </a:endParaRPr>
                    </a:p>
                  </a:txBody>
                  <a:tcPr marT="91425" marB="91425" marR="91425" marL="91425">
                    <a:solidFill>
                      <a:schemeClr val="accent4"/>
                    </a:solidFill>
                  </a:tcPr>
                </a:tc>
              </a:tr>
              <a:tr h="560425">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238</a:t>
                      </a:r>
                      <a:endParaRPr sz="1800">
                        <a:latin typeface="Lexend"/>
                        <a:ea typeface="Lexend"/>
                        <a:cs typeface="Lexend"/>
                        <a:sym typeface="Lexend"/>
                      </a:endParaRPr>
                    </a:p>
                  </a:txBody>
                  <a:tcPr marT="91425" marB="91425" marR="91425" marL="91425"/>
                </a:tc>
              </a:tr>
            </a:tbl>
          </a:graphicData>
        </a:graphic>
      </p:graphicFrame>
      <p:sp>
        <p:nvSpPr>
          <p:cNvPr id="1970" name="Google Shape;1970;p154"/>
          <p:cNvSpPr txBox="1"/>
          <p:nvPr/>
        </p:nvSpPr>
        <p:spPr>
          <a:xfrm>
            <a:off x="413400" y="1026700"/>
            <a:ext cx="932700" cy="4617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Laura</a:t>
            </a:r>
            <a:endParaRPr/>
          </a:p>
        </p:txBody>
      </p:sp>
      <p:sp>
        <p:nvSpPr>
          <p:cNvPr id="1971" name="Google Shape;1971;p154"/>
          <p:cNvSpPr txBox="1"/>
          <p:nvPr/>
        </p:nvSpPr>
        <p:spPr>
          <a:xfrm>
            <a:off x="3156600" y="1026700"/>
            <a:ext cx="932700" cy="4617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Alex</a:t>
            </a:r>
            <a:endParaRPr/>
          </a:p>
        </p:txBody>
      </p:sp>
      <p:sp>
        <p:nvSpPr>
          <p:cNvPr id="1972" name="Google Shape;1972;p154"/>
          <p:cNvSpPr txBox="1"/>
          <p:nvPr/>
        </p:nvSpPr>
        <p:spPr>
          <a:xfrm>
            <a:off x="5976000" y="1026700"/>
            <a:ext cx="932700" cy="4617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Lucas</a:t>
            </a:r>
            <a:endParaRPr/>
          </a:p>
        </p:txBody>
      </p:sp>
      <p:sp>
        <p:nvSpPr>
          <p:cNvPr id="1973" name="Google Shape;1973;p154"/>
          <p:cNvSpPr txBox="1"/>
          <p:nvPr/>
        </p:nvSpPr>
        <p:spPr>
          <a:xfrm>
            <a:off x="358850" y="2859825"/>
            <a:ext cx="2490900" cy="44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480 ÷  8 = 60</a:t>
            </a:r>
            <a:endParaRPr sz="1800">
              <a:solidFill>
                <a:schemeClr val="dk1"/>
              </a:solidFill>
              <a:latin typeface="Kalam"/>
              <a:ea typeface="Kalam"/>
              <a:cs typeface="Kalam"/>
              <a:sym typeface="Kalam"/>
            </a:endParaRPr>
          </a:p>
        </p:txBody>
      </p:sp>
      <p:sp>
        <p:nvSpPr>
          <p:cNvPr id="1974" name="Google Shape;1974;p154"/>
          <p:cNvSpPr txBox="1"/>
          <p:nvPr/>
        </p:nvSpPr>
        <p:spPr>
          <a:xfrm>
            <a:off x="419973" y="3297241"/>
            <a:ext cx="2490900" cy="4470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For every tablespoon of flour, there are 60 ml of water.</a:t>
            </a:r>
            <a:endParaRPr sz="1800">
              <a:solidFill>
                <a:schemeClr val="dk1"/>
              </a:solidFill>
              <a:latin typeface="Kalam"/>
              <a:ea typeface="Kalam"/>
              <a:cs typeface="Kalam"/>
              <a:sym typeface="Kalam"/>
            </a:endParaRPr>
          </a:p>
        </p:txBody>
      </p:sp>
      <p:sp>
        <p:nvSpPr>
          <p:cNvPr id="1975" name="Google Shape;1975;p154"/>
          <p:cNvSpPr txBox="1"/>
          <p:nvPr/>
        </p:nvSpPr>
        <p:spPr>
          <a:xfrm>
            <a:off x="3156600" y="2883250"/>
            <a:ext cx="2136300" cy="44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242 ÷  6 = 40</a:t>
            </a:r>
            <a:endParaRPr sz="1800">
              <a:solidFill>
                <a:schemeClr val="dk1"/>
              </a:solidFill>
              <a:latin typeface="Kalam"/>
              <a:ea typeface="Kalam"/>
              <a:cs typeface="Kalam"/>
              <a:sym typeface="Kalam"/>
            </a:endParaRPr>
          </a:p>
        </p:txBody>
      </p:sp>
      <p:sp>
        <p:nvSpPr>
          <p:cNvPr id="1976" name="Google Shape;1976;p154"/>
          <p:cNvSpPr txBox="1"/>
          <p:nvPr/>
        </p:nvSpPr>
        <p:spPr>
          <a:xfrm>
            <a:off x="3089751" y="3294475"/>
            <a:ext cx="2648700" cy="4470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For every tablespoon of flour, there are 40  ml of water.</a:t>
            </a:r>
            <a:endParaRPr sz="1800">
              <a:solidFill>
                <a:schemeClr val="dk1"/>
              </a:solidFill>
              <a:latin typeface="Kalam"/>
              <a:ea typeface="Kalam"/>
              <a:cs typeface="Kalam"/>
              <a:sym typeface="Kalam"/>
            </a:endParaRPr>
          </a:p>
        </p:txBody>
      </p:sp>
      <p:sp>
        <p:nvSpPr>
          <p:cNvPr id="1977" name="Google Shape;1977;p154"/>
          <p:cNvSpPr txBox="1"/>
          <p:nvPr/>
        </p:nvSpPr>
        <p:spPr>
          <a:xfrm>
            <a:off x="5997575" y="2859825"/>
            <a:ext cx="2898300" cy="44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238 ÷ 2 = 119</a:t>
            </a:r>
            <a:endParaRPr sz="1800">
              <a:solidFill>
                <a:schemeClr val="dk1"/>
              </a:solidFill>
              <a:latin typeface="Kalam"/>
              <a:ea typeface="Kalam"/>
              <a:cs typeface="Kalam"/>
              <a:sym typeface="Kalam"/>
            </a:endParaRPr>
          </a:p>
        </p:txBody>
      </p:sp>
      <p:sp>
        <p:nvSpPr>
          <p:cNvPr id="1978" name="Google Shape;1978;p154"/>
          <p:cNvSpPr txBox="1"/>
          <p:nvPr/>
        </p:nvSpPr>
        <p:spPr>
          <a:xfrm>
            <a:off x="5974350" y="3285959"/>
            <a:ext cx="2969700" cy="4470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For every tablespoon of flour, there are 119 ml of water.</a:t>
            </a:r>
            <a:endParaRPr sz="1800">
              <a:solidFill>
                <a:schemeClr val="dk1"/>
              </a:solidFill>
              <a:latin typeface="Kalam"/>
              <a:ea typeface="Kalam"/>
              <a:cs typeface="Kalam"/>
              <a:sym typeface="Kalam"/>
            </a:endParaRPr>
          </a:p>
        </p:txBody>
      </p:sp>
      <p:pic>
        <p:nvPicPr>
          <p:cNvPr descr="&lt;math xmlns=&quot;http://www.w3.org/1998/Math/MathML&quot; display=&quot;block&quot; data-is-equatio=&quot;1&quot; data-latex=&quot;\frac{1}{3}&quot;&gt;&lt;mfrac&gt;&lt;mn&gt;1&lt;/mn&gt;&lt;mn&gt;3&lt;/mn&gt;&lt;/mfrac&gt;&lt;/math&gt;" id="1979" name="Google Shape;1979;p154" title="one third"/>
          <p:cNvPicPr preferRelativeResize="0"/>
          <p:nvPr/>
        </p:nvPicPr>
        <p:blipFill>
          <a:blip r:embed="rId3">
            <a:alphaModFix/>
          </a:blip>
          <a:stretch>
            <a:fillRect/>
          </a:stretch>
        </p:blipFill>
        <p:spPr>
          <a:xfrm>
            <a:off x="4797479" y="2886107"/>
            <a:ext cx="135066" cy="447000"/>
          </a:xfrm>
          <a:prstGeom prst="rect">
            <a:avLst/>
          </a:prstGeom>
          <a:noFill/>
          <a:ln>
            <a:noFill/>
          </a:ln>
        </p:spPr>
      </p:pic>
      <p:pic>
        <p:nvPicPr>
          <p:cNvPr descr="&lt;math xmlns=&quot;http://www.w3.org/1998/Math/MathML&quot; display=&quot;block&quot; data-is-equatio=&quot;1&quot; data-latex=&quot;\frac{1}{3}&quot;&gt;&lt;mfrac&gt;&lt;mn&gt;1&lt;/mn&gt;&lt;mn&gt;3&lt;/mn&gt;&lt;/mfrac&gt;&lt;/math&gt;" id="1980" name="Google Shape;1980;p154" title="one third"/>
          <p:cNvPicPr preferRelativeResize="0"/>
          <p:nvPr/>
        </p:nvPicPr>
        <p:blipFill>
          <a:blip r:embed="rId3">
            <a:alphaModFix/>
          </a:blip>
          <a:stretch>
            <a:fillRect/>
          </a:stretch>
        </p:blipFill>
        <p:spPr>
          <a:xfrm>
            <a:off x="4860699" y="3601613"/>
            <a:ext cx="135066" cy="447000"/>
          </a:xfrm>
          <a:prstGeom prst="rect">
            <a:avLst/>
          </a:prstGeom>
          <a:noFill/>
          <a:ln>
            <a:noFill/>
          </a:ln>
        </p:spPr>
      </p:pic>
      <p:sp>
        <p:nvSpPr>
          <p:cNvPr id="1981" name="Google Shape;1981;p154"/>
          <p:cNvSpPr txBox="1"/>
          <p:nvPr/>
        </p:nvSpPr>
        <p:spPr>
          <a:xfrm>
            <a:off x="434975" y="4320000"/>
            <a:ext cx="7739100" cy="4617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Lucas’ ratio will be too watery.</a:t>
            </a:r>
            <a:endParaRPr/>
          </a:p>
        </p:txBody>
      </p:sp>
      <p:sp>
        <p:nvSpPr>
          <p:cNvPr id="1982" name="Google Shape;1982;p15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Multiplicative relationships as ratios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6" name="Shape 1986"/>
        <p:cNvGrpSpPr/>
        <p:nvPr/>
      </p:nvGrpSpPr>
      <p:grpSpPr>
        <a:xfrm>
          <a:off x="0" y="0"/>
          <a:ext cx="0" cy="0"/>
          <a:chOff x="0" y="0"/>
          <a:chExt cx="0" cy="0"/>
        </a:xfrm>
      </p:grpSpPr>
      <p:sp>
        <p:nvSpPr>
          <p:cNvPr id="1987" name="Google Shape;1987;p155"/>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as ratios</a:t>
            </a:r>
            <a:endParaRPr/>
          </a:p>
        </p:txBody>
      </p:sp>
      <p:sp>
        <p:nvSpPr>
          <p:cNvPr id="1988" name="Google Shape;1988;p155"/>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as fractions</a:t>
            </a:r>
            <a:endParaRPr/>
          </a:p>
        </p:txBody>
      </p:sp>
      <p:sp>
        <p:nvSpPr>
          <p:cNvPr id="1989" name="Google Shape;1989;p155"/>
          <p:cNvSpPr txBox="1"/>
          <p:nvPr>
            <p:ph idx="3" type="title"/>
          </p:nvPr>
        </p:nvSpPr>
        <p:spPr>
          <a:xfrm>
            <a:off x="324000" y="657600"/>
            <a:ext cx="82956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Expressing multiplicative relationships as ratios and fractions</a:t>
            </a:r>
            <a:endParaRPr/>
          </a:p>
          <a:p>
            <a:pPr indent="0" lvl="0" marL="0" rtl="0" algn="l">
              <a:spcBef>
                <a:spcPts val="0"/>
              </a:spcBef>
              <a:spcAft>
                <a:spcPts val="0"/>
              </a:spcAft>
              <a:buNone/>
            </a:pPr>
            <a:r>
              <a:t/>
            </a:r>
            <a:endParaRPr/>
          </a:p>
        </p:txBody>
      </p:sp>
      <p:pic>
        <p:nvPicPr>
          <p:cNvPr id="1990" name="Google Shape;1990;p155"/>
          <p:cNvPicPr preferRelativeResize="0"/>
          <p:nvPr/>
        </p:nvPicPr>
        <p:blipFill>
          <a:blip r:embed="rId3">
            <a:alphaModFix/>
          </a:blip>
          <a:stretch>
            <a:fillRect/>
          </a:stretch>
        </p:blipFill>
        <p:spPr>
          <a:xfrm>
            <a:off x="414537" y="2991388"/>
            <a:ext cx="450575" cy="4467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4" name="Shape 1994"/>
        <p:cNvGrpSpPr/>
        <p:nvPr/>
      </p:nvGrpSpPr>
      <p:grpSpPr>
        <a:xfrm>
          <a:off x="0" y="0"/>
          <a:ext cx="0" cy="0"/>
          <a:chOff x="0" y="0"/>
          <a:chExt cx="0" cy="0"/>
        </a:xfrm>
      </p:grpSpPr>
      <p:sp>
        <p:nvSpPr>
          <p:cNvPr id="1995" name="Google Shape;1995;p15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as fractions</a:t>
            </a:r>
            <a:endParaRPr/>
          </a:p>
        </p:txBody>
      </p:sp>
      <p:sp>
        <p:nvSpPr>
          <p:cNvPr id="1996" name="Google Shape;1996;p156"/>
          <p:cNvSpPr txBox="1"/>
          <p:nvPr/>
        </p:nvSpPr>
        <p:spPr>
          <a:xfrm>
            <a:off x="324000" y="2146800"/>
            <a:ext cx="8113800" cy="120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200">
                <a:latin typeface="Lexend"/>
                <a:ea typeface="Lexend"/>
                <a:cs typeface="Lexend"/>
                <a:sym typeface="Lexend"/>
              </a:rPr>
              <a:t>Recognising how a ratio can be written e.g. bar model, ratio table, sentence, etc. can also help interchange between these different forms of proportion.</a:t>
            </a:r>
            <a:endParaRPr sz="2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2200">
              <a:solidFill>
                <a:srgbClr val="000000"/>
              </a:solidFill>
              <a:latin typeface="Lexend"/>
              <a:ea typeface="Lexend"/>
              <a:cs typeface="Lexend"/>
              <a:sym typeface="Lexend"/>
            </a:endParaRPr>
          </a:p>
        </p:txBody>
      </p:sp>
      <p:sp>
        <p:nvSpPr>
          <p:cNvPr id="1997" name="Google Shape;1997;p156"/>
          <p:cNvSpPr txBox="1"/>
          <p:nvPr/>
        </p:nvSpPr>
        <p:spPr>
          <a:xfrm>
            <a:off x="324000" y="742325"/>
            <a:ext cx="8150700" cy="1200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GB" sz="2200">
                <a:latin typeface="Lexend"/>
                <a:ea typeface="Lexend"/>
                <a:cs typeface="Lexend"/>
                <a:sym typeface="Lexend"/>
              </a:rPr>
              <a:t>Fractions, decimals, percentages and ratio are common forms to show proportion because proportion is a part to whole (sometimes part to part) comparison.</a:t>
            </a:r>
            <a:endParaRPr sz="2200">
              <a:latin typeface="Lexend"/>
              <a:ea typeface="Lexend"/>
              <a:cs typeface="Lexend"/>
              <a:sym typeface="Lexen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1" name="Shape 2001"/>
        <p:cNvGrpSpPr/>
        <p:nvPr/>
      </p:nvGrpSpPr>
      <p:grpSpPr>
        <a:xfrm>
          <a:off x="0" y="0"/>
          <a:ext cx="0" cy="0"/>
          <a:chOff x="0" y="0"/>
          <a:chExt cx="0" cy="0"/>
        </a:xfrm>
      </p:grpSpPr>
      <p:sp>
        <p:nvSpPr>
          <p:cNvPr id="2002" name="Google Shape;2002;p15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as fractions</a:t>
            </a:r>
            <a:endParaRPr/>
          </a:p>
        </p:txBody>
      </p:sp>
      <p:sp>
        <p:nvSpPr>
          <p:cNvPr id="2003" name="Google Shape;2003;p157"/>
          <p:cNvSpPr txBox="1"/>
          <p:nvPr/>
        </p:nvSpPr>
        <p:spPr>
          <a:xfrm>
            <a:off x="365475" y="810000"/>
            <a:ext cx="8113800" cy="490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200">
                <a:latin typeface="Lexend"/>
                <a:ea typeface="Lexend"/>
                <a:cs typeface="Lexend"/>
                <a:sym typeface="Lexend"/>
              </a:rPr>
              <a:t>Can you fill in the following using this bar model?</a:t>
            </a:r>
            <a:endParaRPr sz="2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2200">
              <a:solidFill>
                <a:srgbClr val="000000"/>
              </a:solidFill>
              <a:latin typeface="Lexend"/>
              <a:ea typeface="Lexend"/>
              <a:cs typeface="Lexend"/>
              <a:sym typeface="Lexend"/>
            </a:endParaRPr>
          </a:p>
        </p:txBody>
      </p:sp>
      <p:graphicFrame>
        <p:nvGraphicFramePr>
          <p:cNvPr id="2004" name="Google Shape;2004;p157"/>
          <p:cNvGraphicFramePr/>
          <p:nvPr/>
        </p:nvGraphicFramePr>
        <p:xfrm>
          <a:off x="2290650" y="1364175"/>
          <a:ext cx="3000000" cy="3000000"/>
        </p:xfrm>
        <a:graphic>
          <a:graphicData uri="http://schemas.openxmlformats.org/drawingml/2006/table">
            <a:tbl>
              <a:tblPr>
                <a:noFill/>
                <a:tableStyleId>{B9391551-2877-4EA5-9AC9-840A8582D54C}</a:tableStyleId>
              </a:tblPr>
              <a:tblGrid>
                <a:gridCol w="733175"/>
                <a:gridCol w="733175"/>
                <a:gridCol w="733175"/>
                <a:gridCol w="733175"/>
                <a:gridCol w="733175"/>
              </a:tblGrid>
              <a:tr h="340025">
                <a:tc>
                  <a:txBody>
                    <a:bodyPr/>
                    <a:lstStyle/>
                    <a:p>
                      <a:pPr indent="0" lvl="0" marL="0" rtl="0" algn="ctr">
                        <a:spcBef>
                          <a:spcPts val="0"/>
                        </a:spcBef>
                        <a:spcAft>
                          <a:spcPts val="0"/>
                        </a:spcAft>
                        <a:buNone/>
                      </a:pPr>
                      <a:r>
                        <a:rPr lang="en-GB" sz="3500">
                          <a:latin typeface="Lexend"/>
                          <a:ea typeface="Lexend"/>
                          <a:cs typeface="Lexend"/>
                          <a:sym typeface="Lexend"/>
                        </a:rPr>
                        <a:t>C</a:t>
                      </a:r>
                      <a:endParaRPr sz="35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3500">
                          <a:solidFill>
                            <a:schemeClr val="dk1"/>
                          </a:solidFill>
                          <a:latin typeface="Lexend"/>
                          <a:ea typeface="Lexend"/>
                          <a:cs typeface="Lexend"/>
                          <a:sym typeface="Lexend"/>
                        </a:rPr>
                        <a:t>C</a:t>
                      </a:r>
                      <a:endParaRPr sz="35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3500">
                          <a:solidFill>
                            <a:schemeClr val="dk1"/>
                          </a:solidFill>
                          <a:latin typeface="Lexend"/>
                          <a:ea typeface="Lexend"/>
                          <a:cs typeface="Lexend"/>
                          <a:sym typeface="Lexend"/>
                        </a:rPr>
                        <a:t>D</a:t>
                      </a:r>
                      <a:endParaRPr sz="3500">
                        <a:solidFill>
                          <a:schemeClr val="dk1"/>
                        </a:solidFill>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Clr>
                          <a:schemeClr val="dk1"/>
                        </a:buClr>
                        <a:buSzPts val="1100"/>
                        <a:buFont typeface="Arial"/>
                        <a:buNone/>
                      </a:pPr>
                      <a:r>
                        <a:rPr lang="en-GB" sz="3500">
                          <a:solidFill>
                            <a:schemeClr val="dk1"/>
                          </a:solidFill>
                          <a:latin typeface="Lexend"/>
                          <a:ea typeface="Lexend"/>
                          <a:cs typeface="Lexend"/>
                          <a:sym typeface="Lexend"/>
                        </a:rPr>
                        <a:t>D</a:t>
                      </a:r>
                      <a:endParaRPr sz="35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Clr>
                          <a:schemeClr val="dk1"/>
                        </a:buClr>
                        <a:buSzPts val="1100"/>
                        <a:buFont typeface="Arial"/>
                        <a:buNone/>
                      </a:pPr>
                      <a:r>
                        <a:rPr lang="en-GB" sz="3500">
                          <a:solidFill>
                            <a:schemeClr val="dk1"/>
                          </a:solidFill>
                          <a:latin typeface="Lexend"/>
                          <a:ea typeface="Lexend"/>
                          <a:cs typeface="Lexend"/>
                          <a:sym typeface="Lexend"/>
                        </a:rPr>
                        <a:t>D</a:t>
                      </a:r>
                      <a:endParaRPr sz="35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r>
            </a:tbl>
          </a:graphicData>
        </a:graphic>
      </p:graphicFrame>
      <p:graphicFrame>
        <p:nvGraphicFramePr>
          <p:cNvPr id="2005" name="Google Shape;2005;p157"/>
          <p:cNvGraphicFramePr/>
          <p:nvPr/>
        </p:nvGraphicFramePr>
        <p:xfrm>
          <a:off x="365475" y="2587250"/>
          <a:ext cx="3000000" cy="3000000"/>
        </p:xfrm>
        <a:graphic>
          <a:graphicData uri="http://schemas.openxmlformats.org/drawingml/2006/table">
            <a:tbl>
              <a:tblPr>
                <a:noFill/>
                <a:tableStyleId>{B9391551-2877-4EA5-9AC9-840A8582D54C}</a:tableStyleId>
              </a:tblPr>
              <a:tblGrid>
                <a:gridCol w="1387725"/>
                <a:gridCol w="1372900"/>
              </a:tblGrid>
              <a:tr h="3844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Cat(s)</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Dog(s)</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r>
              <a:tr h="471325">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2006" name="Google Shape;2006;p157"/>
          <p:cNvSpPr txBox="1"/>
          <p:nvPr/>
        </p:nvSpPr>
        <p:spPr>
          <a:xfrm>
            <a:off x="356725" y="2166775"/>
            <a:ext cx="2439000" cy="34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Ratio table</a:t>
            </a:r>
            <a:endParaRPr sz="2200">
              <a:solidFill>
                <a:schemeClr val="dk1"/>
              </a:solidFill>
              <a:latin typeface="Lexend"/>
              <a:ea typeface="Lexend"/>
              <a:cs typeface="Lexend"/>
              <a:sym typeface="Lexend"/>
            </a:endParaRPr>
          </a:p>
        </p:txBody>
      </p:sp>
      <p:sp>
        <p:nvSpPr>
          <p:cNvPr id="2007" name="Google Shape;2007;p157"/>
          <p:cNvSpPr txBox="1"/>
          <p:nvPr/>
        </p:nvSpPr>
        <p:spPr>
          <a:xfrm>
            <a:off x="4929950" y="2189117"/>
            <a:ext cx="3262800" cy="34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What fraction are cats?</a:t>
            </a:r>
            <a:endParaRPr sz="2200">
              <a:solidFill>
                <a:schemeClr val="dk1"/>
              </a:solidFill>
              <a:latin typeface="Lexend"/>
              <a:ea typeface="Lexend"/>
              <a:cs typeface="Lexend"/>
              <a:sym typeface="Lexend"/>
            </a:endParaRPr>
          </a:p>
        </p:txBody>
      </p:sp>
      <p:cxnSp>
        <p:nvCxnSpPr>
          <p:cNvPr id="2008" name="Google Shape;2008;p157"/>
          <p:cNvCxnSpPr/>
          <p:nvPr/>
        </p:nvCxnSpPr>
        <p:spPr>
          <a:xfrm>
            <a:off x="5923325" y="3210550"/>
            <a:ext cx="630600" cy="8400"/>
          </a:xfrm>
          <a:prstGeom prst="straightConnector1">
            <a:avLst/>
          </a:prstGeom>
          <a:noFill/>
          <a:ln cap="flat" cmpd="sng" w="38100">
            <a:solidFill>
              <a:schemeClr val="accent5"/>
            </a:solidFill>
            <a:prstDash val="solid"/>
            <a:round/>
            <a:headEnd len="med" w="med" type="none"/>
            <a:tailEnd len="med" w="med" type="none"/>
          </a:ln>
        </p:spPr>
      </p:cxnSp>
      <p:sp>
        <p:nvSpPr>
          <p:cNvPr id="2009" name="Google Shape;2009;p157"/>
          <p:cNvSpPr txBox="1"/>
          <p:nvPr/>
        </p:nvSpPr>
        <p:spPr>
          <a:xfrm>
            <a:off x="5956500" y="2671300"/>
            <a:ext cx="564000" cy="472500"/>
          </a:xfrm>
          <a:prstGeom prst="rect">
            <a:avLst/>
          </a:prstGeom>
          <a:noFill/>
          <a:ln cap="flat" cmpd="sng" w="9525">
            <a:solidFill>
              <a:srgbClr val="000000"/>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sz="2200">
              <a:solidFill>
                <a:schemeClr val="dk1"/>
              </a:solidFill>
              <a:latin typeface="Lexend"/>
              <a:ea typeface="Lexend"/>
              <a:cs typeface="Lexend"/>
              <a:sym typeface="Lexend"/>
            </a:endParaRPr>
          </a:p>
        </p:txBody>
      </p:sp>
      <p:sp>
        <p:nvSpPr>
          <p:cNvPr id="2010" name="Google Shape;2010;p157"/>
          <p:cNvSpPr txBox="1"/>
          <p:nvPr/>
        </p:nvSpPr>
        <p:spPr>
          <a:xfrm>
            <a:off x="5956500" y="3280900"/>
            <a:ext cx="564000" cy="472500"/>
          </a:xfrm>
          <a:prstGeom prst="rect">
            <a:avLst/>
          </a:prstGeom>
          <a:noFill/>
          <a:ln cap="flat" cmpd="sng" w="9525">
            <a:solidFill>
              <a:srgbClr val="000000"/>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sz="2200">
              <a:solidFill>
                <a:schemeClr val="dk1"/>
              </a:solidFill>
              <a:latin typeface="Lexend"/>
              <a:ea typeface="Lexend"/>
              <a:cs typeface="Lexend"/>
              <a:sym typeface="Lexend"/>
            </a:endParaRPr>
          </a:p>
        </p:txBody>
      </p:sp>
      <p:sp>
        <p:nvSpPr>
          <p:cNvPr id="2011" name="Google Shape;2011;p157"/>
          <p:cNvSpPr txBox="1"/>
          <p:nvPr/>
        </p:nvSpPr>
        <p:spPr>
          <a:xfrm>
            <a:off x="365475" y="3934200"/>
            <a:ext cx="8113800" cy="490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If the bar model was not there, how else could you see this fraction using the ratio table?</a:t>
            </a:r>
            <a:endParaRPr sz="2200">
              <a:solidFill>
                <a:srgbClr val="000000"/>
              </a:solidFill>
              <a:latin typeface="Lexend"/>
              <a:ea typeface="Lexend"/>
              <a:cs typeface="Lexend"/>
              <a:sym typeface="Lexend"/>
            </a:endParaRPr>
          </a:p>
        </p:txBody>
      </p:sp>
      <p:graphicFrame>
        <p:nvGraphicFramePr>
          <p:cNvPr id="2012" name="Google Shape;2012;p157"/>
          <p:cNvGraphicFramePr/>
          <p:nvPr/>
        </p:nvGraphicFramePr>
        <p:xfrm>
          <a:off x="365475" y="3044450"/>
          <a:ext cx="3000000" cy="3000000"/>
        </p:xfrm>
        <a:graphic>
          <a:graphicData uri="http://schemas.openxmlformats.org/drawingml/2006/table">
            <a:tbl>
              <a:tblPr>
                <a:noFill/>
                <a:tableStyleId>{B9391551-2877-4EA5-9AC9-840A8582D54C}</a:tableStyleId>
              </a:tblPr>
              <a:tblGrid>
                <a:gridCol w="1387725"/>
                <a:gridCol w="1372900"/>
              </a:tblGrid>
              <a:tr h="471325">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pSp>
        <p:nvGrpSpPr>
          <p:cNvPr id="2013" name="Google Shape;2013;p157"/>
          <p:cNvGrpSpPr/>
          <p:nvPr/>
        </p:nvGrpSpPr>
        <p:grpSpPr>
          <a:xfrm>
            <a:off x="5956500" y="2671300"/>
            <a:ext cx="564000" cy="1082100"/>
            <a:chOff x="7175700" y="2671300"/>
            <a:chExt cx="564000" cy="1082100"/>
          </a:xfrm>
        </p:grpSpPr>
        <p:sp>
          <p:nvSpPr>
            <p:cNvPr id="2014" name="Google Shape;2014;p157"/>
            <p:cNvSpPr txBox="1"/>
            <p:nvPr/>
          </p:nvSpPr>
          <p:spPr>
            <a:xfrm>
              <a:off x="7175700" y="2671300"/>
              <a:ext cx="564000" cy="472500"/>
            </a:xfrm>
            <a:prstGeom prst="rect">
              <a:avLst/>
            </a:prstGeom>
            <a:noFill/>
            <a:ln cap="flat" cmpd="sng" w="9525">
              <a:solidFill>
                <a:srgbClr val="000000"/>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2</a:t>
              </a:r>
              <a:endParaRPr sz="2200">
                <a:solidFill>
                  <a:schemeClr val="dk1"/>
                </a:solidFill>
                <a:latin typeface="Lexend"/>
                <a:ea typeface="Lexend"/>
                <a:cs typeface="Lexend"/>
                <a:sym typeface="Lexend"/>
              </a:endParaRPr>
            </a:p>
          </p:txBody>
        </p:sp>
        <p:sp>
          <p:nvSpPr>
            <p:cNvPr id="2015" name="Google Shape;2015;p157"/>
            <p:cNvSpPr txBox="1"/>
            <p:nvPr/>
          </p:nvSpPr>
          <p:spPr>
            <a:xfrm>
              <a:off x="7175700" y="3280900"/>
              <a:ext cx="564000" cy="472500"/>
            </a:xfrm>
            <a:prstGeom prst="rect">
              <a:avLst/>
            </a:prstGeom>
            <a:noFill/>
            <a:ln cap="flat" cmpd="sng" w="9525">
              <a:solidFill>
                <a:srgbClr val="000000"/>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5</a:t>
              </a:r>
              <a:endParaRPr sz="2200">
                <a:solidFill>
                  <a:schemeClr val="dk1"/>
                </a:solidFill>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9" name="Shape 2019"/>
        <p:cNvGrpSpPr/>
        <p:nvPr/>
      </p:nvGrpSpPr>
      <p:grpSpPr>
        <a:xfrm>
          <a:off x="0" y="0"/>
          <a:ext cx="0" cy="0"/>
          <a:chOff x="0" y="0"/>
          <a:chExt cx="0" cy="0"/>
        </a:xfrm>
      </p:grpSpPr>
      <p:sp>
        <p:nvSpPr>
          <p:cNvPr id="2020" name="Google Shape;2020;p15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as fractions</a:t>
            </a:r>
            <a:endParaRPr/>
          </a:p>
        </p:txBody>
      </p:sp>
      <p:graphicFrame>
        <p:nvGraphicFramePr>
          <p:cNvPr id="2021" name="Google Shape;2021;p158"/>
          <p:cNvGraphicFramePr/>
          <p:nvPr/>
        </p:nvGraphicFramePr>
        <p:xfrm>
          <a:off x="365475" y="2587250"/>
          <a:ext cx="3000000" cy="3000000"/>
        </p:xfrm>
        <a:graphic>
          <a:graphicData uri="http://schemas.openxmlformats.org/drawingml/2006/table">
            <a:tbl>
              <a:tblPr>
                <a:noFill/>
                <a:tableStyleId>{B9391551-2877-4EA5-9AC9-840A8582D54C}</a:tableStyleId>
              </a:tblPr>
              <a:tblGrid>
                <a:gridCol w="1387725"/>
                <a:gridCol w="1372900"/>
              </a:tblGrid>
              <a:tr h="3844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Cat(s)</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Dog(s)</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r>
              <a:tr h="471325">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2022" name="Google Shape;2022;p158"/>
          <p:cNvSpPr txBox="1"/>
          <p:nvPr/>
        </p:nvSpPr>
        <p:spPr>
          <a:xfrm>
            <a:off x="356725" y="2166775"/>
            <a:ext cx="2439000" cy="34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Ratio table</a:t>
            </a:r>
            <a:endParaRPr sz="2200">
              <a:solidFill>
                <a:schemeClr val="dk1"/>
              </a:solidFill>
              <a:latin typeface="Lexend"/>
              <a:ea typeface="Lexend"/>
              <a:cs typeface="Lexend"/>
              <a:sym typeface="Lexend"/>
            </a:endParaRPr>
          </a:p>
        </p:txBody>
      </p:sp>
      <p:sp>
        <p:nvSpPr>
          <p:cNvPr id="2023" name="Google Shape;2023;p158"/>
          <p:cNvSpPr txBox="1"/>
          <p:nvPr/>
        </p:nvSpPr>
        <p:spPr>
          <a:xfrm>
            <a:off x="4929950" y="2189117"/>
            <a:ext cx="3262800" cy="34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What fraction are cats?</a:t>
            </a:r>
            <a:endParaRPr sz="2200">
              <a:solidFill>
                <a:schemeClr val="dk1"/>
              </a:solidFill>
              <a:latin typeface="Lexend"/>
              <a:ea typeface="Lexend"/>
              <a:cs typeface="Lexend"/>
              <a:sym typeface="Lexend"/>
            </a:endParaRPr>
          </a:p>
        </p:txBody>
      </p:sp>
      <p:cxnSp>
        <p:nvCxnSpPr>
          <p:cNvPr id="2024" name="Google Shape;2024;p158"/>
          <p:cNvCxnSpPr/>
          <p:nvPr/>
        </p:nvCxnSpPr>
        <p:spPr>
          <a:xfrm>
            <a:off x="5923325" y="3210550"/>
            <a:ext cx="630600" cy="8400"/>
          </a:xfrm>
          <a:prstGeom prst="straightConnector1">
            <a:avLst/>
          </a:prstGeom>
          <a:noFill/>
          <a:ln cap="flat" cmpd="sng" w="38100">
            <a:solidFill>
              <a:schemeClr val="accent5"/>
            </a:solidFill>
            <a:prstDash val="solid"/>
            <a:round/>
            <a:headEnd len="med" w="med" type="none"/>
            <a:tailEnd len="med" w="med" type="none"/>
          </a:ln>
        </p:spPr>
      </p:cxnSp>
      <p:sp>
        <p:nvSpPr>
          <p:cNvPr id="2025" name="Google Shape;2025;p158"/>
          <p:cNvSpPr txBox="1"/>
          <p:nvPr/>
        </p:nvSpPr>
        <p:spPr>
          <a:xfrm>
            <a:off x="5956500" y="2671300"/>
            <a:ext cx="564000" cy="472500"/>
          </a:xfrm>
          <a:prstGeom prst="rect">
            <a:avLst/>
          </a:prstGeom>
          <a:noFill/>
          <a:ln cap="flat" cmpd="sng" w="9525">
            <a:solidFill>
              <a:srgbClr val="000000"/>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sz="2200">
              <a:solidFill>
                <a:schemeClr val="dk1"/>
              </a:solidFill>
              <a:latin typeface="Lexend"/>
              <a:ea typeface="Lexend"/>
              <a:cs typeface="Lexend"/>
              <a:sym typeface="Lexend"/>
            </a:endParaRPr>
          </a:p>
        </p:txBody>
      </p:sp>
      <p:sp>
        <p:nvSpPr>
          <p:cNvPr id="2026" name="Google Shape;2026;p158"/>
          <p:cNvSpPr txBox="1"/>
          <p:nvPr/>
        </p:nvSpPr>
        <p:spPr>
          <a:xfrm>
            <a:off x="5956500" y="3280900"/>
            <a:ext cx="564000" cy="472500"/>
          </a:xfrm>
          <a:prstGeom prst="rect">
            <a:avLst/>
          </a:prstGeom>
          <a:noFill/>
          <a:ln cap="flat" cmpd="sng" w="9525">
            <a:solidFill>
              <a:srgbClr val="000000"/>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sz="2200">
              <a:solidFill>
                <a:schemeClr val="dk1"/>
              </a:solidFill>
              <a:latin typeface="Lexend"/>
              <a:ea typeface="Lexend"/>
              <a:cs typeface="Lexend"/>
              <a:sym typeface="Lexend"/>
            </a:endParaRPr>
          </a:p>
        </p:txBody>
      </p:sp>
      <p:sp>
        <p:nvSpPr>
          <p:cNvPr id="2027" name="Google Shape;2027;p158"/>
          <p:cNvSpPr txBox="1"/>
          <p:nvPr/>
        </p:nvSpPr>
        <p:spPr>
          <a:xfrm>
            <a:off x="365475" y="3934200"/>
            <a:ext cx="8113800" cy="490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If the bar model was not there, how else could you see this fraction using the ratio table?</a:t>
            </a:r>
            <a:endParaRPr sz="2200">
              <a:solidFill>
                <a:srgbClr val="000000"/>
              </a:solidFill>
              <a:latin typeface="Lexend"/>
              <a:ea typeface="Lexend"/>
              <a:cs typeface="Lexend"/>
              <a:sym typeface="Lexend"/>
            </a:endParaRPr>
          </a:p>
        </p:txBody>
      </p:sp>
      <p:graphicFrame>
        <p:nvGraphicFramePr>
          <p:cNvPr id="2028" name="Google Shape;2028;p158"/>
          <p:cNvGraphicFramePr/>
          <p:nvPr/>
        </p:nvGraphicFramePr>
        <p:xfrm>
          <a:off x="365475" y="3044450"/>
          <a:ext cx="3000000" cy="3000000"/>
        </p:xfrm>
        <a:graphic>
          <a:graphicData uri="http://schemas.openxmlformats.org/drawingml/2006/table">
            <a:tbl>
              <a:tblPr>
                <a:noFill/>
                <a:tableStyleId>{B9391551-2877-4EA5-9AC9-840A8582D54C}</a:tableStyleId>
              </a:tblPr>
              <a:tblGrid>
                <a:gridCol w="1387725"/>
                <a:gridCol w="1372900"/>
              </a:tblGrid>
              <a:tr h="471325">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pSp>
        <p:nvGrpSpPr>
          <p:cNvPr id="2029" name="Google Shape;2029;p158"/>
          <p:cNvGrpSpPr/>
          <p:nvPr/>
        </p:nvGrpSpPr>
        <p:grpSpPr>
          <a:xfrm>
            <a:off x="5956500" y="2671300"/>
            <a:ext cx="564000" cy="1082100"/>
            <a:chOff x="7175700" y="2671300"/>
            <a:chExt cx="564000" cy="1082100"/>
          </a:xfrm>
        </p:grpSpPr>
        <p:sp>
          <p:nvSpPr>
            <p:cNvPr id="2030" name="Google Shape;2030;p158"/>
            <p:cNvSpPr txBox="1"/>
            <p:nvPr/>
          </p:nvSpPr>
          <p:spPr>
            <a:xfrm>
              <a:off x="7175700" y="2671300"/>
              <a:ext cx="564000" cy="472500"/>
            </a:xfrm>
            <a:prstGeom prst="rect">
              <a:avLst/>
            </a:prstGeom>
            <a:noFill/>
            <a:ln cap="flat" cmpd="sng" w="9525">
              <a:solidFill>
                <a:srgbClr val="000000"/>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2</a:t>
              </a:r>
              <a:endParaRPr sz="2200">
                <a:solidFill>
                  <a:schemeClr val="dk1"/>
                </a:solidFill>
                <a:latin typeface="Lexend"/>
                <a:ea typeface="Lexend"/>
                <a:cs typeface="Lexend"/>
                <a:sym typeface="Lexend"/>
              </a:endParaRPr>
            </a:p>
          </p:txBody>
        </p:sp>
        <p:sp>
          <p:nvSpPr>
            <p:cNvPr id="2031" name="Google Shape;2031;p158"/>
            <p:cNvSpPr txBox="1"/>
            <p:nvPr/>
          </p:nvSpPr>
          <p:spPr>
            <a:xfrm>
              <a:off x="7175700" y="3280900"/>
              <a:ext cx="564000" cy="472500"/>
            </a:xfrm>
            <a:prstGeom prst="rect">
              <a:avLst/>
            </a:prstGeom>
            <a:noFill/>
            <a:ln cap="flat" cmpd="sng" w="9525">
              <a:solidFill>
                <a:srgbClr val="000000"/>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5</a:t>
              </a:r>
              <a:endParaRPr sz="2200">
                <a:solidFill>
                  <a:schemeClr val="dk1"/>
                </a:solidFill>
                <a:latin typeface="Lexend"/>
                <a:ea typeface="Lexend"/>
                <a:cs typeface="Lexend"/>
                <a:sym typeface="Lexend"/>
              </a:endParaRPr>
            </a:p>
          </p:txBody>
        </p:sp>
      </p:grpSp>
      <p:graphicFrame>
        <p:nvGraphicFramePr>
          <p:cNvPr id="2032" name="Google Shape;2032;p158"/>
          <p:cNvGraphicFramePr/>
          <p:nvPr/>
        </p:nvGraphicFramePr>
        <p:xfrm>
          <a:off x="3126100" y="2587250"/>
          <a:ext cx="3000000" cy="3000000"/>
        </p:xfrm>
        <a:graphic>
          <a:graphicData uri="http://schemas.openxmlformats.org/drawingml/2006/table">
            <a:tbl>
              <a:tblPr>
                <a:noFill/>
                <a:tableStyleId>{B9391551-2877-4EA5-9AC9-840A8582D54C}</a:tableStyleId>
              </a:tblPr>
              <a:tblGrid>
                <a:gridCol w="1372900"/>
              </a:tblGrid>
              <a:tr h="3844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Total</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r>
              <a:tr h="471325">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2033" name="Google Shape;2033;p158"/>
          <p:cNvSpPr txBox="1"/>
          <p:nvPr/>
        </p:nvSpPr>
        <p:spPr>
          <a:xfrm>
            <a:off x="426025" y="1250425"/>
            <a:ext cx="8113800" cy="490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The total part represents the denominator of the fraction.</a:t>
            </a:r>
            <a:endParaRPr sz="2200">
              <a:solidFill>
                <a:srgbClr val="000000"/>
              </a:solidFill>
              <a:latin typeface="Lexend"/>
              <a:ea typeface="Lexend"/>
              <a:cs typeface="Lexend"/>
              <a:sym typeface="Lexen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7" name="Shape 2037"/>
        <p:cNvGrpSpPr/>
        <p:nvPr/>
      </p:nvGrpSpPr>
      <p:grpSpPr>
        <a:xfrm>
          <a:off x="0" y="0"/>
          <a:ext cx="0" cy="0"/>
          <a:chOff x="0" y="0"/>
          <a:chExt cx="0" cy="0"/>
        </a:xfrm>
      </p:grpSpPr>
      <p:sp>
        <p:nvSpPr>
          <p:cNvPr id="2038" name="Google Shape;2038;p15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as fractions</a:t>
            </a:r>
            <a:endParaRPr/>
          </a:p>
        </p:txBody>
      </p:sp>
      <p:sp>
        <p:nvSpPr>
          <p:cNvPr id="2039" name="Google Shape;2039;p159"/>
          <p:cNvSpPr txBox="1"/>
          <p:nvPr/>
        </p:nvSpPr>
        <p:spPr>
          <a:xfrm>
            <a:off x="357184" y="589925"/>
            <a:ext cx="8150700" cy="1200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GB" sz="2200">
                <a:latin typeface="Lexend"/>
                <a:ea typeface="Lexend"/>
                <a:cs typeface="Lexend"/>
                <a:sym typeface="Lexend"/>
              </a:rPr>
              <a:t>Given f</a:t>
            </a:r>
            <a:r>
              <a:rPr lang="en-GB" sz="2200">
                <a:latin typeface="Lexend"/>
                <a:ea typeface="Lexend"/>
                <a:cs typeface="Lexend"/>
                <a:sym typeface="Lexend"/>
              </a:rPr>
              <a:t>ractions, decimals, percentages and ratio are common forms to show proportion, we are able to </a:t>
            </a:r>
            <a:r>
              <a:rPr lang="en-GB" sz="2200">
                <a:latin typeface="Lexend"/>
                <a:ea typeface="Lexend"/>
                <a:cs typeface="Lexend"/>
                <a:sym typeface="Lexend"/>
              </a:rPr>
              <a:t>interchange</a:t>
            </a:r>
            <a:r>
              <a:rPr lang="en-GB" sz="2200">
                <a:latin typeface="Lexend"/>
                <a:ea typeface="Lexend"/>
                <a:cs typeface="Lexend"/>
                <a:sym typeface="Lexend"/>
              </a:rPr>
              <a:t> between these forms to show the same ratio.</a:t>
            </a:r>
            <a:endParaRPr sz="2200">
              <a:latin typeface="Lexend"/>
              <a:ea typeface="Lexend"/>
              <a:cs typeface="Lexend"/>
              <a:sym typeface="Lexend"/>
            </a:endParaRPr>
          </a:p>
        </p:txBody>
      </p:sp>
      <p:sp>
        <p:nvSpPr>
          <p:cNvPr id="2040" name="Google Shape;2040;p159"/>
          <p:cNvSpPr txBox="1"/>
          <p:nvPr/>
        </p:nvSpPr>
        <p:spPr>
          <a:xfrm>
            <a:off x="357184" y="1854050"/>
            <a:ext cx="8356200" cy="677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For example, this shows the ratio to </a:t>
            </a:r>
            <a:r>
              <a:rPr lang="en-GB" sz="2200">
                <a:solidFill>
                  <a:schemeClr val="dk1"/>
                </a:solidFill>
                <a:latin typeface="Lexend"/>
                <a:ea typeface="Lexend"/>
                <a:cs typeface="Lexend"/>
                <a:sym typeface="Lexend"/>
              </a:rPr>
              <a:t>make</a:t>
            </a:r>
            <a:r>
              <a:rPr lang="en-GB" sz="2200">
                <a:solidFill>
                  <a:schemeClr val="dk1"/>
                </a:solidFill>
                <a:latin typeface="Lexend"/>
                <a:ea typeface="Lexend"/>
                <a:cs typeface="Lexend"/>
                <a:sym typeface="Lexend"/>
              </a:rPr>
              <a:t> batter.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For every 2 cups of flour, there are 3 cups of water.   </a:t>
            </a:r>
            <a:endParaRPr sz="2200">
              <a:solidFill>
                <a:schemeClr val="dk1"/>
              </a:solidFill>
              <a:latin typeface="Lexend"/>
              <a:ea typeface="Lexend"/>
              <a:cs typeface="Lexend"/>
              <a:sym typeface="Lexend"/>
            </a:endParaRPr>
          </a:p>
        </p:txBody>
      </p:sp>
      <p:sp>
        <p:nvSpPr>
          <p:cNvPr id="2041" name="Google Shape;2041;p159"/>
          <p:cNvSpPr txBox="1"/>
          <p:nvPr/>
        </p:nvSpPr>
        <p:spPr>
          <a:xfrm>
            <a:off x="377308" y="2590349"/>
            <a:ext cx="1637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Ratio table</a:t>
            </a: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p:txBody>
      </p:sp>
      <p:sp>
        <p:nvSpPr>
          <p:cNvPr id="2042" name="Google Shape;2042;p159"/>
          <p:cNvSpPr txBox="1"/>
          <p:nvPr/>
        </p:nvSpPr>
        <p:spPr>
          <a:xfrm>
            <a:off x="5704533" y="2724366"/>
            <a:ext cx="1637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Fraction</a:t>
            </a: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p:txBody>
      </p:sp>
      <p:graphicFrame>
        <p:nvGraphicFramePr>
          <p:cNvPr id="2043" name="Google Shape;2043;p159"/>
          <p:cNvGraphicFramePr/>
          <p:nvPr/>
        </p:nvGraphicFramePr>
        <p:xfrm>
          <a:off x="393900" y="3004895"/>
          <a:ext cx="3000000" cy="3000000"/>
        </p:xfrm>
        <a:graphic>
          <a:graphicData uri="http://schemas.openxmlformats.org/drawingml/2006/table">
            <a:tbl>
              <a:tblPr>
                <a:noFill/>
                <a:tableStyleId>{B9391551-2877-4EA5-9AC9-840A8582D54C}</a:tableStyleId>
              </a:tblPr>
              <a:tblGrid>
                <a:gridCol w="1072875"/>
                <a:gridCol w="1061400"/>
              </a:tblGrid>
              <a:tr h="3844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Flour</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Water</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r>
              <a:tr h="471325">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2044" name="Google Shape;2044;p159"/>
          <p:cNvSpPr txBox="1"/>
          <p:nvPr/>
        </p:nvSpPr>
        <p:spPr>
          <a:xfrm>
            <a:off x="6016116" y="3169950"/>
            <a:ext cx="2791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of the batter is flour</a:t>
            </a: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frac{2}{5}\ \ \ \frac{3}{5}&quot;&gt;&lt;mfrac&gt;&lt;mn&gt;2&lt;/mn&gt;&lt;mn&gt;5&lt;/mn&gt;&lt;/mfrac&gt;&lt;mtext&gt;&lt;/mtext&gt;&lt;mtext&gt;&lt;/mtext&gt;&lt;mtext&gt;&lt;/mtext&gt;&lt;mfrac&gt;&lt;mn&gt;3&lt;/mn&gt;&lt;mn&gt;5&lt;/mn&gt;&lt;/mfrac&gt;&lt;/math&gt;" id="2045" name="Google Shape;2045;p159" title="two fifths three fifths"/>
          <p:cNvPicPr preferRelativeResize="0"/>
          <p:nvPr/>
        </p:nvPicPr>
        <p:blipFill rotWithShape="1">
          <a:blip r:embed="rId3">
            <a:alphaModFix/>
          </a:blip>
          <a:srcRect b="0" l="62486" r="0" t="0"/>
          <a:stretch/>
        </p:blipFill>
        <p:spPr>
          <a:xfrm>
            <a:off x="5652375" y="3934450"/>
            <a:ext cx="248890" cy="613500"/>
          </a:xfrm>
          <a:prstGeom prst="rect">
            <a:avLst/>
          </a:prstGeom>
          <a:noFill/>
          <a:ln>
            <a:noFill/>
          </a:ln>
        </p:spPr>
      </p:pic>
      <p:sp>
        <p:nvSpPr>
          <p:cNvPr id="2046" name="Google Shape;2046;p159"/>
          <p:cNvSpPr txBox="1"/>
          <p:nvPr/>
        </p:nvSpPr>
        <p:spPr>
          <a:xfrm>
            <a:off x="2766229" y="2750792"/>
            <a:ext cx="1637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Multipliers</a:t>
            </a: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frac{2}{5}\ \ \ \frac{3}{5}&quot;&gt;&lt;mfrac&gt;&lt;mn&gt;2&lt;/mn&gt;&lt;mn&gt;5&lt;/mn&gt;&lt;/mfrac&gt;&lt;mtext&gt;&lt;/mtext&gt;&lt;mtext&gt;&lt;/mtext&gt;&lt;mtext&gt;&lt;/mtext&gt;&lt;mfrac&gt;&lt;mn&gt;3&lt;/mn&gt;&lt;mn&gt;5&lt;/mn&gt;&lt;/mfrac&gt;&lt;/math&gt;" id="2047" name="Google Shape;2047;p159" title="two fifths three fifths"/>
          <p:cNvPicPr preferRelativeResize="0"/>
          <p:nvPr/>
        </p:nvPicPr>
        <p:blipFill rotWithShape="1">
          <a:blip r:embed="rId3">
            <a:alphaModFix/>
          </a:blip>
          <a:srcRect b="0" l="0" r="62486" t="0"/>
          <a:stretch/>
        </p:blipFill>
        <p:spPr>
          <a:xfrm>
            <a:off x="5695391" y="3096250"/>
            <a:ext cx="248900" cy="613525"/>
          </a:xfrm>
          <a:prstGeom prst="rect">
            <a:avLst/>
          </a:prstGeom>
          <a:noFill/>
          <a:ln>
            <a:noFill/>
          </a:ln>
        </p:spPr>
      </p:pic>
      <p:sp>
        <p:nvSpPr>
          <p:cNvPr id="2048" name="Google Shape;2048;p159"/>
          <p:cNvSpPr txBox="1"/>
          <p:nvPr/>
        </p:nvSpPr>
        <p:spPr>
          <a:xfrm>
            <a:off x="6049300" y="4008150"/>
            <a:ext cx="3595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of the batter is water</a:t>
            </a:r>
            <a:endParaRPr sz="2200">
              <a:solidFill>
                <a:schemeClr val="dk1"/>
              </a:solidFill>
              <a:latin typeface="Lexend"/>
              <a:ea typeface="Lexend"/>
              <a:cs typeface="Lexend"/>
              <a:sym typeface="Lexend"/>
            </a:endParaRPr>
          </a:p>
        </p:txBody>
      </p:sp>
      <p:sp>
        <p:nvSpPr>
          <p:cNvPr id="2049" name="Google Shape;2049;p159"/>
          <p:cNvSpPr txBox="1"/>
          <p:nvPr/>
        </p:nvSpPr>
        <p:spPr>
          <a:xfrm>
            <a:off x="2690400" y="3332100"/>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Flour ×       = Water</a:t>
            </a:r>
            <a:endParaRPr/>
          </a:p>
        </p:txBody>
      </p:sp>
      <p:sp>
        <p:nvSpPr>
          <p:cNvPr id="2050" name="Google Shape;2050;p159"/>
          <p:cNvSpPr txBox="1"/>
          <p:nvPr/>
        </p:nvSpPr>
        <p:spPr>
          <a:xfrm>
            <a:off x="2690400" y="4017900"/>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Water </a:t>
            </a:r>
            <a:r>
              <a:rPr lang="en-GB" sz="2200">
                <a:solidFill>
                  <a:schemeClr val="dk1"/>
                </a:solidFill>
                <a:latin typeface="Lexend"/>
                <a:ea typeface="Lexend"/>
                <a:cs typeface="Lexend"/>
                <a:sym typeface="Lexend"/>
              </a:rPr>
              <a:t>×     = Flour</a:t>
            </a:r>
            <a:endParaRPr/>
          </a:p>
        </p:txBody>
      </p:sp>
      <p:pic>
        <p:nvPicPr>
          <p:cNvPr descr="&lt;math xmlns=&quot;http://www.w3.org/1998/Math/MathML&quot; display=&quot;block&quot; data-is-equatio=&quot;1&quot; data-latex=&quot;\frac{2}{3}\ \ \ \frac{3}{2}&quot;&gt;&lt;mfrac&gt;&lt;mn&gt;2&lt;/mn&gt;&lt;mn&gt;3&lt;/mn&gt;&lt;/mfrac&gt;&lt;mtext&gt;&lt;/mtext&gt;&lt;mtext&gt;&lt;/mtext&gt;&lt;mtext&gt;&lt;/mtext&gt;&lt;mfrac&gt;&lt;mn&gt;3&lt;/mn&gt;&lt;mn&gt;2&lt;/mn&gt;&lt;/mfrac&gt;&lt;/math&gt;" id="2051" name="Google Shape;2051;p159" title="two thirds three halves"/>
          <p:cNvPicPr preferRelativeResize="0"/>
          <p:nvPr/>
        </p:nvPicPr>
        <p:blipFill rotWithShape="1">
          <a:blip r:embed="rId4">
            <a:alphaModFix/>
          </a:blip>
          <a:srcRect b="0" l="0" r="62404" t="0"/>
          <a:stretch/>
        </p:blipFill>
        <p:spPr>
          <a:xfrm>
            <a:off x="3928074" y="3972750"/>
            <a:ext cx="248900" cy="613500"/>
          </a:xfrm>
          <a:prstGeom prst="rect">
            <a:avLst/>
          </a:prstGeom>
          <a:noFill/>
          <a:ln>
            <a:noFill/>
          </a:ln>
        </p:spPr>
      </p:pic>
      <p:pic>
        <p:nvPicPr>
          <p:cNvPr descr="&lt;math xmlns=&quot;http://www.w3.org/1998/Math/MathML&quot; display=&quot;block&quot; data-is-equatio=&quot;1&quot; data-latex=&quot;\frac{2}{3}\ \ \ \frac{3}{2}&quot;&gt;&lt;mfrac&gt;&lt;mn&gt;2&lt;/mn&gt;&lt;mn&gt;3&lt;/mn&gt;&lt;/mfrac&gt;&lt;mtext&gt;&lt;/mtext&gt;&lt;mtext&gt;&lt;/mtext&gt;&lt;mtext&gt;&lt;/mtext&gt;&lt;mfrac&gt;&lt;mn&gt;3&lt;/mn&gt;&lt;mn&gt;2&lt;/mn&gt;&lt;/mfrac&gt;&lt;/math&gt;" id="2052" name="Google Shape;2052;p159" title="two thirds three halves"/>
          <p:cNvPicPr preferRelativeResize="0"/>
          <p:nvPr/>
        </p:nvPicPr>
        <p:blipFill rotWithShape="1">
          <a:blip r:embed="rId4">
            <a:alphaModFix/>
          </a:blip>
          <a:srcRect b="0" l="65476" r="-3071" t="0"/>
          <a:stretch/>
        </p:blipFill>
        <p:spPr>
          <a:xfrm>
            <a:off x="3818326" y="3246950"/>
            <a:ext cx="248900" cy="613500"/>
          </a:xfrm>
          <a:prstGeom prst="rect">
            <a:avLst/>
          </a:prstGeom>
          <a:noFill/>
          <a:ln>
            <a:noFill/>
          </a:ln>
        </p:spPr>
      </p:pic>
      <p:pic>
        <p:nvPicPr>
          <p:cNvPr descr="&lt;math xmlns=&quot;http://www.w3.org/1998/Math/MathML&quot; display=&quot;block&quot; data-is-equatio=&quot;1&quot; data-latex=&quot;2\ \div3\ =\ \frac{2}{3}&quot;&gt;&lt;mn&gt;2&lt;/mn&gt;&lt;mtext&gt;&lt;/mtext&gt;&lt;mo&gt;÷&lt;/mo&gt;&lt;mn&gt;3&lt;/mn&gt;&lt;mtext&gt;&lt;/mtext&gt;&lt;mo&gt;=&lt;/mo&gt;&lt;mtext&gt;&lt;/mtext&gt;&lt;mfrac&gt;&lt;mn&gt;2&lt;/mn&gt;&lt;mn&gt;3&lt;/mn&gt;&lt;/mfrac&gt;&lt;/math&gt;" id="2053" name="Google Shape;2053;p159" title="2 division sign 3 equals two thirds"/>
          <p:cNvPicPr preferRelativeResize="0"/>
          <p:nvPr/>
        </p:nvPicPr>
        <p:blipFill>
          <a:blip r:embed="rId5">
            <a:alphaModFix/>
          </a:blip>
          <a:stretch>
            <a:fillRect/>
          </a:stretch>
        </p:blipFill>
        <p:spPr>
          <a:xfrm>
            <a:off x="866325" y="3979600"/>
            <a:ext cx="1019450" cy="448432"/>
          </a:xfrm>
          <a:prstGeom prst="rect">
            <a:avLst/>
          </a:prstGeom>
          <a:noFill/>
          <a:ln>
            <a:noFill/>
          </a:ln>
        </p:spPr>
      </p:pic>
      <p:pic>
        <p:nvPicPr>
          <p:cNvPr descr="&lt;math xmlns=&quot;http://www.w3.org/1998/Math/MathML&quot; display=&quot;block&quot; data-is-equatio=&quot;1&quot; data-latex=&quot;3\div2\ =\ \frac{3}{2}&quot;&gt;&lt;mn&gt;3&lt;/mn&gt;&lt;mo&gt;÷&lt;/mo&gt;&lt;mn&gt;2&lt;/mn&gt;&lt;mtext&gt;&lt;/mtext&gt;&lt;mo&gt;=&lt;/mo&gt;&lt;mtext&gt;&lt;/mtext&gt;&lt;mfrac&gt;&lt;mn&gt;3&lt;/mn&gt;&lt;mn&gt;2&lt;/mn&gt;&lt;/mfrac&gt;&lt;/math&gt;" id="2054" name="Google Shape;2054;p159" title="3 divided by 2 equals three halves"/>
          <p:cNvPicPr preferRelativeResize="0"/>
          <p:nvPr/>
        </p:nvPicPr>
        <p:blipFill>
          <a:blip r:embed="rId6">
            <a:alphaModFix/>
          </a:blip>
          <a:stretch>
            <a:fillRect/>
          </a:stretch>
        </p:blipFill>
        <p:spPr>
          <a:xfrm>
            <a:off x="891425" y="4510024"/>
            <a:ext cx="1019461" cy="470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205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8" name="Shape 2058"/>
        <p:cNvGrpSpPr/>
        <p:nvPr/>
      </p:nvGrpSpPr>
      <p:grpSpPr>
        <a:xfrm>
          <a:off x="0" y="0"/>
          <a:ext cx="0" cy="0"/>
          <a:chOff x="0" y="0"/>
          <a:chExt cx="0" cy="0"/>
        </a:xfrm>
      </p:grpSpPr>
      <p:sp>
        <p:nvSpPr>
          <p:cNvPr id="2059" name="Google Shape;2059;p160"/>
          <p:cNvSpPr txBox="1"/>
          <p:nvPr>
            <p:ph idx="1" type="body"/>
          </p:nvPr>
        </p:nvSpPr>
        <p:spPr>
          <a:xfrm>
            <a:off x="324000" y="759300"/>
            <a:ext cx="8237700" cy="126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Given this bar model showing the ratio for orange juice to water.</a:t>
            </a:r>
            <a:endParaRPr/>
          </a:p>
          <a:p>
            <a:pPr indent="0" lvl="0" marL="0" rtl="0" algn="l">
              <a:spcBef>
                <a:spcPts val="1000"/>
              </a:spcBef>
              <a:spcAft>
                <a:spcPts val="0"/>
              </a:spcAft>
              <a:buNone/>
            </a:pPr>
            <a:r>
              <a:t/>
            </a:r>
            <a:endParaRPr sz="600"/>
          </a:p>
          <a:p>
            <a:pPr indent="0" lvl="0" marL="0" rtl="0" algn="l">
              <a:spcBef>
                <a:spcPts val="1000"/>
              </a:spcBef>
              <a:spcAft>
                <a:spcPts val="1000"/>
              </a:spcAft>
              <a:buNone/>
            </a:pPr>
            <a:r>
              <a:rPr lang="en-GB"/>
              <a:t>Fill in the ratio table, the multipliers and the fraction.</a:t>
            </a:r>
            <a:endParaRPr/>
          </a:p>
        </p:txBody>
      </p:sp>
      <p:sp>
        <p:nvSpPr>
          <p:cNvPr id="2060" name="Google Shape;2060;p16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as fractions</a:t>
            </a:r>
            <a:endParaRPr/>
          </a:p>
        </p:txBody>
      </p:sp>
      <p:graphicFrame>
        <p:nvGraphicFramePr>
          <p:cNvPr id="2061" name="Google Shape;2061;p160"/>
          <p:cNvGraphicFramePr/>
          <p:nvPr/>
        </p:nvGraphicFramePr>
        <p:xfrm>
          <a:off x="2550650" y="1287975"/>
          <a:ext cx="3000000" cy="3000000"/>
        </p:xfrm>
        <a:graphic>
          <a:graphicData uri="http://schemas.openxmlformats.org/drawingml/2006/table">
            <a:tbl>
              <a:tblPr>
                <a:noFill/>
                <a:tableStyleId>{B9391551-2877-4EA5-9AC9-840A8582D54C}</a:tableStyleId>
              </a:tblPr>
              <a:tblGrid>
                <a:gridCol w="601650"/>
                <a:gridCol w="601650"/>
                <a:gridCol w="601650"/>
                <a:gridCol w="601650"/>
                <a:gridCol w="601650"/>
              </a:tblGrid>
              <a:tr h="340025">
                <a:tc>
                  <a:txBody>
                    <a:bodyPr/>
                    <a:lstStyle/>
                    <a:p>
                      <a:pPr indent="0" lvl="0" marL="0" rtl="0" algn="ctr">
                        <a:spcBef>
                          <a:spcPts val="0"/>
                        </a:spcBef>
                        <a:spcAft>
                          <a:spcPts val="0"/>
                        </a:spcAft>
                        <a:buNone/>
                      </a:pPr>
                      <a:r>
                        <a:rPr lang="en-GB" sz="1900">
                          <a:latin typeface="Lexend"/>
                          <a:ea typeface="Lexend"/>
                          <a:cs typeface="Lexend"/>
                          <a:sym typeface="Lexend"/>
                        </a:rPr>
                        <a:t>W</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O</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O</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O</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O</a:t>
                      </a:r>
                      <a:endParaRPr sz="19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2062" name="Google Shape;2062;p160"/>
          <p:cNvSpPr txBox="1"/>
          <p:nvPr/>
        </p:nvSpPr>
        <p:spPr>
          <a:xfrm>
            <a:off x="453508" y="2673054"/>
            <a:ext cx="1637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Ratio table   </a:t>
            </a:r>
            <a:endParaRPr sz="2200">
              <a:solidFill>
                <a:schemeClr val="dk1"/>
              </a:solidFill>
              <a:latin typeface="Lexend"/>
              <a:ea typeface="Lexend"/>
              <a:cs typeface="Lexend"/>
              <a:sym typeface="Lexend"/>
            </a:endParaRPr>
          </a:p>
        </p:txBody>
      </p:sp>
      <p:sp>
        <p:nvSpPr>
          <p:cNvPr id="2063" name="Google Shape;2063;p160"/>
          <p:cNvSpPr txBox="1"/>
          <p:nvPr/>
        </p:nvSpPr>
        <p:spPr>
          <a:xfrm>
            <a:off x="6695133" y="2648166"/>
            <a:ext cx="1637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Fraction   </a:t>
            </a:r>
            <a:endParaRPr sz="2200">
              <a:solidFill>
                <a:schemeClr val="dk1"/>
              </a:solidFill>
              <a:latin typeface="Lexend"/>
              <a:ea typeface="Lexend"/>
              <a:cs typeface="Lexend"/>
              <a:sym typeface="Lexend"/>
            </a:endParaRPr>
          </a:p>
        </p:txBody>
      </p:sp>
      <p:sp>
        <p:nvSpPr>
          <p:cNvPr id="2064" name="Google Shape;2064;p160"/>
          <p:cNvSpPr txBox="1"/>
          <p:nvPr/>
        </p:nvSpPr>
        <p:spPr>
          <a:xfrm>
            <a:off x="3299629" y="2674592"/>
            <a:ext cx="1637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Multipliers  </a:t>
            </a:r>
            <a:endParaRPr sz="2200">
              <a:solidFill>
                <a:schemeClr val="dk1"/>
              </a:solidFill>
              <a:latin typeface="Lexend"/>
              <a:ea typeface="Lexend"/>
              <a:cs typeface="Lexend"/>
              <a:sym typeface="Lexend"/>
            </a:endParaRPr>
          </a:p>
        </p:txBody>
      </p:sp>
      <p:graphicFrame>
        <p:nvGraphicFramePr>
          <p:cNvPr id="2065" name="Google Shape;2065;p160"/>
          <p:cNvGraphicFramePr/>
          <p:nvPr/>
        </p:nvGraphicFramePr>
        <p:xfrm>
          <a:off x="393900" y="3316200"/>
          <a:ext cx="3000000" cy="3000000"/>
        </p:xfrm>
        <a:graphic>
          <a:graphicData uri="http://schemas.openxmlformats.org/drawingml/2006/table">
            <a:tbl>
              <a:tblPr>
                <a:noFill/>
                <a:tableStyleId>{B9391551-2877-4EA5-9AC9-840A8582D54C}</a:tableStyleId>
              </a:tblPr>
              <a:tblGrid>
                <a:gridCol w="1072875"/>
                <a:gridCol w="1061400"/>
              </a:tblGrid>
              <a:tr h="3844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Water</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Orange</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r>
              <a:tr h="471325">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2066" name="Google Shape;2066;p160"/>
          <p:cNvSpPr txBox="1"/>
          <p:nvPr/>
        </p:nvSpPr>
        <p:spPr>
          <a:xfrm>
            <a:off x="6049300" y="4008150"/>
            <a:ext cx="3595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of the juice is orange</a:t>
            </a:r>
            <a:endParaRPr sz="2200">
              <a:solidFill>
                <a:schemeClr val="dk1"/>
              </a:solidFill>
              <a:latin typeface="Lexend"/>
              <a:ea typeface="Lexend"/>
              <a:cs typeface="Lexend"/>
              <a:sym typeface="Lexend"/>
            </a:endParaRPr>
          </a:p>
        </p:txBody>
      </p:sp>
      <p:sp>
        <p:nvSpPr>
          <p:cNvPr id="2067" name="Google Shape;2067;p160"/>
          <p:cNvSpPr txBox="1"/>
          <p:nvPr/>
        </p:nvSpPr>
        <p:spPr>
          <a:xfrm>
            <a:off x="2690400" y="3332100"/>
            <a:ext cx="316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Water</a:t>
            </a:r>
            <a:r>
              <a:rPr lang="en-GB" sz="2200">
                <a:solidFill>
                  <a:schemeClr val="dk1"/>
                </a:solidFill>
                <a:latin typeface="Lexend"/>
                <a:ea typeface="Lexend"/>
                <a:cs typeface="Lexend"/>
                <a:sym typeface="Lexend"/>
              </a:rPr>
              <a:t> ×    = Orange</a:t>
            </a:r>
            <a:endParaRPr/>
          </a:p>
        </p:txBody>
      </p:sp>
      <p:sp>
        <p:nvSpPr>
          <p:cNvPr id="2068" name="Google Shape;2068;p160"/>
          <p:cNvSpPr txBox="1"/>
          <p:nvPr/>
        </p:nvSpPr>
        <p:spPr>
          <a:xfrm>
            <a:off x="2690400" y="4017900"/>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Orange</a:t>
            </a:r>
            <a:r>
              <a:rPr lang="en-GB" sz="2200">
                <a:solidFill>
                  <a:schemeClr val="dk1"/>
                </a:solidFill>
                <a:latin typeface="Lexend"/>
                <a:ea typeface="Lexend"/>
                <a:cs typeface="Lexend"/>
                <a:sym typeface="Lexend"/>
              </a:rPr>
              <a:t> ×    = Water</a:t>
            </a:r>
            <a:endParaRPr/>
          </a:p>
        </p:txBody>
      </p:sp>
      <p:sp>
        <p:nvSpPr>
          <p:cNvPr id="2069" name="Google Shape;2069;p160"/>
          <p:cNvSpPr txBox="1"/>
          <p:nvPr/>
        </p:nvSpPr>
        <p:spPr>
          <a:xfrm>
            <a:off x="6049300" y="3322350"/>
            <a:ext cx="3595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of the juice is water</a:t>
            </a:r>
            <a:endParaRPr sz="2200">
              <a:solidFill>
                <a:schemeClr val="dk1"/>
              </a:solidFill>
              <a:latin typeface="Lexend"/>
              <a:ea typeface="Lexend"/>
              <a:cs typeface="Lexend"/>
              <a:sym typeface="Lexend"/>
            </a:endParaRPr>
          </a:p>
        </p:txBody>
      </p:sp>
      <p:graphicFrame>
        <p:nvGraphicFramePr>
          <p:cNvPr id="2070" name="Google Shape;2070;p160"/>
          <p:cNvGraphicFramePr/>
          <p:nvPr/>
        </p:nvGraphicFramePr>
        <p:xfrm>
          <a:off x="393900" y="3780000"/>
          <a:ext cx="3000000" cy="3000000"/>
        </p:xfrm>
        <a:graphic>
          <a:graphicData uri="http://schemas.openxmlformats.org/drawingml/2006/table">
            <a:tbl>
              <a:tblPr>
                <a:noFill/>
                <a:tableStyleId>{B9391551-2877-4EA5-9AC9-840A8582D54C}</a:tableStyleId>
              </a:tblPr>
              <a:tblGrid>
                <a:gridCol w="1072875"/>
                <a:gridCol w="1061400"/>
              </a:tblGrid>
              <a:tr h="471325">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2071" name="Google Shape;2071;p160"/>
          <p:cNvSpPr txBox="1"/>
          <p:nvPr/>
        </p:nvSpPr>
        <p:spPr>
          <a:xfrm>
            <a:off x="3781400" y="3322500"/>
            <a:ext cx="282000" cy="39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4</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frac{1}{4}\ \ \ \frac{1}{5}\ \ \ \frac{4}{5}&quot;&gt;&lt;mfrac&gt;&lt;mn&gt;1&lt;/mn&gt;&lt;mn&gt;4&lt;/mn&gt;&lt;/mfrac&gt;&lt;mtext&gt;&lt;/mtext&gt;&lt;mtext&gt;&lt;/mtext&gt;&lt;mtext&gt;&lt;/mtext&gt;&lt;mfrac&gt;&lt;mn&gt;1&lt;/mn&gt;&lt;mn&gt;5&lt;/mn&gt;&lt;/mfrac&gt;&lt;mtext&gt;&lt;/mtext&gt;&lt;mtext&gt;&lt;/mtext&gt;&lt;mtext&gt;&lt;/mtext&gt;&lt;mfrac&gt;&lt;mn&gt;4&lt;/mn&gt;&lt;mn&gt;5&lt;/mn&gt;&lt;/mfrac&gt;&lt;/math&gt;" id="2072" name="Google Shape;2072;p160" title="one fourth one fifth four fifths"/>
          <p:cNvPicPr preferRelativeResize="0"/>
          <p:nvPr/>
        </p:nvPicPr>
        <p:blipFill rotWithShape="1">
          <a:blip r:embed="rId3">
            <a:alphaModFix/>
          </a:blip>
          <a:srcRect b="0" l="0" r="75192" t="0"/>
          <a:stretch/>
        </p:blipFill>
        <p:spPr>
          <a:xfrm>
            <a:off x="4063400" y="3972750"/>
            <a:ext cx="282000" cy="613500"/>
          </a:xfrm>
          <a:prstGeom prst="rect">
            <a:avLst/>
          </a:prstGeom>
          <a:noFill/>
          <a:ln>
            <a:noFill/>
          </a:ln>
        </p:spPr>
      </p:pic>
      <p:pic>
        <p:nvPicPr>
          <p:cNvPr descr="&lt;math xmlns=&quot;http://www.w3.org/1998/Math/MathML&quot; display=&quot;block&quot; data-is-equatio=&quot;1&quot; data-latex=&quot;\frac{1}{4}\ \ \ \frac{1}{5}\ \ \ \frac{4}{5}&quot;&gt;&lt;mfrac&gt;&lt;mn&gt;1&lt;/mn&gt;&lt;mn&gt;4&lt;/mn&gt;&lt;/mfrac&gt;&lt;mtext&gt;&lt;/mtext&gt;&lt;mtext&gt;&lt;/mtext&gt;&lt;mtext&gt;&lt;/mtext&gt;&lt;mfrac&gt;&lt;mn&gt;1&lt;/mn&gt;&lt;mn&gt;5&lt;/mn&gt;&lt;/mfrac&gt;&lt;mtext&gt;&lt;/mtext&gt;&lt;mtext&gt;&lt;/mtext&gt;&lt;mtext&gt;&lt;/mtext&gt;&lt;mfrac&gt;&lt;mn&gt;4&lt;/mn&gt;&lt;mn&gt;5&lt;/mn&gt;&lt;/mfrac&gt;&lt;/math&gt;" id="2073" name="Google Shape;2073;p160" title="one fourth one fifth four fifths"/>
          <p:cNvPicPr preferRelativeResize="0"/>
          <p:nvPr/>
        </p:nvPicPr>
        <p:blipFill rotWithShape="1">
          <a:blip r:embed="rId3">
            <a:alphaModFix/>
          </a:blip>
          <a:srcRect b="0" l="33532" r="34357" t="0"/>
          <a:stretch/>
        </p:blipFill>
        <p:spPr>
          <a:xfrm>
            <a:off x="5698400" y="3175200"/>
            <a:ext cx="365025" cy="613500"/>
          </a:xfrm>
          <a:prstGeom prst="rect">
            <a:avLst/>
          </a:prstGeom>
          <a:noFill/>
          <a:ln>
            <a:noFill/>
          </a:ln>
        </p:spPr>
      </p:pic>
      <p:pic>
        <p:nvPicPr>
          <p:cNvPr descr="&lt;math xmlns=&quot;http://www.w3.org/1998/Math/MathML&quot; display=&quot;block&quot; data-is-equatio=&quot;1&quot; data-latex=&quot;\frac{1}{4}\ \ \ \frac{1}{5}\ \ \ \frac{4}{5}&quot;&gt;&lt;mfrac&gt;&lt;mn&gt;1&lt;/mn&gt;&lt;mn&gt;4&lt;/mn&gt;&lt;/mfrac&gt;&lt;mtext&gt;&lt;/mtext&gt;&lt;mtext&gt;&lt;/mtext&gt;&lt;mtext&gt;&lt;/mtext&gt;&lt;mfrac&gt;&lt;mn&gt;1&lt;/mn&gt;&lt;mn&gt;5&lt;/mn&gt;&lt;/mfrac&gt;&lt;mtext&gt;&lt;/mtext&gt;&lt;mtext&gt;&lt;/mtext&gt;&lt;mtext&gt;&lt;/mtext&gt;&lt;mfrac&gt;&lt;mn&gt;4&lt;/mn&gt;&lt;mn&gt;5&lt;/mn&gt;&lt;/mfrac&gt;&lt;/math&gt;" id="2074" name="Google Shape;2074;p160" title="one fourth one fifth four fifths"/>
          <p:cNvPicPr preferRelativeResize="0"/>
          <p:nvPr/>
        </p:nvPicPr>
        <p:blipFill rotWithShape="1">
          <a:blip r:embed="rId3">
            <a:alphaModFix/>
          </a:blip>
          <a:srcRect b="0" l="75945" r="-8056" t="0"/>
          <a:stretch/>
        </p:blipFill>
        <p:spPr>
          <a:xfrm>
            <a:off x="5714992" y="3912230"/>
            <a:ext cx="365025" cy="61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8" name="Shape 2078"/>
        <p:cNvGrpSpPr/>
        <p:nvPr/>
      </p:nvGrpSpPr>
      <p:grpSpPr>
        <a:xfrm>
          <a:off x="0" y="0"/>
          <a:ext cx="0" cy="0"/>
          <a:chOff x="0" y="0"/>
          <a:chExt cx="0" cy="0"/>
        </a:xfrm>
      </p:grpSpPr>
      <p:sp>
        <p:nvSpPr>
          <p:cNvPr id="2079" name="Google Shape;2079;p161"/>
          <p:cNvSpPr/>
          <p:nvPr/>
        </p:nvSpPr>
        <p:spPr>
          <a:xfrm>
            <a:off x="494075" y="1269275"/>
            <a:ext cx="2306400" cy="1543200"/>
          </a:xfrm>
          <a:prstGeom prst="flowChartAlternateProcess">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80" name="Google Shape;2080;p161"/>
          <p:cNvSpPr txBox="1"/>
          <p:nvPr>
            <p:ph idx="1" type="body"/>
          </p:nvPr>
        </p:nvSpPr>
        <p:spPr>
          <a:xfrm>
            <a:off x="400200" y="759300"/>
            <a:ext cx="8237700" cy="50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There are three shops advertising a </a:t>
            </a:r>
            <a:r>
              <a:rPr lang="en-GB" sz="1900"/>
              <a:t>different</a:t>
            </a:r>
            <a:r>
              <a:rPr lang="en-GB" sz="1900"/>
              <a:t> chocolate bars.</a:t>
            </a:r>
            <a:endParaRPr sz="1900"/>
          </a:p>
        </p:txBody>
      </p:sp>
      <p:sp>
        <p:nvSpPr>
          <p:cNvPr id="2081" name="Google Shape;2081;p16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as fractions</a:t>
            </a:r>
            <a:endParaRPr/>
          </a:p>
        </p:txBody>
      </p:sp>
      <p:sp>
        <p:nvSpPr>
          <p:cNvPr id="2082" name="Google Shape;2082;p161"/>
          <p:cNvSpPr txBox="1"/>
          <p:nvPr/>
        </p:nvSpPr>
        <p:spPr>
          <a:xfrm>
            <a:off x="705000" y="1425325"/>
            <a:ext cx="2480400" cy="129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For every 1 g of chocolate, 2 g of raisins</a:t>
            </a:r>
            <a:endParaRPr sz="1900">
              <a:solidFill>
                <a:schemeClr val="dk1"/>
              </a:solidFill>
              <a:latin typeface="Lexend"/>
              <a:ea typeface="Lexend"/>
              <a:cs typeface="Lexend"/>
              <a:sym typeface="Lexend"/>
            </a:endParaRPr>
          </a:p>
        </p:txBody>
      </p:sp>
      <p:sp>
        <p:nvSpPr>
          <p:cNvPr id="2083" name="Google Shape;2083;p161"/>
          <p:cNvSpPr txBox="1"/>
          <p:nvPr>
            <p:ph idx="1" type="body"/>
          </p:nvPr>
        </p:nvSpPr>
        <p:spPr>
          <a:xfrm>
            <a:off x="400200" y="3273900"/>
            <a:ext cx="8237700" cy="50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a) </a:t>
            </a:r>
            <a:r>
              <a:rPr lang="en-GB" sz="1900"/>
              <a:t>Aisha loves raisins. Which shop should she buy the chocolate bar from?</a:t>
            </a:r>
            <a:endParaRPr sz="1900"/>
          </a:p>
        </p:txBody>
      </p:sp>
      <p:sp>
        <p:nvSpPr>
          <p:cNvPr id="2084" name="Google Shape;2084;p161"/>
          <p:cNvSpPr txBox="1"/>
          <p:nvPr>
            <p:ph idx="1" type="body"/>
          </p:nvPr>
        </p:nvSpPr>
        <p:spPr>
          <a:xfrm>
            <a:off x="400200" y="4177475"/>
            <a:ext cx="8237700" cy="50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b) </a:t>
            </a:r>
            <a:r>
              <a:rPr lang="en-GB" sz="1900"/>
              <a:t>Andeep</a:t>
            </a:r>
            <a:r>
              <a:rPr lang="en-GB" sz="1900"/>
              <a:t> loves </a:t>
            </a:r>
            <a:r>
              <a:rPr lang="en-GB" sz="1900"/>
              <a:t>chocolate</a:t>
            </a:r>
            <a:r>
              <a:rPr lang="en-GB" sz="1900"/>
              <a:t>. Which shop should he buy the chocolate bar from?</a:t>
            </a:r>
            <a:endParaRPr sz="1900"/>
          </a:p>
        </p:txBody>
      </p:sp>
      <p:sp>
        <p:nvSpPr>
          <p:cNvPr id="2085" name="Google Shape;2085;p161"/>
          <p:cNvSpPr/>
          <p:nvPr/>
        </p:nvSpPr>
        <p:spPr>
          <a:xfrm>
            <a:off x="3237275" y="1269275"/>
            <a:ext cx="2306400" cy="1543200"/>
          </a:xfrm>
          <a:prstGeom prst="flowChartAlternateProcess">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86" name="Google Shape;2086;p161"/>
          <p:cNvSpPr txBox="1"/>
          <p:nvPr/>
        </p:nvSpPr>
        <p:spPr>
          <a:xfrm>
            <a:off x="3311625" y="1425325"/>
            <a:ext cx="2181900" cy="129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A half of the bar has raisins and half of the bar has chocolate</a:t>
            </a:r>
            <a:endParaRPr sz="1900">
              <a:solidFill>
                <a:schemeClr val="dk1"/>
              </a:solidFill>
              <a:latin typeface="Lexend"/>
              <a:ea typeface="Lexend"/>
              <a:cs typeface="Lexend"/>
              <a:sym typeface="Lexend"/>
            </a:endParaRPr>
          </a:p>
        </p:txBody>
      </p:sp>
      <p:sp>
        <p:nvSpPr>
          <p:cNvPr id="2087" name="Google Shape;2087;p161"/>
          <p:cNvSpPr txBox="1"/>
          <p:nvPr/>
        </p:nvSpPr>
        <p:spPr>
          <a:xfrm>
            <a:off x="2330550" y="2314575"/>
            <a:ext cx="533100" cy="3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a:t>
            </a:r>
            <a:endParaRPr sz="2200">
              <a:solidFill>
                <a:schemeClr val="dk1"/>
              </a:solidFill>
              <a:latin typeface="Lexend"/>
              <a:ea typeface="Lexend"/>
              <a:cs typeface="Lexend"/>
              <a:sym typeface="Lexend"/>
            </a:endParaRPr>
          </a:p>
        </p:txBody>
      </p:sp>
      <p:sp>
        <p:nvSpPr>
          <p:cNvPr id="2088" name="Google Shape;2088;p161"/>
          <p:cNvSpPr txBox="1"/>
          <p:nvPr/>
        </p:nvSpPr>
        <p:spPr>
          <a:xfrm>
            <a:off x="5074350" y="2302350"/>
            <a:ext cx="533100" cy="3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B</a:t>
            </a:r>
            <a:endParaRPr sz="2200">
              <a:solidFill>
                <a:schemeClr val="dk1"/>
              </a:solidFill>
              <a:latin typeface="Lexend"/>
              <a:ea typeface="Lexend"/>
              <a:cs typeface="Lexend"/>
              <a:sym typeface="Lexend"/>
            </a:endParaRPr>
          </a:p>
        </p:txBody>
      </p:sp>
      <p:sp>
        <p:nvSpPr>
          <p:cNvPr id="2089" name="Google Shape;2089;p161"/>
          <p:cNvSpPr/>
          <p:nvPr/>
        </p:nvSpPr>
        <p:spPr>
          <a:xfrm>
            <a:off x="5816075" y="1269275"/>
            <a:ext cx="2821800" cy="1543200"/>
          </a:xfrm>
          <a:prstGeom prst="flowChartAlternateProcess">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90" name="Google Shape;2090;p161"/>
          <p:cNvSpPr txBox="1"/>
          <p:nvPr/>
        </p:nvSpPr>
        <p:spPr>
          <a:xfrm>
            <a:off x="8122350" y="2302350"/>
            <a:ext cx="533100" cy="3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C</a:t>
            </a:r>
            <a:endParaRPr sz="2200">
              <a:solidFill>
                <a:schemeClr val="dk1"/>
              </a:solidFill>
              <a:latin typeface="Lexend"/>
              <a:ea typeface="Lexend"/>
              <a:cs typeface="Lexend"/>
              <a:sym typeface="Lexend"/>
            </a:endParaRPr>
          </a:p>
        </p:txBody>
      </p:sp>
      <p:sp>
        <p:nvSpPr>
          <p:cNvPr id="2091" name="Google Shape;2091;p161"/>
          <p:cNvSpPr txBox="1"/>
          <p:nvPr/>
        </p:nvSpPr>
        <p:spPr>
          <a:xfrm>
            <a:off x="5321975" y="1770163"/>
            <a:ext cx="3751800" cy="321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Chocolate ×    = Raisins</a:t>
            </a:r>
            <a:endParaRPr sz="18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frac{1}{4}\ \ &quot;&gt;&lt;mfrac&gt;&lt;mn&gt;1&lt;/mn&gt;&lt;mn&gt;4&lt;/mn&gt;&lt;/mfrac&gt;&lt;mtext&gt;&lt;/mtext&gt;&lt;mtext&gt;&lt;/mtext&gt;&lt;/math&gt;" id="2092" name="Google Shape;2092;p161" title="one fourth"/>
          <p:cNvPicPr preferRelativeResize="0"/>
          <p:nvPr/>
        </p:nvPicPr>
        <p:blipFill>
          <a:blip r:embed="rId3">
            <a:alphaModFix/>
          </a:blip>
          <a:stretch>
            <a:fillRect/>
          </a:stretch>
        </p:blipFill>
        <p:spPr>
          <a:xfrm>
            <a:off x="7274650" y="1684018"/>
            <a:ext cx="169575" cy="5531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6" name="Shape 2096"/>
        <p:cNvGrpSpPr/>
        <p:nvPr/>
      </p:nvGrpSpPr>
      <p:grpSpPr>
        <a:xfrm>
          <a:off x="0" y="0"/>
          <a:ext cx="0" cy="0"/>
          <a:chOff x="0" y="0"/>
          <a:chExt cx="0" cy="0"/>
        </a:xfrm>
      </p:grpSpPr>
      <p:sp>
        <p:nvSpPr>
          <p:cNvPr id="2097" name="Google Shape;2097;p162"/>
          <p:cNvSpPr/>
          <p:nvPr/>
        </p:nvSpPr>
        <p:spPr>
          <a:xfrm>
            <a:off x="494075" y="1269275"/>
            <a:ext cx="2306400" cy="1543200"/>
          </a:xfrm>
          <a:prstGeom prst="flowChartAlternateProcess">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98" name="Google Shape;2098;p162"/>
          <p:cNvSpPr txBox="1"/>
          <p:nvPr>
            <p:ph idx="1" type="body"/>
          </p:nvPr>
        </p:nvSpPr>
        <p:spPr>
          <a:xfrm>
            <a:off x="400200" y="759300"/>
            <a:ext cx="8237700" cy="50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There are three shops advertising a different chocolate bars.</a:t>
            </a:r>
            <a:endParaRPr sz="1900"/>
          </a:p>
        </p:txBody>
      </p:sp>
      <p:sp>
        <p:nvSpPr>
          <p:cNvPr id="2099" name="Google Shape;2099;p16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as fractions</a:t>
            </a:r>
            <a:endParaRPr/>
          </a:p>
        </p:txBody>
      </p:sp>
      <p:sp>
        <p:nvSpPr>
          <p:cNvPr id="2100" name="Google Shape;2100;p162"/>
          <p:cNvSpPr txBox="1"/>
          <p:nvPr/>
        </p:nvSpPr>
        <p:spPr>
          <a:xfrm>
            <a:off x="705000" y="1425325"/>
            <a:ext cx="2480400" cy="129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For every 1 g of chocolate, 2 g of raisins</a:t>
            </a:r>
            <a:endParaRPr sz="1900">
              <a:solidFill>
                <a:schemeClr val="dk1"/>
              </a:solidFill>
              <a:latin typeface="Lexend"/>
              <a:ea typeface="Lexend"/>
              <a:cs typeface="Lexend"/>
              <a:sym typeface="Lexend"/>
            </a:endParaRPr>
          </a:p>
        </p:txBody>
      </p:sp>
      <p:sp>
        <p:nvSpPr>
          <p:cNvPr id="2101" name="Google Shape;2101;p162"/>
          <p:cNvSpPr/>
          <p:nvPr/>
        </p:nvSpPr>
        <p:spPr>
          <a:xfrm>
            <a:off x="3237275" y="1269275"/>
            <a:ext cx="2306400" cy="1543200"/>
          </a:xfrm>
          <a:prstGeom prst="flowChartAlternateProcess">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02" name="Google Shape;2102;p162"/>
          <p:cNvSpPr txBox="1"/>
          <p:nvPr/>
        </p:nvSpPr>
        <p:spPr>
          <a:xfrm>
            <a:off x="3311625" y="1425325"/>
            <a:ext cx="2181900" cy="129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A half of the bar has raisins and half of the bar has chocolate</a:t>
            </a:r>
            <a:endParaRPr sz="1900">
              <a:solidFill>
                <a:schemeClr val="dk1"/>
              </a:solidFill>
              <a:latin typeface="Lexend"/>
              <a:ea typeface="Lexend"/>
              <a:cs typeface="Lexend"/>
              <a:sym typeface="Lexend"/>
            </a:endParaRPr>
          </a:p>
        </p:txBody>
      </p:sp>
      <p:sp>
        <p:nvSpPr>
          <p:cNvPr id="2103" name="Google Shape;2103;p162"/>
          <p:cNvSpPr txBox="1"/>
          <p:nvPr/>
        </p:nvSpPr>
        <p:spPr>
          <a:xfrm>
            <a:off x="2330550" y="2314575"/>
            <a:ext cx="533100" cy="3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a:t>
            </a:r>
            <a:endParaRPr sz="2200">
              <a:solidFill>
                <a:schemeClr val="dk1"/>
              </a:solidFill>
              <a:latin typeface="Lexend"/>
              <a:ea typeface="Lexend"/>
              <a:cs typeface="Lexend"/>
              <a:sym typeface="Lexend"/>
            </a:endParaRPr>
          </a:p>
        </p:txBody>
      </p:sp>
      <p:sp>
        <p:nvSpPr>
          <p:cNvPr id="2104" name="Google Shape;2104;p162"/>
          <p:cNvSpPr txBox="1"/>
          <p:nvPr/>
        </p:nvSpPr>
        <p:spPr>
          <a:xfrm>
            <a:off x="5074350" y="2302350"/>
            <a:ext cx="533100" cy="3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B</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frac{1}{3}&quot;&gt;&lt;mfrac&gt;&lt;mn&gt;1&lt;/mn&gt;&lt;mn&gt;3&lt;/mn&gt;&lt;/mfrac&gt;&lt;/math&gt;" id="2105" name="Google Shape;2105;p162" title="one third"/>
          <p:cNvPicPr preferRelativeResize="0"/>
          <p:nvPr/>
        </p:nvPicPr>
        <p:blipFill>
          <a:blip r:embed="rId3">
            <a:alphaModFix/>
          </a:blip>
          <a:stretch>
            <a:fillRect/>
          </a:stretch>
        </p:blipFill>
        <p:spPr>
          <a:xfrm>
            <a:off x="494075" y="2959900"/>
            <a:ext cx="247800" cy="820100"/>
          </a:xfrm>
          <a:prstGeom prst="rect">
            <a:avLst/>
          </a:prstGeom>
          <a:noFill/>
          <a:ln>
            <a:noFill/>
          </a:ln>
        </p:spPr>
      </p:pic>
      <p:sp>
        <p:nvSpPr>
          <p:cNvPr id="2106" name="Google Shape;2106;p162"/>
          <p:cNvSpPr txBox="1"/>
          <p:nvPr/>
        </p:nvSpPr>
        <p:spPr>
          <a:xfrm>
            <a:off x="738350" y="3169050"/>
            <a:ext cx="1841700" cy="3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are</a:t>
            </a:r>
            <a:r>
              <a:rPr lang="en-GB" sz="2200">
                <a:solidFill>
                  <a:schemeClr val="dk1"/>
                </a:solidFill>
                <a:latin typeface="Kalam"/>
                <a:ea typeface="Kalam"/>
                <a:cs typeface="Kalam"/>
                <a:sym typeface="Kalam"/>
              </a:rPr>
              <a:t> raisins</a:t>
            </a:r>
            <a:endParaRPr sz="2200">
              <a:solidFill>
                <a:schemeClr val="dk1"/>
              </a:solidFill>
              <a:latin typeface="Kalam"/>
              <a:ea typeface="Kalam"/>
              <a:cs typeface="Kalam"/>
              <a:sym typeface="Kalam"/>
            </a:endParaRPr>
          </a:p>
        </p:txBody>
      </p:sp>
      <p:sp>
        <p:nvSpPr>
          <p:cNvPr id="2107" name="Google Shape;2107;p162"/>
          <p:cNvSpPr txBox="1"/>
          <p:nvPr/>
        </p:nvSpPr>
        <p:spPr>
          <a:xfrm>
            <a:off x="731575" y="4064425"/>
            <a:ext cx="1841700" cy="3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is chocolate</a:t>
            </a:r>
            <a:endParaRPr sz="2200">
              <a:solidFill>
                <a:schemeClr val="dk1"/>
              </a:solidFill>
              <a:latin typeface="Kalam"/>
              <a:ea typeface="Kalam"/>
              <a:cs typeface="Kalam"/>
              <a:sym typeface="Kalam"/>
            </a:endParaRPr>
          </a:p>
        </p:txBody>
      </p:sp>
      <p:pic>
        <p:nvPicPr>
          <p:cNvPr descr="&lt;math xmlns=&quot;http://www.w3.org/1998/Math/MathML&quot; display=&quot;block&quot; data-is-equatio=&quot;1&quot; data-latex=&quot;\frac{2}{3}&quot;&gt;&lt;mfrac&gt;&lt;mn&gt;2&lt;/mn&gt;&lt;mn&gt;3&lt;/mn&gt;&lt;/mfrac&gt;&lt;/math&gt;" id="2108" name="Google Shape;2108;p162" title="two thirds"/>
          <p:cNvPicPr preferRelativeResize="0"/>
          <p:nvPr/>
        </p:nvPicPr>
        <p:blipFill>
          <a:blip r:embed="rId4">
            <a:alphaModFix/>
          </a:blip>
          <a:stretch>
            <a:fillRect/>
          </a:stretch>
        </p:blipFill>
        <p:spPr>
          <a:xfrm>
            <a:off x="508200" y="3925050"/>
            <a:ext cx="247800" cy="820100"/>
          </a:xfrm>
          <a:prstGeom prst="rect">
            <a:avLst/>
          </a:prstGeom>
          <a:noFill/>
          <a:ln>
            <a:noFill/>
          </a:ln>
        </p:spPr>
      </p:pic>
      <p:pic>
        <p:nvPicPr>
          <p:cNvPr descr="&lt;math xmlns=&quot;http://www.w3.org/1998/Math/MathML&quot; display=&quot;block&quot; data-is-equatio=&quot;1&quot; data-latex=&quot;\frac{1}{2}&quot;&gt;&lt;mfrac&gt;&lt;mn&gt;1&lt;/mn&gt;&lt;mn&gt;2&lt;/mn&gt;&lt;/mfrac&gt;&lt;/math&gt;" id="2109" name="Google Shape;2109;p162" title="one half"/>
          <p:cNvPicPr preferRelativeResize="0"/>
          <p:nvPr/>
        </p:nvPicPr>
        <p:blipFill>
          <a:blip r:embed="rId5">
            <a:alphaModFix/>
          </a:blip>
          <a:stretch>
            <a:fillRect/>
          </a:stretch>
        </p:blipFill>
        <p:spPr>
          <a:xfrm>
            <a:off x="3284900" y="2964875"/>
            <a:ext cx="247800" cy="789502"/>
          </a:xfrm>
          <a:prstGeom prst="rect">
            <a:avLst/>
          </a:prstGeom>
          <a:noFill/>
          <a:ln>
            <a:noFill/>
          </a:ln>
        </p:spPr>
      </p:pic>
      <p:pic>
        <p:nvPicPr>
          <p:cNvPr descr="&lt;math xmlns=&quot;http://www.w3.org/1998/Math/MathML&quot; display=&quot;block&quot; data-is-equatio=&quot;1&quot; data-latex=&quot;\frac{1}{2}&quot;&gt;&lt;mfrac&gt;&lt;mn&gt;1&lt;/mn&gt;&lt;mn&gt;2&lt;/mn&gt;&lt;/mfrac&gt;&lt;/math&gt;" id="2110" name="Google Shape;2110;p162" title="one half"/>
          <p:cNvPicPr preferRelativeResize="0"/>
          <p:nvPr/>
        </p:nvPicPr>
        <p:blipFill>
          <a:blip r:embed="rId5">
            <a:alphaModFix/>
          </a:blip>
          <a:stretch>
            <a:fillRect/>
          </a:stretch>
        </p:blipFill>
        <p:spPr>
          <a:xfrm>
            <a:off x="3284900" y="4031675"/>
            <a:ext cx="247800" cy="789502"/>
          </a:xfrm>
          <a:prstGeom prst="rect">
            <a:avLst/>
          </a:prstGeom>
          <a:noFill/>
          <a:ln>
            <a:noFill/>
          </a:ln>
        </p:spPr>
      </p:pic>
      <p:sp>
        <p:nvSpPr>
          <p:cNvPr id="2111" name="Google Shape;2111;p162"/>
          <p:cNvSpPr txBox="1"/>
          <p:nvPr/>
        </p:nvSpPr>
        <p:spPr>
          <a:xfrm>
            <a:off x="3557750" y="3169050"/>
            <a:ext cx="1841700" cy="3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are raisins</a:t>
            </a:r>
            <a:endParaRPr sz="2200">
              <a:solidFill>
                <a:schemeClr val="dk1"/>
              </a:solidFill>
              <a:latin typeface="Kalam"/>
              <a:ea typeface="Kalam"/>
              <a:cs typeface="Kalam"/>
              <a:sym typeface="Kalam"/>
            </a:endParaRPr>
          </a:p>
        </p:txBody>
      </p:sp>
      <p:sp>
        <p:nvSpPr>
          <p:cNvPr id="2112" name="Google Shape;2112;p162"/>
          <p:cNvSpPr txBox="1"/>
          <p:nvPr/>
        </p:nvSpPr>
        <p:spPr>
          <a:xfrm>
            <a:off x="3550975" y="4064425"/>
            <a:ext cx="1841700" cy="3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is chocolate</a:t>
            </a:r>
            <a:endParaRPr sz="2200">
              <a:solidFill>
                <a:schemeClr val="dk1"/>
              </a:solidFill>
              <a:latin typeface="Kalam"/>
              <a:ea typeface="Kalam"/>
              <a:cs typeface="Kalam"/>
              <a:sym typeface="Kalam"/>
            </a:endParaRPr>
          </a:p>
        </p:txBody>
      </p:sp>
      <p:sp>
        <p:nvSpPr>
          <p:cNvPr id="2113" name="Google Shape;2113;p162"/>
          <p:cNvSpPr/>
          <p:nvPr/>
        </p:nvSpPr>
        <p:spPr>
          <a:xfrm>
            <a:off x="5816075" y="1269275"/>
            <a:ext cx="2821800" cy="1543200"/>
          </a:xfrm>
          <a:prstGeom prst="flowChartAlternateProcess">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14" name="Google Shape;2114;p162"/>
          <p:cNvSpPr txBox="1"/>
          <p:nvPr/>
        </p:nvSpPr>
        <p:spPr>
          <a:xfrm>
            <a:off x="8122350" y="2302350"/>
            <a:ext cx="533100" cy="3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C</a:t>
            </a:r>
            <a:endParaRPr sz="2200">
              <a:solidFill>
                <a:schemeClr val="dk1"/>
              </a:solidFill>
              <a:latin typeface="Lexend"/>
              <a:ea typeface="Lexend"/>
              <a:cs typeface="Lexend"/>
              <a:sym typeface="Lexend"/>
            </a:endParaRPr>
          </a:p>
        </p:txBody>
      </p:sp>
      <p:sp>
        <p:nvSpPr>
          <p:cNvPr id="2115" name="Google Shape;2115;p162"/>
          <p:cNvSpPr txBox="1"/>
          <p:nvPr/>
        </p:nvSpPr>
        <p:spPr>
          <a:xfrm>
            <a:off x="5321975" y="1465363"/>
            <a:ext cx="3751800" cy="321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Chocolate ×    = </a:t>
            </a:r>
            <a:r>
              <a:rPr lang="en-GB" sz="1800">
                <a:solidFill>
                  <a:schemeClr val="dk1"/>
                </a:solidFill>
                <a:latin typeface="Lexend"/>
                <a:ea typeface="Lexend"/>
                <a:cs typeface="Lexend"/>
                <a:sym typeface="Lexend"/>
              </a:rPr>
              <a:t>Raisins</a:t>
            </a:r>
            <a:endParaRPr sz="18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frac{1}{4}\ \ &quot;&gt;&lt;mfrac&gt;&lt;mn&gt;1&lt;/mn&gt;&lt;mn&gt;4&lt;/mn&gt;&lt;/mfrac&gt;&lt;mtext&gt;&lt;/mtext&gt;&lt;mtext&gt;&lt;/mtext&gt;&lt;/math&gt;" id="2116" name="Google Shape;2116;p162" title="one fourth"/>
          <p:cNvPicPr preferRelativeResize="0"/>
          <p:nvPr/>
        </p:nvPicPr>
        <p:blipFill>
          <a:blip r:embed="rId6">
            <a:alphaModFix/>
          </a:blip>
          <a:stretch>
            <a:fillRect/>
          </a:stretch>
        </p:blipFill>
        <p:spPr>
          <a:xfrm>
            <a:off x="7274650" y="1379218"/>
            <a:ext cx="169575" cy="553125"/>
          </a:xfrm>
          <a:prstGeom prst="rect">
            <a:avLst/>
          </a:prstGeom>
          <a:noFill/>
          <a:ln>
            <a:noFill/>
          </a:ln>
        </p:spPr>
      </p:pic>
      <p:pic>
        <p:nvPicPr>
          <p:cNvPr descr="&lt;math xmlns=&quot;http://www.w3.org/1998/Math/MathML&quot; display=&quot;block&quot; data-is-equatio=&quot;1&quot; data-latex=&quot;\frac{4}{5}\ \ \frac{1}{5}&quot;&gt;&lt;mfrac&gt;&lt;mn&gt;4&lt;/mn&gt;&lt;mn&gt;5&lt;/mn&gt;&lt;/mfrac&gt;&lt;mtext&gt;&lt;/mtext&gt;&lt;mtext&gt;&lt;/mtext&gt;&lt;mfrac&gt;&lt;mn&gt;1&lt;/mn&gt;&lt;mn&gt;5&lt;/mn&gt;&lt;/mfrac&gt;&lt;/math&gt;" id="2117" name="Google Shape;2117;p162" title="four fifths one fifth"/>
          <p:cNvPicPr preferRelativeResize="0"/>
          <p:nvPr/>
        </p:nvPicPr>
        <p:blipFill rotWithShape="1">
          <a:blip r:embed="rId7">
            <a:alphaModFix/>
          </a:blip>
          <a:srcRect b="0" l="0" r="53673" t="0"/>
          <a:stretch/>
        </p:blipFill>
        <p:spPr>
          <a:xfrm>
            <a:off x="6230875" y="3931125"/>
            <a:ext cx="365950" cy="820100"/>
          </a:xfrm>
          <a:prstGeom prst="rect">
            <a:avLst/>
          </a:prstGeom>
          <a:noFill/>
          <a:ln>
            <a:noFill/>
          </a:ln>
        </p:spPr>
      </p:pic>
      <p:graphicFrame>
        <p:nvGraphicFramePr>
          <p:cNvPr id="2118" name="Google Shape;2118;p162"/>
          <p:cNvGraphicFramePr/>
          <p:nvPr/>
        </p:nvGraphicFramePr>
        <p:xfrm>
          <a:off x="5964800" y="1839350"/>
          <a:ext cx="3000000" cy="3000000"/>
        </p:xfrm>
        <a:graphic>
          <a:graphicData uri="http://schemas.openxmlformats.org/drawingml/2006/table">
            <a:tbl>
              <a:tblPr>
                <a:noFill/>
                <a:tableStyleId>{B9391551-2877-4EA5-9AC9-840A8582D54C}</a:tableStyleId>
              </a:tblPr>
              <a:tblGrid>
                <a:gridCol w="624175"/>
                <a:gridCol w="617500"/>
              </a:tblGrid>
              <a:tr h="250800">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C</a:t>
                      </a:r>
                      <a:endParaRPr sz="16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R</a:t>
                      </a:r>
                      <a:endParaRPr sz="16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r>
              <a:tr h="250800">
                <a:tc>
                  <a:txBody>
                    <a:bodyPr/>
                    <a:lstStyle/>
                    <a:p>
                      <a:pPr indent="0" lvl="0" marL="0" rtl="0" algn="ctr">
                        <a:spcBef>
                          <a:spcPts val="0"/>
                        </a:spcBef>
                        <a:spcAft>
                          <a:spcPts val="0"/>
                        </a:spcAft>
                        <a:buNone/>
                      </a:pPr>
                      <a:r>
                        <a:rPr lang="en-GB" sz="1600">
                          <a:latin typeface="Lexend"/>
                          <a:ea typeface="Lexend"/>
                          <a:cs typeface="Lexend"/>
                          <a:sym typeface="Lexend"/>
                        </a:rPr>
                        <a:t>4</a:t>
                      </a:r>
                      <a:endParaRPr sz="16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1</a:t>
                      </a:r>
                      <a:endParaRPr sz="16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2119" name="Google Shape;2119;p162"/>
          <p:cNvSpPr txBox="1"/>
          <p:nvPr/>
        </p:nvSpPr>
        <p:spPr>
          <a:xfrm>
            <a:off x="6522775" y="4064425"/>
            <a:ext cx="1841700" cy="3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is chocolate</a:t>
            </a:r>
            <a:endParaRPr sz="2200">
              <a:solidFill>
                <a:schemeClr val="dk1"/>
              </a:solidFill>
              <a:latin typeface="Kalam"/>
              <a:ea typeface="Kalam"/>
              <a:cs typeface="Kalam"/>
              <a:sym typeface="Kalam"/>
            </a:endParaRPr>
          </a:p>
        </p:txBody>
      </p:sp>
      <p:pic>
        <p:nvPicPr>
          <p:cNvPr descr="&lt;math xmlns=&quot;http://www.w3.org/1998/Math/MathML&quot; display=&quot;block&quot; data-is-equatio=&quot;1&quot; data-latex=&quot;\frac{4}{5}\ \ \frac{1}{5}&quot;&gt;&lt;mfrac&gt;&lt;mn&gt;4&lt;/mn&gt;&lt;mn&gt;5&lt;/mn&gt;&lt;/mfrac&gt;&lt;mtext&gt;&lt;/mtext&gt;&lt;mtext&gt;&lt;/mtext&gt;&lt;mfrac&gt;&lt;mn&gt;1&lt;/mn&gt;&lt;mn&gt;5&lt;/mn&gt;&lt;/mfrac&gt;&lt;/math&gt;" id="2120" name="Google Shape;2120;p162" title="four fifths one fifth"/>
          <p:cNvPicPr preferRelativeResize="0"/>
          <p:nvPr/>
        </p:nvPicPr>
        <p:blipFill rotWithShape="1">
          <a:blip r:embed="rId7">
            <a:alphaModFix/>
          </a:blip>
          <a:srcRect b="0" l="64858" r="-11182" t="0"/>
          <a:stretch/>
        </p:blipFill>
        <p:spPr>
          <a:xfrm>
            <a:off x="6202000" y="2961750"/>
            <a:ext cx="365950" cy="820100"/>
          </a:xfrm>
          <a:prstGeom prst="rect">
            <a:avLst/>
          </a:prstGeom>
          <a:noFill/>
          <a:ln>
            <a:noFill/>
          </a:ln>
        </p:spPr>
      </p:pic>
      <p:sp>
        <p:nvSpPr>
          <p:cNvPr id="2121" name="Google Shape;2121;p162"/>
          <p:cNvSpPr txBox="1"/>
          <p:nvPr/>
        </p:nvSpPr>
        <p:spPr>
          <a:xfrm>
            <a:off x="6453350" y="3169050"/>
            <a:ext cx="1841700" cy="3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are raisins</a:t>
            </a:r>
            <a:endParaRPr sz="2200">
              <a:solidFill>
                <a:schemeClr val="dk1"/>
              </a:solidFill>
              <a:latin typeface="Kalam"/>
              <a:ea typeface="Kalam"/>
              <a:cs typeface="Kalam"/>
              <a:sym typeface="Kalam"/>
            </a:endParaRPr>
          </a:p>
        </p:txBody>
      </p:sp>
      <p:sp>
        <p:nvSpPr>
          <p:cNvPr id="2122" name="Google Shape;2122;p162"/>
          <p:cNvSpPr txBox="1"/>
          <p:nvPr/>
        </p:nvSpPr>
        <p:spPr>
          <a:xfrm>
            <a:off x="3901411" y="2688750"/>
            <a:ext cx="1061400" cy="446700"/>
          </a:xfrm>
          <a:prstGeom prst="rect">
            <a:avLst/>
          </a:prstGeom>
          <a:noFill/>
          <a:ln cap="flat" cmpd="sng" w="28575">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Kalam"/>
                <a:ea typeface="Kalam"/>
                <a:cs typeface="Kalam"/>
                <a:sym typeface="Kalam"/>
              </a:rPr>
              <a:t>Aisha</a:t>
            </a:r>
            <a:endParaRPr sz="2200">
              <a:solidFill>
                <a:schemeClr val="dk1"/>
              </a:solidFill>
              <a:latin typeface="Kalam"/>
              <a:ea typeface="Kalam"/>
              <a:cs typeface="Kalam"/>
              <a:sym typeface="Kalam"/>
            </a:endParaRPr>
          </a:p>
        </p:txBody>
      </p:sp>
      <p:sp>
        <p:nvSpPr>
          <p:cNvPr id="2123" name="Google Shape;2123;p162"/>
          <p:cNvSpPr txBox="1"/>
          <p:nvPr/>
        </p:nvSpPr>
        <p:spPr>
          <a:xfrm>
            <a:off x="7370500" y="2698075"/>
            <a:ext cx="1458900" cy="553200"/>
          </a:xfrm>
          <a:prstGeom prst="rect">
            <a:avLst/>
          </a:prstGeom>
          <a:noFill/>
          <a:ln cap="flat" cmpd="sng" w="28575">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Kalam"/>
                <a:ea typeface="Kalam"/>
                <a:cs typeface="Kalam"/>
                <a:sym typeface="Kalam"/>
              </a:rPr>
              <a:t>Andeep</a:t>
            </a:r>
            <a:endParaRPr sz="22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7" name="Shape 2127"/>
        <p:cNvGrpSpPr/>
        <p:nvPr/>
      </p:nvGrpSpPr>
      <p:grpSpPr>
        <a:xfrm>
          <a:off x="0" y="0"/>
          <a:ext cx="0" cy="0"/>
          <a:chOff x="0" y="0"/>
          <a:chExt cx="0" cy="0"/>
        </a:xfrm>
      </p:grpSpPr>
      <p:sp>
        <p:nvSpPr>
          <p:cNvPr id="2128" name="Google Shape;2128;p163"/>
          <p:cNvSpPr txBox="1"/>
          <p:nvPr>
            <p:ph idx="1" type="body"/>
          </p:nvPr>
        </p:nvSpPr>
        <p:spPr>
          <a:xfrm>
            <a:off x="324000" y="759300"/>
            <a:ext cx="8237700" cy="410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rabicParenR"/>
            </a:pPr>
            <a:r>
              <a:rPr lang="en-GB" sz="1800"/>
              <a:t>Using the bar model, fill in the gaps.</a:t>
            </a:r>
            <a:endParaRPr sz="1800"/>
          </a:p>
          <a:p>
            <a:pPr indent="0" lvl="0" marL="0" rtl="0" algn="l">
              <a:spcBef>
                <a:spcPts val="1000"/>
              </a:spcBef>
              <a:spcAft>
                <a:spcPts val="0"/>
              </a:spcAft>
              <a:buNone/>
            </a:pPr>
            <a:r>
              <a:t/>
            </a:r>
            <a:endParaRPr sz="100"/>
          </a:p>
          <a:p>
            <a:pPr indent="-342900" lvl="0" marL="457200" rtl="0" algn="l">
              <a:spcBef>
                <a:spcPts val="1000"/>
              </a:spcBef>
              <a:spcAft>
                <a:spcPts val="0"/>
              </a:spcAft>
              <a:buSzPts val="1800"/>
              <a:buAutoNum type="alphaLcParenR"/>
            </a:pPr>
            <a:r>
              <a:t/>
            </a:r>
            <a:endParaRPr sz="1800"/>
          </a:p>
          <a:p>
            <a:pPr indent="0" lvl="0" marL="457200" rtl="0" algn="l">
              <a:spcBef>
                <a:spcPts val="1000"/>
              </a:spcBef>
              <a:spcAft>
                <a:spcPts val="0"/>
              </a:spcAft>
              <a:buNone/>
            </a:pPr>
            <a:r>
              <a:rPr lang="en-GB" sz="1800"/>
              <a:t>Cat </a:t>
            </a:r>
            <a:r>
              <a:rPr lang="en-GB" sz="1800"/>
              <a:t>× 3  =  Dog          For every cat, there are 3 dogs</a:t>
            </a:r>
            <a:endParaRPr sz="1800"/>
          </a:p>
          <a:p>
            <a:pPr indent="0" lvl="0" marL="0" rtl="0" algn="l">
              <a:spcBef>
                <a:spcPts val="1000"/>
              </a:spcBef>
              <a:spcAft>
                <a:spcPts val="0"/>
              </a:spcAft>
              <a:buNone/>
            </a:pPr>
            <a:r>
              <a:t/>
            </a:r>
            <a:endParaRPr sz="1800"/>
          </a:p>
          <a:p>
            <a:pPr indent="-342900" lvl="0" marL="457200" rtl="0" algn="l">
              <a:spcBef>
                <a:spcPts val="1000"/>
              </a:spcBef>
              <a:spcAft>
                <a:spcPts val="0"/>
              </a:spcAft>
              <a:buSzPts val="1800"/>
              <a:buAutoNum type="alphaLcParenR"/>
            </a:pPr>
            <a:r>
              <a:t/>
            </a:r>
            <a:endParaRPr sz="1800"/>
          </a:p>
          <a:p>
            <a:pPr indent="0" lvl="0" marL="457200" rtl="0" algn="l">
              <a:spcBef>
                <a:spcPts val="1000"/>
              </a:spcBef>
              <a:spcAft>
                <a:spcPts val="0"/>
              </a:spcAft>
              <a:buNone/>
            </a:pPr>
            <a:r>
              <a:rPr lang="en-GB" sz="1800"/>
              <a:t>Present ×    =  Heart         For every present, there are      hearts</a:t>
            </a:r>
            <a:endParaRPr sz="1800"/>
          </a:p>
          <a:p>
            <a:pPr indent="0" lvl="0" marL="457200" rtl="0" algn="l">
              <a:spcBef>
                <a:spcPts val="1000"/>
              </a:spcBef>
              <a:spcAft>
                <a:spcPts val="0"/>
              </a:spcAft>
              <a:buNone/>
            </a:pPr>
            <a:r>
              <a:t/>
            </a:r>
            <a:endParaRPr sz="1800"/>
          </a:p>
          <a:p>
            <a:pPr indent="-342900" lvl="0" marL="457200" rtl="0" algn="l">
              <a:spcBef>
                <a:spcPts val="1000"/>
              </a:spcBef>
              <a:spcAft>
                <a:spcPts val="0"/>
              </a:spcAft>
              <a:buSzPts val="1800"/>
              <a:buAutoNum type="alphaLcParenR"/>
            </a:pPr>
            <a:r>
              <a:t/>
            </a:r>
            <a:endParaRPr sz="1800"/>
          </a:p>
          <a:p>
            <a:pPr indent="0" lvl="0" marL="457200" rtl="0" algn="l">
              <a:spcBef>
                <a:spcPts val="1000"/>
              </a:spcBef>
              <a:spcAft>
                <a:spcPts val="1000"/>
              </a:spcAft>
              <a:buNone/>
            </a:pPr>
            <a:r>
              <a:rPr lang="en-GB" sz="1800"/>
              <a:t>Apple × 2  =  Orange           For every apple, there are 2  oranges</a:t>
            </a:r>
            <a:endParaRPr sz="1800"/>
          </a:p>
        </p:txBody>
      </p:sp>
      <p:sp>
        <p:nvSpPr>
          <p:cNvPr id="2129" name="Google Shape;2129;p16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Multiplicative relationships as fractions</a:t>
            </a:r>
            <a:endParaRPr/>
          </a:p>
          <a:p>
            <a:pPr indent="0" lvl="0" marL="0" rtl="0" algn="l">
              <a:spcBef>
                <a:spcPts val="1000"/>
              </a:spcBef>
              <a:spcAft>
                <a:spcPts val="1000"/>
              </a:spcAft>
              <a:buNone/>
            </a:pPr>
            <a:r>
              <a:t/>
            </a:r>
            <a:endParaRPr/>
          </a:p>
        </p:txBody>
      </p:sp>
      <p:graphicFrame>
        <p:nvGraphicFramePr>
          <p:cNvPr id="2130" name="Google Shape;2130;p163"/>
          <p:cNvGraphicFramePr/>
          <p:nvPr/>
        </p:nvGraphicFramePr>
        <p:xfrm>
          <a:off x="833375" y="3774575"/>
          <a:ext cx="3000000" cy="3000000"/>
        </p:xfrm>
        <a:graphic>
          <a:graphicData uri="http://schemas.openxmlformats.org/drawingml/2006/table">
            <a:tbl>
              <a:tblPr>
                <a:noFill/>
                <a:tableStyleId>{B9391551-2877-4EA5-9AC9-840A8582D54C}</a:tableStyleId>
              </a:tblPr>
              <a:tblGrid>
                <a:gridCol w="501375"/>
                <a:gridCol w="501375"/>
                <a:gridCol w="501375"/>
                <a:gridCol w="501375"/>
                <a:gridCol w="501375"/>
                <a:gridCol w="501375"/>
              </a:tblGrid>
              <a:tr h="340025">
                <a:tc>
                  <a:txBody>
                    <a:bodyPr/>
                    <a:lstStyle/>
                    <a:p>
                      <a:pPr indent="0" lvl="0" marL="0" rtl="0" algn="ctr">
                        <a:spcBef>
                          <a:spcPts val="0"/>
                        </a:spcBef>
                        <a:spcAft>
                          <a:spcPts val="0"/>
                        </a:spcAft>
                        <a:buNone/>
                      </a:pPr>
                      <a:r>
                        <a:rPr lang="en-GB" sz="3000">
                          <a:latin typeface="Lexend"/>
                          <a:ea typeface="Lexend"/>
                          <a:cs typeface="Lexend"/>
                          <a:sym typeface="Lexend"/>
                        </a:rPr>
                        <a:t>A</a:t>
                      </a:r>
                      <a:endParaRPr sz="30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latin typeface="Lexend"/>
                          <a:ea typeface="Lexend"/>
                          <a:cs typeface="Lexend"/>
                          <a:sym typeface="Lexend"/>
                        </a:rPr>
                        <a:t>O</a:t>
                      </a:r>
                      <a:endParaRPr sz="30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latin typeface="Lexend"/>
                          <a:ea typeface="Lexend"/>
                          <a:cs typeface="Lexend"/>
                          <a:sym typeface="Lexend"/>
                        </a:rPr>
                        <a:t>A</a:t>
                      </a:r>
                      <a:endParaRPr sz="30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latin typeface="Lexend"/>
                          <a:ea typeface="Lexend"/>
                          <a:cs typeface="Lexend"/>
                          <a:sym typeface="Lexend"/>
                        </a:rPr>
                        <a:t>O</a:t>
                      </a:r>
                      <a:endParaRPr sz="3000">
                        <a:solidFill>
                          <a:schemeClr val="dk1"/>
                        </a:solidFill>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latin typeface="Lexend"/>
                          <a:ea typeface="Lexend"/>
                          <a:cs typeface="Lexend"/>
                          <a:sym typeface="Lexend"/>
                        </a:rPr>
                        <a:t>O</a:t>
                      </a:r>
                      <a:endParaRPr sz="30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latin typeface="Lexend"/>
                          <a:ea typeface="Lexend"/>
                          <a:cs typeface="Lexend"/>
                          <a:sym typeface="Lexend"/>
                        </a:rPr>
                        <a:t>O</a:t>
                      </a:r>
                      <a:endParaRPr sz="30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r>
            </a:tbl>
          </a:graphicData>
        </a:graphic>
      </p:graphicFrame>
      <p:sp>
        <p:nvSpPr>
          <p:cNvPr id="2131" name="Google Shape;2131;p163"/>
          <p:cNvSpPr txBox="1"/>
          <p:nvPr/>
        </p:nvSpPr>
        <p:spPr>
          <a:xfrm>
            <a:off x="3949550" y="3703725"/>
            <a:ext cx="4199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Fraction of oranges</a:t>
            </a:r>
            <a:r>
              <a:rPr lang="en-GB" sz="1800">
                <a:solidFill>
                  <a:schemeClr val="dk1"/>
                </a:solidFill>
                <a:latin typeface="Lexend"/>
                <a:ea typeface="Lexend"/>
                <a:cs typeface="Lexend"/>
                <a:sym typeface="Lexend"/>
              </a:rPr>
              <a:t> =</a:t>
            </a:r>
            <a:endParaRPr/>
          </a:p>
        </p:txBody>
      </p:sp>
      <p:pic>
        <p:nvPicPr>
          <p:cNvPr descr="&lt;math xmlns=&quot;http://www.w3.org/1998/Math/MathML&quot; display=&quot;block&quot; data-is-equatio=&quot;1&quot; data-latex=&quot;\frac{4}{6}=\frac{2}{3}&quot;&gt;&lt;mfrac&gt;&lt;mn&gt;4&lt;/mn&gt;&lt;mn&gt;6&lt;/mn&gt;&lt;/mfrac&gt;&lt;mo&gt;=&lt;/mo&gt;&lt;mfrac&gt;&lt;mn&gt;2&lt;/mn&gt;&lt;mn&gt;3&lt;/mn&gt;&lt;/mfrac&gt;&lt;/math&gt;" id="2132" name="Google Shape;2132;p163" title="four sixths equals two thirds"/>
          <p:cNvPicPr preferRelativeResize="0"/>
          <p:nvPr/>
        </p:nvPicPr>
        <p:blipFill rotWithShape="1">
          <a:blip r:embed="rId3">
            <a:alphaModFix/>
          </a:blip>
          <a:srcRect b="0" l="0" r="65162" t="0"/>
          <a:stretch/>
        </p:blipFill>
        <p:spPr>
          <a:xfrm>
            <a:off x="6519750" y="3617900"/>
            <a:ext cx="290400" cy="633350"/>
          </a:xfrm>
          <a:prstGeom prst="rect">
            <a:avLst/>
          </a:prstGeom>
          <a:noFill/>
          <a:ln>
            <a:noFill/>
          </a:ln>
        </p:spPr>
      </p:pic>
      <p:graphicFrame>
        <p:nvGraphicFramePr>
          <p:cNvPr id="2133" name="Google Shape;2133;p163"/>
          <p:cNvGraphicFramePr/>
          <p:nvPr/>
        </p:nvGraphicFramePr>
        <p:xfrm>
          <a:off x="770075" y="2495550"/>
          <a:ext cx="3000000" cy="3000000"/>
        </p:xfrm>
        <a:graphic>
          <a:graphicData uri="http://schemas.openxmlformats.org/drawingml/2006/table">
            <a:tbl>
              <a:tblPr>
                <a:noFill/>
                <a:tableStyleId>{B9391551-2877-4EA5-9AC9-840A8582D54C}</a:tableStyleId>
              </a:tblPr>
              <a:tblGrid>
                <a:gridCol w="471825"/>
                <a:gridCol w="471825"/>
                <a:gridCol w="471825"/>
                <a:gridCol w="471825"/>
                <a:gridCol w="471825"/>
                <a:gridCol w="471825"/>
                <a:gridCol w="471825"/>
              </a:tblGrid>
              <a:tr h="340025">
                <a:tc>
                  <a:txBody>
                    <a:bodyPr/>
                    <a:lstStyle/>
                    <a:p>
                      <a:pPr indent="0" lvl="0" marL="0" rtl="0" algn="ctr">
                        <a:spcBef>
                          <a:spcPts val="0"/>
                        </a:spcBef>
                        <a:spcAft>
                          <a:spcPts val="0"/>
                        </a:spcAft>
                        <a:buClr>
                          <a:schemeClr val="dk1"/>
                        </a:buClr>
                        <a:buSzPts val="1100"/>
                        <a:buFont typeface="Arial"/>
                        <a:buNone/>
                      </a:pPr>
                      <a:r>
                        <a:rPr lang="en-GB" sz="2700">
                          <a:solidFill>
                            <a:schemeClr val="dk1"/>
                          </a:solidFill>
                          <a:latin typeface="Lexend"/>
                          <a:ea typeface="Lexend"/>
                          <a:cs typeface="Lexend"/>
                          <a:sym typeface="Lexend"/>
                        </a:rPr>
                        <a:t>P</a:t>
                      </a:r>
                      <a:endParaRPr sz="27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700">
                          <a:solidFill>
                            <a:schemeClr val="dk1"/>
                          </a:solidFill>
                          <a:latin typeface="Lexend"/>
                          <a:ea typeface="Lexend"/>
                          <a:cs typeface="Lexend"/>
                          <a:sym typeface="Lexend"/>
                        </a:rPr>
                        <a:t>P</a:t>
                      </a:r>
                      <a:endParaRPr sz="27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700">
                          <a:solidFill>
                            <a:schemeClr val="dk1"/>
                          </a:solidFill>
                          <a:latin typeface="Lexend"/>
                          <a:ea typeface="Lexend"/>
                          <a:cs typeface="Lexend"/>
                          <a:sym typeface="Lexend"/>
                        </a:rPr>
                        <a:t>H</a:t>
                      </a:r>
                      <a:endParaRPr sz="27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Clr>
                          <a:schemeClr val="dk1"/>
                        </a:buClr>
                        <a:buSzPts val="1100"/>
                        <a:buFont typeface="Arial"/>
                        <a:buNone/>
                      </a:pPr>
                      <a:r>
                        <a:rPr lang="en-GB" sz="2700">
                          <a:solidFill>
                            <a:schemeClr val="dk1"/>
                          </a:solidFill>
                          <a:latin typeface="Lexend"/>
                          <a:ea typeface="Lexend"/>
                          <a:cs typeface="Lexend"/>
                          <a:sym typeface="Lexend"/>
                        </a:rPr>
                        <a:t>H</a:t>
                      </a:r>
                      <a:endParaRPr sz="2700">
                        <a:solidFill>
                          <a:schemeClr val="dk1"/>
                        </a:solidFill>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rPr lang="en-GB" sz="2700">
                          <a:solidFill>
                            <a:schemeClr val="dk1"/>
                          </a:solidFill>
                          <a:latin typeface="Lexend"/>
                          <a:ea typeface="Lexend"/>
                          <a:cs typeface="Lexend"/>
                          <a:sym typeface="Lexend"/>
                        </a:rPr>
                        <a:t>H</a:t>
                      </a:r>
                      <a:endParaRPr sz="2700">
                        <a:solidFill>
                          <a:schemeClr val="dk1"/>
                        </a:solidFill>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rPr lang="en-GB" sz="2700">
                          <a:solidFill>
                            <a:schemeClr val="dk1"/>
                          </a:solidFill>
                          <a:latin typeface="Lexend"/>
                          <a:ea typeface="Lexend"/>
                          <a:cs typeface="Lexend"/>
                          <a:sym typeface="Lexend"/>
                        </a:rPr>
                        <a:t>H</a:t>
                      </a:r>
                      <a:endParaRPr sz="27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rPr lang="en-GB" sz="2700">
                          <a:solidFill>
                            <a:schemeClr val="dk1"/>
                          </a:solidFill>
                          <a:latin typeface="Lexend"/>
                          <a:ea typeface="Lexend"/>
                          <a:cs typeface="Lexend"/>
                          <a:sym typeface="Lexend"/>
                        </a:rPr>
                        <a:t>H</a:t>
                      </a:r>
                      <a:endParaRPr sz="27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r>
            </a:tbl>
          </a:graphicData>
        </a:graphic>
      </p:graphicFrame>
      <p:pic>
        <p:nvPicPr>
          <p:cNvPr descr="&lt;math xmlns=&quot;http://www.w3.org/1998/Math/MathML&quot; display=&quot;block&quot; data-is-equatio=&quot;1&quot; data-latex=&quot;\frac{5}{2}&quot;&gt;&lt;mfrac&gt;&lt;mn&gt;5&lt;/mn&gt;&lt;mn&gt;2&lt;/mn&gt;&lt;/mfrac&gt;&lt;/math&gt;" id="2134" name="Google Shape;2134;p163" title="five halves"/>
          <p:cNvPicPr preferRelativeResize="0"/>
          <p:nvPr/>
        </p:nvPicPr>
        <p:blipFill>
          <a:blip r:embed="rId4">
            <a:alphaModFix/>
          </a:blip>
          <a:stretch>
            <a:fillRect/>
          </a:stretch>
        </p:blipFill>
        <p:spPr>
          <a:xfrm>
            <a:off x="1827709" y="3003125"/>
            <a:ext cx="169275" cy="549075"/>
          </a:xfrm>
          <a:prstGeom prst="rect">
            <a:avLst/>
          </a:prstGeom>
          <a:noFill/>
          <a:ln>
            <a:noFill/>
          </a:ln>
        </p:spPr>
      </p:pic>
      <p:pic>
        <p:nvPicPr>
          <p:cNvPr descr="&lt;math xmlns=&quot;http://www.w3.org/1998/Math/MathML&quot; display=&quot;block&quot; data-is-equatio=&quot;1&quot; data-latex=&quot;\frac{5}{2}&quot;&gt;&lt;mfrac&gt;&lt;mn&gt;5&lt;/mn&gt;&lt;mn&gt;2&lt;/mn&gt;&lt;/mfrac&gt;&lt;/math&gt;" id="2135" name="Google Shape;2135;p163" title="five halves"/>
          <p:cNvPicPr preferRelativeResize="0"/>
          <p:nvPr/>
        </p:nvPicPr>
        <p:blipFill>
          <a:blip r:embed="rId4">
            <a:alphaModFix/>
          </a:blip>
          <a:stretch>
            <a:fillRect/>
          </a:stretch>
        </p:blipFill>
        <p:spPr>
          <a:xfrm>
            <a:off x="6721384" y="2911875"/>
            <a:ext cx="169275" cy="549075"/>
          </a:xfrm>
          <a:prstGeom prst="rect">
            <a:avLst/>
          </a:prstGeom>
          <a:noFill/>
          <a:ln>
            <a:noFill/>
          </a:ln>
        </p:spPr>
      </p:pic>
      <p:sp>
        <p:nvSpPr>
          <p:cNvPr id="2136" name="Google Shape;2136;p163"/>
          <p:cNvSpPr txBox="1"/>
          <p:nvPr/>
        </p:nvSpPr>
        <p:spPr>
          <a:xfrm>
            <a:off x="4225625" y="2340900"/>
            <a:ext cx="4199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Fraction of hearts =</a:t>
            </a:r>
            <a:endParaRPr/>
          </a:p>
        </p:txBody>
      </p:sp>
      <p:pic>
        <p:nvPicPr>
          <p:cNvPr descr="&lt;math xmlns=&quot;http://www.w3.org/1998/Math/MathML&quot; display=&quot;block&quot; data-is-equatio=&quot;1&quot; data-latex=&quot;\frac{5}{7}&quot;&gt;&lt;mfrac&gt;&lt;mn&gt;5&lt;/mn&gt;&lt;mn&gt;7&lt;/mn&gt;&lt;/mfrac&gt;&lt;/math&gt;" id="2137" name="Google Shape;2137;p163" title="five sevenths"/>
          <p:cNvPicPr preferRelativeResize="0"/>
          <p:nvPr/>
        </p:nvPicPr>
        <p:blipFill>
          <a:blip r:embed="rId5">
            <a:alphaModFix/>
          </a:blip>
          <a:stretch>
            <a:fillRect/>
          </a:stretch>
        </p:blipFill>
        <p:spPr>
          <a:xfrm>
            <a:off x="6585200" y="2297425"/>
            <a:ext cx="169275" cy="540070"/>
          </a:xfrm>
          <a:prstGeom prst="rect">
            <a:avLst/>
          </a:prstGeom>
          <a:noFill/>
          <a:ln>
            <a:noFill/>
          </a:ln>
        </p:spPr>
      </p:pic>
      <p:graphicFrame>
        <p:nvGraphicFramePr>
          <p:cNvPr id="2138" name="Google Shape;2138;p163"/>
          <p:cNvGraphicFramePr/>
          <p:nvPr/>
        </p:nvGraphicFramePr>
        <p:xfrm>
          <a:off x="770075" y="1169700"/>
          <a:ext cx="3000000" cy="3000000"/>
        </p:xfrm>
        <a:graphic>
          <a:graphicData uri="http://schemas.openxmlformats.org/drawingml/2006/table">
            <a:tbl>
              <a:tblPr>
                <a:noFill/>
                <a:tableStyleId>{B9391551-2877-4EA5-9AC9-840A8582D54C}</a:tableStyleId>
              </a:tblPr>
              <a:tblGrid>
                <a:gridCol w="543650"/>
                <a:gridCol w="543650"/>
                <a:gridCol w="543650"/>
                <a:gridCol w="543650"/>
              </a:tblGrid>
              <a:tr h="340025">
                <a:tc>
                  <a:txBody>
                    <a:bodyPr/>
                    <a:lstStyle/>
                    <a:p>
                      <a:pPr indent="0" lvl="0" marL="0" rtl="0" algn="ctr">
                        <a:spcBef>
                          <a:spcPts val="0"/>
                        </a:spcBef>
                        <a:spcAft>
                          <a:spcPts val="0"/>
                        </a:spcAft>
                        <a:buNone/>
                      </a:pPr>
                      <a:r>
                        <a:rPr lang="en-GB" sz="3300">
                          <a:solidFill>
                            <a:schemeClr val="dk1"/>
                          </a:solidFill>
                          <a:latin typeface="Lexend"/>
                          <a:ea typeface="Lexend"/>
                          <a:cs typeface="Lexend"/>
                          <a:sym typeface="Lexend"/>
                        </a:rPr>
                        <a:t>C</a:t>
                      </a:r>
                      <a:endParaRPr sz="33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3300">
                          <a:solidFill>
                            <a:schemeClr val="dk1"/>
                          </a:solidFill>
                          <a:latin typeface="Lexend"/>
                          <a:ea typeface="Lexend"/>
                          <a:cs typeface="Lexend"/>
                          <a:sym typeface="Lexend"/>
                        </a:rPr>
                        <a:t>D</a:t>
                      </a:r>
                      <a:endParaRPr sz="3300">
                        <a:solidFill>
                          <a:schemeClr val="dk1"/>
                        </a:solidFill>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n-GB" sz="3300">
                          <a:solidFill>
                            <a:schemeClr val="dk1"/>
                          </a:solidFill>
                          <a:latin typeface="Lexend"/>
                          <a:ea typeface="Lexend"/>
                          <a:cs typeface="Lexend"/>
                          <a:sym typeface="Lexend"/>
                        </a:rPr>
                        <a:t>D</a:t>
                      </a:r>
                      <a:endParaRPr sz="33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n-GB" sz="3300">
                          <a:solidFill>
                            <a:schemeClr val="dk1"/>
                          </a:solidFill>
                          <a:latin typeface="Lexend"/>
                          <a:ea typeface="Lexend"/>
                          <a:cs typeface="Lexend"/>
                          <a:sym typeface="Lexend"/>
                        </a:rPr>
                        <a:t>D</a:t>
                      </a:r>
                      <a:endParaRPr sz="33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EFEFEF"/>
                    </a:solidFill>
                  </a:tcPr>
                </a:tc>
              </a:tr>
            </a:tbl>
          </a:graphicData>
        </a:graphic>
      </p:graphicFrame>
      <p:sp>
        <p:nvSpPr>
          <p:cNvPr id="2139" name="Google Shape;2139;p163"/>
          <p:cNvSpPr txBox="1"/>
          <p:nvPr/>
        </p:nvSpPr>
        <p:spPr>
          <a:xfrm>
            <a:off x="3006425" y="1197900"/>
            <a:ext cx="4199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Fraction of dogs =</a:t>
            </a:r>
            <a:endParaRPr/>
          </a:p>
        </p:txBody>
      </p:sp>
      <p:pic>
        <p:nvPicPr>
          <p:cNvPr descr="&lt;math xmlns=&quot;http://www.w3.org/1998/Math/MathML&quot; display=&quot;block&quot; data-is-equatio=&quot;1&quot; data-latex=&quot;\frac{3}{4}&quot;&gt;&lt;mfrac&gt;&lt;mn&gt;3&lt;/mn&gt;&lt;mn&gt;4&lt;/mn&gt;&lt;/mfrac&gt;&lt;/math&gt;" id="2140" name="Google Shape;2140;p163" title="three fourths"/>
          <p:cNvPicPr preferRelativeResize="0"/>
          <p:nvPr/>
        </p:nvPicPr>
        <p:blipFill>
          <a:blip r:embed="rId6">
            <a:alphaModFix/>
          </a:blip>
          <a:stretch>
            <a:fillRect/>
          </a:stretch>
        </p:blipFill>
        <p:spPr>
          <a:xfrm>
            <a:off x="5160100" y="1196149"/>
            <a:ext cx="169275" cy="539288"/>
          </a:xfrm>
          <a:prstGeom prst="rect">
            <a:avLst/>
          </a:prstGeom>
          <a:noFill/>
          <a:ln>
            <a:noFill/>
          </a:ln>
        </p:spPr>
      </p:pic>
      <p:sp>
        <p:nvSpPr>
          <p:cNvPr id="2141" name="Google Shape;2141;p163"/>
          <p:cNvSpPr/>
          <p:nvPr/>
        </p:nvSpPr>
        <p:spPr>
          <a:xfrm>
            <a:off x="5143500" y="1552275"/>
            <a:ext cx="290400" cy="231300"/>
          </a:xfrm>
          <a:prstGeom prst="rect">
            <a:avLst/>
          </a:prstGeom>
          <a:solidFill>
            <a:schemeClr val="lt1"/>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42" name="Google Shape;2142;p163"/>
          <p:cNvSpPr/>
          <p:nvPr/>
        </p:nvSpPr>
        <p:spPr>
          <a:xfrm>
            <a:off x="5143500" y="1169700"/>
            <a:ext cx="290400" cy="231300"/>
          </a:xfrm>
          <a:prstGeom prst="rect">
            <a:avLst/>
          </a:prstGeom>
          <a:solidFill>
            <a:schemeClr val="lt1"/>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43" name="Google Shape;2143;p163"/>
          <p:cNvSpPr/>
          <p:nvPr/>
        </p:nvSpPr>
        <p:spPr>
          <a:xfrm>
            <a:off x="6524638" y="2643100"/>
            <a:ext cx="290400" cy="231300"/>
          </a:xfrm>
          <a:prstGeom prst="rect">
            <a:avLst/>
          </a:prstGeom>
          <a:solidFill>
            <a:schemeClr val="lt1"/>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44" name="Google Shape;2144;p163"/>
          <p:cNvSpPr/>
          <p:nvPr/>
        </p:nvSpPr>
        <p:spPr>
          <a:xfrm>
            <a:off x="6524638" y="2260525"/>
            <a:ext cx="290400" cy="231300"/>
          </a:xfrm>
          <a:prstGeom prst="rect">
            <a:avLst/>
          </a:prstGeom>
          <a:solidFill>
            <a:schemeClr val="lt1"/>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45" name="Google Shape;2145;p163"/>
          <p:cNvSpPr/>
          <p:nvPr/>
        </p:nvSpPr>
        <p:spPr>
          <a:xfrm>
            <a:off x="6660813" y="3285888"/>
            <a:ext cx="290400" cy="231300"/>
          </a:xfrm>
          <a:prstGeom prst="rect">
            <a:avLst/>
          </a:prstGeom>
          <a:solidFill>
            <a:schemeClr val="lt1"/>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46" name="Google Shape;2146;p163"/>
          <p:cNvSpPr/>
          <p:nvPr/>
        </p:nvSpPr>
        <p:spPr>
          <a:xfrm>
            <a:off x="6660813" y="2903313"/>
            <a:ext cx="290400" cy="231300"/>
          </a:xfrm>
          <a:prstGeom prst="rect">
            <a:avLst/>
          </a:prstGeom>
          <a:solidFill>
            <a:schemeClr val="lt1"/>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47" name="Google Shape;2147;p163"/>
          <p:cNvSpPr/>
          <p:nvPr/>
        </p:nvSpPr>
        <p:spPr>
          <a:xfrm>
            <a:off x="6472455" y="4043396"/>
            <a:ext cx="290400" cy="231300"/>
          </a:xfrm>
          <a:prstGeom prst="rect">
            <a:avLst/>
          </a:prstGeom>
          <a:solidFill>
            <a:schemeClr val="lt1"/>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48" name="Google Shape;2148;p163"/>
          <p:cNvSpPr/>
          <p:nvPr/>
        </p:nvSpPr>
        <p:spPr>
          <a:xfrm>
            <a:off x="6472450" y="3617901"/>
            <a:ext cx="290400" cy="274200"/>
          </a:xfrm>
          <a:prstGeom prst="rect">
            <a:avLst/>
          </a:prstGeom>
          <a:solidFill>
            <a:schemeClr val="lt1"/>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49" name="Google Shape;2149;p163"/>
          <p:cNvSpPr/>
          <p:nvPr/>
        </p:nvSpPr>
        <p:spPr>
          <a:xfrm>
            <a:off x="1391571" y="1814008"/>
            <a:ext cx="234600" cy="231300"/>
          </a:xfrm>
          <a:prstGeom prst="rect">
            <a:avLst/>
          </a:prstGeom>
          <a:solidFill>
            <a:schemeClr val="lt1"/>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50" name="Google Shape;2150;p163"/>
          <p:cNvSpPr/>
          <p:nvPr/>
        </p:nvSpPr>
        <p:spPr>
          <a:xfrm>
            <a:off x="5615755" y="1814008"/>
            <a:ext cx="234600" cy="231300"/>
          </a:xfrm>
          <a:prstGeom prst="rect">
            <a:avLst/>
          </a:prstGeom>
          <a:solidFill>
            <a:schemeClr val="lt1"/>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51" name="Google Shape;2151;p163"/>
          <p:cNvSpPr/>
          <p:nvPr/>
        </p:nvSpPr>
        <p:spPr>
          <a:xfrm>
            <a:off x="1805755" y="3016616"/>
            <a:ext cx="234600" cy="231300"/>
          </a:xfrm>
          <a:prstGeom prst="rect">
            <a:avLst/>
          </a:prstGeom>
          <a:solidFill>
            <a:schemeClr val="lt1"/>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52" name="Google Shape;2152;p163"/>
          <p:cNvSpPr/>
          <p:nvPr/>
        </p:nvSpPr>
        <p:spPr>
          <a:xfrm>
            <a:off x="1805755" y="3354600"/>
            <a:ext cx="234600" cy="231300"/>
          </a:xfrm>
          <a:prstGeom prst="rect">
            <a:avLst/>
          </a:prstGeom>
          <a:solidFill>
            <a:schemeClr val="lt1"/>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53" name="Google Shape;2153;p163"/>
          <p:cNvSpPr/>
          <p:nvPr/>
        </p:nvSpPr>
        <p:spPr>
          <a:xfrm>
            <a:off x="1626931" y="4456120"/>
            <a:ext cx="234600" cy="231300"/>
          </a:xfrm>
          <a:prstGeom prst="rect">
            <a:avLst/>
          </a:prstGeom>
          <a:solidFill>
            <a:schemeClr val="lt1"/>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54" name="Google Shape;2154;p163"/>
          <p:cNvSpPr/>
          <p:nvPr/>
        </p:nvSpPr>
        <p:spPr>
          <a:xfrm>
            <a:off x="6588227" y="4456120"/>
            <a:ext cx="234600" cy="231300"/>
          </a:xfrm>
          <a:prstGeom prst="rect">
            <a:avLst/>
          </a:prstGeom>
          <a:solidFill>
            <a:schemeClr val="lt1"/>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8" name="Shape 2158"/>
        <p:cNvGrpSpPr/>
        <p:nvPr/>
      </p:nvGrpSpPr>
      <p:grpSpPr>
        <a:xfrm>
          <a:off x="0" y="0"/>
          <a:ext cx="0" cy="0"/>
          <a:chOff x="0" y="0"/>
          <a:chExt cx="0" cy="0"/>
        </a:xfrm>
      </p:grpSpPr>
      <p:sp>
        <p:nvSpPr>
          <p:cNvPr id="2159" name="Google Shape;2159;p164"/>
          <p:cNvSpPr/>
          <p:nvPr/>
        </p:nvSpPr>
        <p:spPr>
          <a:xfrm>
            <a:off x="2638200" y="1594375"/>
            <a:ext cx="1592700" cy="1543200"/>
          </a:xfrm>
          <a:prstGeom prst="flowChartAlternateProcess">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60" name="Google Shape;2160;p164"/>
          <p:cNvSpPr/>
          <p:nvPr/>
        </p:nvSpPr>
        <p:spPr>
          <a:xfrm>
            <a:off x="352200" y="1594384"/>
            <a:ext cx="2201400" cy="1543200"/>
          </a:xfrm>
          <a:prstGeom prst="flowChartAlternateProcess">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61" name="Google Shape;2161;p164"/>
          <p:cNvSpPr txBox="1"/>
          <p:nvPr>
            <p:ph idx="1" type="body"/>
          </p:nvPr>
        </p:nvSpPr>
        <p:spPr>
          <a:xfrm>
            <a:off x="400200" y="759300"/>
            <a:ext cx="8237700" cy="385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a:t>
            </a:r>
            <a:r>
              <a:rPr lang="en-GB" sz="1800"/>
              <a:t>There are four types of smoothies for sale, all containing strawberries, apples and banana.</a:t>
            </a:r>
            <a:endParaRPr sz="1800"/>
          </a:p>
        </p:txBody>
      </p:sp>
      <p:sp>
        <p:nvSpPr>
          <p:cNvPr id="2162" name="Google Shape;2162;p16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Multiplicative relationships as fractions</a:t>
            </a:r>
            <a:endParaRPr/>
          </a:p>
        </p:txBody>
      </p:sp>
      <p:sp>
        <p:nvSpPr>
          <p:cNvPr id="2163" name="Google Shape;2163;p164"/>
          <p:cNvSpPr txBox="1"/>
          <p:nvPr/>
        </p:nvSpPr>
        <p:spPr>
          <a:xfrm>
            <a:off x="456300" y="1660800"/>
            <a:ext cx="1999200" cy="134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For every strawberry, there are 2 slices of apples and 5 slices of banana. </a:t>
            </a:r>
            <a:endParaRPr sz="1800">
              <a:solidFill>
                <a:schemeClr val="dk1"/>
              </a:solidFill>
              <a:latin typeface="Lexend"/>
              <a:ea typeface="Lexend"/>
              <a:cs typeface="Lexend"/>
              <a:sym typeface="Lexend"/>
            </a:endParaRPr>
          </a:p>
        </p:txBody>
      </p:sp>
      <p:sp>
        <p:nvSpPr>
          <p:cNvPr id="2164" name="Google Shape;2164;p164"/>
          <p:cNvSpPr txBox="1"/>
          <p:nvPr/>
        </p:nvSpPr>
        <p:spPr>
          <a:xfrm>
            <a:off x="2818500" y="1889400"/>
            <a:ext cx="1592700" cy="67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All fruit is equally split.</a:t>
            </a:r>
            <a:endParaRPr sz="1800">
              <a:solidFill>
                <a:schemeClr val="dk1"/>
              </a:solidFill>
              <a:latin typeface="Lexend"/>
              <a:ea typeface="Lexend"/>
              <a:cs typeface="Lexend"/>
              <a:sym typeface="Lexend"/>
            </a:endParaRPr>
          </a:p>
        </p:txBody>
      </p:sp>
      <p:sp>
        <p:nvSpPr>
          <p:cNvPr id="2165" name="Google Shape;2165;p164"/>
          <p:cNvSpPr txBox="1"/>
          <p:nvPr>
            <p:ph idx="1" type="body"/>
          </p:nvPr>
        </p:nvSpPr>
        <p:spPr>
          <a:xfrm>
            <a:off x="324000" y="3273900"/>
            <a:ext cx="8237700" cy="3855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lphaLcParenR"/>
            </a:pPr>
            <a:r>
              <a:rPr lang="en-GB" sz="1800"/>
              <a:t>Jacob likes strawberries, which smoothie should he pick?</a:t>
            </a:r>
            <a:endParaRPr sz="1800"/>
          </a:p>
          <a:p>
            <a:pPr indent="-342900" lvl="0" marL="457200" rtl="0" algn="l">
              <a:spcBef>
                <a:spcPts val="0"/>
              </a:spcBef>
              <a:spcAft>
                <a:spcPts val="0"/>
              </a:spcAft>
              <a:buSzPts val="1800"/>
              <a:buAutoNum type="alphaLcParenR"/>
            </a:pPr>
            <a:r>
              <a:rPr lang="en-GB" sz="1800"/>
              <a:t>Sofia likes apple, which smoothie should she pick?</a:t>
            </a:r>
            <a:endParaRPr sz="1800"/>
          </a:p>
          <a:p>
            <a:pPr indent="-342900" lvl="0" marL="457200" rtl="0" algn="l">
              <a:spcBef>
                <a:spcPts val="0"/>
              </a:spcBef>
              <a:spcAft>
                <a:spcPts val="0"/>
              </a:spcAft>
              <a:buSzPts val="1800"/>
              <a:buAutoNum type="alphaLcParenR"/>
            </a:pPr>
            <a:r>
              <a:rPr lang="en-GB" sz="1800"/>
              <a:t>Which smoothie has the least banana?</a:t>
            </a:r>
            <a:endParaRPr sz="1800"/>
          </a:p>
          <a:p>
            <a:pPr indent="-342900" lvl="0" marL="457200" rtl="0" algn="l">
              <a:spcBef>
                <a:spcPts val="0"/>
              </a:spcBef>
              <a:spcAft>
                <a:spcPts val="0"/>
              </a:spcAft>
              <a:buSzPts val="1800"/>
              <a:buAutoNum type="alphaLcParenR"/>
            </a:pPr>
            <a:r>
              <a:rPr lang="en-GB" sz="1800"/>
              <a:t>Create your own smoothie so the ratio of banana &gt; ratio of apple &gt; ratio of strawberries.</a:t>
            </a:r>
            <a:endParaRPr sz="1800"/>
          </a:p>
        </p:txBody>
      </p:sp>
      <p:sp>
        <p:nvSpPr>
          <p:cNvPr id="2166" name="Google Shape;2166;p164"/>
          <p:cNvSpPr/>
          <p:nvPr/>
        </p:nvSpPr>
        <p:spPr>
          <a:xfrm>
            <a:off x="6842650" y="1594375"/>
            <a:ext cx="1893000" cy="1543200"/>
          </a:xfrm>
          <a:prstGeom prst="flowChartAlternateProcess">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67" name="Google Shape;2167;p164"/>
          <p:cNvSpPr/>
          <p:nvPr/>
        </p:nvSpPr>
        <p:spPr>
          <a:xfrm>
            <a:off x="4314600" y="1594375"/>
            <a:ext cx="2468400" cy="1543200"/>
          </a:xfrm>
          <a:prstGeom prst="flowChartAlternateProcess">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68" name="Google Shape;2168;p164"/>
          <p:cNvSpPr txBox="1"/>
          <p:nvPr/>
        </p:nvSpPr>
        <p:spPr>
          <a:xfrm>
            <a:off x="4486600" y="1650975"/>
            <a:ext cx="2296500" cy="134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Banana ×   = Apples</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For every strawberry, there are 2 slices of banana.</a:t>
            </a:r>
            <a:endParaRPr sz="1800">
              <a:solidFill>
                <a:schemeClr val="dk1"/>
              </a:solidFill>
              <a:latin typeface="Lexend"/>
              <a:ea typeface="Lexend"/>
              <a:cs typeface="Lexend"/>
              <a:sym typeface="Lexend"/>
            </a:endParaRPr>
          </a:p>
        </p:txBody>
      </p:sp>
      <p:sp>
        <p:nvSpPr>
          <p:cNvPr id="2169" name="Google Shape;2169;p164"/>
          <p:cNvSpPr txBox="1"/>
          <p:nvPr/>
        </p:nvSpPr>
        <p:spPr>
          <a:xfrm>
            <a:off x="6922500" y="1660800"/>
            <a:ext cx="1813200" cy="142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Apple and banana have the same ratio. Strawberry is 50% of banana.</a:t>
            </a:r>
            <a:endParaRPr sz="18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frac{1}{3}&quot;&gt;&lt;mfrac&gt;&lt;mn&gt;1&lt;/mn&gt;&lt;mn&gt;3&lt;/mn&gt;&lt;/mfrac&gt;&lt;/math&gt;" id="2170" name="Google Shape;2170;p164" title="one third"/>
          <p:cNvPicPr preferRelativeResize="0"/>
          <p:nvPr/>
        </p:nvPicPr>
        <p:blipFill>
          <a:blip r:embed="rId3">
            <a:alphaModFix/>
          </a:blip>
          <a:stretch>
            <a:fillRect/>
          </a:stretch>
        </p:blipFill>
        <p:spPr>
          <a:xfrm>
            <a:off x="5554096" y="1607672"/>
            <a:ext cx="145900" cy="482900"/>
          </a:xfrm>
          <a:prstGeom prst="rect">
            <a:avLst/>
          </a:prstGeom>
          <a:noFill/>
          <a:ln>
            <a:noFill/>
          </a:ln>
        </p:spPr>
      </p:pic>
      <p:sp>
        <p:nvSpPr>
          <p:cNvPr id="2171" name="Google Shape;2171;p164"/>
          <p:cNvSpPr txBox="1"/>
          <p:nvPr/>
        </p:nvSpPr>
        <p:spPr>
          <a:xfrm>
            <a:off x="2060350" y="1519700"/>
            <a:ext cx="7053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a:t>
            </a:r>
            <a:endParaRPr sz="2200">
              <a:solidFill>
                <a:schemeClr val="dk1"/>
              </a:solidFill>
              <a:latin typeface="Lexend"/>
              <a:ea typeface="Lexend"/>
              <a:cs typeface="Lexend"/>
              <a:sym typeface="Lexend"/>
            </a:endParaRPr>
          </a:p>
        </p:txBody>
      </p:sp>
      <p:sp>
        <p:nvSpPr>
          <p:cNvPr id="2172" name="Google Shape;2172;p164"/>
          <p:cNvSpPr txBox="1"/>
          <p:nvPr/>
        </p:nvSpPr>
        <p:spPr>
          <a:xfrm>
            <a:off x="3736750" y="1519700"/>
            <a:ext cx="7053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B</a:t>
            </a:r>
            <a:endParaRPr sz="2200">
              <a:solidFill>
                <a:schemeClr val="dk1"/>
              </a:solidFill>
              <a:latin typeface="Lexend"/>
              <a:ea typeface="Lexend"/>
              <a:cs typeface="Lexend"/>
              <a:sym typeface="Lexend"/>
            </a:endParaRPr>
          </a:p>
        </p:txBody>
      </p:sp>
      <p:sp>
        <p:nvSpPr>
          <p:cNvPr id="2173" name="Google Shape;2173;p164"/>
          <p:cNvSpPr txBox="1"/>
          <p:nvPr/>
        </p:nvSpPr>
        <p:spPr>
          <a:xfrm>
            <a:off x="6251350" y="2586500"/>
            <a:ext cx="7053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C</a:t>
            </a:r>
            <a:endParaRPr sz="2200">
              <a:solidFill>
                <a:schemeClr val="dk1"/>
              </a:solidFill>
              <a:latin typeface="Lexend"/>
              <a:ea typeface="Lexend"/>
              <a:cs typeface="Lexend"/>
              <a:sym typeface="Lexend"/>
            </a:endParaRPr>
          </a:p>
        </p:txBody>
      </p:sp>
      <p:sp>
        <p:nvSpPr>
          <p:cNvPr id="2174" name="Google Shape;2174;p164"/>
          <p:cNvSpPr txBox="1"/>
          <p:nvPr/>
        </p:nvSpPr>
        <p:spPr>
          <a:xfrm>
            <a:off x="8227800" y="1514100"/>
            <a:ext cx="7053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D</a:t>
            </a:r>
            <a:endParaRPr sz="2200">
              <a:solidFill>
                <a:schemeClr val="dk1"/>
              </a:solidFill>
              <a:latin typeface="Lexend"/>
              <a:ea typeface="Lexend"/>
              <a:cs typeface="Lexend"/>
              <a:sym typeface="Lexen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8" name="Shape 2178"/>
        <p:cNvGrpSpPr/>
        <p:nvPr/>
      </p:nvGrpSpPr>
      <p:grpSpPr>
        <a:xfrm>
          <a:off x="0" y="0"/>
          <a:ext cx="0" cy="0"/>
          <a:chOff x="0" y="0"/>
          <a:chExt cx="0" cy="0"/>
        </a:xfrm>
      </p:grpSpPr>
      <p:sp>
        <p:nvSpPr>
          <p:cNvPr id="2179" name="Google Shape;2179;p16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rabicParenR"/>
            </a:pPr>
            <a:r>
              <a:rPr lang="en-GB" sz="1800"/>
              <a:t>Using the bar model, fill in the gaps.</a:t>
            </a:r>
            <a:endParaRPr sz="1800"/>
          </a:p>
          <a:p>
            <a:pPr indent="0" lvl="0" marL="0" rtl="0" algn="l">
              <a:spcBef>
                <a:spcPts val="1000"/>
              </a:spcBef>
              <a:spcAft>
                <a:spcPts val="0"/>
              </a:spcAft>
              <a:buNone/>
            </a:pPr>
            <a:r>
              <a:t/>
            </a:r>
            <a:endParaRPr sz="100"/>
          </a:p>
          <a:p>
            <a:pPr indent="-342900" lvl="0" marL="457200" rtl="0" algn="l">
              <a:spcBef>
                <a:spcPts val="1000"/>
              </a:spcBef>
              <a:spcAft>
                <a:spcPts val="0"/>
              </a:spcAft>
              <a:buSzPts val="1800"/>
              <a:buAutoNum type="alphaLcParenR"/>
            </a:pPr>
            <a:r>
              <a:t/>
            </a:r>
            <a:endParaRPr sz="1800"/>
          </a:p>
          <a:p>
            <a:pPr indent="0" lvl="0" marL="457200" rtl="0" algn="l">
              <a:spcBef>
                <a:spcPts val="1000"/>
              </a:spcBef>
              <a:spcAft>
                <a:spcPts val="0"/>
              </a:spcAft>
              <a:buNone/>
            </a:pPr>
            <a:r>
              <a:rPr lang="en-GB" sz="1800"/>
              <a:t>Cat × 3  =  Dog          For every cat, there are 3 dogs</a:t>
            </a:r>
            <a:endParaRPr sz="1800"/>
          </a:p>
          <a:p>
            <a:pPr indent="0" lvl="0" marL="0" rtl="0" algn="l">
              <a:spcBef>
                <a:spcPts val="1000"/>
              </a:spcBef>
              <a:spcAft>
                <a:spcPts val="0"/>
              </a:spcAft>
              <a:buNone/>
            </a:pPr>
            <a:r>
              <a:t/>
            </a:r>
            <a:endParaRPr sz="1800"/>
          </a:p>
          <a:p>
            <a:pPr indent="-342900" lvl="0" marL="457200" rtl="0" algn="l">
              <a:spcBef>
                <a:spcPts val="1000"/>
              </a:spcBef>
              <a:spcAft>
                <a:spcPts val="0"/>
              </a:spcAft>
              <a:buSzPts val="1800"/>
              <a:buAutoNum type="alphaLcParenR"/>
            </a:pPr>
            <a:r>
              <a:t/>
            </a:r>
            <a:endParaRPr sz="1800"/>
          </a:p>
          <a:p>
            <a:pPr indent="0" lvl="0" marL="457200" rtl="0" algn="l">
              <a:spcBef>
                <a:spcPts val="1000"/>
              </a:spcBef>
              <a:spcAft>
                <a:spcPts val="0"/>
              </a:spcAft>
              <a:buNone/>
            </a:pPr>
            <a:r>
              <a:rPr lang="en-GB" sz="1800"/>
              <a:t>Present ×    =  Heart         For every present, there are      hearts</a:t>
            </a:r>
            <a:endParaRPr sz="1800"/>
          </a:p>
          <a:p>
            <a:pPr indent="0" lvl="0" marL="457200" rtl="0" algn="l">
              <a:spcBef>
                <a:spcPts val="1000"/>
              </a:spcBef>
              <a:spcAft>
                <a:spcPts val="0"/>
              </a:spcAft>
              <a:buNone/>
            </a:pPr>
            <a:r>
              <a:t/>
            </a:r>
            <a:endParaRPr sz="1800"/>
          </a:p>
          <a:p>
            <a:pPr indent="-342900" lvl="0" marL="457200" rtl="0" algn="l">
              <a:spcBef>
                <a:spcPts val="1000"/>
              </a:spcBef>
              <a:spcAft>
                <a:spcPts val="0"/>
              </a:spcAft>
              <a:buSzPts val="1800"/>
              <a:buAutoNum type="alphaLcParenR"/>
            </a:pPr>
            <a:r>
              <a:t/>
            </a:r>
            <a:endParaRPr sz="1800"/>
          </a:p>
          <a:p>
            <a:pPr indent="0" lvl="0" marL="457200" rtl="0" algn="l">
              <a:spcBef>
                <a:spcPts val="1000"/>
              </a:spcBef>
              <a:spcAft>
                <a:spcPts val="1000"/>
              </a:spcAft>
              <a:buNone/>
            </a:pPr>
            <a:r>
              <a:rPr lang="en-GB" sz="1800"/>
              <a:t>Apple × 2  =  Orange           For every apple, there are 2  oranges</a:t>
            </a:r>
            <a:endParaRPr sz="1800"/>
          </a:p>
        </p:txBody>
      </p:sp>
      <p:sp>
        <p:nvSpPr>
          <p:cNvPr id="2180" name="Google Shape;2180;p16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Multiplicative relationships as fractions</a:t>
            </a:r>
            <a:endParaRPr/>
          </a:p>
          <a:p>
            <a:pPr indent="0" lvl="0" marL="0" rtl="0" algn="l">
              <a:spcBef>
                <a:spcPts val="1000"/>
              </a:spcBef>
              <a:spcAft>
                <a:spcPts val="1000"/>
              </a:spcAft>
              <a:buNone/>
            </a:pPr>
            <a:r>
              <a:t/>
            </a:r>
            <a:endParaRPr/>
          </a:p>
        </p:txBody>
      </p:sp>
      <p:sp>
        <p:nvSpPr>
          <p:cNvPr id="2181" name="Google Shape;2181;p165"/>
          <p:cNvSpPr txBox="1"/>
          <p:nvPr/>
        </p:nvSpPr>
        <p:spPr>
          <a:xfrm>
            <a:off x="3949550" y="3703725"/>
            <a:ext cx="4199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Fraction of oranges =</a:t>
            </a:r>
            <a:endParaRPr/>
          </a:p>
        </p:txBody>
      </p:sp>
      <p:pic>
        <p:nvPicPr>
          <p:cNvPr descr="&lt;math xmlns=&quot;http://www.w3.org/1998/Math/MathML&quot; display=&quot;block&quot; data-is-equatio=&quot;1&quot; data-latex=&quot;\frac{4}{6}=\frac{2}{3}&quot;&gt;&lt;mfrac&gt;&lt;mn&gt;4&lt;/mn&gt;&lt;mn&gt;6&lt;/mn&gt;&lt;/mfrac&gt;&lt;mo&gt;=&lt;/mo&gt;&lt;mfrac&gt;&lt;mn&gt;2&lt;/mn&gt;&lt;mn&gt;3&lt;/mn&gt;&lt;/mfrac&gt;&lt;/math&gt;" id="2182" name="Google Shape;2182;p165" title="four sixths equals two thirds"/>
          <p:cNvPicPr preferRelativeResize="0"/>
          <p:nvPr/>
        </p:nvPicPr>
        <p:blipFill rotWithShape="1">
          <a:blip r:embed="rId3">
            <a:alphaModFix/>
          </a:blip>
          <a:srcRect b="0" l="0" r="65162" t="0"/>
          <a:stretch/>
        </p:blipFill>
        <p:spPr>
          <a:xfrm>
            <a:off x="6519750" y="3617900"/>
            <a:ext cx="290400" cy="633350"/>
          </a:xfrm>
          <a:prstGeom prst="rect">
            <a:avLst/>
          </a:prstGeom>
          <a:noFill/>
          <a:ln>
            <a:noFill/>
          </a:ln>
        </p:spPr>
      </p:pic>
      <p:pic>
        <p:nvPicPr>
          <p:cNvPr descr="&lt;math xmlns=&quot;http://www.w3.org/1998/Math/MathML&quot; display=&quot;block&quot; data-is-equatio=&quot;1&quot; data-latex=&quot;\frac{5}{2}&quot;&gt;&lt;mfrac&gt;&lt;mn&gt;5&lt;/mn&gt;&lt;mn&gt;2&lt;/mn&gt;&lt;/mfrac&gt;&lt;/math&gt;" id="2183" name="Google Shape;2183;p165" title="five halves"/>
          <p:cNvPicPr preferRelativeResize="0"/>
          <p:nvPr/>
        </p:nvPicPr>
        <p:blipFill>
          <a:blip r:embed="rId4">
            <a:alphaModFix/>
          </a:blip>
          <a:stretch>
            <a:fillRect/>
          </a:stretch>
        </p:blipFill>
        <p:spPr>
          <a:xfrm>
            <a:off x="1827709" y="3003125"/>
            <a:ext cx="169275" cy="549075"/>
          </a:xfrm>
          <a:prstGeom prst="rect">
            <a:avLst/>
          </a:prstGeom>
          <a:noFill/>
          <a:ln>
            <a:noFill/>
          </a:ln>
        </p:spPr>
      </p:pic>
      <p:pic>
        <p:nvPicPr>
          <p:cNvPr descr="&lt;math xmlns=&quot;http://www.w3.org/1998/Math/MathML&quot; display=&quot;block&quot; data-is-equatio=&quot;1&quot; data-latex=&quot;\frac{5}{2}&quot;&gt;&lt;mfrac&gt;&lt;mn&gt;5&lt;/mn&gt;&lt;mn&gt;2&lt;/mn&gt;&lt;/mfrac&gt;&lt;/math&gt;" id="2184" name="Google Shape;2184;p165" title="five halves"/>
          <p:cNvPicPr preferRelativeResize="0"/>
          <p:nvPr/>
        </p:nvPicPr>
        <p:blipFill>
          <a:blip r:embed="rId4">
            <a:alphaModFix/>
          </a:blip>
          <a:stretch>
            <a:fillRect/>
          </a:stretch>
        </p:blipFill>
        <p:spPr>
          <a:xfrm>
            <a:off x="6721384" y="2911875"/>
            <a:ext cx="169275" cy="549075"/>
          </a:xfrm>
          <a:prstGeom prst="rect">
            <a:avLst/>
          </a:prstGeom>
          <a:noFill/>
          <a:ln>
            <a:noFill/>
          </a:ln>
        </p:spPr>
      </p:pic>
      <p:sp>
        <p:nvSpPr>
          <p:cNvPr id="2185" name="Google Shape;2185;p165"/>
          <p:cNvSpPr txBox="1"/>
          <p:nvPr/>
        </p:nvSpPr>
        <p:spPr>
          <a:xfrm>
            <a:off x="4225625" y="2340900"/>
            <a:ext cx="4199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Fraction of hearts =</a:t>
            </a:r>
            <a:endParaRPr/>
          </a:p>
        </p:txBody>
      </p:sp>
      <p:pic>
        <p:nvPicPr>
          <p:cNvPr descr="&lt;math xmlns=&quot;http://www.w3.org/1998/Math/MathML&quot; display=&quot;block&quot; data-is-equatio=&quot;1&quot; data-latex=&quot;\frac{5}{7}&quot;&gt;&lt;mfrac&gt;&lt;mn&gt;5&lt;/mn&gt;&lt;mn&gt;7&lt;/mn&gt;&lt;/mfrac&gt;&lt;/math&gt;" id="2186" name="Google Shape;2186;p165" title="five sevenths"/>
          <p:cNvPicPr preferRelativeResize="0"/>
          <p:nvPr/>
        </p:nvPicPr>
        <p:blipFill>
          <a:blip r:embed="rId5">
            <a:alphaModFix/>
          </a:blip>
          <a:stretch>
            <a:fillRect/>
          </a:stretch>
        </p:blipFill>
        <p:spPr>
          <a:xfrm>
            <a:off x="6585200" y="2297425"/>
            <a:ext cx="169275" cy="540070"/>
          </a:xfrm>
          <a:prstGeom prst="rect">
            <a:avLst/>
          </a:prstGeom>
          <a:noFill/>
          <a:ln>
            <a:noFill/>
          </a:ln>
        </p:spPr>
      </p:pic>
      <p:sp>
        <p:nvSpPr>
          <p:cNvPr id="2187" name="Google Shape;2187;p165"/>
          <p:cNvSpPr txBox="1"/>
          <p:nvPr/>
        </p:nvSpPr>
        <p:spPr>
          <a:xfrm>
            <a:off x="3006425" y="1197900"/>
            <a:ext cx="4199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Fraction of dogs =</a:t>
            </a:r>
            <a:endParaRPr/>
          </a:p>
        </p:txBody>
      </p:sp>
      <p:pic>
        <p:nvPicPr>
          <p:cNvPr descr="&lt;math xmlns=&quot;http://www.w3.org/1998/Math/MathML&quot; display=&quot;block&quot; data-is-equatio=&quot;1&quot; data-latex=&quot;\frac{3}{4}&quot;&gt;&lt;mfrac&gt;&lt;mn&gt;3&lt;/mn&gt;&lt;mn&gt;4&lt;/mn&gt;&lt;/mfrac&gt;&lt;/math&gt;" id="2188" name="Google Shape;2188;p165" title="three fourths"/>
          <p:cNvPicPr preferRelativeResize="0"/>
          <p:nvPr/>
        </p:nvPicPr>
        <p:blipFill>
          <a:blip r:embed="rId6">
            <a:alphaModFix/>
          </a:blip>
          <a:stretch>
            <a:fillRect/>
          </a:stretch>
        </p:blipFill>
        <p:spPr>
          <a:xfrm>
            <a:off x="5160100" y="1196149"/>
            <a:ext cx="169275" cy="539288"/>
          </a:xfrm>
          <a:prstGeom prst="rect">
            <a:avLst/>
          </a:prstGeom>
          <a:noFill/>
          <a:ln>
            <a:noFill/>
          </a:ln>
        </p:spPr>
      </p:pic>
      <p:grpSp>
        <p:nvGrpSpPr>
          <p:cNvPr id="2189" name="Google Shape;2189;p165"/>
          <p:cNvGrpSpPr/>
          <p:nvPr/>
        </p:nvGrpSpPr>
        <p:grpSpPr>
          <a:xfrm>
            <a:off x="5143500" y="1169700"/>
            <a:ext cx="290400" cy="613875"/>
            <a:chOff x="5143500" y="1169700"/>
            <a:chExt cx="290400" cy="613875"/>
          </a:xfrm>
        </p:grpSpPr>
        <p:sp>
          <p:nvSpPr>
            <p:cNvPr id="2190" name="Google Shape;2190;p165"/>
            <p:cNvSpPr/>
            <p:nvPr/>
          </p:nvSpPr>
          <p:spPr>
            <a:xfrm>
              <a:off x="5143500" y="1552275"/>
              <a:ext cx="290400" cy="231300"/>
            </a:xfrm>
            <a:prstGeom prst="rect">
              <a:avLst/>
            </a:prstGeom>
            <a:solidFill>
              <a:schemeClr val="lt1"/>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91" name="Google Shape;2191;p165"/>
            <p:cNvSpPr/>
            <p:nvPr/>
          </p:nvSpPr>
          <p:spPr>
            <a:xfrm>
              <a:off x="5143500" y="1169700"/>
              <a:ext cx="290400" cy="231300"/>
            </a:xfrm>
            <a:prstGeom prst="rect">
              <a:avLst/>
            </a:prstGeom>
            <a:solidFill>
              <a:schemeClr val="lt1"/>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2192" name="Google Shape;2192;p165"/>
          <p:cNvGrpSpPr/>
          <p:nvPr/>
        </p:nvGrpSpPr>
        <p:grpSpPr>
          <a:xfrm>
            <a:off x="6524638" y="2260525"/>
            <a:ext cx="290400" cy="613875"/>
            <a:chOff x="6524638" y="2260525"/>
            <a:chExt cx="290400" cy="613875"/>
          </a:xfrm>
        </p:grpSpPr>
        <p:sp>
          <p:nvSpPr>
            <p:cNvPr id="2193" name="Google Shape;2193;p165"/>
            <p:cNvSpPr/>
            <p:nvPr/>
          </p:nvSpPr>
          <p:spPr>
            <a:xfrm>
              <a:off x="6524638" y="2643100"/>
              <a:ext cx="290400" cy="231300"/>
            </a:xfrm>
            <a:prstGeom prst="rect">
              <a:avLst/>
            </a:prstGeom>
            <a:solidFill>
              <a:schemeClr val="lt1"/>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94" name="Google Shape;2194;p165"/>
            <p:cNvSpPr/>
            <p:nvPr/>
          </p:nvSpPr>
          <p:spPr>
            <a:xfrm>
              <a:off x="6524638" y="2260525"/>
              <a:ext cx="290400" cy="231300"/>
            </a:xfrm>
            <a:prstGeom prst="rect">
              <a:avLst/>
            </a:prstGeom>
            <a:solidFill>
              <a:schemeClr val="lt1"/>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2195" name="Google Shape;2195;p165"/>
          <p:cNvGrpSpPr/>
          <p:nvPr/>
        </p:nvGrpSpPr>
        <p:grpSpPr>
          <a:xfrm>
            <a:off x="6660813" y="2903313"/>
            <a:ext cx="290400" cy="613875"/>
            <a:chOff x="6660813" y="2903313"/>
            <a:chExt cx="290400" cy="613875"/>
          </a:xfrm>
        </p:grpSpPr>
        <p:sp>
          <p:nvSpPr>
            <p:cNvPr id="2196" name="Google Shape;2196;p165"/>
            <p:cNvSpPr/>
            <p:nvPr/>
          </p:nvSpPr>
          <p:spPr>
            <a:xfrm>
              <a:off x="6660813" y="3285888"/>
              <a:ext cx="290400" cy="231300"/>
            </a:xfrm>
            <a:prstGeom prst="rect">
              <a:avLst/>
            </a:prstGeom>
            <a:solidFill>
              <a:schemeClr val="lt1"/>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97" name="Google Shape;2197;p165"/>
            <p:cNvSpPr/>
            <p:nvPr/>
          </p:nvSpPr>
          <p:spPr>
            <a:xfrm>
              <a:off x="6660813" y="2903313"/>
              <a:ext cx="290400" cy="231300"/>
            </a:xfrm>
            <a:prstGeom prst="rect">
              <a:avLst/>
            </a:prstGeom>
            <a:solidFill>
              <a:schemeClr val="lt1"/>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2198" name="Google Shape;2198;p165"/>
          <p:cNvGrpSpPr/>
          <p:nvPr/>
        </p:nvGrpSpPr>
        <p:grpSpPr>
          <a:xfrm>
            <a:off x="6472450" y="3617901"/>
            <a:ext cx="290405" cy="656796"/>
            <a:chOff x="6472450" y="3617901"/>
            <a:chExt cx="290405" cy="656796"/>
          </a:xfrm>
        </p:grpSpPr>
        <p:sp>
          <p:nvSpPr>
            <p:cNvPr id="2199" name="Google Shape;2199;p165"/>
            <p:cNvSpPr/>
            <p:nvPr/>
          </p:nvSpPr>
          <p:spPr>
            <a:xfrm>
              <a:off x="6472455" y="4043396"/>
              <a:ext cx="290400" cy="231300"/>
            </a:xfrm>
            <a:prstGeom prst="rect">
              <a:avLst/>
            </a:prstGeom>
            <a:solidFill>
              <a:schemeClr val="lt1"/>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00" name="Google Shape;2200;p165"/>
            <p:cNvSpPr/>
            <p:nvPr/>
          </p:nvSpPr>
          <p:spPr>
            <a:xfrm>
              <a:off x="6472450" y="3617901"/>
              <a:ext cx="290400" cy="274200"/>
            </a:xfrm>
            <a:prstGeom prst="rect">
              <a:avLst/>
            </a:prstGeom>
            <a:solidFill>
              <a:schemeClr val="lt1"/>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201" name="Google Shape;2201;p165"/>
          <p:cNvSpPr/>
          <p:nvPr/>
        </p:nvSpPr>
        <p:spPr>
          <a:xfrm>
            <a:off x="1391571" y="1814008"/>
            <a:ext cx="234600" cy="231300"/>
          </a:xfrm>
          <a:prstGeom prst="rect">
            <a:avLst/>
          </a:prstGeom>
          <a:solidFill>
            <a:schemeClr val="lt1"/>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02" name="Google Shape;2202;p165"/>
          <p:cNvSpPr/>
          <p:nvPr/>
        </p:nvSpPr>
        <p:spPr>
          <a:xfrm>
            <a:off x="5615755" y="1814008"/>
            <a:ext cx="234600" cy="231300"/>
          </a:xfrm>
          <a:prstGeom prst="rect">
            <a:avLst/>
          </a:prstGeom>
          <a:solidFill>
            <a:schemeClr val="lt1"/>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203" name="Google Shape;2203;p165"/>
          <p:cNvGrpSpPr/>
          <p:nvPr/>
        </p:nvGrpSpPr>
        <p:grpSpPr>
          <a:xfrm>
            <a:off x="1805755" y="3016616"/>
            <a:ext cx="234600" cy="569284"/>
            <a:chOff x="1805755" y="3016616"/>
            <a:chExt cx="234600" cy="569284"/>
          </a:xfrm>
        </p:grpSpPr>
        <p:sp>
          <p:nvSpPr>
            <p:cNvPr id="2204" name="Google Shape;2204;p165"/>
            <p:cNvSpPr/>
            <p:nvPr/>
          </p:nvSpPr>
          <p:spPr>
            <a:xfrm>
              <a:off x="1805755" y="3016616"/>
              <a:ext cx="234600" cy="231300"/>
            </a:xfrm>
            <a:prstGeom prst="rect">
              <a:avLst/>
            </a:prstGeom>
            <a:solidFill>
              <a:schemeClr val="lt1"/>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05" name="Google Shape;2205;p165"/>
            <p:cNvSpPr/>
            <p:nvPr/>
          </p:nvSpPr>
          <p:spPr>
            <a:xfrm>
              <a:off x="1805755" y="3354600"/>
              <a:ext cx="234600" cy="231300"/>
            </a:xfrm>
            <a:prstGeom prst="rect">
              <a:avLst/>
            </a:prstGeom>
            <a:solidFill>
              <a:schemeClr val="lt1"/>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206" name="Google Shape;2206;p165"/>
          <p:cNvSpPr/>
          <p:nvPr/>
        </p:nvSpPr>
        <p:spPr>
          <a:xfrm>
            <a:off x="1626931" y="4456120"/>
            <a:ext cx="234600" cy="231300"/>
          </a:xfrm>
          <a:prstGeom prst="rect">
            <a:avLst/>
          </a:prstGeom>
          <a:solidFill>
            <a:schemeClr val="lt1"/>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07" name="Google Shape;2207;p165"/>
          <p:cNvSpPr/>
          <p:nvPr/>
        </p:nvSpPr>
        <p:spPr>
          <a:xfrm>
            <a:off x="6588227" y="4456120"/>
            <a:ext cx="234600" cy="231300"/>
          </a:xfrm>
          <a:prstGeom prst="rect">
            <a:avLst/>
          </a:prstGeom>
          <a:solidFill>
            <a:schemeClr val="lt1"/>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2208" name="Google Shape;2208;p165"/>
          <p:cNvGraphicFramePr/>
          <p:nvPr/>
        </p:nvGraphicFramePr>
        <p:xfrm>
          <a:off x="833375" y="3774575"/>
          <a:ext cx="3000000" cy="3000000"/>
        </p:xfrm>
        <a:graphic>
          <a:graphicData uri="http://schemas.openxmlformats.org/drawingml/2006/table">
            <a:tbl>
              <a:tblPr>
                <a:noFill/>
                <a:tableStyleId>{B9391551-2877-4EA5-9AC9-840A8582D54C}</a:tableStyleId>
              </a:tblPr>
              <a:tblGrid>
                <a:gridCol w="501375"/>
                <a:gridCol w="501375"/>
                <a:gridCol w="501375"/>
                <a:gridCol w="501375"/>
                <a:gridCol w="501375"/>
                <a:gridCol w="501375"/>
              </a:tblGrid>
              <a:tr h="340025">
                <a:tc>
                  <a:txBody>
                    <a:bodyPr/>
                    <a:lstStyle/>
                    <a:p>
                      <a:pPr indent="0" lvl="0" marL="0" rtl="0" algn="ctr">
                        <a:spcBef>
                          <a:spcPts val="0"/>
                        </a:spcBef>
                        <a:spcAft>
                          <a:spcPts val="0"/>
                        </a:spcAft>
                        <a:buNone/>
                      </a:pPr>
                      <a:r>
                        <a:rPr lang="en-GB" sz="3000">
                          <a:latin typeface="Lexend"/>
                          <a:ea typeface="Lexend"/>
                          <a:cs typeface="Lexend"/>
                          <a:sym typeface="Lexend"/>
                        </a:rPr>
                        <a:t>A</a:t>
                      </a:r>
                      <a:endParaRPr sz="30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latin typeface="Lexend"/>
                          <a:ea typeface="Lexend"/>
                          <a:cs typeface="Lexend"/>
                          <a:sym typeface="Lexend"/>
                        </a:rPr>
                        <a:t>O</a:t>
                      </a:r>
                      <a:endParaRPr sz="30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latin typeface="Lexend"/>
                          <a:ea typeface="Lexend"/>
                          <a:cs typeface="Lexend"/>
                          <a:sym typeface="Lexend"/>
                        </a:rPr>
                        <a:t>A</a:t>
                      </a:r>
                      <a:endParaRPr sz="30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latin typeface="Lexend"/>
                          <a:ea typeface="Lexend"/>
                          <a:cs typeface="Lexend"/>
                          <a:sym typeface="Lexend"/>
                        </a:rPr>
                        <a:t>O</a:t>
                      </a:r>
                      <a:endParaRPr sz="3000">
                        <a:solidFill>
                          <a:schemeClr val="dk1"/>
                        </a:solidFill>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latin typeface="Lexend"/>
                          <a:ea typeface="Lexend"/>
                          <a:cs typeface="Lexend"/>
                          <a:sym typeface="Lexend"/>
                        </a:rPr>
                        <a:t>O</a:t>
                      </a:r>
                      <a:endParaRPr sz="30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Clr>
                          <a:schemeClr val="dk1"/>
                        </a:buClr>
                        <a:buSzPts val="1100"/>
                        <a:buFont typeface="Arial"/>
                        <a:buNone/>
                      </a:pPr>
                      <a:r>
                        <a:rPr lang="en-GB" sz="3000">
                          <a:solidFill>
                            <a:schemeClr val="dk1"/>
                          </a:solidFill>
                          <a:latin typeface="Lexend"/>
                          <a:ea typeface="Lexend"/>
                          <a:cs typeface="Lexend"/>
                          <a:sym typeface="Lexend"/>
                        </a:rPr>
                        <a:t>O</a:t>
                      </a:r>
                      <a:endParaRPr sz="30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r>
            </a:tbl>
          </a:graphicData>
        </a:graphic>
      </p:graphicFrame>
      <p:graphicFrame>
        <p:nvGraphicFramePr>
          <p:cNvPr id="2209" name="Google Shape;2209;p165"/>
          <p:cNvGraphicFramePr/>
          <p:nvPr/>
        </p:nvGraphicFramePr>
        <p:xfrm>
          <a:off x="770075" y="2495550"/>
          <a:ext cx="3000000" cy="3000000"/>
        </p:xfrm>
        <a:graphic>
          <a:graphicData uri="http://schemas.openxmlformats.org/drawingml/2006/table">
            <a:tbl>
              <a:tblPr>
                <a:noFill/>
                <a:tableStyleId>{B9391551-2877-4EA5-9AC9-840A8582D54C}</a:tableStyleId>
              </a:tblPr>
              <a:tblGrid>
                <a:gridCol w="471825"/>
                <a:gridCol w="471825"/>
                <a:gridCol w="471825"/>
                <a:gridCol w="471825"/>
                <a:gridCol w="471825"/>
                <a:gridCol w="471825"/>
                <a:gridCol w="471825"/>
              </a:tblGrid>
              <a:tr h="340025">
                <a:tc>
                  <a:txBody>
                    <a:bodyPr/>
                    <a:lstStyle/>
                    <a:p>
                      <a:pPr indent="0" lvl="0" marL="0" rtl="0" algn="ctr">
                        <a:spcBef>
                          <a:spcPts val="0"/>
                        </a:spcBef>
                        <a:spcAft>
                          <a:spcPts val="0"/>
                        </a:spcAft>
                        <a:buClr>
                          <a:schemeClr val="dk1"/>
                        </a:buClr>
                        <a:buSzPts val="1100"/>
                        <a:buFont typeface="Arial"/>
                        <a:buNone/>
                      </a:pPr>
                      <a:r>
                        <a:rPr lang="en-GB" sz="2700">
                          <a:solidFill>
                            <a:schemeClr val="dk1"/>
                          </a:solidFill>
                          <a:latin typeface="Lexend"/>
                          <a:ea typeface="Lexend"/>
                          <a:cs typeface="Lexend"/>
                          <a:sym typeface="Lexend"/>
                        </a:rPr>
                        <a:t>P</a:t>
                      </a:r>
                      <a:endParaRPr sz="27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700">
                          <a:solidFill>
                            <a:schemeClr val="dk1"/>
                          </a:solidFill>
                          <a:latin typeface="Lexend"/>
                          <a:ea typeface="Lexend"/>
                          <a:cs typeface="Lexend"/>
                          <a:sym typeface="Lexend"/>
                        </a:rPr>
                        <a:t>P</a:t>
                      </a:r>
                      <a:endParaRPr sz="27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700">
                          <a:solidFill>
                            <a:schemeClr val="dk1"/>
                          </a:solidFill>
                          <a:latin typeface="Lexend"/>
                          <a:ea typeface="Lexend"/>
                          <a:cs typeface="Lexend"/>
                          <a:sym typeface="Lexend"/>
                        </a:rPr>
                        <a:t>H</a:t>
                      </a:r>
                      <a:endParaRPr sz="27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Clr>
                          <a:schemeClr val="dk1"/>
                        </a:buClr>
                        <a:buSzPts val="1100"/>
                        <a:buFont typeface="Arial"/>
                        <a:buNone/>
                      </a:pPr>
                      <a:r>
                        <a:rPr lang="en-GB" sz="2700">
                          <a:solidFill>
                            <a:schemeClr val="dk1"/>
                          </a:solidFill>
                          <a:latin typeface="Lexend"/>
                          <a:ea typeface="Lexend"/>
                          <a:cs typeface="Lexend"/>
                          <a:sym typeface="Lexend"/>
                        </a:rPr>
                        <a:t>H</a:t>
                      </a:r>
                      <a:endParaRPr sz="2700">
                        <a:solidFill>
                          <a:schemeClr val="dk1"/>
                        </a:solidFill>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rPr lang="en-GB" sz="2700">
                          <a:solidFill>
                            <a:schemeClr val="dk1"/>
                          </a:solidFill>
                          <a:latin typeface="Lexend"/>
                          <a:ea typeface="Lexend"/>
                          <a:cs typeface="Lexend"/>
                          <a:sym typeface="Lexend"/>
                        </a:rPr>
                        <a:t>H</a:t>
                      </a:r>
                      <a:endParaRPr sz="2700">
                        <a:solidFill>
                          <a:schemeClr val="dk1"/>
                        </a:solidFill>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rPr lang="en-GB" sz="2700">
                          <a:solidFill>
                            <a:schemeClr val="dk1"/>
                          </a:solidFill>
                          <a:latin typeface="Lexend"/>
                          <a:ea typeface="Lexend"/>
                          <a:cs typeface="Lexend"/>
                          <a:sym typeface="Lexend"/>
                        </a:rPr>
                        <a:t>H</a:t>
                      </a:r>
                      <a:endParaRPr sz="27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rPr lang="en-GB" sz="2700">
                          <a:solidFill>
                            <a:schemeClr val="dk1"/>
                          </a:solidFill>
                          <a:latin typeface="Lexend"/>
                          <a:ea typeface="Lexend"/>
                          <a:cs typeface="Lexend"/>
                          <a:sym typeface="Lexend"/>
                        </a:rPr>
                        <a:t>H</a:t>
                      </a:r>
                      <a:endParaRPr sz="27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r>
            </a:tbl>
          </a:graphicData>
        </a:graphic>
      </p:graphicFrame>
      <p:graphicFrame>
        <p:nvGraphicFramePr>
          <p:cNvPr id="2210" name="Google Shape;2210;p165"/>
          <p:cNvGraphicFramePr/>
          <p:nvPr/>
        </p:nvGraphicFramePr>
        <p:xfrm>
          <a:off x="770075" y="1169700"/>
          <a:ext cx="3000000" cy="3000000"/>
        </p:xfrm>
        <a:graphic>
          <a:graphicData uri="http://schemas.openxmlformats.org/drawingml/2006/table">
            <a:tbl>
              <a:tblPr>
                <a:noFill/>
                <a:tableStyleId>{B9391551-2877-4EA5-9AC9-840A8582D54C}</a:tableStyleId>
              </a:tblPr>
              <a:tblGrid>
                <a:gridCol w="543650"/>
                <a:gridCol w="543650"/>
                <a:gridCol w="543650"/>
                <a:gridCol w="543650"/>
              </a:tblGrid>
              <a:tr h="340025">
                <a:tc>
                  <a:txBody>
                    <a:bodyPr/>
                    <a:lstStyle/>
                    <a:p>
                      <a:pPr indent="0" lvl="0" marL="0" rtl="0" algn="ctr">
                        <a:spcBef>
                          <a:spcPts val="0"/>
                        </a:spcBef>
                        <a:spcAft>
                          <a:spcPts val="0"/>
                        </a:spcAft>
                        <a:buNone/>
                      </a:pPr>
                      <a:r>
                        <a:rPr lang="en-GB" sz="3300">
                          <a:solidFill>
                            <a:schemeClr val="dk1"/>
                          </a:solidFill>
                          <a:latin typeface="Lexend"/>
                          <a:ea typeface="Lexend"/>
                          <a:cs typeface="Lexend"/>
                          <a:sym typeface="Lexend"/>
                        </a:rPr>
                        <a:t>C</a:t>
                      </a:r>
                      <a:endParaRPr sz="33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3300">
                          <a:solidFill>
                            <a:schemeClr val="dk1"/>
                          </a:solidFill>
                          <a:latin typeface="Lexend"/>
                          <a:ea typeface="Lexend"/>
                          <a:cs typeface="Lexend"/>
                          <a:sym typeface="Lexend"/>
                        </a:rPr>
                        <a:t>D</a:t>
                      </a:r>
                      <a:endParaRPr sz="3300">
                        <a:solidFill>
                          <a:schemeClr val="dk1"/>
                        </a:solidFill>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n-GB" sz="3300">
                          <a:solidFill>
                            <a:schemeClr val="dk1"/>
                          </a:solidFill>
                          <a:latin typeface="Lexend"/>
                          <a:ea typeface="Lexend"/>
                          <a:cs typeface="Lexend"/>
                          <a:sym typeface="Lexend"/>
                        </a:rPr>
                        <a:t>D</a:t>
                      </a:r>
                      <a:endParaRPr sz="33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n-GB" sz="3300">
                          <a:solidFill>
                            <a:schemeClr val="dk1"/>
                          </a:solidFill>
                          <a:latin typeface="Lexend"/>
                          <a:ea typeface="Lexend"/>
                          <a:cs typeface="Lexend"/>
                          <a:sym typeface="Lexend"/>
                        </a:rPr>
                        <a:t>D</a:t>
                      </a:r>
                      <a:endParaRPr sz="3300">
                        <a:latin typeface="Lexend"/>
                        <a:ea typeface="Lexend"/>
                        <a:cs typeface="Lexend"/>
                        <a:sym typeface="Lexend"/>
                      </a:endParaRPr>
                    </a:p>
                  </a:txBody>
                  <a:tcPr marT="0" marB="0" marR="0" marL="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EFEFEF"/>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18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20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20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19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20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19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19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20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20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4" name="Shape 2214"/>
        <p:cNvGrpSpPr/>
        <p:nvPr/>
      </p:nvGrpSpPr>
      <p:grpSpPr>
        <a:xfrm>
          <a:off x="0" y="0"/>
          <a:ext cx="0" cy="0"/>
          <a:chOff x="0" y="0"/>
          <a:chExt cx="0" cy="0"/>
        </a:xfrm>
      </p:grpSpPr>
      <p:graphicFrame>
        <p:nvGraphicFramePr>
          <p:cNvPr id="2215" name="Google Shape;2215;p166"/>
          <p:cNvGraphicFramePr/>
          <p:nvPr/>
        </p:nvGraphicFramePr>
        <p:xfrm>
          <a:off x="7032854" y="3484925"/>
          <a:ext cx="3000000" cy="3000000"/>
        </p:xfrm>
        <a:graphic>
          <a:graphicData uri="http://schemas.openxmlformats.org/drawingml/2006/table">
            <a:tbl>
              <a:tblPr>
                <a:noFill/>
                <a:tableStyleId>{B9391551-2877-4EA5-9AC9-840A8582D54C}</a:tableStyleId>
              </a:tblPr>
              <a:tblGrid>
                <a:gridCol w="585000"/>
                <a:gridCol w="585000"/>
                <a:gridCol w="578750"/>
              </a:tblGrid>
              <a:tr h="31820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2216" name="Google Shape;2216;p166"/>
          <p:cNvGraphicFramePr/>
          <p:nvPr/>
        </p:nvGraphicFramePr>
        <p:xfrm>
          <a:off x="7023300" y="3011400"/>
          <a:ext cx="3000000" cy="3000000"/>
        </p:xfrm>
        <a:graphic>
          <a:graphicData uri="http://schemas.openxmlformats.org/drawingml/2006/table">
            <a:tbl>
              <a:tblPr>
                <a:noFill/>
                <a:tableStyleId>{B9391551-2877-4EA5-9AC9-840A8582D54C}</a:tableStyleId>
              </a:tblPr>
              <a:tblGrid>
                <a:gridCol w="585000"/>
                <a:gridCol w="585000"/>
                <a:gridCol w="578750"/>
              </a:tblGrid>
              <a:tr h="3182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A</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B</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r>
              <a:tr h="3182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2217" name="Google Shape;2217;p166"/>
          <p:cNvGraphicFramePr/>
          <p:nvPr/>
        </p:nvGraphicFramePr>
        <p:xfrm>
          <a:off x="7028329" y="3496875"/>
          <a:ext cx="3000000" cy="3000000"/>
        </p:xfrm>
        <a:graphic>
          <a:graphicData uri="http://schemas.openxmlformats.org/drawingml/2006/table">
            <a:tbl>
              <a:tblPr>
                <a:noFill/>
                <a:tableStyleId>{B9391551-2877-4EA5-9AC9-840A8582D54C}</a:tableStyleId>
              </a:tblPr>
              <a:tblGrid>
                <a:gridCol w="585000"/>
                <a:gridCol w="585000"/>
                <a:gridCol w="578750"/>
              </a:tblGrid>
              <a:tr h="3182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2218" name="Google Shape;2218;p166"/>
          <p:cNvSpPr/>
          <p:nvPr/>
        </p:nvSpPr>
        <p:spPr>
          <a:xfrm>
            <a:off x="2638200" y="1365775"/>
            <a:ext cx="1592700" cy="1543200"/>
          </a:xfrm>
          <a:prstGeom prst="flowChartAlternateProcess">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19" name="Google Shape;2219;p166"/>
          <p:cNvSpPr/>
          <p:nvPr/>
        </p:nvSpPr>
        <p:spPr>
          <a:xfrm>
            <a:off x="6842650" y="1365775"/>
            <a:ext cx="1893000" cy="1543200"/>
          </a:xfrm>
          <a:prstGeom prst="flowChartAlternateProcess">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20" name="Google Shape;2220;p166"/>
          <p:cNvSpPr/>
          <p:nvPr/>
        </p:nvSpPr>
        <p:spPr>
          <a:xfrm>
            <a:off x="4314600" y="1365775"/>
            <a:ext cx="2468400" cy="1543200"/>
          </a:xfrm>
          <a:prstGeom prst="flowChartAlternateProcess">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21" name="Google Shape;2221;p166"/>
          <p:cNvSpPr/>
          <p:nvPr/>
        </p:nvSpPr>
        <p:spPr>
          <a:xfrm>
            <a:off x="352200" y="1365784"/>
            <a:ext cx="2201400" cy="1543200"/>
          </a:xfrm>
          <a:prstGeom prst="flowChartAlternateProcess">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22" name="Google Shape;2222;p166"/>
          <p:cNvSpPr txBox="1"/>
          <p:nvPr>
            <p:ph idx="1" type="body"/>
          </p:nvPr>
        </p:nvSpPr>
        <p:spPr>
          <a:xfrm>
            <a:off x="324000" y="759300"/>
            <a:ext cx="8237700" cy="678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There are four types of smoothies for sale, all containing strawberries, apples and banana.</a:t>
            </a:r>
            <a:endParaRPr sz="1800"/>
          </a:p>
        </p:txBody>
      </p:sp>
      <p:sp>
        <p:nvSpPr>
          <p:cNvPr id="2223" name="Google Shape;2223;p16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Multiplicative relationships as fractions</a:t>
            </a:r>
            <a:endParaRPr/>
          </a:p>
        </p:txBody>
      </p:sp>
      <p:sp>
        <p:nvSpPr>
          <p:cNvPr id="2224" name="Google Shape;2224;p166"/>
          <p:cNvSpPr txBox="1"/>
          <p:nvPr/>
        </p:nvSpPr>
        <p:spPr>
          <a:xfrm>
            <a:off x="456300" y="1432200"/>
            <a:ext cx="1999200" cy="134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For every strawberry, there are 2 slices of apples and 5 slices of banana. </a:t>
            </a:r>
            <a:endParaRPr sz="1800">
              <a:solidFill>
                <a:schemeClr val="dk1"/>
              </a:solidFill>
              <a:latin typeface="Lexend"/>
              <a:ea typeface="Lexend"/>
              <a:cs typeface="Lexend"/>
              <a:sym typeface="Lexend"/>
            </a:endParaRPr>
          </a:p>
        </p:txBody>
      </p:sp>
      <p:sp>
        <p:nvSpPr>
          <p:cNvPr id="2225" name="Google Shape;2225;p166"/>
          <p:cNvSpPr txBox="1"/>
          <p:nvPr/>
        </p:nvSpPr>
        <p:spPr>
          <a:xfrm>
            <a:off x="2742300" y="1660800"/>
            <a:ext cx="1592700" cy="67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All fruit is equally split.</a:t>
            </a:r>
            <a:endParaRPr sz="1800">
              <a:solidFill>
                <a:schemeClr val="dk1"/>
              </a:solidFill>
              <a:latin typeface="Lexend"/>
              <a:ea typeface="Lexend"/>
              <a:cs typeface="Lexend"/>
              <a:sym typeface="Lexend"/>
            </a:endParaRPr>
          </a:p>
        </p:txBody>
      </p:sp>
      <p:sp>
        <p:nvSpPr>
          <p:cNvPr id="2226" name="Google Shape;2226;p166"/>
          <p:cNvSpPr txBox="1"/>
          <p:nvPr/>
        </p:nvSpPr>
        <p:spPr>
          <a:xfrm>
            <a:off x="4486600" y="1422375"/>
            <a:ext cx="2296500" cy="134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Banana ×   = Apples</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For every strawberry, there are 2 slices of banana.</a:t>
            </a:r>
            <a:endParaRPr sz="18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frac{1}{3}&quot;&gt;&lt;mfrac&gt;&lt;mn&gt;1&lt;/mn&gt;&lt;mn&gt;3&lt;/mn&gt;&lt;/mfrac&gt;&lt;/math&gt;" id="2227" name="Google Shape;2227;p166" title="one third"/>
          <p:cNvPicPr preferRelativeResize="0"/>
          <p:nvPr/>
        </p:nvPicPr>
        <p:blipFill>
          <a:blip r:embed="rId3">
            <a:alphaModFix/>
          </a:blip>
          <a:stretch>
            <a:fillRect/>
          </a:stretch>
        </p:blipFill>
        <p:spPr>
          <a:xfrm>
            <a:off x="5554096" y="1379072"/>
            <a:ext cx="145900" cy="482900"/>
          </a:xfrm>
          <a:prstGeom prst="rect">
            <a:avLst/>
          </a:prstGeom>
          <a:noFill/>
          <a:ln>
            <a:noFill/>
          </a:ln>
        </p:spPr>
      </p:pic>
      <p:sp>
        <p:nvSpPr>
          <p:cNvPr id="2228" name="Google Shape;2228;p166"/>
          <p:cNvSpPr txBox="1"/>
          <p:nvPr/>
        </p:nvSpPr>
        <p:spPr>
          <a:xfrm>
            <a:off x="6922500" y="1432200"/>
            <a:ext cx="1813200" cy="142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Apple and banana have the same ratio. Strawberry is 50% of banana.</a:t>
            </a:r>
            <a:endParaRPr sz="1800">
              <a:solidFill>
                <a:schemeClr val="dk1"/>
              </a:solidFill>
              <a:latin typeface="Lexend"/>
              <a:ea typeface="Lexend"/>
              <a:cs typeface="Lexend"/>
              <a:sym typeface="Lexend"/>
            </a:endParaRPr>
          </a:p>
        </p:txBody>
      </p:sp>
      <p:graphicFrame>
        <p:nvGraphicFramePr>
          <p:cNvPr id="2229" name="Google Shape;2229;p166"/>
          <p:cNvGraphicFramePr/>
          <p:nvPr/>
        </p:nvGraphicFramePr>
        <p:xfrm>
          <a:off x="546300" y="3011400"/>
          <a:ext cx="3000000" cy="3000000"/>
        </p:xfrm>
        <a:graphic>
          <a:graphicData uri="http://schemas.openxmlformats.org/drawingml/2006/table">
            <a:tbl>
              <a:tblPr>
                <a:noFill/>
                <a:tableStyleId>{B9391551-2877-4EA5-9AC9-840A8582D54C}</a:tableStyleId>
              </a:tblPr>
              <a:tblGrid>
                <a:gridCol w="585000"/>
                <a:gridCol w="585000"/>
                <a:gridCol w="578750"/>
              </a:tblGrid>
              <a:tr h="3182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A</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B</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r>
              <a:tr h="31820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2230" name="Google Shape;2230;p166"/>
          <p:cNvGraphicFramePr/>
          <p:nvPr/>
        </p:nvGraphicFramePr>
        <p:xfrm>
          <a:off x="2679900" y="3011400"/>
          <a:ext cx="3000000" cy="3000000"/>
        </p:xfrm>
        <a:graphic>
          <a:graphicData uri="http://schemas.openxmlformats.org/drawingml/2006/table">
            <a:tbl>
              <a:tblPr>
                <a:noFill/>
                <a:tableStyleId>{B9391551-2877-4EA5-9AC9-840A8582D54C}</a:tableStyleId>
              </a:tblPr>
              <a:tblGrid>
                <a:gridCol w="585000"/>
                <a:gridCol w="585000"/>
                <a:gridCol w="578750"/>
              </a:tblGrid>
              <a:tr h="3182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A</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B</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r>
              <a:tr h="31820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2231" name="Google Shape;2231;p166"/>
          <p:cNvGraphicFramePr/>
          <p:nvPr/>
        </p:nvGraphicFramePr>
        <p:xfrm>
          <a:off x="4965900" y="3011400"/>
          <a:ext cx="3000000" cy="3000000"/>
        </p:xfrm>
        <a:graphic>
          <a:graphicData uri="http://schemas.openxmlformats.org/drawingml/2006/table">
            <a:tbl>
              <a:tblPr>
                <a:noFill/>
                <a:tableStyleId>{B9391551-2877-4EA5-9AC9-840A8582D54C}</a:tableStyleId>
              </a:tblPr>
              <a:tblGrid>
                <a:gridCol w="585000"/>
                <a:gridCol w="585000"/>
                <a:gridCol w="578750"/>
              </a:tblGrid>
              <a:tr h="3182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A</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B</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r>
              <a:tr h="3182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2232" name="Google Shape;2232;p166"/>
          <p:cNvGraphicFramePr/>
          <p:nvPr/>
        </p:nvGraphicFramePr>
        <p:xfrm>
          <a:off x="4963147" y="3478133"/>
          <a:ext cx="3000000" cy="3000000"/>
        </p:xfrm>
        <a:graphic>
          <a:graphicData uri="http://schemas.openxmlformats.org/drawingml/2006/table">
            <a:tbl>
              <a:tblPr>
                <a:noFill/>
                <a:tableStyleId>{B9391551-2877-4EA5-9AC9-840A8582D54C}</a:tableStyleId>
              </a:tblPr>
              <a:tblGrid>
                <a:gridCol w="585000"/>
                <a:gridCol w="585000"/>
                <a:gridCol w="578750"/>
              </a:tblGrid>
              <a:tr h="31820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2233" name="Google Shape;2233;p166"/>
          <p:cNvGraphicFramePr/>
          <p:nvPr/>
        </p:nvGraphicFramePr>
        <p:xfrm>
          <a:off x="4972979" y="3478133"/>
          <a:ext cx="3000000" cy="3000000"/>
        </p:xfrm>
        <a:graphic>
          <a:graphicData uri="http://schemas.openxmlformats.org/drawingml/2006/table">
            <a:tbl>
              <a:tblPr>
                <a:noFill/>
                <a:tableStyleId>{B9391551-2877-4EA5-9AC9-840A8582D54C}</a:tableStyleId>
              </a:tblPr>
              <a:tblGrid>
                <a:gridCol w="585000"/>
                <a:gridCol w="585000"/>
                <a:gridCol w="578750"/>
              </a:tblGrid>
              <a:tr h="31820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pic>
        <p:nvPicPr>
          <p:cNvPr descr="&lt;math xmlns=&quot;http://www.w3.org/1998/Math/MathML&quot; display=&quot;block&quot; data-is-equatio=&quot;1&quot; data-latex=&quot;\frac{2}{3}&quot;&gt;&lt;mfrac&gt;&lt;mn&gt;2&lt;/mn&gt;&lt;mn&gt;3&lt;/mn&gt;&lt;/mfrac&gt;&lt;/math&gt;" id="2234" name="Google Shape;2234;p166" title="two thirds"/>
          <p:cNvPicPr preferRelativeResize="0"/>
          <p:nvPr/>
        </p:nvPicPr>
        <p:blipFill>
          <a:blip r:embed="rId4">
            <a:alphaModFix/>
          </a:blip>
          <a:stretch>
            <a:fillRect/>
          </a:stretch>
        </p:blipFill>
        <p:spPr>
          <a:xfrm>
            <a:off x="5787025" y="3499404"/>
            <a:ext cx="120638" cy="399234"/>
          </a:xfrm>
          <a:prstGeom prst="rect">
            <a:avLst/>
          </a:prstGeom>
          <a:noFill/>
          <a:ln>
            <a:noFill/>
          </a:ln>
        </p:spPr>
      </p:pic>
      <p:pic>
        <p:nvPicPr>
          <p:cNvPr descr="&lt;math xmlns=&quot;http://www.w3.org/1998/Math/MathML&quot; display=&quot;block&quot; data-is-equatio=&quot;1&quot; data-latex=&quot;\frac{1}{2}&quot;&gt;&lt;mfrac&gt;&lt;mn&gt;1&lt;/mn&gt;&lt;mn&gt;2&lt;/mn&gt;&lt;/mfrac&gt;&lt;/math&gt;" id="2235" name="Google Shape;2235;p166" title="one half"/>
          <p:cNvPicPr preferRelativeResize="0"/>
          <p:nvPr/>
        </p:nvPicPr>
        <p:blipFill>
          <a:blip r:embed="rId5">
            <a:alphaModFix/>
          </a:blip>
          <a:stretch>
            <a:fillRect/>
          </a:stretch>
        </p:blipFill>
        <p:spPr>
          <a:xfrm>
            <a:off x="7266050" y="3530423"/>
            <a:ext cx="105836" cy="337200"/>
          </a:xfrm>
          <a:prstGeom prst="rect">
            <a:avLst/>
          </a:prstGeom>
          <a:noFill/>
          <a:ln>
            <a:noFill/>
          </a:ln>
        </p:spPr>
      </p:pic>
      <p:sp>
        <p:nvSpPr>
          <p:cNvPr id="2236" name="Google Shape;2236;p166"/>
          <p:cNvSpPr txBox="1"/>
          <p:nvPr/>
        </p:nvSpPr>
        <p:spPr>
          <a:xfrm>
            <a:off x="287100" y="4489075"/>
            <a:ext cx="8569800" cy="4617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Font typeface="Lexend"/>
              <a:buAutoNum type="alphaLcParenR"/>
            </a:pPr>
            <a:r>
              <a:rPr lang="en-GB" sz="1800">
                <a:solidFill>
                  <a:schemeClr val="dk1"/>
                </a:solidFill>
                <a:latin typeface="Lexend"/>
                <a:ea typeface="Lexend"/>
                <a:cs typeface="Lexend"/>
                <a:sym typeface="Lexend"/>
              </a:rPr>
              <a:t>Jacob likes strawberries, which smoothie should he pick?</a:t>
            </a:r>
            <a:endParaRPr sz="18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frac{1}{8}\ \frac{1}{3}\ \ \frac{3}{11}\ \frac{1}{5}&quot;&gt;&lt;mfrac&gt;&lt;mn&gt;1&lt;/mn&gt;&lt;mn&gt;8&lt;/mn&gt;&lt;/mfrac&gt;&lt;mtext&gt;&lt;/mtext&gt;&lt;mfrac&gt;&lt;mn&gt;1&lt;/mn&gt;&lt;mn&gt;3&lt;/mn&gt;&lt;/mfrac&gt;&lt;mtext&gt;&lt;/mtext&gt;&lt;mtext&gt;&lt;/mtext&gt;&lt;mfrac&gt;&lt;mn&gt;3&lt;/mn&gt;&lt;mn&gt;11&lt;/mn&gt;&lt;/mfrac&gt;&lt;mtext&gt;&lt;/mtext&gt;&lt;mfrac&gt;&lt;mn&gt;1&lt;/mn&gt;&lt;mn&gt;5&lt;/mn&gt;&lt;/mfrac&gt;&lt;/math&gt;" id="2237" name="Google Shape;2237;p166" title="one eighth one third 3 over 11 one fifth"/>
          <p:cNvPicPr preferRelativeResize="0"/>
          <p:nvPr/>
        </p:nvPicPr>
        <p:blipFill rotWithShape="1">
          <a:blip r:embed="rId6">
            <a:alphaModFix/>
          </a:blip>
          <a:srcRect b="0" l="0" r="82371" t="0"/>
          <a:stretch/>
        </p:blipFill>
        <p:spPr>
          <a:xfrm>
            <a:off x="1341425" y="3964825"/>
            <a:ext cx="228600" cy="573975"/>
          </a:xfrm>
          <a:prstGeom prst="rect">
            <a:avLst/>
          </a:prstGeom>
          <a:noFill/>
          <a:ln>
            <a:noFill/>
          </a:ln>
        </p:spPr>
      </p:pic>
      <p:sp>
        <p:nvSpPr>
          <p:cNvPr id="2238" name="Google Shape;2238;p166"/>
          <p:cNvSpPr txBox="1"/>
          <p:nvPr/>
        </p:nvSpPr>
        <p:spPr>
          <a:xfrm>
            <a:off x="2136550" y="1291100"/>
            <a:ext cx="7053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a:t>
            </a:r>
            <a:endParaRPr sz="2200">
              <a:solidFill>
                <a:schemeClr val="dk1"/>
              </a:solidFill>
              <a:latin typeface="Lexend"/>
              <a:ea typeface="Lexend"/>
              <a:cs typeface="Lexend"/>
              <a:sym typeface="Lexend"/>
            </a:endParaRPr>
          </a:p>
        </p:txBody>
      </p:sp>
      <p:sp>
        <p:nvSpPr>
          <p:cNvPr id="2239" name="Google Shape;2239;p166"/>
          <p:cNvSpPr txBox="1"/>
          <p:nvPr/>
        </p:nvSpPr>
        <p:spPr>
          <a:xfrm>
            <a:off x="3812950" y="1291100"/>
            <a:ext cx="7053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B</a:t>
            </a:r>
            <a:endParaRPr sz="2200">
              <a:solidFill>
                <a:schemeClr val="dk1"/>
              </a:solidFill>
              <a:latin typeface="Lexend"/>
              <a:ea typeface="Lexend"/>
              <a:cs typeface="Lexend"/>
              <a:sym typeface="Lexend"/>
            </a:endParaRPr>
          </a:p>
        </p:txBody>
      </p:sp>
      <p:sp>
        <p:nvSpPr>
          <p:cNvPr id="2240" name="Google Shape;2240;p166"/>
          <p:cNvSpPr txBox="1"/>
          <p:nvPr/>
        </p:nvSpPr>
        <p:spPr>
          <a:xfrm>
            <a:off x="6327550" y="2357900"/>
            <a:ext cx="7053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C</a:t>
            </a:r>
            <a:endParaRPr sz="2200">
              <a:solidFill>
                <a:schemeClr val="dk1"/>
              </a:solidFill>
              <a:latin typeface="Lexend"/>
              <a:ea typeface="Lexend"/>
              <a:cs typeface="Lexend"/>
              <a:sym typeface="Lexend"/>
            </a:endParaRPr>
          </a:p>
        </p:txBody>
      </p:sp>
      <p:sp>
        <p:nvSpPr>
          <p:cNvPr id="2241" name="Google Shape;2241;p166"/>
          <p:cNvSpPr txBox="1"/>
          <p:nvPr/>
        </p:nvSpPr>
        <p:spPr>
          <a:xfrm>
            <a:off x="8304000" y="1285500"/>
            <a:ext cx="7053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D</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frac{1}{8}\ \frac{1}{3}\ \ \frac{3}{11}\ \frac{1}{5}&quot;&gt;&lt;mfrac&gt;&lt;mn&gt;1&lt;/mn&gt;&lt;mn&gt;8&lt;/mn&gt;&lt;/mfrac&gt;&lt;mtext&gt;&lt;/mtext&gt;&lt;mfrac&gt;&lt;mn&gt;1&lt;/mn&gt;&lt;mn&gt;3&lt;/mn&gt;&lt;/mfrac&gt;&lt;mtext&gt;&lt;/mtext&gt;&lt;mtext&gt;&lt;/mtext&gt;&lt;mfrac&gt;&lt;mn&gt;3&lt;/mn&gt;&lt;mn&gt;11&lt;/mn&gt;&lt;/mfrac&gt;&lt;mtext&gt;&lt;/mtext&gt;&lt;mfrac&gt;&lt;mn&gt;1&lt;/mn&gt;&lt;mn&gt;5&lt;/mn&gt;&lt;/mfrac&gt;&lt;/math&gt;" id="2242" name="Google Shape;2242;p166" title="one eighth one third 3 over 11 one fifth"/>
          <p:cNvPicPr preferRelativeResize="0"/>
          <p:nvPr/>
        </p:nvPicPr>
        <p:blipFill rotWithShape="1">
          <a:blip r:embed="rId6">
            <a:alphaModFix/>
          </a:blip>
          <a:srcRect b="0" l="22819" r="59551" t="0"/>
          <a:stretch/>
        </p:blipFill>
        <p:spPr>
          <a:xfrm>
            <a:off x="3491675" y="3964825"/>
            <a:ext cx="228600" cy="573975"/>
          </a:xfrm>
          <a:prstGeom prst="rect">
            <a:avLst/>
          </a:prstGeom>
          <a:noFill/>
          <a:ln>
            <a:noFill/>
          </a:ln>
        </p:spPr>
      </p:pic>
      <p:pic>
        <p:nvPicPr>
          <p:cNvPr descr="&lt;math xmlns=&quot;http://www.w3.org/1998/Math/MathML&quot; display=&quot;block&quot; data-is-equatio=&quot;1&quot; data-latex=&quot;\frac{1}{8}\ \frac{1}{3}\ \ \frac{3}{11}\ \frac{1}{5}&quot;&gt;&lt;mfrac&gt;&lt;mn&gt;1&lt;/mn&gt;&lt;mn&gt;8&lt;/mn&gt;&lt;/mfrac&gt;&lt;mtext&gt;&lt;/mtext&gt;&lt;mfrac&gt;&lt;mn&gt;1&lt;/mn&gt;&lt;mn&gt;3&lt;/mn&gt;&lt;/mfrac&gt;&lt;mtext&gt;&lt;/mtext&gt;&lt;mtext&gt;&lt;/mtext&gt;&lt;mfrac&gt;&lt;mn&gt;3&lt;/mn&gt;&lt;mn&gt;11&lt;/mn&gt;&lt;/mfrac&gt;&lt;mtext&gt;&lt;/mtext&gt;&lt;mfrac&gt;&lt;mn&gt;1&lt;/mn&gt;&lt;mn&gt;5&lt;/mn&gt;&lt;/mfrac&gt;&lt;/math&gt;" id="2243" name="Google Shape;2243;p166" title="one eighth one third 3 over 11 one fifth"/>
          <p:cNvPicPr preferRelativeResize="0"/>
          <p:nvPr/>
        </p:nvPicPr>
        <p:blipFill rotWithShape="1">
          <a:blip r:embed="rId6">
            <a:alphaModFix/>
          </a:blip>
          <a:srcRect b="0" l="50991" r="22789" t="0"/>
          <a:stretch/>
        </p:blipFill>
        <p:spPr>
          <a:xfrm>
            <a:off x="5761975" y="3964825"/>
            <a:ext cx="340000" cy="573975"/>
          </a:xfrm>
          <a:prstGeom prst="rect">
            <a:avLst/>
          </a:prstGeom>
          <a:noFill/>
          <a:ln>
            <a:noFill/>
          </a:ln>
        </p:spPr>
      </p:pic>
      <p:pic>
        <p:nvPicPr>
          <p:cNvPr descr="&lt;math xmlns=&quot;http://www.w3.org/1998/Math/MathML&quot; display=&quot;block&quot; data-is-equatio=&quot;1&quot; data-latex=&quot;\frac{1}{8}\ \frac{1}{3}\ \ \frac{3}{11}\ \frac{1}{5}&quot;&gt;&lt;mfrac&gt;&lt;mn&gt;1&lt;/mn&gt;&lt;mn&gt;8&lt;/mn&gt;&lt;/mfrac&gt;&lt;mtext&gt;&lt;/mtext&gt;&lt;mfrac&gt;&lt;mn&gt;1&lt;/mn&gt;&lt;mn&gt;3&lt;/mn&gt;&lt;/mfrac&gt;&lt;mtext&gt;&lt;/mtext&gt;&lt;mtext&gt;&lt;/mtext&gt;&lt;mfrac&gt;&lt;mn&gt;3&lt;/mn&gt;&lt;mn&gt;11&lt;/mn&gt;&lt;/mfrac&gt;&lt;mtext&gt;&lt;/mtext&gt;&lt;mfrac&gt;&lt;mn&gt;1&lt;/mn&gt;&lt;mn&gt;5&lt;/mn&gt;&lt;/mfrac&gt;&lt;/math&gt;" id="2244" name="Google Shape;2244;p166" title="one eighth one third 3 over 11 one fifth"/>
          <p:cNvPicPr preferRelativeResize="0"/>
          <p:nvPr/>
        </p:nvPicPr>
        <p:blipFill rotWithShape="1">
          <a:blip r:embed="rId6">
            <a:alphaModFix/>
          </a:blip>
          <a:srcRect b="0" l="81873" r="-14109" t="0"/>
          <a:stretch/>
        </p:blipFill>
        <p:spPr>
          <a:xfrm>
            <a:off x="7688663" y="3964825"/>
            <a:ext cx="418025" cy="573975"/>
          </a:xfrm>
          <a:prstGeom prst="rect">
            <a:avLst/>
          </a:prstGeom>
          <a:noFill/>
          <a:ln>
            <a:noFill/>
          </a:ln>
        </p:spPr>
      </p:pic>
      <p:sp>
        <p:nvSpPr>
          <p:cNvPr id="2245" name="Google Shape;2245;p166"/>
          <p:cNvSpPr txBox="1"/>
          <p:nvPr/>
        </p:nvSpPr>
        <p:spPr>
          <a:xfrm>
            <a:off x="7106550" y="4441549"/>
            <a:ext cx="7053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B</a:t>
            </a:r>
            <a:endParaRPr sz="22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23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23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223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5"/>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221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23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9" name="Shape 2249"/>
        <p:cNvGrpSpPr/>
        <p:nvPr/>
      </p:nvGrpSpPr>
      <p:grpSpPr>
        <a:xfrm>
          <a:off x="0" y="0"/>
          <a:ext cx="0" cy="0"/>
          <a:chOff x="0" y="0"/>
          <a:chExt cx="0" cy="0"/>
        </a:xfrm>
      </p:grpSpPr>
      <p:graphicFrame>
        <p:nvGraphicFramePr>
          <p:cNvPr id="2250" name="Google Shape;2250;p167"/>
          <p:cNvGraphicFramePr/>
          <p:nvPr/>
        </p:nvGraphicFramePr>
        <p:xfrm>
          <a:off x="7023300" y="3011400"/>
          <a:ext cx="3000000" cy="3000000"/>
        </p:xfrm>
        <a:graphic>
          <a:graphicData uri="http://schemas.openxmlformats.org/drawingml/2006/table">
            <a:tbl>
              <a:tblPr>
                <a:noFill/>
                <a:tableStyleId>{B9391551-2877-4EA5-9AC9-840A8582D54C}</a:tableStyleId>
              </a:tblPr>
              <a:tblGrid>
                <a:gridCol w="585000"/>
                <a:gridCol w="585000"/>
                <a:gridCol w="578750"/>
              </a:tblGrid>
              <a:tr h="3182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A</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B</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r>
              <a:tr h="31820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2251" name="Google Shape;2251;p167"/>
          <p:cNvSpPr/>
          <p:nvPr/>
        </p:nvSpPr>
        <p:spPr>
          <a:xfrm>
            <a:off x="2638200" y="1365775"/>
            <a:ext cx="1592700" cy="1543200"/>
          </a:xfrm>
          <a:prstGeom prst="flowChartAlternateProcess">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52" name="Google Shape;2252;p167"/>
          <p:cNvSpPr/>
          <p:nvPr/>
        </p:nvSpPr>
        <p:spPr>
          <a:xfrm>
            <a:off x="6842650" y="1365775"/>
            <a:ext cx="1893000" cy="1543200"/>
          </a:xfrm>
          <a:prstGeom prst="flowChartAlternateProcess">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53" name="Google Shape;2253;p167"/>
          <p:cNvSpPr/>
          <p:nvPr/>
        </p:nvSpPr>
        <p:spPr>
          <a:xfrm>
            <a:off x="4314600" y="1365775"/>
            <a:ext cx="2468400" cy="1543200"/>
          </a:xfrm>
          <a:prstGeom prst="flowChartAlternateProcess">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54" name="Google Shape;2254;p167"/>
          <p:cNvSpPr/>
          <p:nvPr/>
        </p:nvSpPr>
        <p:spPr>
          <a:xfrm>
            <a:off x="352200" y="1365784"/>
            <a:ext cx="2201400" cy="1543200"/>
          </a:xfrm>
          <a:prstGeom prst="flowChartAlternateProcess">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55" name="Google Shape;2255;p167"/>
          <p:cNvSpPr txBox="1"/>
          <p:nvPr>
            <p:ph idx="1" type="body"/>
          </p:nvPr>
        </p:nvSpPr>
        <p:spPr>
          <a:xfrm>
            <a:off x="324000" y="759300"/>
            <a:ext cx="8237700" cy="678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There are four types of smoothies for sale, all containing strawberries, apples and banana.</a:t>
            </a:r>
            <a:endParaRPr sz="1800"/>
          </a:p>
        </p:txBody>
      </p:sp>
      <p:sp>
        <p:nvSpPr>
          <p:cNvPr id="2256" name="Google Shape;2256;p16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Multiplicative relationships as fractions</a:t>
            </a:r>
            <a:endParaRPr/>
          </a:p>
          <a:p>
            <a:pPr indent="0" lvl="0" marL="0" rtl="0" algn="l">
              <a:spcBef>
                <a:spcPts val="1000"/>
              </a:spcBef>
              <a:spcAft>
                <a:spcPts val="1000"/>
              </a:spcAft>
              <a:buNone/>
            </a:pPr>
            <a:r>
              <a:t/>
            </a:r>
            <a:endParaRPr/>
          </a:p>
        </p:txBody>
      </p:sp>
      <p:sp>
        <p:nvSpPr>
          <p:cNvPr id="2257" name="Google Shape;2257;p167"/>
          <p:cNvSpPr txBox="1"/>
          <p:nvPr/>
        </p:nvSpPr>
        <p:spPr>
          <a:xfrm>
            <a:off x="456300" y="1432200"/>
            <a:ext cx="1999200" cy="134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For every strawberry, there are 2 slices of apples and 5 slices of banana. </a:t>
            </a:r>
            <a:endParaRPr sz="1800">
              <a:solidFill>
                <a:schemeClr val="dk1"/>
              </a:solidFill>
              <a:latin typeface="Lexend"/>
              <a:ea typeface="Lexend"/>
              <a:cs typeface="Lexend"/>
              <a:sym typeface="Lexend"/>
            </a:endParaRPr>
          </a:p>
        </p:txBody>
      </p:sp>
      <p:sp>
        <p:nvSpPr>
          <p:cNvPr id="2258" name="Google Shape;2258;p167"/>
          <p:cNvSpPr txBox="1"/>
          <p:nvPr/>
        </p:nvSpPr>
        <p:spPr>
          <a:xfrm>
            <a:off x="2742300" y="1660800"/>
            <a:ext cx="1592700" cy="67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All fruit is equally split.</a:t>
            </a:r>
            <a:endParaRPr sz="1800">
              <a:solidFill>
                <a:schemeClr val="dk1"/>
              </a:solidFill>
              <a:latin typeface="Lexend"/>
              <a:ea typeface="Lexend"/>
              <a:cs typeface="Lexend"/>
              <a:sym typeface="Lexend"/>
            </a:endParaRPr>
          </a:p>
        </p:txBody>
      </p:sp>
      <p:sp>
        <p:nvSpPr>
          <p:cNvPr id="2259" name="Google Shape;2259;p167"/>
          <p:cNvSpPr txBox="1"/>
          <p:nvPr/>
        </p:nvSpPr>
        <p:spPr>
          <a:xfrm>
            <a:off x="4486600" y="1422375"/>
            <a:ext cx="2296500" cy="134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Banana ×   = Apples</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For every strawberry, there are 2 slices of banana.</a:t>
            </a:r>
            <a:endParaRPr sz="18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frac{1}{3}&quot;&gt;&lt;mfrac&gt;&lt;mn&gt;1&lt;/mn&gt;&lt;mn&gt;3&lt;/mn&gt;&lt;/mfrac&gt;&lt;/math&gt;" id="2260" name="Google Shape;2260;p167" title="one third"/>
          <p:cNvPicPr preferRelativeResize="0"/>
          <p:nvPr/>
        </p:nvPicPr>
        <p:blipFill>
          <a:blip r:embed="rId3">
            <a:alphaModFix/>
          </a:blip>
          <a:stretch>
            <a:fillRect/>
          </a:stretch>
        </p:blipFill>
        <p:spPr>
          <a:xfrm>
            <a:off x="5554096" y="1379072"/>
            <a:ext cx="145900" cy="482900"/>
          </a:xfrm>
          <a:prstGeom prst="rect">
            <a:avLst/>
          </a:prstGeom>
          <a:noFill/>
          <a:ln>
            <a:noFill/>
          </a:ln>
        </p:spPr>
      </p:pic>
      <p:sp>
        <p:nvSpPr>
          <p:cNvPr id="2261" name="Google Shape;2261;p167"/>
          <p:cNvSpPr txBox="1"/>
          <p:nvPr/>
        </p:nvSpPr>
        <p:spPr>
          <a:xfrm>
            <a:off x="6922500" y="1432200"/>
            <a:ext cx="1813200" cy="142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Apple and banana have the same ratio. </a:t>
            </a:r>
            <a:r>
              <a:rPr lang="en-GB" sz="1800">
                <a:solidFill>
                  <a:schemeClr val="dk1"/>
                </a:solidFill>
                <a:latin typeface="Lexend"/>
                <a:ea typeface="Lexend"/>
                <a:cs typeface="Lexend"/>
                <a:sym typeface="Lexend"/>
              </a:rPr>
              <a:t>S</a:t>
            </a:r>
            <a:r>
              <a:rPr lang="en-GB" sz="1800">
                <a:solidFill>
                  <a:schemeClr val="dk1"/>
                </a:solidFill>
                <a:latin typeface="Lexend"/>
                <a:ea typeface="Lexend"/>
                <a:cs typeface="Lexend"/>
                <a:sym typeface="Lexend"/>
              </a:rPr>
              <a:t>trawberry is 50% of banana.</a:t>
            </a:r>
            <a:endParaRPr sz="1800">
              <a:solidFill>
                <a:schemeClr val="dk1"/>
              </a:solidFill>
              <a:latin typeface="Lexend"/>
              <a:ea typeface="Lexend"/>
              <a:cs typeface="Lexend"/>
              <a:sym typeface="Lexend"/>
            </a:endParaRPr>
          </a:p>
        </p:txBody>
      </p:sp>
      <p:graphicFrame>
        <p:nvGraphicFramePr>
          <p:cNvPr id="2262" name="Google Shape;2262;p167"/>
          <p:cNvGraphicFramePr/>
          <p:nvPr/>
        </p:nvGraphicFramePr>
        <p:xfrm>
          <a:off x="546300" y="3011400"/>
          <a:ext cx="3000000" cy="3000000"/>
        </p:xfrm>
        <a:graphic>
          <a:graphicData uri="http://schemas.openxmlformats.org/drawingml/2006/table">
            <a:tbl>
              <a:tblPr>
                <a:noFill/>
                <a:tableStyleId>{B9391551-2877-4EA5-9AC9-840A8582D54C}</a:tableStyleId>
              </a:tblPr>
              <a:tblGrid>
                <a:gridCol w="585000"/>
                <a:gridCol w="585000"/>
                <a:gridCol w="578750"/>
              </a:tblGrid>
              <a:tr h="3182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A</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B</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r>
              <a:tr h="31820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2263" name="Google Shape;2263;p167"/>
          <p:cNvGraphicFramePr/>
          <p:nvPr/>
        </p:nvGraphicFramePr>
        <p:xfrm>
          <a:off x="2679900" y="3011400"/>
          <a:ext cx="3000000" cy="3000000"/>
        </p:xfrm>
        <a:graphic>
          <a:graphicData uri="http://schemas.openxmlformats.org/drawingml/2006/table">
            <a:tbl>
              <a:tblPr>
                <a:noFill/>
                <a:tableStyleId>{B9391551-2877-4EA5-9AC9-840A8582D54C}</a:tableStyleId>
              </a:tblPr>
              <a:tblGrid>
                <a:gridCol w="585000"/>
                <a:gridCol w="585000"/>
                <a:gridCol w="578750"/>
              </a:tblGrid>
              <a:tr h="3182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A</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B</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r>
              <a:tr h="31820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2264" name="Google Shape;2264;p167"/>
          <p:cNvGraphicFramePr/>
          <p:nvPr/>
        </p:nvGraphicFramePr>
        <p:xfrm>
          <a:off x="4965900" y="3011400"/>
          <a:ext cx="3000000" cy="3000000"/>
        </p:xfrm>
        <a:graphic>
          <a:graphicData uri="http://schemas.openxmlformats.org/drawingml/2006/table">
            <a:tbl>
              <a:tblPr>
                <a:noFill/>
                <a:tableStyleId>{B9391551-2877-4EA5-9AC9-840A8582D54C}</a:tableStyleId>
              </a:tblPr>
              <a:tblGrid>
                <a:gridCol w="585000"/>
                <a:gridCol w="585000"/>
                <a:gridCol w="578750"/>
              </a:tblGrid>
              <a:tr h="3182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A</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B</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r>
              <a:tr h="31820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2265" name="Google Shape;2265;p167"/>
          <p:cNvSpPr txBox="1"/>
          <p:nvPr/>
        </p:nvSpPr>
        <p:spPr>
          <a:xfrm>
            <a:off x="2136550" y="1291100"/>
            <a:ext cx="7053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a:t>
            </a:r>
            <a:endParaRPr sz="2200">
              <a:solidFill>
                <a:schemeClr val="dk1"/>
              </a:solidFill>
              <a:latin typeface="Lexend"/>
              <a:ea typeface="Lexend"/>
              <a:cs typeface="Lexend"/>
              <a:sym typeface="Lexend"/>
            </a:endParaRPr>
          </a:p>
        </p:txBody>
      </p:sp>
      <p:sp>
        <p:nvSpPr>
          <p:cNvPr id="2266" name="Google Shape;2266;p167"/>
          <p:cNvSpPr txBox="1"/>
          <p:nvPr/>
        </p:nvSpPr>
        <p:spPr>
          <a:xfrm>
            <a:off x="3812950" y="1291100"/>
            <a:ext cx="7053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B</a:t>
            </a:r>
            <a:endParaRPr sz="2200">
              <a:solidFill>
                <a:schemeClr val="dk1"/>
              </a:solidFill>
              <a:latin typeface="Lexend"/>
              <a:ea typeface="Lexend"/>
              <a:cs typeface="Lexend"/>
              <a:sym typeface="Lexend"/>
            </a:endParaRPr>
          </a:p>
        </p:txBody>
      </p:sp>
      <p:sp>
        <p:nvSpPr>
          <p:cNvPr id="2267" name="Google Shape;2267;p167"/>
          <p:cNvSpPr txBox="1"/>
          <p:nvPr/>
        </p:nvSpPr>
        <p:spPr>
          <a:xfrm>
            <a:off x="6327550" y="2357900"/>
            <a:ext cx="7053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C</a:t>
            </a:r>
            <a:endParaRPr sz="2200">
              <a:solidFill>
                <a:schemeClr val="dk1"/>
              </a:solidFill>
              <a:latin typeface="Lexend"/>
              <a:ea typeface="Lexend"/>
              <a:cs typeface="Lexend"/>
              <a:sym typeface="Lexend"/>
            </a:endParaRPr>
          </a:p>
        </p:txBody>
      </p:sp>
      <p:sp>
        <p:nvSpPr>
          <p:cNvPr id="2268" name="Google Shape;2268;p167"/>
          <p:cNvSpPr txBox="1"/>
          <p:nvPr/>
        </p:nvSpPr>
        <p:spPr>
          <a:xfrm>
            <a:off x="8304000" y="1285500"/>
            <a:ext cx="7053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D</a:t>
            </a:r>
            <a:endParaRPr sz="2200">
              <a:solidFill>
                <a:schemeClr val="dk1"/>
              </a:solidFill>
              <a:latin typeface="Lexend"/>
              <a:ea typeface="Lexend"/>
              <a:cs typeface="Lexend"/>
              <a:sym typeface="Lexend"/>
            </a:endParaRPr>
          </a:p>
        </p:txBody>
      </p:sp>
      <p:sp>
        <p:nvSpPr>
          <p:cNvPr id="2269" name="Google Shape;2269;p167"/>
          <p:cNvSpPr txBox="1"/>
          <p:nvPr/>
        </p:nvSpPr>
        <p:spPr>
          <a:xfrm>
            <a:off x="287100" y="4489075"/>
            <a:ext cx="85698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b) </a:t>
            </a:r>
            <a:r>
              <a:rPr lang="en-GB" sz="1800">
                <a:solidFill>
                  <a:schemeClr val="dk1"/>
                </a:solidFill>
                <a:latin typeface="Lexend"/>
                <a:ea typeface="Lexend"/>
                <a:cs typeface="Lexend"/>
                <a:sym typeface="Lexend"/>
              </a:rPr>
              <a:t>Sofia likes apple, which smoothie should she pick?</a:t>
            </a:r>
            <a:endParaRPr sz="1800">
              <a:solidFill>
                <a:schemeClr val="dk1"/>
              </a:solidFill>
              <a:latin typeface="Lexend"/>
              <a:ea typeface="Lexend"/>
              <a:cs typeface="Lexend"/>
              <a:sym typeface="Lexend"/>
            </a:endParaRPr>
          </a:p>
        </p:txBody>
      </p:sp>
      <p:sp>
        <p:nvSpPr>
          <p:cNvPr id="2270" name="Google Shape;2270;p167"/>
          <p:cNvSpPr txBox="1"/>
          <p:nvPr/>
        </p:nvSpPr>
        <p:spPr>
          <a:xfrm>
            <a:off x="6420750" y="4441549"/>
            <a:ext cx="7053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D</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frac{2}{8}=\frac{1}{4}\ \frac{1}{3}\ \frac{2}{11}\ \frac{2}{5}&quot;&gt;&lt;mfrac&gt;&lt;mn&gt;2&lt;/mn&gt;&lt;mn&gt;8&lt;/mn&gt;&lt;/mfrac&gt;&lt;mo&gt;=&lt;/mo&gt;&lt;mfrac&gt;&lt;mn&gt;1&lt;/mn&gt;&lt;mn&gt;4&lt;/mn&gt;&lt;/mfrac&gt;&lt;mtext&gt;&lt;/mtext&gt;&lt;mfrac&gt;&lt;mn&gt;1&lt;/mn&gt;&lt;mn&gt;3&lt;/mn&gt;&lt;/mfrac&gt;&lt;mtext&gt;&lt;/mtext&gt;&lt;mfrac&gt;&lt;mn&gt;2&lt;/mn&gt;&lt;mn&gt;11&lt;/mn&gt;&lt;/mfrac&gt;&lt;mtext&gt;&lt;/mtext&gt;&lt;mfrac&gt;&lt;mn&gt;2&lt;/mn&gt;&lt;mn&gt;5&lt;/mn&gt;&lt;/mfrac&gt;&lt;/math&gt;" id="2271" name="Google Shape;2271;p167" title="two eighths equals one fourth one third 2 over 11 two fifths"/>
          <p:cNvPicPr preferRelativeResize="0"/>
          <p:nvPr/>
        </p:nvPicPr>
        <p:blipFill rotWithShape="1">
          <a:blip r:embed="rId4">
            <a:alphaModFix/>
          </a:blip>
          <a:srcRect b="0" l="0" r="52296" t="0"/>
          <a:stretch/>
        </p:blipFill>
        <p:spPr>
          <a:xfrm>
            <a:off x="1035796" y="3950588"/>
            <a:ext cx="840200" cy="559475"/>
          </a:xfrm>
          <a:prstGeom prst="rect">
            <a:avLst/>
          </a:prstGeom>
          <a:noFill/>
          <a:ln>
            <a:noFill/>
          </a:ln>
        </p:spPr>
      </p:pic>
      <p:pic>
        <p:nvPicPr>
          <p:cNvPr descr="&lt;math xmlns=&quot;http://www.w3.org/1998/Math/MathML&quot; display=&quot;block&quot; data-is-equatio=&quot;1&quot; data-latex=&quot;\frac{2}{8}=\frac{1}{4}\ \frac{1}{3}\ \frac{2}{11}\ \frac{2}{5}&quot;&gt;&lt;mfrac&gt;&lt;mn&gt;2&lt;/mn&gt;&lt;mn&gt;8&lt;/mn&gt;&lt;/mfrac&gt;&lt;mo&gt;=&lt;/mo&gt;&lt;mfrac&gt;&lt;mn&gt;1&lt;/mn&gt;&lt;mn&gt;4&lt;/mn&gt;&lt;/mfrac&gt;&lt;mtext&gt;&lt;/mtext&gt;&lt;mfrac&gt;&lt;mn&gt;1&lt;/mn&gt;&lt;mn&gt;3&lt;/mn&gt;&lt;/mfrac&gt;&lt;mtext&gt;&lt;/mtext&gt;&lt;mfrac&gt;&lt;mn&gt;2&lt;/mn&gt;&lt;mn&gt;11&lt;/mn&gt;&lt;/mfrac&gt;&lt;mtext&gt;&lt;/mtext&gt;&lt;mfrac&gt;&lt;mn&gt;2&lt;/mn&gt;&lt;mn&gt;5&lt;/mn&gt;&lt;/mfrac&gt;&lt;/math&gt;" id="2272" name="Google Shape;2272;p167" title="two eighths equals one fourth one third 2 over 11 two fifths"/>
          <p:cNvPicPr preferRelativeResize="0"/>
          <p:nvPr/>
        </p:nvPicPr>
        <p:blipFill rotWithShape="1">
          <a:blip r:embed="rId4">
            <a:alphaModFix/>
          </a:blip>
          <a:srcRect b="0" l="46201" r="40610" t="0"/>
          <a:stretch/>
        </p:blipFill>
        <p:spPr>
          <a:xfrm>
            <a:off x="3398901" y="3954488"/>
            <a:ext cx="232275" cy="559475"/>
          </a:xfrm>
          <a:prstGeom prst="rect">
            <a:avLst/>
          </a:prstGeom>
          <a:noFill/>
          <a:ln>
            <a:noFill/>
          </a:ln>
        </p:spPr>
      </p:pic>
      <p:pic>
        <p:nvPicPr>
          <p:cNvPr descr="&lt;math xmlns=&quot;http://www.w3.org/1998/Math/MathML&quot; display=&quot;block&quot; data-is-equatio=&quot;1&quot; data-latex=&quot;\frac{2}{8}=\frac{1}{4}\ \frac{1}{3}\ \frac{2}{11}\ \frac{2}{5}&quot;&gt;&lt;mfrac&gt;&lt;mn&gt;2&lt;/mn&gt;&lt;mn&gt;8&lt;/mn&gt;&lt;/mfrac&gt;&lt;mo&gt;=&lt;/mo&gt;&lt;mfrac&gt;&lt;mn&gt;1&lt;/mn&gt;&lt;mn&gt;4&lt;/mn&gt;&lt;/mfrac&gt;&lt;mtext&gt;&lt;/mtext&gt;&lt;mfrac&gt;&lt;mn&gt;1&lt;/mn&gt;&lt;mn&gt;3&lt;/mn&gt;&lt;/mfrac&gt;&lt;mtext&gt;&lt;/mtext&gt;&lt;mfrac&gt;&lt;mn&gt;2&lt;/mn&gt;&lt;mn&gt;11&lt;/mn&gt;&lt;/mfrac&gt;&lt;mtext&gt;&lt;/mtext&gt;&lt;mfrac&gt;&lt;mn&gt;2&lt;/mn&gt;&lt;mn&gt;5&lt;/mn&gt;&lt;/mfrac&gt;&lt;/math&gt;" id="2273" name="Google Shape;2273;p167" title="two eighths equals one fourth one third 2 over 11 two fifths"/>
          <p:cNvPicPr preferRelativeResize="0"/>
          <p:nvPr/>
        </p:nvPicPr>
        <p:blipFill rotWithShape="1">
          <a:blip r:embed="rId4">
            <a:alphaModFix/>
          </a:blip>
          <a:srcRect b="0" l="62904" r="18519" t="0"/>
          <a:stretch/>
        </p:blipFill>
        <p:spPr>
          <a:xfrm>
            <a:off x="5680902" y="3950588"/>
            <a:ext cx="327200" cy="559475"/>
          </a:xfrm>
          <a:prstGeom prst="rect">
            <a:avLst/>
          </a:prstGeom>
          <a:noFill/>
          <a:ln>
            <a:noFill/>
          </a:ln>
        </p:spPr>
      </p:pic>
      <p:pic>
        <p:nvPicPr>
          <p:cNvPr descr="&lt;math xmlns=&quot;http://www.w3.org/1998/Math/MathML&quot; display=&quot;block&quot; data-is-equatio=&quot;1&quot; data-latex=&quot;\frac{2}{8}=\frac{1}{4}\ \frac{1}{3}\ \frac{2}{11}\ \frac{2}{5}&quot;&gt;&lt;mfrac&gt;&lt;mn&gt;2&lt;/mn&gt;&lt;mn&gt;8&lt;/mn&gt;&lt;/mfrac&gt;&lt;mo&gt;=&lt;/mo&gt;&lt;mfrac&gt;&lt;mn&gt;1&lt;/mn&gt;&lt;mn&gt;4&lt;/mn&gt;&lt;/mfrac&gt;&lt;mtext&gt;&lt;/mtext&gt;&lt;mfrac&gt;&lt;mn&gt;1&lt;/mn&gt;&lt;mn&gt;3&lt;/mn&gt;&lt;/mfrac&gt;&lt;mtext&gt;&lt;/mtext&gt;&lt;mfrac&gt;&lt;mn&gt;2&lt;/mn&gt;&lt;mn&gt;11&lt;/mn&gt;&lt;/mfrac&gt;&lt;mtext&gt;&lt;/mtext&gt;&lt;mfrac&gt;&lt;mn&gt;2&lt;/mn&gt;&lt;mn&gt;5&lt;/mn&gt;&lt;/mfrac&gt;&lt;/math&gt;" id="2274" name="Google Shape;2274;p167" title="two eighths equals one fourth one third 2 over 11 two fifths"/>
          <p:cNvPicPr preferRelativeResize="0"/>
          <p:nvPr/>
        </p:nvPicPr>
        <p:blipFill rotWithShape="1">
          <a:blip r:embed="rId4">
            <a:alphaModFix/>
          </a:blip>
          <a:srcRect b="0" l="84367" r="-2944" t="0"/>
          <a:stretch/>
        </p:blipFill>
        <p:spPr>
          <a:xfrm>
            <a:off x="7576903" y="3954488"/>
            <a:ext cx="327200" cy="559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8" name="Shape 2278"/>
        <p:cNvGrpSpPr/>
        <p:nvPr/>
      </p:nvGrpSpPr>
      <p:grpSpPr>
        <a:xfrm>
          <a:off x="0" y="0"/>
          <a:ext cx="0" cy="0"/>
          <a:chOff x="0" y="0"/>
          <a:chExt cx="0" cy="0"/>
        </a:xfrm>
      </p:grpSpPr>
      <p:graphicFrame>
        <p:nvGraphicFramePr>
          <p:cNvPr id="2279" name="Google Shape;2279;p168"/>
          <p:cNvGraphicFramePr/>
          <p:nvPr/>
        </p:nvGraphicFramePr>
        <p:xfrm>
          <a:off x="7023300" y="3011400"/>
          <a:ext cx="3000000" cy="3000000"/>
        </p:xfrm>
        <a:graphic>
          <a:graphicData uri="http://schemas.openxmlformats.org/drawingml/2006/table">
            <a:tbl>
              <a:tblPr>
                <a:noFill/>
                <a:tableStyleId>{B9391551-2877-4EA5-9AC9-840A8582D54C}</a:tableStyleId>
              </a:tblPr>
              <a:tblGrid>
                <a:gridCol w="585000"/>
                <a:gridCol w="585000"/>
                <a:gridCol w="578750"/>
              </a:tblGrid>
              <a:tr h="3182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A</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B</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r>
              <a:tr h="31820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2280" name="Google Shape;2280;p168"/>
          <p:cNvSpPr/>
          <p:nvPr/>
        </p:nvSpPr>
        <p:spPr>
          <a:xfrm>
            <a:off x="2638200" y="1365775"/>
            <a:ext cx="1592700" cy="1543200"/>
          </a:xfrm>
          <a:prstGeom prst="flowChartAlternateProcess">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81" name="Google Shape;2281;p168"/>
          <p:cNvSpPr/>
          <p:nvPr/>
        </p:nvSpPr>
        <p:spPr>
          <a:xfrm>
            <a:off x="6842650" y="1365775"/>
            <a:ext cx="1893000" cy="1543200"/>
          </a:xfrm>
          <a:prstGeom prst="flowChartAlternateProcess">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82" name="Google Shape;2282;p168"/>
          <p:cNvSpPr/>
          <p:nvPr/>
        </p:nvSpPr>
        <p:spPr>
          <a:xfrm>
            <a:off x="4314600" y="1365775"/>
            <a:ext cx="2468400" cy="1543200"/>
          </a:xfrm>
          <a:prstGeom prst="flowChartAlternateProcess">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83" name="Google Shape;2283;p168"/>
          <p:cNvSpPr/>
          <p:nvPr/>
        </p:nvSpPr>
        <p:spPr>
          <a:xfrm>
            <a:off x="352200" y="1365784"/>
            <a:ext cx="2201400" cy="1543200"/>
          </a:xfrm>
          <a:prstGeom prst="flowChartAlternateProcess">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84" name="Google Shape;2284;p168"/>
          <p:cNvSpPr txBox="1"/>
          <p:nvPr>
            <p:ph idx="1" type="body"/>
          </p:nvPr>
        </p:nvSpPr>
        <p:spPr>
          <a:xfrm>
            <a:off x="324000" y="759300"/>
            <a:ext cx="8237700" cy="678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There are four types of smoothies for sale, all containing strawberries, apples and banana.</a:t>
            </a:r>
            <a:endParaRPr sz="1800"/>
          </a:p>
        </p:txBody>
      </p:sp>
      <p:sp>
        <p:nvSpPr>
          <p:cNvPr id="2285" name="Google Shape;2285;p16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Multiplicative relationships as fractions</a:t>
            </a:r>
            <a:endParaRPr/>
          </a:p>
          <a:p>
            <a:pPr indent="0" lvl="0" marL="0" rtl="0" algn="l">
              <a:spcBef>
                <a:spcPts val="1000"/>
              </a:spcBef>
              <a:spcAft>
                <a:spcPts val="1000"/>
              </a:spcAft>
              <a:buNone/>
            </a:pPr>
            <a:r>
              <a:t/>
            </a:r>
            <a:endParaRPr/>
          </a:p>
        </p:txBody>
      </p:sp>
      <p:sp>
        <p:nvSpPr>
          <p:cNvPr id="2286" name="Google Shape;2286;p168"/>
          <p:cNvSpPr txBox="1"/>
          <p:nvPr/>
        </p:nvSpPr>
        <p:spPr>
          <a:xfrm>
            <a:off x="456300" y="1432200"/>
            <a:ext cx="1999200" cy="134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For every strawberry, there are 2 slices of apples and 5 slices of banana. </a:t>
            </a:r>
            <a:endParaRPr sz="1800">
              <a:solidFill>
                <a:schemeClr val="dk1"/>
              </a:solidFill>
              <a:latin typeface="Lexend"/>
              <a:ea typeface="Lexend"/>
              <a:cs typeface="Lexend"/>
              <a:sym typeface="Lexend"/>
            </a:endParaRPr>
          </a:p>
        </p:txBody>
      </p:sp>
      <p:sp>
        <p:nvSpPr>
          <p:cNvPr id="2287" name="Google Shape;2287;p168"/>
          <p:cNvSpPr txBox="1"/>
          <p:nvPr/>
        </p:nvSpPr>
        <p:spPr>
          <a:xfrm>
            <a:off x="2742300" y="1660800"/>
            <a:ext cx="1592700" cy="67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All fruit is equally split.</a:t>
            </a:r>
            <a:endParaRPr sz="1800">
              <a:solidFill>
                <a:schemeClr val="dk1"/>
              </a:solidFill>
              <a:latin typeface="Lexend"/>
              <a:ea typeface="Lexend"/>
              <a:cs typeface="Lexend"/>
              <a:sym typeface="Lexend"/>
            </a:endParaRPr>
          </a:p>
        </p:txBody>
      </p:sp>
      <p:sp>
        <p:nvSpPr>
          <p:cNvPr id="2288" name="Google Shape;2288;p168"/>
          <p:cNvSpPr txBox="1"/>
          <p:nvPr/>
        </p:nvSpPr>
        <p:spPr>
          <a:xfrm>
            <a:off x="4486600" y="1422375"/>
            <a:ext cx="2296500" cy="134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Banana ×   = Apples</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For every strawberry, there are 2 slices of banana.</a:t>
            </a:r>
            <a:endParaRPr sz="18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frac{1}{3}&quot;&gt;&lt;mfrac&gt;&lt;mn&gt;1&lt;/mn&gt;&lt;mn&gt;3&lt;/mn&gt;&lt;/mfrac&gt;&lt;/math&gt;" id="2289" name="Google Shape;2289;p168" title="one third"/>
          <p:cNvPicPr preferRelativeResize="0"/>
          <p:nvPr/>
        </p:nvPicPr>
        <p:blipFill>
          <a:blip r:embed="rId3">
            <a:alphaModFix/>
          </a:blip>
          <a:stretch>
            <a:fillRect/>
          </a:stretch>
        </p:blipFill>
        <p:spPr>
          <a:xfrm>
            <a:off x="5554096" y="1379072"/>
            <a:ext cx="145900" cy="482900"/>
          </a:xfrm>
          <a:prstGeom prst="rect">
            <a:avLst/>
          </a:prstGeom>
          <a:noFill/>
          <a:ln>
            <a:noFill/>
          </a:ln>
        </p:spPr>
      </p:pic>
      <p:sp>
        <p:nvSpPr>
          <p:cNvPr id="2290" name="Google Shape;2290;p168"/>
          <p:cNvSpPr txBox="1"/>
          <p:nvPr/>
        </p:nvSpPr>
        <p:spPr>
          <a:xfrm>
            <a:off x="6922500" y="1432200"/>
            <a:ext cx="1813200" cy="142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Apple and banana have the same ratio. Strawberry is 50% of banana.</a:t>
            </a:r>
            <a:endParaRPr sz="1800">
              <a:solidFill>
                <a:schemeClr val="dk1"/>
              </a:solidFill>
              <a:latin typeface="Lexend"/>
              <a:ea typeface="Lexend"/>
              <a:cs typeface="Lexend"/>
              <a:sym typeface="Lexend"/>
            </a:endParaRPr>
          </a:p>
        </p:txBody>
      </p:sp>
      <p:graphicFrame>
        <p:nvGraphicFramePr>
          <p:cNvPr id="2291" name="Google Shape;2291;p168"/>
          <p:cNvGraphicFramePr/>
          <p:nvPr/>
        </p:nvGraphicFramePr>
        <p:xfrm>
          <a:off x="546300" y="3011400"/>
          <a:ext cx="3000000" cy="3000000"/>
        </p:xfrm>
        <a:graphic>
          <a:graphicData uri="http://schemas.openxmlformats.org/drawingml/2006/table">
            <a:tbl>
              <a:tblPr>
                <a:noFill/>
                <a:tableStyleId>{B9391551-2877-4EA5-9AC9-840A8582D54C}</a:tableStyleId>
              </a:tblPr>
              <a:tblGrid>
                <a:gridCol w="585000"/>
                <a:gridCol w="585000"/>
                <a:gridCol w="578750"/>
              </a:tblGrid>
              <a:tr h="3182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A</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B</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r>
              <a:tr h="31820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2292" name="Google Shape;2292;p168"/>
          <p:cNvGraphicFramePr/>
          <p:nvPr/>
        </p:nvGraphicFramePr>
        <p:xfrm>
          <a:off x="2679900" y="3011400"/>
          <a:ext cx="3000000" cy="3000000"/>
        </p:xfrm>
        <a:graphic>
          <a:graphicData uri="http://schemas.openxmlformats.org/drawingml/2006/table">
            <a:tbl>
              <a:tblPr>
                <a:noFill/>
                <a:tableStyleId>{B9391551-2877-4EA5-9AC9-840A8582D54C}</a:tableStyleId>
              </a:tblPr>
              <a:tblGrid>
                <a:gridCol w="585000"/>
                <a:gridCol w="585000"/>
                <a:gridCol w="578750"/>
              </a:tblGrid>
              <a:tr h="3182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A</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B</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r>
              <a:tr h="31820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2293" name="Google Shape;2293;p168"/>
          <p:cNvGraphicFramePr/>
          <p:nvPr/>
        </p:nvGraphicFramePr>
        <p:xfrm>
          <a:off x="4965900" y="3011400"/>
          <a:ext cx="3000000" cy="3000000"/>
        </p:xfrm>
        <a:graphic>
          <a:graphicData uri="http://schemas.openxmlformats.org/drawingml/2006/table">
            <a:tbl>
              <a:tblPr>
                <a:noFill/>
                <a:tableStyleId>{B9391551-2877-4EA5-9AC9-840A8582D54C}</a:tableStyleId>
              </a:tblPr>
              <a:tblGrid>
                <a:gridCol w="585000"/>
                <a:gridCol w="585000"/>
                <a:gridCol w="578750"/>
              </a:tblGrid>
              <a:tr h="3182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A</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B</a:t>
                      </a:r>
                      <a:endParaRPr sz="18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5"/>
                    </a:solidFill>
                  </a:tcPr>
                </a:tc>
              </a:tr>
              <a:tr h="31820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2294" name="Google Shape;2294;p168"/>
          <p:cNvSpPr txBox="1"/>
          <p:nvPr/>
        </p:nvSpPr>
        <p:spPr>
          <a:xfrm>
            <a:off x="2136550" y="1291100"/>
            <a:ext cx="7053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a:t>
            </a:r>
            <a:endParaRPr sz="2200">
              <a:solidFill>
                <a:schemeClr val="dk1"/>
              </a:solidFill>
              <a:latin typeface="Lexend"/>
              <a:ea typeface="Lexend"/>
              <a:cs typeface="Lexend"/>
              <a:sym typeface="Lexend"/>
            </a:endParaRPr>
          </a:p>
        </p:txBody>
      </p:sp>
      <p:sp>
        <p:nvSpPr>
          <p:cNvPr id="2295" name="Google Shape;2295;p168"/>
          <p:cNvSpPr txBox="1"/>
          <p:nvPr/>
        </p:nvSpPr>
        <p:spPr>
          <a:xfrm>
            <a:off x="3812950" y="1291100"/>
            <a:ext cx="7053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B</a:t>
            </a:r>
            <a:endParaRPr sz="2200">
              <a:solidFill>
                <a:schemeClr val="dk1"/>
              </a:solidFill>
              <a:latin typeface="Lexend"/>
              <a:ea typeface="Lexend"/>
              <a:cs typeface="Lexend"/>
              <a:sym typeface="Lexend"/>
            </a:endParaRPr>
          </a:p>
        </p:txBody>
      </p:sp>
      <p:sp>
        <p:nvSpPr>
          <p:cNvPr id="2296" name="Google Shape;2296;p168"/>
          <p:cNvSpPr txBox="1"/>
          <p:nvPr/>
        </p:nvSpPr>
        <p:spPr>
          <a:xfrm>
            <a:off x="6327550" y="2357900"/>
            <a:ext cx="7053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C</a:t>
            </a:r>
            <a:endParaRPr sz="2200">
              <a:solidFill>
                <a:schemeClr val="dk1"/>
              </a:solidFill>
              <a:latin typeface="Lexend"/>
              <a:ea typeface="Lexend"/>
              <a:cs typeface="Lexend"/>
              <a:sym typeface="Lexend"/>
            </a:endParaRPr>
          </a:p>
        </p:txBody>
      </p:sp>
      <p:sp>
        <p:nvSpPr>
          <p:cNvPr id="2297" name="Google Shape;2297;p168"/>
          <p:cNvSpPr txBox="1"/>
          <p:nvPr/>
        </p:nvSpPr>
        <p:spPr>
          <a:xfrm>
            <a:off x="8304000" y="1285500"/>
            <a:ext cx="7053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D</a:t>
            </a:r>
            <a:endParaRPr sz="2200">
              <a:solidFill>
                <a:schemeClr val="dk1"/>
              </a:solidFill>
              <a:latin typeface="Lexend"/>
              <a:ea typeface="Lexend"/>
              <a:cs typeface="Lexend"/>
              <a:sym typeface="Lexend"/>
            </a:endParaRPr>
          </a:p>
        </p:txBody>
      </p:sp>
      <p:sp>
        <p:nvSpPr>
          <p:cNvPr id="2298" name="Google Shape;2298;p168"/>
          <p:cNvSpPr txBox="1"/>
          <p:nvPr/>
        </p:nvSpPr>
        <p:spPr>
          <a:xfrm>
            <a:off x="287100" y="4489075"/>
            <a:ext cx="85698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c) </a:t>
            </a:r>
            <a:r>
              <a:rPr lang="en-GB" sz="1800">
                <a:solidFill>
                  <a:schemeClr val="dk1"/>
                </a:solidFill>
                <a:latin typeface="Lexend"/>
                <a:ea typeface="Lexend"/>
                <a:cs typeface="Lexend"/>
                <a:sym typeface="Lexend"/>
              </a:rPr>
              <a:t>Which smoothie has the least banana?</a:t>
            </a:r>
            <a:endParaRPr sz="1800">
              <a:solidFill>
                <a:schemeClr val="dk1"/>
              </a:solidFill>
              <a:latin typeface="Lexend"/>
              <a:ea typeface="Lexend"/>
              <a:cs typeface="Lexend"/>
              <a:sym typeface="Lexend"/>
            </a:endParaRPr>
          </a:p>
        </p:txBody>
      </p:sp>
      <p:sp>
        <p:nvSpPr>
          <p:cNvPr id="2299" name="Google Shape;2299;p168"/>
          <p:cNvSpPr txBox="1"/>
          <p:nvPr/>
        </p:nvSpPr>
        <p:spPr>
          <a:xfrm>
            <a:off x="4972950" y="4441549"/>
            <a:ext cx="7053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B</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frac{5}{8}\ \ \frac{1}{3}\ \ \frac{6}{11}\ \frac{2}{5}&quot;&gt;&lt;mfrac&gt;&lt;mn&gt;5&lt;/mn&gt;&lt;mn&gt;8&lt;/mn&gt;&lt;/mfrac&gt;&lt;mtext&gt;&lt;/mtext&gt;&lt;mtext&gt;&lt;/mtext&gt;&lt;mfrac&gt;&lt;mn&gt;1&lt;/mn&gt;&lt;mn&gt;3&lt;/mn&gt;&lt;/mfrac&gt;&lt;mtext&gt;&lt;/mtext&gt;&lt;mtext&gt;&lt;/mtext&gt;&lt;mfrac&gt;&lt;mn&gt;6&lt;/mn&gt;&lt;mn&gt;11&lt;/mn&gt;&lt;/mfrac&gt;&lt;mtext&gt;&lt;/mtext&gt;&lt;mfrac&gt;&lt;mn&gt;2&lt;/mn&gt;&lt;mn&gt;5&lt;/mn&gt;&lt;/mfrac&gt;&lt;/math&gt;" id="2300" name="Google Shape;2300;p168" title="five eighths one third 6 over 11 two fifths"/>
          <p:cNvPicPr preferRelativeResize="0"/>
          <p:nvPr/>
        </p:nvPicPr>
        <p:blipFill rotWithShape="1">
          <a:blip r:embed="rId4">
            <a:alphaModFix/>
          </a:blip>
          <a:srcRect b="0" l="0" r="80257" t="0"/>
          <a:stretch/>
        </p:blipFill>
        <p:spPr>
          <a:xfrm>
            <a:off x="1234477" y="3950600"/>
            <a:ext cx="283675" cy="605975"/>
          </a:xfrm>
          <a:prstGeom prst="rect">
            <a:avLst/>
          </a:prstGeom>
          <a:noFill/>
          <a:ln>
            <a:noFill/>
          </a:ln>
        </p:spPr>
      </p:pic>
      <p:pic>
        <p:nvPicPr>
          <p:cNvPr descr="&lt;math xmlns=&quot;http://www.w3.org/1998/Math/MathML&quot; display=&quot;block&quot; data-is-equatio=&quot;1&quot; data-latex=&quot;\frac{5}{8}\ \ \frac{1}{3}\ \ \frac{6}{11}\ \frac{2}{5}&quot;&gt;&lt;mfrac&gt;&lt;mn&gt;5&lt;/mn&gt;&lt;mn&gt;8&lt;/mn&gt;&lt;/mfrac&gt;&lt;mtext&gt;&lt;/mtext&gt;&lt;mtext&gt;&lt;/mtext&gt;&lt;mfrac&gt;&lt;mn&gt;1&lt;/mn&gt;&lt;mn&gt;3&lt;/mn&gt;&lt;/mfrac&gt;&lt;mtext&gt;&lt;/mtext&gt;&lt;mtext&gt;&lt;/mtext&gt;&lt;mfrac&gt;&lt;mn&gt;6&lt;/mn&gt;&lt;mn&gt;11&lt;/mn&gt;&lt;/mfrac&gt;&lt;mtext&gt;&lt;/mtext&gt;&lt;mfrac&gt;&lt;mn&gt;2&lt;/mn&gt;&lt;mn&gt;5&lt;/mn&gt;&lt;/mfrac&gt;&lt;/math&gt;" id="2301" name="Google Shape;2301;p168" title="five eighths one third 6 over 11 two fifths"/>
          <p:cNvPicPr preferRelativeResize="0"/>
          <p:nvPr/>
        </p:nvPicPr>
        <p:blipFill rotWithShape="1">
          <a:blip r:embed="rId4">
            <a:alphaModFix/>
          </a:blip>
          <a:srcRect b="0" l="23246" r="57011" t="0"/>
          <a:stretch/>
        </p:blipFill>
        <p:spPr>
          <a:xfrm>
            <a:off x="3425224" y="3950600"/>
            <a:ext cx="283675" cy="605975"/>
          </a:xfrm>
          <a:prstGeom prst="rect">
            <a:avLst/>
          </a:prstGeom>
          <a:noFill/>
          <a:ln>
            <a:noFill/>
          </a:ln>
        </p:spPr>
      </p:pic>
      <p:pic>
        <p:nvPicPr>
          <p:cNvPr descr="&lt;math xmlns=&quot;http://www.w3.org/1998/Math/MathML&quot; display=&quot;block&quot; data-is-equatio=&quot;1&quot; data-latex=&quot;\frac{5}{8}\ \ \frac{1}{3}\ \ \frac{6}{11}\ \frac{2}{5}&quot;&gt;&lt;mfrac&gt;&lt;mn&gt;5&lt;/mn&gt;&lt;mn&gt;8&lt;/mn&gt;&lt;/mfrac&gt;&lt;mtext&gt;&lt;/mtext&gt;&lt;mtext&gt;&lt;/mtext&gt;&lt;mfrac&gt;&lt;mn&gt;1&lt;/mn&gt;&lt;mn&gt;3&lt;/mn&gt;&lt;/mfrac&gt;&lt;mtext&gt;&lt;/mtext&gt;&lt;mtext&gt;&lt;/mtext&gt;&lt;mfrac&gt;&lt;mn&gt;6&lt;/mn&gt;&lt;mn&gt;11&lt;/mn&gt;&lt;/mfrac&gt;&lt;mtext&gt;&lt;/mtext&gt;&lt;mfrac&gt;&lt;mn&gt;2&lt;/mn&gt;&lt;mn&gt;5&lt;/mn&gt;&lt;/mfrac&gt;&lt;/math&gt;" id="2302" name="Google Shape;2302;p168" title="five eighths one third 6 over 11 two fifths"/>
          <p:cNvPicPr preferRelativeResize="0"/>
          <p:nvPr/>
        </p:nvPicPr>
        <p:blipFill rotWithShape="1">
          <a:blip r:embed="rId4">
            <a:alphaModFix/>
          </a:blip>
          <a:srcRect b="0" l="48403" r="20779" t="0"/>
          <a:stretch/>
        </p:blipFill>
        <p:spPr>
          <a:xfrm>
            <a:off x="5645517" y="3942292"/>
            <a:ext cx="442800" cy="605975"/>
          </a:xfrm>
          <a:prstGeom prst="rect">
            <a:avLst/>
          </a:prstGeom>
          <a:noFill/>
          <a:ln>
            <a:noFill/>
          </a:ln>
        </p:spPr>
      </p:pic>
      <p:pic>
        <p:nvPicPr>
          <p:cNvPr descr="&lt;math xmlns=&quot;http://www.w3.org/1998/Math/MathML&quot; display=&quot;block&quot; data-is-equatio=&quot;1&quot; data-latex=&quot;\frac{5}{8}\ \ \frac{1}{3}\ \ \frac{6}{11}\ \frac{2}{5}&quot;&gt;&lt;mfrac&gt;&lt;mn&gt;5&lt;/mn&gt;&lt;mn&gt;8&lt;/mn&gt;&lt;/mfrac&gt;&lt;mtext&gt;&lt;/mtext&gt;&lt;mtext&gt;&lt;/mtext&gt;&lt;mfrac&gt;&lt;mn&gt;1&lt;/mn&gt;&lt;mn&gt;3&lt;/mn&gt;&lt;/mfrac&gt;&lt;mtext&gt;&lt;/mtext&gt;&lt;mtext&gt;&lt;/mtext&gt;&lt;mfrac&gt;&lt;mn&gt;6&lt;/mn&gt;&lt;mn&gt;11&lt;/mn&gt;&lt;/mfrac&gt;&lt;mtext&gt;&lt;/mtext&gt;&lt;mfrac&gt;&lt;mn&gt;2&lt;/mn&gt;&lt;mn&gt;5&lt;/mn&gt;&lt;/mfrac&gt;&lt;/math&gt;" id="2303" name="Google Shape;2303;p168" title="five eighths one third 6 over 11 two fifths"/>
          <p:cNvPicPr preferRelativeResize="0"/>
          <p:nvPr/>
        </p:nvPicPr>
        <p:blipFill rotWithShape="1">
          <a:blip r:embed="rId4">
            <a:alphaModFix/>
          </a:blip>
          <a:srcRect b="0" l="85168" r="-8841" t="0"/>
          <a:stretch/>
        </p:blipFill>
        <p:spPr>
          <a:xfrm>
            <a:off x="7773930" y="3942300"/>
            <a:ext cx="340150" cy="605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7" name="Shape 2307"/>
        <p:cNvGrpSpPr/>
        <p:nvPr/>
      </p:nvGrpSpPr>
      <p:grpSpPr>
        <a:xfrm>
          <a:off x="0" y="0"/>
          <a:ext cx="0" cy="0"/>
          <a:chOff x="0" y="0"/>
          <a:chExt cx="0" cy="0"/>
        </a:xfrm>
      </p:grpSpPr>
      <p:sp>
        <p:nvSpPr>
          <p:cNvPr id="2308" name="Google Shape;2308;p169"/>
          <p:cNvSpPr txBox="1"/>
          <p:nvPr>
            <p:ph idx="1" type="body"/>
          </p:nvPr>
        </p:nvSpPr>
        <p:spPr>
          <a:xfrm>
            <a:off x="324000" y="851400"/>
            <a:ext cx="8113800" cy="374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solidFill>
                  <a:srgbClr val="282828"/>
                </a:solidFill>
              </a:rPr>
              <a:t>Proportionality means when variables are in proportion if they have a constant multiplicative relationship.</a:t>
            </a:r>
            <a:endParaRPr>
              <a:solidFill>
                <a:srgbClr val="282828"/>
              </a:solidFill>
            </a:endParaRPr>
          </a:p>
          <a:p>
            <a:pPr indent="0" lvl="0" marL="0" rtl="0" algn="l">
              <a:spcBef>
                <a:spcPts val="1000"/>
              </a:spcBef>
              <a:spcAft>
                <a:spcPts val="0"/>
              </a:spcAft>
              <a:buNone/>
            </a:pPr>
            <a:r>
              <a:t/>
            </a:r>
            <a:endParaRPr sz="1200">
              <a:solidFill>
                <a:srgbClr val="282828"/>
              </a:solidFill>
            </a:endParaRPr>
          </a:p>
          <a:p>
            <a:pPr indent="0" lvl="0" marL="0" rtl="0" algn="l">
              <a:lnSpc>
                <a:spcPct val="100000"/>
              </a:lnSpc>
              <a:spcBef>
                <a:spcPts val="1000"/>
              </a:spcBef>
              <a:spcAft>
                <a:spcPts val="0"/>
              </a:spcAft>
              <a:buNone/>
            </a:pPr>
            <a:r>
              <a:rPr lang="en-GB">
                <a:solidFill>
                  <a:srgbClr val="000000"/>
                </a:solidFill>
              </a:rPr>
              <a:t>Lots of multiplicative relationships can be formed and it is important to understand what each multiplicative relationship means.</a:t>
            </a:r>
            <a:endParaRPr>
              <a:solidFill>
                <a:srgbClr val="000000"/>
              </a:solidFill>
            </a:endParaRPr>
          </a:p>
          <a:p>
            <a:pPr indent="0" lvl="0" marL="0" rtl="0" algn="l">
              <a:lnSpc>
                <a:spcPct val="100000"/>
              </a:lnSpc>
              <a:spcBef>
                <a:spcPts val="0"/>
              </a:spcBef>
              <a:spcAft>
                <a:spcPts val="0"/>
              </a:spcAft>
              <a:buNone/>
            </a:pPr>
            <a:r>
              <a:t/>
            </a:r>
            <a:endParaRPr>
              <a:solidFill>
                <a:srgbClr val="000000"/>
              </a:solidFill>
            </a:endParaRPr>
          </a:p>
          <a:p>
            <a:pPr indent="0" lvl="0" marL="0" rtl="0" algn="l">
              <a:lnSpc>
                <a:spcPct val="100000"/>
              </a:lnSpc>
              <a:spcBef>
                <a:spcPts val="0"/>
              </a:spcBef>
              <a:spcAft>
                <a:spcPts val="0"/>
              </a:spcAft>
              <a:buNone/>
            </a:pPr>
            <a:r>
              <a:t/>
            </a:r>
            <a:endParaRPr sz="1100">
              <a:solidFill>
                <a:srgbClr val="000000"/>
              </a:solidFill>
            </a:endParaRPr>
          </a:p>
          <a:p>
            <a:pPr indent="0" lvl="0" marL="0" rtl="0" algn="l">
              <a:lnSpc>
                <a:spcPct val="100000"/>
              </a:lnSpc>
              <a:spcBef>
                <a:spcPts val="0"/>
              </a:spcBef>
              <a:spcAft>
                <a:spcPts val="0"/>
              </a:spcAft>
              <a:buNone/>
            </a:pPr>
            <a:r>
              <a:rPr lang="en-GB">
                <a:solidFill>
                  <a:srgbClr val="000000"/>
                </a:solidFill>
              </a:rPr>
              <a:t>G</a:t>
            </a:r>
            <a:r>
              <a:rPr lang="en-GB">
                <a:solidFill>
                  <a:srgbClr val="000000"/>
                </a:solidFill>
              </a:rPr>
              <a:t>iven fractions, decimals, percentages and ratio are common forms to show proportion, we are able to interchange between these forms to show the same ratio.</a:t>
            </a:r>
            <a:endParaRPr>
              <a:solidFill>
                <a:srgbClr val="000000"/>
              </a:solidFill>
            </a:endParaRPr>
          </a:p>
          <a:p>
            <a:pPr indent="0" lvl="0" marL="0" rtl="0" algn="l">
              <a:spcBef>
                <a:spcPts val="0"/>
              </a:spcBef>
              <a:spcAft>
                <a:spcPts val="1000"/>
              </a:spcAft>
              <a:buNone/>
            </a:pPr>
            <a:r>
              <a:t/>
            </a:r>
            <a:endParaRPr/>
          </a:p>
        </p:txBody>
      </p:sp>
      <p:sp>
        <p:nvSpPr>
          <p:cNvPr id="2309" name="Google Shape;2309;p169"/>
          <p:cNvSpPr txBox="1"/>
          <p:nvPr>
            <p:ph type="title"/>
          </p:nvPr>
        </p:nvSpPr>
        <p:spPr>
          <a:xfrm>
            <a:off x="1684800" y="157525"/>
            <a:ext cx="7258200" cy="38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Expressing multiplicative relationships as ratios and fractions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3" name="Shape 2313"/>
        <p:cNvGrpSpPr/>
        <p:nvPr/>
      </p:nvGrpSpPr>
      <p:grpSpPr>
        <a:xfrm>
          <a:off x="0" y="0"/>
          <a:ext cx="0" cy="0"/>
          <a:chOff x="0" y="0"/>
          <a:chExt cx="0" cy="0"/>
        </a:xfrm>
      </p:grpSpPr>
      <p:sp>
        <p:nvSpPr>
          <p:cNvPr id="2314" name="Google Shape;2314;p170"/>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2023.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2315" name="Google Shape;2315;p170"/>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