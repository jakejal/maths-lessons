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35690EB-16B2-4460-84A6-DF6EC0C4223D}">
  <a:tblStyle styleId="{835690EB-16B2-4460-84A6-DF6EC0C422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sp>
        <p:nvSpPr>
          <p:cNvPr id="221" name="Google Shape;22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6.png" /><Relationship Id="rId11" Type="http://schemas.openxmlformats.org/officeDocument/2006/relationships/image" Target="../media/image17.png" /><Relationship Id="rId12" Type="http://schemas.openxmlformats.org/officeDocument/2006/relationships/image" Target="../media/image18.png" /><Relationship Id="rId13" Type="http://schemas.openxmlformats.org/officeDocument/2006/relationships/image" Target="../media/image19.png" /><Relationship Id="rId14" Type="http://schemas.openxmlformats.org/officeDocument/2006/relationships/image" Target="../media/image20.png" /><Relationship Id="rId15" Type="http://schemas.openxmlformats.org/officeDocument/2006/relationships/image" Target="../media/image21.png" /><Relationship Id="rId16" Type="http://schemas.openxmlformats.org/officeDocument/2006/relationships/image" Target="../media/image22.png" /><Relationship Id="rId17" Type="http://schemas.openxmlformats.org/officeDocument/2006/relationships/image" Target="../media/image23.png" /><Relationship Id="rId18" Type="http://schemas.openxmlformats.org/officeDocument/2006/relationships/image" Target="../media/image24.png" /><Relationship Id="rId19" Type="http://schemas.openxmlformats.org/officeDocument/2006/relationships/image" Target="../media/image25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5.png" /><Relationship Id="rId7" Type="http://schemas.openxmlformats.org/officeDocument/2006/relationships/image" Target="../media/image13.png" /><Relationship Id="rId8" Type="http://schemas.openxmlformats.org/officeDocument/2006/relationships/image" Target="../media/image14.png" /><Relationship Id="rId9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/>
          <p:nvPr/>
        </p:nvSpPr>
        <p:spPr>
          <a:xfrm>
            <a:off x="5122813" y="6153638"/>
            <a:ext cx="255600" cy="38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Expressing one number as a fraction of another</a:t>
            </a:r>
            <a:endParaRPr/>
          </a:p>
        </p:txBody>
      </p:sp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graphicFrame>
        <p:nvGraphicFramePr>
          <p:cNvPr id="162" name="Google Shape;162;p20"/>
          <p:cNvGraphicFramePr>
            <a:graphicFrameLocks noGrp="1"/>
          </p:cNvGraphicFramePr>
          <p:nvPr/>
        </p:nvGraphicFramePr>
        <p:xfrm>
          <a:off x="469800" y="2077750"/>
          <a:ext cx="6624000" cy="2881575"/>
        </p:xfrm>
        <a:graphic>
          <a:graphicData uri="http://schemas.openxmlformats.org/drawingml/2006/table">
            <a:tbl>
              <a:tblPr>
                <a:noFill/>
                <a:tableStyleId>{835690EB-16B2-4460-84A6-DF6EC0C4223D}</a:tableStyleId>
              </a:tblPr>
              <a:tblGrid>
                <a:gridCol w="2208000"/>
                <a:gridCol w="2208000"/>
                <a:gridCol w="2208000"/>
              </a:tblGrid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 or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05500" y="1399375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Finding the multiplier efficiently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0"/>
          <p:cNvSpPr txBox="1"/>
          <p:nvPr/>
        </p:nvSpPr>
        <p:spPr>
          <a:xfrm>
            <a:off x="476400" y="1673700"/>
            <a:ext cx="2061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table: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 descr="&lt;math xmlns=&quot;http://www.w3.org/1998/Math/MathML&quot; display=&quot;block&quot; data-is-equatio=&quot;1&quot; data-latex=&quot;\frac{12}{7}&quot;&gt;&lt;mfrac&gt;&lt;mn&gt;12&lt;/mn&gt;&lt;mn&gt;7&lt;/mn&gt;&lt;/mfrac&gt;&lt;/math&gt;" title="twelv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174" y="3051264"/>
            <a:ext cx="155176" cy="28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&lt;math xmlns=&quot;http://www.w3.org/1998/Math/MathML&quot; display=&quot;block&quot; data-is-equatio=&quot;1&quot; data-latex=&quot;\frac{23}{6}&quot;&gt;&lt;mfrac&gt;&lt;mn&gt;23&lt;/mn&gt;&lt;mn&gt;6&lt;/mn&gt;&lt;/mfrac&gt;&lt;/math&gt;" title="23 over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174" y="3373182"/>
            <a:ext cx="155176" cy="283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3177" y="3692671"/>
            <a:ext cx="155176" cy="2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&lt;math xmlns=&quot;http://www.w3.org/1998/Math/MathML&quot; display=&quot;block&quot; data-is-equatio=&quot;1&quot; data-latex=&quot;\frac{5}{3}&quot;&gt;&lt;mfrac&gt;&lt;mn&gt;5&lt;/mn&gt;&lt;mn&gt;3&lt;/mn&gt;&lt;/mfrac&gt;&lt;/math&gt;" title="five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3975" y="4652608"/>
            <a:ext cx="93566" cy="300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42693" y="4357620"/>
            <a:ext cx="82781" cy="26374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1777375" y="6243108"/>
            <a:ext cx="305700" cy="38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1691650" y="8233275"/>
            <a:ext cx="305700" cy="409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5788500"/>
            <a:ext cx="306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Complete these double number lines: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538251" y="6894545"/>
            <a:ext cx="2414405" cy="873415"/>
            <a:chOff x="441900" y="3572013"/>
            <a:chExt cx="3074500" cy="1357500"/>
          </a:xfrm>
        </p:grpSpPr>
        <p:cxnSp>
          <p:nvCxnSpPr>
            <p:cNvPr id="176" name="Google Shape;176;p20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20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8" name="Google Shape;178;p20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79" name="Google Shape;179;p20"/>
          <p:cNvGrpSpPr/>
          <p:nvPr/>
        </p:nvGrpSpPr>
        <p:grpSpPr>
          <a:xfrm>
            <a:off x="2206783" y="7020089"/>
            <a:ext cx="63300" cy="643529"/>
            <a:chOff x="941713" y="3767150"/>
            <a:chExt cx="63300" cy="1000200"/>
          </a:xfrm>
        </p:grpSpPr>
        <p:cxnSp>
          <p:nvCxnSpPr>
            <p:cNvPr id="180" name="Google Shape;180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1" name="Google Shape;181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1292390" y="7020089"/>
            <a:ext cx="63300" cy="643529"/>
            <a:chOff x="941713" y="3767150"/>
            <a:chExt cx="63300" cy="1000200"/>
          </a:xfrm>
        </p:grpSpPr>
        <p:cxnSp>
          <p:nvCxnSpPr>
            <p:cNvPr id="183" name="Google Shape;183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4" name="Google Shape;184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5" name="Google Shape;185;p20"/>
          <p:cNvSpPr txBox="1"/>
          <p:nvPr/>
        </p:nvSpPr>
        <p:spPr>
          <a:xfrm>
            <a:off x="3023887" y="7451638"/>
            <a:ext cx="102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023887" y="7058938"/>
            <a:ext cx="102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243288" y="6856013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072949" y="6856013"/>
            <a:ext cx="52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099196" y="7708483"/>
            <a:ext cx="44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10.08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rot="10800000" flipH="1">
            <a:off x="1354446" y="7867158"/>
            <a:ext cx="904200" cy="261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1" name="Google Shape;191;p20"/>
          <p:cNvSpPr/>
          <p:nvPr/>
        </p:nvSpPr>
        <p:spPr>
          <a:xfrm>
            <a:off x="1414600" y="6684933"/>
            <a:ext cx="904200" cy="270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2" name="Google Shape;192;p20"/>
          <p:cNvSpPr txBox="1"/>
          <p:nvPr/>
        </p:nvSpPr>
        <p:spPr>
          <a:xfrm>
            <a:off x="1591487" y="6416170"/>
            <a:ext cx="17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×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505762" y="8364562"/>
            <a:ext cx="17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×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76400" y="8963625"/>
            <a:ext cx="281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102 packets will cost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         </a:t>
            </a:r>
            <a:r>
              <a:rPr lang="en-GB" sz="1200" u="sng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886657" y="7676183"/>
            <a:ext cx="646200" cy="261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76395" y="6197083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088475" y="8220400"/>
            <a:ext cx="255600" cy="38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" name="Google Shape;198;p20"/>
          <p:cNvGrpSpPr/>
          <p:nvPr/>
        </p:nvGrpSpPr>
        <p:grpSpPr>
          <a:xfrm>
            <a:off x="4005351" y="6840313"/>
            <a:ext cx="2414405" cy="873415"/>
            <a:chOff x="441900" y="3572013"/>
            <a:chExt cx="3074500" cy="1357500"/>
          </a:xfrm>
        </p:grpSpPr>
        <p:cxnSp>
          <p:nvCxnSpPr>
            <p:cNvPr id="199" name="Google Shape;199;p20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20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1" name="Google Shape;201;p20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02" name="Google Shape;202;p20"/>
          <p:cNvGrpSpPr/>
          <p:nvPr/>
        </p:nvGrpSpPr>
        <p:grpSpPr>
          <a:xfrm>
            <a:off x="5673882" y="6965857"/>
            <a:ext cx="63300" cy="643529"/>
            <a:chOff x="941713" y="3767150"/>
            <a:chExt cx="63300" cy="1000200"/>
          </a:xfrm>
        </p:grpSpPr>
        <p:cxnSp>
          <p:nvCxnSpPr>
            <p:cNvPr id="203" name="Google Shape;203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4" name="Google Shape;204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4759490" y="6965857"/>
            <a:ext cx="63300" cy="643529"/>
            <a:chOff x="941713" y="3767150"/>
            <a:chExt cx="63300" cy="1000200"/>
          </a:xfrm>
        </p:grpSpPr>
        <p:cxnSp>
          <p:nvCxnSpPr>
            <p:cNvPr id="206" name="Google Shape;206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7" name="Google Shape;207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08" name="Google Shape;208;p20"/>
          <p:cNvSpPr txBox="1"/>
          <p:nvPr/>
        </p:nvSpPr>
        <p:spPr>
          <a:xfrm>
            <a:off x="6490980" y="7390250"/>
            <a:ext cx="600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6490980" y="6988025"/>
            <a:ext cx="600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729438" y="6785105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614346" y="6785100"/>
            <a:ext cx="19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 rot="10800000">
            <a:off x="4686513" y="7834350"/>
            <a:ext cx="995700" cy="261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13" name="Google Shape;213;p20"/>
          <p:cNvSpPr/>
          <p:nvPr/>
        </p:nvSpPr>
        <p:spPr>
          <a:xfrm flipH="1">
            <a:off x="4752774" y="6593875"/>
            <a:ext cx="995700" cy="270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14" name="Google Shape;214;p20"/>
          <p:cNvSpPr txBox="1"/>
          <p:nvPr/>
        </p:nvSpPr>
        <p:spPr>
          <a:xfrm>
            <a:off x="5010962" y="6229862"/>
            <a:ext cx="17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×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972862" y="8307412"/>
            <a:ext cx="17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×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123550" y="8963625"/>
            <a:ext cx="271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 packets will cost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</a:t>
            </a:r>
            <a:r>
              <a:rPr lang="en-GB" sz="1200" u="sng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536995" y="6197083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506416" y="7635680"/>
            <a:ext cx="75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44.52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4480000" y="7665000"/>
            <a:ext cx="646200" cy="184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sp>
        <p:nvSpPr>
          <p:cNvPr id="224" name="Google Shape;22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5" name="Google Shape;22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Expressing one number as a fraction of another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graphicFrame>
        <p:nvGraphicFramePr>
          <p:cNvPr id="228" name="Google Shape;228;p21"/>
          <p:cNvGraphicFramePr>
            <a:graphicFrameLocks noGrp="1"/>
          </p:cNvGraphicFramePr>
          <p:nvPr/>
        </p:nvGraphicFramePr>
        <p:xfrm>
          <a:off x="1533375" y="15350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{835690EB-16B2-4460-84A6-DF6EC0C4223D}</a:tableStyleId>
              </a:tblPr>
              <a:tblGrid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</a:tblGrid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</a:tr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</a:tr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</a:tr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</a:tr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29" name="Google Shape;229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257" y="1611472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3092" y="1611472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951" y="4315957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2077" y="2956465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&lt;math xmlns=&quot;http://www.w3.org/1998/Math/MathML&quot; display=&quot;block&quot; data-is-equatio=&quot;1&quot; data-latex=&quot;\frac{7}{3}&quot;&gt;&lt;mfrac&gt;&lt;mn&gt;7&lt;/mn&gt;&lt;mn&gt;3&lt;/mn&gt;&lt;/mfrac&gt;&lt;/math&gt;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3257" y="2953452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\frac{12}{7}&quot;&gt;&lt;mfrac&gt;&lt;mn&gt;12&lt;/mn&gt;&lt;mn&gt;7&lt;/mn&gt;&lt;/mfrac&gt;&lt;/math&gt;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9026" y="1611472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&lt;math xmlns=&quot;http://www.w3.org/1998/Math/MathML&quot; display=&quot;block&quot; data-is-equatio=&quot;1&quot; data-latex=&quot;\frac{8}{9}&quot;&gt;&lt;mfrac&gt;&lt;mn&gt;8&lt;/mn&gt;&lt;mn&gt;9&lt;/mn&gt;&lt;/mfrac&gt;&lt;/math&gt;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9322" y="1619616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&lt;math xmlns=&quot;http://www.w3.org/1998/Math/MathML&quot; display=&quot;block&quot; data-is-equatio=&quot;1&quot; data-latex=&quot;\frac{25}{9}&quot;&gt;&lt;mfrac&gt;&lt;mn&gt;25&lt;/mn&gt;&lt;mn&gt;9&lt;/mn&gt;&lt;/mfrac&gt;&lt;/math&gt;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5216" y="2956684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\frac{8}{9}&quot;&gt;&lt;mfrac&gt;&lt;mn&gt;8&lt;/mn&gt;&lt;mn&gt;9&lt;/mn&gt;&lt;/mfrac&gt;&lt;/math&gt;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3092" y="2961653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&lt;math xmlns=&quot;http://www.w3.org/1998/Math/MathML&quot; display=&quot;block&quot; data-is-equatio=&quot;1&quot; data-latex=&quot;\frac{8}{9}&quot;&gt;&lt;mfrac&gt;&lt;mn&gt;8&lt;/mn&gt;&lt;mn&gt;9&lt;/mn&gt;&lt;/mfrac&gt;&lt;/math&gt;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2065" y="3646095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\frac{7}{3}&quot;&gt;&lt;mfrac&gt;&lt;mn&gt;7&lt;/mn&gt;&lt;mn&gt;3&lt;/mn&gt;&lt;/mfrac&gt;&lt;/math&gt;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3951" y="3637895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\frac{7}{3}&quot;&gt;&lt;mfrac&gt;&lt;mn&gt;7&lt;/mn&gt;&lt;mn&gt;3&lt;/mn&gt;&lt;/mfrac&gt;&lt;/math&gt;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9322" y="4315900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&lt;math xmlns=&quot;http://www.w3.org/1998/Math/MathML&quot; display=&quot;block&quot; data-is-equatio=&quot;1&quot; data-latex=&quot;\frac{12}{7}&quot;&gt;&lt;mfrac&gt;&lt;mn&gt;12&lt;/mn&gt;&lt;mn&gt;7&lt;/mn&gt;&lt;/mfrac&gt;&lt;/math&gt;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8509" y="4315957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\frac{12}{7}&quot;&gt;&lt;mfrac&gt;&lt;mn&gt;12&lt;/mn&gt;&lt;mn&gt;7&lt;/mn&gt;&lt;/mfrac&gt;&lt;/math&gt;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4518" y="4315957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&lt;math xmlns=&quot;http://www.w3.org/1998/Math/MathML&quot; display=&quot;block&quot; data-is-equatio=&quot;1&quot; data-latex=&quot;\frac{25}{9}&quot;&gt;&lt;mfrac&gt;&lt;mn&gt;25&lt;/mn&gt;&lt;mn&gt;9&lt;/mn&gt;&lt;/mfrac&gt;&lt;/math&gt;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43329" y="1614648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&lt;math xmlns=&quot;http://www.w3.org/1998/Math/MathML&quot; display=&quot;block&quot; data-is-equatio=&quot;1&quot; data-latex=&quot;\frac{25}{9}&quot;&gt;&lt;mfrac&gt;&lt;mn&gt;25&lt;/mn&gt;&lt;mn&gt;9&lt;/mn&gt;&lt;/mfrac&gt;&lt;/math&gt;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15464" y="1614648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963" y="2274620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211" y="4318913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&lt;math xmlns=&quot;http://www.w3.org/1998/Math/MathML&quot; display=&quot;block&quot; data-is-equatio=&quot;1&quot; data-latex=&quot;\frac{19}{3}&quot;&gt;&lt;mfrac&gt;&lt;mn&gt;19&lt;/mn&gt;&lt;mn&gt;3&lt;/mn&gt;&lt;/mfrac&gt;&lt;/math&gt;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54792" y="2269606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&lt;math xmlns=&quot;http://www.w3.org/1998/Math/MathML&quot; display=&quot;block&quot; data-is-equatio=&quot;1&quot; data-latex=&quot;\frac{19}{3}&quot;&gt;&lt;mfrac&gt;&lt;mn&gt;19&lt;/mn&gt;&lt;mn&gt;3&lt;/mn&gt;&lt;/mfrac&gt;&lt;/math&gt;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54792" y="4313899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&lt;math xmlns=&quot;http://www.w3.org/1998/Math/MathML&quot; display=&quot;block&quot; data-is-equatio=&quot;1&quot; data-latex=&quot;\frac{19}{3}&quot;&gt;&lt;mfrac&gt;&lt;mn&gt;19&lt;/mn&gt;&lt;mn&gt;3&lt;/mn&gt;&lt;/mfrac&gt;&lt;/math&gt;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94356" y="3635893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&lt;math xmlns=&quot;http://www.w3.org/1998/Math/MathML&quot; display=&quot;block&quot; data-is-equatio=&quot;1&quot; data-latex=&quot;\frac{5}{7}&quot;&gt;&lt;mfrac&gt;&lt;mn&gt;5&lt;/mn&gt;&lt;mn&gt;7&lt;/mn&gt;&lt;/mfrac&gt;&lt;/math&gt;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63092" y="2281856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&lt;math xmlns=&quot;http://www.w3.org/1998/Math/MathML&quot; display=&quot;block&quot; data-is-equatio=&quot;1&quot; data-latex=&quot;\frac{5}{7}&quot;&gt;&lt;mfrac&gt;&lt;mn&gt;5&lt;/mn&gt;&lt;mn&gt;7&lt;/mn&gt;&lt;/mfrac&gt;&lt;/math&gt;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47765" y="4326149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&lt;math xmlns=&quot;http://www.w3.org/1998/Math/MathML&quot; display=&quot;block&quot; data-is-equatio=&quot;1&quot; data-latex=&quot;\frac{5}{7}&quot;&gt;&lt;mfrac&gt;&lt;mn&gt;5&lt;/mn&gt;&lt;mn&gt;7&lt;/mn&gt;&lt;/mfrac&gt;&lt;/math&gt;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69322" y="2281856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&lt;math xmlns=&quot;http://www.w3.org/1998/Math/MathML&quot; display=&quot;block&quot; data-is-equatio=&quot;1&quot; data-latex=&quot;\frac{13}{11}&quot;&gt;&lt;mfrac&gt;&lt;mn&gt;13&lt;/mn&gt;&lt;mn&gt;11&lt;/mn&gt;&lt;/mfrac&gt;&lt;/math&gt;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54792" y="1617265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&lt;math xmlns=&quot;http://www.w3.org/1998/Math/MathML&quot; display=&quot;block&quot; data-is-equatio=&quot;1&quot; data-latex=&quot;\frac{13}{11}&quot;&gt;&lt;mfrac&gt;&lt;mn&gt;13&lt;/mn&gt;&lt;mn&gt;11&lt;/mn&gt;&lt;/mfrac&gt;&lt;/math&gt;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94356" y="4321750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&lt;math xmlns=&quot;http://www.w3.org/1998/Math/MathML&quot; display=&quot;block&quot; data-is-equatio=&quot;1&quot; data-latex=&quot;\frac{13}{11}&quot;&gt;&lt;mfrac&gt;&lt;mn&gt;13&lt;/mn&gt;&lt;mn&gt;11&lt;/mn&gt;&lt;/mfrac&gt;&lt;/math&gt;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38513" y="36437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&lt;math xmlns=&quot;http://www.w3.org/1998/Math/MathML&quot; display=&quot;block&quot; data-is-equatio=&quot;1&quot; data-latex=&quot;\frac{11}{15}&quot;&gt;&lt;mfrac&gt;&lt;mn&gt;11&lt;/mn&gt;&lt;mn&gt;15&lt;/mn&gt;&lt;/mfrac&gt;&lt;/math&gt;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43329" y="2274098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&lt;math xmlns=&quot;http://www.w3.org/1998/Math/MathML&quot; display=&quot;block&quot; data-is-equatio=&quot;1&quot; data-latex=&quot;\frac{13}{12}&quot;&gt;&lt;mfrac&gt;&lt;mn&gt;13&lt;/mn&gt;&lt;mn&gt;12&lt;/mn&gt;&lt;/mfrac&gt;&lt;/math&gt;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54792" y="36437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&lt;math xmlns=&quot;http://www.w3.org/1998/Math/MathML&quot; display=&quot;block&quot; data-is-equatio=&quot;1&quot; data-latex=&quot;\frac{8}{3}&quot;&gt;&lt;mfrac&gt;&lt;mn&gt;8&lt;/mn&gt;&lt;mn&gt;3&lt;/mn&gt;&lt;/mfrac&gt;&lt;/math&gt;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669322" y="2969656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&lt;math xmlns=&quot;http://www.w3.org/1998/Math/MathML&quot; display=&quot;block&quot; data-is-equatio=&quot;1&quot; data-latex=&quot;\frac{9}{25}&quot;&gt;&lt;mfrac&gt;&lt;mn&gt;9&lt;/mn&gt;&lt;mn&gt;25&lt;/mn&gt;&lt;/mfrac&gt;&lt;/math&gt;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78371" y="2972008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&lt;math xmlns=&quot;http://www.w3.org/1998/Math/MathML&quot; display=&quot;block&quot; data-is-equatio=&quot;1&quot; data-latex=&quot;\frac{9}{8}&quot;&gt;&lt;mfrac&gt;&lt;mn&gt;9&lt;/mn&gt;&lt;mn&gt;8&lt;/mn&gt;&lt;/mfrac&gt;&lt;/math&gt;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7107" y="1627632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&lt;math xmlns=&quot;http://www.w3.org/1998/Math/MathML&quot; display=&quot;block&quot; data-is-equatio=&quot;1&quot; data-latex=&quot;\frac{9}{8}&quot;&gt;&lt;mfrac&gt;&lt;mn&gt;9&lt;/mn&gt;&lt;mn&gt;8&lt;/mn&gt;&lt;/mfrac&gt;&lt;/math&gt;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147765" y="3654111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&lt;math xmlns=&quot;http://www.w3.org/1998/Math/MathML&quot; display=&quot;block&quot; data-is-equatio=&quot;1&quot; data-latex=&quot;\frac{9}{8}&quot;&gt;&lt;mfrac&gt;&lt;mn&gt;9&lt;/mn&gt;&lt;mn&gt;8&lt;/mn&gt;&lt;/mfrac&gt;&lt;/math&gt;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184199" y="2287823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&lt;math xmlns=&quot;http://www.w3.org/1998/Math/MathML&quot; display=&quot;block&quot; data-is-equatio=&quot;1&quot; data-latex=&quot;\frac{8}{3}&quot;&gt;&lt;mfrac&gt;&lt;mn&gt;8&lt;/mn&gt;&lt;mn&gt;3&lt;/mn&gt;&lt;/mfrac&gt;&lt;/math&gt;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47765" y="2969656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&lt;math xmlns=&quot;http://www.w3.org/1998/Math/MathML&quot; display=&quot;block&quot; data-is-equatio=&quot;1&quot; data-latex=&quot;\frac{8}{3}&quot;&gt;&lt;mfrac&gt;&lt;mn&gt;8&lt;/mn&gt;&lt;mn&gt;3&lt;/mn&gt;&lt;/mfrac&gt;&lt;/math&gt;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73304" y="4332104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&lt;math xmlns=&quot;http://www.w3.org/1998/Math/MathML&quot; display=&quot;block&quot; data-is-equatio=&quot;1&quot; data-latex=&quot;\frac{9}{25}&quot;&gt;&lt;mfrac&gt;&lt;mn&gt;9&lt;/mn&gt;&lt;mn&gt;25&lt;/mn&gt;&lt;/mfrac&gt;&lt;/math&gt;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104568" y="3656451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&lt;math xmlns=&quot;http://www.w3.org/1998/Math/MathML&quot; display=&quot;block&quot; data-is-equatio=&quot;1&quot; data-latex=&quot;\frac{9}{25}&quot;&gt;&lt;mfrac&gt;&lt;mn&gt;9&lt;/mn&gt;&lt;mn&gt;25&lt;/mn&gt;&lt;/mfrac&gt;&lt;/math&gt;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638512" y="2290164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&lt;math xmlns=&quot;http://www.w3.org/1998/Math/MathML&quot; display=&quot;block&quot; data-is-equatio=&quot;1&quot; data-latex=&quot;\frac{13}{12}&quot;&gt;&lt;mfrac&gt;&lt;mn&gt;13&lt;/mn&gt;&lt;mn&gt;12&lt;/mn&gt;&lt;/mfrac&gt;&lt;/math&gt;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79030" y="2277457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&lt;math xmlns=&quot;http://www.w3.org/1998/Math/MathML&quot; display=&quot;block&quot; data-is-equatio=&quot;1&quot; data-latex=&quot;\frac{13}{12}&quot;&gt;&lt;mfrac&gt;&lt;mn&gt;13&lt;/mn&gt;&lt;mn&gt;12&lt;/mn&gt;&lt;/mfrac&gt;&lt;/math&gt;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04569" y="1617265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&lt;math xmlns=&quot;http://www.w3.org/1998/Math/MathML&quot; display=&quot;block&quot; data-is-equatio=&quot;1&quot; data-latex=&quot;\frac{11}{15}&quot;&gt;&lt;mfrac&gt;&lt;mn&gt;11&lt;/mn&gt;&lt;mn&gt;15&lt;/mn&gt;&lt;/mfrac&gt;&lt;/math&gt;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78371" y="4318390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&lt;math xmlns=&quot;http://www.w3.org/1998/Math/MathML&quot; display=&quot;block&quot; data-is-equatio=&quot;1&quot; data-latex=&quot;\frac{11}{15}&quot;&gt;&lt;mfrac&gt;&lt;mn&gt;11&lt;/mn&gt;&lt;mn&gt;15&lt;/mn&gt;&lt;/mfrac&gt;&lt;/math&gt;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00586" y="3640385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147107" y="2271608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173304" y="2271608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123257" y="3637895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123257" y="2273658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147107" y="3639945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173304" y="2955503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&lt;math xmlns=&quot;http://www.w3.org/1998/Math/MathML&quot; display=&quot;block&quot; data-is-equatio=&quot;1&quot; data-latex=&quot;\frac{13}{12}&quot;&gt;&lt;mfrac&gt;&lt;mn&gt;13&lt;/mn&gt;&lt;mn&gt;12&lt;/mn&gt;&lt;/mfrac&gt;&lt;/math&gt;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15464" y="36437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707248" y="2955503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&lt;math xmlns=&quot;http://www.w3.org/1998/Math/MathML&quot; display=&quot;block&quot; data-is-equatio=&quot;1&quot; data-latex=&quot;\frac{18}{7}&quot;&gt;&lt;mfrac&gt;&lt;mn&gt;18&lt;/mn&gt;&lt;mn&gt;7&lt;/mn&gt;&lt;/mfrac&gt;&lt;/math&gt;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543329" y="4315963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&lt;math xmlns=&quot;http://www.w3.org/1998/Math/MathML&quot; display=&quot;block&quot; data-is-equatio=&quot;1&quot; data-latex=&quot;\frac{18}{7}&quot;&gt;&lt;mfrac&gt;&lt;mn&gt;18&lt;/mn&gt;&lt;mn&gt;7&lt;/mn&gt;&lt;/mfrac&gt;&lt;/math&gt;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638512" y="1611479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&lt;math xmlns=&quot;http://www.w3.org/1998/Math/MathML&quot; display=&quot;block&quot; data-is-equatio=&quot;1&quot; data-latex=&quot;\frac{18}{7}&quot;&gt;&lt;mfrac&gt;&lt;mn&gt;18&lt;/mn&gt;&lt;mn&gt;7&lt;/mn&gt;&lt;/mfrac&gt;&lt;/math&gt;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115464" y="2953515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 descr="&lt;math xmlns=&quot;http://www.w3.org/1998/Math/MathML&quot; display=&quot;block&quot; data-is-equatio=&quot;1&quot; data-latex=&quot;\frac{5}{7}&quot;&gt;&lt;mfrac&gt;&lt;mn&gt;5&lt;/mn&gt;&lt;mn&gt;7&lt;/mn&gt;&lt;/mfrac&gt;&lt;/math&gt;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23527" y="2963701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&lt;math xmlns=&quot;http://www.w3.org/1998/Math/MathML&quot; display=&quot;block&quot; data-is-equatio=&quot;1&quot; data-latex=&quot;\frac{13}{11}&quot;&gt;&lt;mfrac&gt;&lt;mn&gt;13&lt;/mn&gt;&lt;mn&gt;11&lt;/mn&gt;&lt;/mfrac&gt;&lt;/math&gt;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5216" y="1617265"/>
            <a:ext cx="309685" cy="5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/>
        </p:nvSpPr>
        <p:spPr>
          <a:xfrm>
            <a:off x="468000" y="720000"/>
            <a:ext cx="4993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Writing one number as a fraction of another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76400" y="1104675"/>
            <a:ext cx="48144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fraction of A is B?  Write all answers in their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6" name="Google Shape;286;p21"/>
          <p:cNvGraphicFramePr>
            <a:graphicFrameLocks noGrp="1"/>
          </p:cNvGraphicFramePr>
          <p:nvPr/>
        </p:nvGraphicFramePr>
        <p:xfrm>
          <a:off x="571500" y="163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{835690EB-16B2-4460-84A6-DF6EC0C4223D}</a:tableStyleId>
              </a:tblPr>
              <a:tblGrid>
                <a:gridCol w="381575"/>
                <a:gridCol w="381575"/>
              </a:tblGrid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7" name="Google Shape;287;p21"/>
          <p:cNvSpPr txBox="1"/>
          <p:nvPr/>
        </p:nvSpPr>
        <p:spPr>
          <a:xfrm>
            <a:off x="492300" y="5148650"/>
            <a:ext cx="45549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Shade the answers in the grid.  They appear more than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fraction of 123 is the revealed number?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8" name="Google Shape;288;p21"/>
          <p:cNvCxnSpPr/>
          <p:nvPr/>
        </p:nvCxnSpPr>
        <p:spPr>
          <a:xfrm>
            <a:off x="4499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Expressing one number as a fraction of another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2024-02-05T13:33:35.552</cp:lastPrinted>
  <dcterms:created xsi:type="dcterms:W3CDTF">2024-02-05T13:33:35Z</dcterms:created>
  <dcterms:modified xsi:type="dcterms:W3CDTF">2024-02-05T13:33:45Z</dcterms:modified>
</cp:coreProperties>
</file>