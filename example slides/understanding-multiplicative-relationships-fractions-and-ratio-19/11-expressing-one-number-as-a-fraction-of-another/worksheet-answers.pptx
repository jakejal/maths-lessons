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F6DC4B4B-1B6A-43AB-B2A9-1568B423174E}">
  <a:tblStyle styleId="{F6DC4B4B-1B6A-43AB-B2A9-1568B423174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39" name="Shape 239"/>
        <p:cNvGrpSpPr/>
        <p:nvPr/>
      </p:nvGrpSpPr>
      <p:grpSpPr>
        <a:xfrm>
          <a:off x="0" y="0"/>
          <a:ext cx="0" cy="0"/>
        </a:xfrm>
      </p:grpSpPr>
      <p:sp>
        <p:nvSpPr>
          <p:cNvPr id="240" name="Google Shape;240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4.png" /><Relationship Id="rId11" Type="http://schemas.openxmlformats.org/officeDocument/2006/relationships/image" Target="../media/image15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21.png" /><Relationship Id="rId11" Type="http://schemas.openxmlformats.org/officeDocument/2006/relationships/image" Target="../media/image22.png" /><Relationship Id="rId12" Type="http://schemas.openxmlformats.org/officeDocument/2006/relationships/image" Target="../media/image23.png" /><Relationship Id="rId13" Type="http://schemas.openxmlformats.org/officeDocument/2006/relationships/image" Target="../media/image24.png" /><Relationship Id="rId14" Type="http://schemas.openxmlformats.org/officeDocument/2006/relationships/image" Target="../media/image25.png" /><Relationship Id="rId15" Type="http://schemas.openxmlformats.org/officeDocument/2006/relationships/image" Target="../media/image26.png" /><Relationship Id="rId16" Type="http://schemas.openxmlformats.org/officeDocument/2006/relationships/image" Target="../media/image27.png" /><Relationship Id="rId17" Type="http://schemas.openxmlformats.org/officeDocument/2006/relationships/image" Target="../media/image28.png" /><Relationship Id="rId18" Type="http://schemas.openxmlformats.org/officeDocument/2006/relationships/image" Target="../media/image29.png" /><Relationship Id="rId19" Type="http://schemas.openxmlformats.org/officeDocument/2006/relationships/image" Target="../media/image30.png" /><Relationship Id="rId2" Type="http://schemas.openxmlformats.org/officeDocument/2006/relationships/notesSlide" Target="../notesSlides/notesSlide2.xml" /><Relationship Id="rId20" Type="http://schemas.openxmlformats.org/officeDocument/2006/relationships/image" Target="../media/image12.png" /><Relationship Id="rId3" Type="http://schemas.openxmlformats.org/officeDocument/2006/relationships/image" Target="../media/image7.png" /><Relationship Id="rId4" Type="http://schemas.openxmlformats.org/officeDocument/2006/relationships/image" Target="../media/image16.png" /><Relationship Id="rId5" Type="http://schemas.openxmlformats.org/officeDocument/2006/relationships/image" Target="../media/image17.png" /><Relationship Id="rId6" Type="http://schemas.openxmlformats.org/officeDocument/2006/relationships/image" Target="../media/image9.png" /><Relationship Id="rId7" Type="http://schemas.openxmlformats.org/officeDocument/2006/relationships/image" Target="../media/image18.png" /><Relationship Id="rId8" Type="http://schemas.openxmlformats.org/officeDocument/2006/relationships/image" Target="../media/image19.png" /><Relationship Id="rId9" Type="http://schemas.openxmlformats.org/officeDocument/2006/relationships/image" Target="../media/image20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graphicFrame>
        <p:nvGraphicFramePr>
          <p:cNvPr id="171" name="Google Shape;171;p20"/>
          <p:cNvGraphicFramePr>
            <a:graphicFrameLocks noGrp="1"/>
          </p:cNvGraphicFramePr>
          <p:nvPr/>
        </p:nvGraphicFramePr>
        <p:xfrm>
          <a:off x="495300" y="2077750"/>
          <a:ext cx="6624000" cy="2881575"/>
        </p:xfrm>
        <a:graphic>
          <a:graphicData uri="http://schemas.openxmlformats.org/drawingml/2006/table">
            <a:tbl>
              <a:tblPr>
                <a:noFill/>
                <a:tableStyleId>{F6DC4B4B-1B6A-43AB-B2A9-1568B423174E}</a:tableStyleId>
              </a:tblPr>
              <a:tblGrid>
                <a:gridCol w="2208000"/>
                <a:gridCol w="2208000"/>
                <a:gridCol w="2208000"/>
              </a:tblGrid>
              <a:tr h="3201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Input</a:t>
                      </a:r>
                      <a:endParaRPr sz="1200" b="1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Output</a:t>
                      </a:r>
                      <a:endParaRPr sz="1200" b="1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Multiplier</a:t>
                      </a:r>
                      <a:endParaRPr sz="1200" b="1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E9E9E"/>
                    </a:solidFill>
                  </a:tcPr>
                </a:tc>
              </a:tr>
              <a:tr h="3201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2.5 or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01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01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01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01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69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01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01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16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 or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01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2" name="Google Shape;17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3" name="Google Shape;173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Expressing one number as a fraction of another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505500" y="1399375"/>
            <a:ext cx="4405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 Finding the multiplier efficiently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5" name="Google Shape;175;p20"/>
          <p:cNvCxnSpPr/>
          <p:nvPr/>
        </p:nvCxnSpPr>
        <p:spPr>
          <a:xfrm>
            <a:off x="480750" y="9972000"/>
            <a:ext cx="6598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6" name="Google Shape;176;p20"/>
          <p:cNvSpPr txBox="1"/>
          <p:nvPr/>
        </p:nvSpPr>
        <p:spPr>
          <a:xfrm>
            <a:off x="505500" y="1673700"/>
            <a:ext cx="2031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this table: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7" name="Google Shape;177;p20" descr="&lt;math xmlns=&quot;http://www.w3.org/1998/Math/MathML&quot; display=&quot;block&quot; data-is-equatio=&quot;1&quot; data-latex=&quot;\frac{2}{3}&quot;&gt;&lt;mfrac&gt;&lt;mn&gt;2&lt;/mn&gt;&lt;mn&gt;3&lt;/mn&gt;&lt;/mfrac&gt;&lt;/math&gt;" title="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7034" y="2747766"/>
            <a:ext cx="80500" cy="266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 descr="&lt;math xmlns=&quot;http://www.w3.org/1998/Math/MathML&quot; display=&quot;block&quot; data-is-equatio=&quot;1&quot; data-latex=&quot;\frac{5}{2}&quot;&gt;&lt;mfrac&gt;&lt;mn&gt;5&lt;/mn&gt;&lt;mn&gt;2&lt;/mn&gt;&lt;/mfrac&gt;&lt;/math&gt;" title="five halve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0918" y="2414599"/>
            <a:ext cx="93562" cy="303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 descr="&lt;math xmlns=&quot;http://www.w3.org/1998/Math/MathML&quot; display=&quot;block&quot; data-is-equatio=&quot;1&quot; data-latex=&quot;\frac{12}{7}&quot;&gt;&lt;mfrac&gt;&lt;mn&gt;12&lt;/mn&gt;&lt;mn&gt;7&lt;/mn&gt;&lt;/mfrac&gt;&lt;/math&gt;" title="twelve seve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53174" y="3060889"/>
            <a:ext cx="155176" cy="285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 descr="&lt;math xmlns=&quot;http://www.w3.org/1998/Math/MathML&quot; display=&quot;block&quot; data-is-equatio=&quot;1&quot; data-latex=&quot;\frac{23}{6}&quot;&gt;&lt;mfrac&gt;&lt;mn&gt;23&lt;/mn&gt;&lt;mn&gt;6&lt;/mn&gt;&lt;/mfrac&gt;&lt;/math&gt;" title="23 over 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53174" y="3373182"/>
            <a:ext cx="155176" cy="283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 descr="&lt;math xmlns=&quot;http://www.w3.org/1998/Math/MathML&quot; display=&quot;block&quot; data-is-equatio=&quot;1&quot; data-latex=&quot;\frac{3}{11}&quot;&gt;&lt;mfrac&gt;&lt;mn&gt;3&lt;/mn&gt;&lt;mn&gt;11&lt;/mn&gt;&lt;/mfrac&gt;&lt;/math&gt;" title="3 over 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53177" y="3692671"/>
            <a:ext cx="155176" cy="27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&lt;math xmlns=&quot;http://www.w3.org/1998/Math/MathML&quot; display=&quot;block&quot; data-is-equatio=&quot;1&quot; data-latex=&quot;\frac{5}{3}&quot;&gt;&lt;mfrac&gt;&lt;mn&gt;5&lt;/mn&gt;&lt;mn&gt;3&lt;/mn&gt;&lt;/mfrac&gt;&lt;/math&gt;" title="five third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90488" y="4650908"/>
            <a:ext cx="93566" cy="300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242693" y="4357620"/>
            <a:ext cx="82781" cy="263747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/>
          <p:nvPr/>
        </p:nvSpPr>
        <p:spPr>
          <a:xfrm>
            <a:off x="1777375" y="6243108"/>
            <a:ext cx="305700" cy="3852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1691650" y="8233275"/>
            <a:ext cx="305700" cy="4092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476400" y="5788500"/>
            <a:ext cx="3060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Complete these double number lines: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7" name="Google Shape;187;p20"/>
          <p:cNvGrpSpPr/>
          <p:nvPr/>
        </p:nvGrpSpPr>
        <p:grpSpPr>
          <a:xfrm>
            <a:off x="538251" y="6894545"/>
            <a:ext cx="2414405" cy="873415"/>
            <a:chOff x="441900" y="3572013"/>
            <a:chExt cx="3074500" cy="1357500"/>
          </a:xfrm>
        </p:grpSpPr>
        <p:cxnSp>
          <p:nvCxnSpPr>
            <p:cNvPr id="188" name="Google Shape;188;p20"/>
            <p:cNvCxnSpPr/>
            <p:nvPr/>
          </p:nvCxnSpPr>
          <p:spPr>
            <a:xfrm flipH="1">
              <a:off x="441900" y="3572013"/>
              <a:ext cx="0" cy="1357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0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90" name="Google Shape;190;p20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191" name="Google Shape;191;p20"/>
          <p:cNvGrpSpPr/>
          <p:nvPr/>
        </p:nvGrpSpPr>
        <p:grpSpPr>
          <a:xfrm>
            <a:off x="2206783" y="7020089"/>
            <a:ext cx="63300" cy="643529"/>
            <a:chOff x="941713" y="3767150"/>
            <a:chExt cx="63300" cy="1000200"/>
          </a:xfrm>
        </p:grpSpPr>
        <p:cxnSp>
          <p:nvCxnSpPr>
            <p:cNvPr id="192" name="Google Shape;192;p20"/>
            <p:cNvCxnSpPr/>
            <p:nvPr/>
          </p:nvCxnSpPr>
          <p:spPr>
            <a:xfrm flipH="1">
              <a:off x="975300" y="3767150"/>
              <a:ext cx="0" cy="10002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3" name="Google Shape;193;p20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94" name="Google Shape;194;p20"/>
          <p:cNvGrpSpPr/>
          <p:nvPr/>
        </p:nvGrpSpPr>
        <p:grpSpPr>
          <a:xfrm>
            <a:off x="1292390" y="7020089"/>
            <a:ext cx="63300" cy="643529"/>
            <a:chOff x="941713" y="3767150"/>
            <a:chExt cx="63300" cy="1000200"/>
          </a:xfrm>
        </p:grpSpPr>
        <p:cxnSp>
          <p:nvCxnSpPr>
            <p:cNvPr id="195" name="Google Shape;195;p20"/>
            <p:cNvCxnSpPr/>
            <p:nvPr/>
          </p:nvCxnSpPr>
          <p:spPr>
            <a:xfrm flipH="1">
              <a:off x="975300" y="3767150"/>
              <a:ext cx="0" cy="10002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6" name="Google Shape;196;p20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97" name="Google Shape;197;p20"/>
          <p:cNvSpPr txBox="1"/>
          <p:nvPr/>
        </p:nvSpPr>
        <p:spPr>
          <a:xfrm>
            <a:off x="3023887" y="7451638"/>
            <a:ext cx="1023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Cost (£)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3023887" y="7058938"/>
            <a:ext cx="1023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Packets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1243288" y="6856013"/>
            <a:ext cx="35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2072949" y="6856013"/>
            <a:ext cx="52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1099196" y="7708483"/>
            <a:ext cx="447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10.08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/>
          <p:nvPr/>
        </p:nvSpPr>
        <p:spPr>
          <a:xfrm rot="10800000" flipH="1">
            <a:off x="1354446" y="7867158"/>
            <a:ext cx="904200" cy="261900"/>
          </a:xfrm>
          <a:prstGeom prst="arc">
            <a:avLst>
              <a:gd name="adj1" fmla="val 10729459"/>
              <a:gd name="adj2" fmla="val 472"/>
            </a:avLst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03" name="Google Shape;203;p20"/>
          <p:cNvSpPr/>
          <p:nvPr/>
        </p:nvSpPr>
        <p:spPr>
          <a:xfrm>
            <a:off x="1414600" y="6684933"/>
            <a:ext cx="904200" cy="270900"/>
          </a:xfrm>
          <a:prstGeom prst="arc">
            <a:avLst>
              <a:gd name="adj1" fmla="val 10729459"/>
              <a:gd name="adj2" fmla="val 472"/>
            </a:avLst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04" name="Google Shape;204;p20"/>
          <p:cNvSpPr txBox="1"/>
          <p:nvPr/>
        </p:nvSpPr>
        <p:spPr>
          <a:xfrm>
            <a:off x="1591487" y="6416170"/>
            <a:ext cx="174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×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1505762" y="8364562"/>
            <a:ext cx="174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×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476400" y="8963625"/>
            <a:ext cx="206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102 packets will cost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£24.48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1886657" y="7676183"/>
            <a:ext cx="646200" cy="2619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8" name="Google Shape;208;p20" descr="&lt;math xmlns=&quot;http://www.w3.org/1998/Math/MathML&quot; display=&quot;block&quot; data-is-equatio=&quot;1&quot; data-latex=&quot;\frac{17}{7}&quot;&gt;&lt;mfrac&gt;&lt;mn&gt;17&lt;/mn&gt;&lt;mn&gt;7&lt;/mn&gt;&lt;/mfrac&gt;&lt;/math&gt;" title="seventeen seven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849050" y="6264783"/>
            <a:ext cx="174600" cy="319326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1997440" y="7708488"/>
            <a:ext cx="754500" cy="1848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24.480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476395" y="6197083"/>
            <a:ext cx="35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1" name="Google Shape;211;p20" descr="&lt;math xmlns=&quot;http://www.w3.org/1998/Math/MathML&quot; display=&quot;block&quot; data-is-equatio=&quot;1&quot; data-latex=&quot;\frac{17}{7}&quot;&gt;&lt;mfrac&gt;&lt;mn&gt;17&lt;/mn&gt;&lt;mn&gt;7&lt;/mn&gt;&lt;/mfrac&gt;&lt;/math&gt;" title="seventeen seven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763325" y="8289814"/>
            <a:ext cx="174600" cy="319326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/>
          <p:nvPr/>
        </p:nvSpPr>
        <p:spPr>
          <a:xfrm>
            <a:off x="5088475" y="8220400"/>
            <a:ext cx="255600" cy="3852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3" name="Google Shape;213;p20"/>
          <p:cNvGrpSpPr/>
          <p:nvPr/>
        </p:nvGrpSpPr>
        <p:grpSpPr>
          <a:xfrm>
            <a:off x="4005351" y="6840313"/>
            <a:ext cx="2414405" cy="873415"/>
            <a:chOff x="441900" y="3572013"/>
            <a:chExt cx="3074500" cy="1357500"/>
          </a:xfrm>
        </p:grpSpPr>
        <p:cxnSp>
          <p:nvCxnSpPr>
            <p:cNvPr id="214" name="Google Shape;214;p20"/>
            <p:cNvCxnSpPr/>
            <p:nvPr/>
          </p:nvCxnSpPr>
          <p:spPr>
            <a:xfrm flipH="1">
              <a:off x="441900" y="3572013"/>
              <a:ext cx="0" cy="13575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5" name="Google Shape;215;p20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16" name="Google Shape;216;p20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217" name="Google Shape;217;p20"/>
          <p:cNvGrpSpPr/>
          <p:nvPr/>
        </p:nvGrpSpPr>
        <p:grpSpPr>
          <a:xfrm>
            <a:off x="5673882" y="6965857"/>
            <a:ext cx="63300" cy="643529"/>
            <a:chOff x="941713" y="3767150"/>
            <a:chExt cx="63300" cy="1000200"/>
          </a:xfrm>
        </p:grpSpPr>
        <p:cxnSp>
          <p:nvCxnSpPr>
            <p:cNvPr id="218" name="Google Shape;218;p20"/>
            <p:cNvCxnSpPr/>
            <p:nvPr/>
          </p:nvCxnSpPr>
          <p:spPr>
            <a:xfrm flipH="1">
              <a:off x="975300" y="3767150"/>
              <a:ext cx="0" cy="10002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9" name="Google Shape;219;p20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20" name="Google Shape;220;p20"/>
          <p:cNvGrpSpPr/>
          <p:nvPr/>
        </p:nvGrpSpPr>
        <p:grpSpPr>
          <a:xfrm>
            <a:off x="4759490" y="6965857"/>
            <a:ext cx="63300" cy="643529"/>
            <a:chOff x="941713" y="3767150"/>
            <a:chExt cx="63300" cy="1000200"/>
          </a:xfrm>
        </p:grpSpPr>
        <p:cxnSp>
          <p:nvCxnSpPr>
            <p:cNvPr id="221" name="Google Shape;221;p20"/>
            <p:cNvCxnSpPr/>
            <p:nvPr/>
          </p:nvCxnSpPr>
          <p:spPr>
            <a:xfrm flipH="1">
              <a:off x="975300" y="3767150"/>
              <a:ext cx="0" cy="10002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2" name="Google Shape;222;p20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23" name="Google Shape;223;p20"/>
          <p:cNvSpPr txBox="1"/>
          <p:nvPr/>
        </p:nvSpPr>
        <p:spPr>
          <a:xfrm>
            <a:off x="6490980" y="7390250"/>
            <a:ext cx="600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Cost (£)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6490980" y="6988025"/>
            <a:ext cx="600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Packets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4729438" y="6785105"/>
            <a:ext cx="35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5614346" y="6785100"/>
            <a:ext cx="196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0"/>
          <p:cNvSpPr/>
          <p:nvPr/>
        </p:nvSpPr>
        <p:spPr>
          <a:xfrm rot="10800000">
            <a:off x="4686513" y="7834350"/>
            <a:ext cx="995700" cy="261900"/>
          </a:xfrm>
          <a:prstGeom prst="arc">
            <a:avLst>
              <a:gd name="adj1" fmla="val 10729459"/>
              <a:gd name="adj2" fmla="val 472"/>
            </a:avLst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28" name="Google Shape;228;p20"/>
          <p:cNvSpPr/>
          <p:nvPr/>
        </p:nvSpPr>
        <p:spPr>
          <a:xfrm flipH="1">
            <a:off x="4752774" y="6593875"/>
            <a:ext cx="995700" cy="270900"/>
          </a:xfrm>
          <a:prstGeom prst="arc">
            <a:avLst>
              <a:gd name="adj1" fmla="val 10729459"/>
              <a:gd name="adj2" fmla="val 472"/>
            </a:avLst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29" name="Google Shape;229;p20"/>
          <p:cNvSpPr txBox="1"/>
          <p:nvPr/>
        </p:nvSpPr>
        <p:spPr>
          <a:xfrm>
            <a:off x="5010962" y="6229862"/>
            <a:ext cx="174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×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4972862" y="8307412"/>
            <a:ext cx="174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×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4123550" y="8963625"/>
            <a:ext cx="1949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35 packets will cost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£18.55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2" name="Google Shape;232;p20" descr="&lt;math xmlns=&quot;http://www.w3.org/1998/Math/MathML&quot; display=&quot;block&quot; data-is-equatio=&quot;1&quot; data-latex=&quot;\frac{5}{12}&quot;&gt;&lt;mfrac&gt;&lt;mn&gt;5&lt;/mn&gt;&lt;mn&gt;12&lt;/mn&gt;&lt;/mfrac&gt;&lt;/math&gt;" title="5 over 1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173022" y="6204874"/>
            <a:ext cx="155175" cy="282713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0"/>
          <p:cNvSpPr txBox="1"/>
          <p:nvPr/>
        </p:nvSpPr>
        <p:spPr>
          <a:xfrm>
            <a:off x="3536995" y="6197083"/>
            <a:ext cx="35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4" name="Google Shape;234;p20" descr="&lt;math xmlns=&quot;http://www.w3.org/1998/Math/MathML&quot; display=&quot;block&quot; data-is-equatio=&quot;1&quot; data-latex=&quot;\frac{5}{12}&quot;&gt;&lt;mfrac&gt;&lt;mn&gt;5&lt;/mn&gt;&lt;mn&gt;12&lt;/mn&gt;&lt;/mfrac&gt;&lt;/math&gt;" title="5 over 1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134960" y="8264262"/>
            <a:ext cx="155175" cy="282713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0"/>
          <p:cNvSpPr/>
          <p:nvPr/>
        </p:nvSpPr>
        <p:spPr>
          <a:xfrm>
            <a:off x="5122813" y="6153638"/>
            <a:ext cx="255600" cy="3852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5506416" y="7635680"/>
            <a:ext cx="754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44.52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4480000" y="7665000"/>
            <a:ext cx="646200" cy="1848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4605699" y="7683300"/>
            <a:ext cx="402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18.55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42" name="Shape 242"/>
        <p:cNvGrpSpPr/>
        <p:nvPr/>
      </p:nvGrpSpPr>
      <p:grpSpPr>
        <a:xfrm>
          <a:off x="0" y="0"/>
          <a:ext cx="0" cy="0"/>
        </a:xfrm>
      </p:grpSpPr>
      <p:graphicFrame>
        <p:nvGraphicFramePr>
          <p:cNvPr id="243" name="Google Shape;243;p21"/>
          <p:cNvGraphicFramePr>
            <a:graphicFrameLocks noGrp="1"/>
          </p:cNvGraphicFramePr>
          <p:nvPr/>
        </p:nvGraphicFramePr>
        <p:xfrm>
          <a:off x="1533375" y="14588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{F6DC4B4B-1B6A-43AB-B2A9-1568B423174E}</a:tableStyleId>
              </a:tblPr>
              <a:tblGrid>
                <a:gridCol w="492650"/>
                <a:gridCol w="492650"/>
                <a:gridCol w="492650"/>
                <a:gridCol w="492650"/>
                <a:gridCol w="492650"/>
                <a:gridCol w="492650"/>
                <a:gridCol w="492650"/>
                <a:gridCol w="492650"/>
                <a:gridCol w="492650"/>
                <a:gridCol w="492650"/>
                <a:gridCol w="492650"/>
              </a:tblGrid>
              <a:tr h="681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E9E9E"/>
                    </a:solidFill>
                  </a:tcPr>
                </a:tc>
              </a:tr>
              <a:tr h="681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</a:tr>
              <a:tr h="681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E9E9E"/>
                    </a:solidFill>
                  </a:tcPr>
                </a:tc>
              </a:tr>
              <a:tr h="681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E9E9E"/>
                    </a:solidFill>
                  </a:tcPr>
                </a:tc>
              </a:tr>
              <a:tr h="681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9E9E9E"/>
                    </a:solidFill>
                  </a:tcPr>
                </a:tc>
              </a:tr>
            </a:tbl>
          </a:graphicData>
        </a:graphic>
      </p:graphicFrame>
      <p:pic>
        <p:nvPicPr>
          <p:cNvPr id="244" name="Google Shape;244;p21" descr="&lt;math xmlns=&quot;http://www.w3.org/1998/Math/MathML&quot; display=&quot;block&quot; data-is-equatio=&quot;1&quot; data-latex=&quot;\frac{2}{3}&quot;&gt;&lt;mfrac&gt;&lt;mn&gt;2&lt;/mn&gt;&lt;mn&gt;3&lt;/mn&gt;&lt;/mfrac&gt;&lt;/math&gt;" title="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3257" y="1535272"/>
            <a:ext cx="172214" cy="56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1" descr="&lt;math xmlns=&quot;http://www.w3.org/1998/Math/MathML&quot; display=&quot;block&quot; data-is-equatio=&quot;1&quot; data-latex=&quot;\frac{2}{3}&quot;&gt;&lt;mfrac&gt;&lt;mn&gt;2&lt;/mn&gt;&lt;mn&gt;3&lt;/mn&gt;&lt;/mfrac&gt;&lt;/math&gt;" title="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3092" y="1535272"/>
            <a:ext cx="172214" cy="56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1" descr="&lt;math xmlns=&quot;http://www.w3.org/1998/Math/MathML&quot; display=&quot;block&quot; data-is-equatio=&quot;1&quot; data-latex=&quot;\frac{2}{3}&quot;&gt;&lt;mfrac&gt;&lt;mn&gt;2&lt;/mn&gt;&lt;mn&gt;3&lt;/mn&gt;&lt;/mfrac&gt;&lt;/math&gt;" title="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3951" y="4239757"/>
            <a:ext cx="172214" cy="56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1" descr="&lt;math xmlns=&quot;http://www.w3.org/1998/Math/MathML&quot; display=&quot;block&quot; data-is-equatio=&quot;1&quot; data-latex=&quot;\frac{5}{6}&quot;&gt;&lt;mfrac&gt;&lt;mn&gt;5&lt;/mn&gt;&lt;mn&gt;6&lt;/mn&gt;&lt;/mfrac&gt;&lt;/math&gt;" title="five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2077" y="2880265"/>
            <a:ext cx="172190" cy="56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1" descr="&lt;math xmlns=&quot;http://www.w3.org/1998/Math/MathML&quot; display=&quot;block&quot; data-is-equatio=&quot;1&quot; data-latex=&quot;\frac{7}{3}&quot;&gt;&lt;mfrac&gt;&lt;mn&gt;7&lt;/mn&gt;&lt;mn&gt;3&lt;/mn&gt;&lt;/mfrac&gt;&lt;/math&gt;" title="seven third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3257" y="2877252"/>
            <a:ext cx="172214" cy="56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1" descr="&lt;math xmlns=&quot;http://www.w3.org/1998/Math/MathML&quot; display=&quot;block&quot; data-is-equatio=&quot;1&quot; data-latex=&quot;\frac{12}{7}&quot;&gt;&lt;mfrac&gt;&lt;mn&gt;12&lt;/mn&gt;&lt;mn&gt;7&lt;/mn&gt;&lt;/mfrac&gt;&lt;/math&gt;" title="twelve seve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79026" y="1535272"/>
            <a:ext cx="309692" cy="56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1" descr="&lt;math xmlns=&quot;http://www.w3.org/1998/Math/MathML&quot; display=&quot;block&quot; data-is-equatio=&quot;1&quot; data-latex=&quot;\frac{8}{9}&quot;&gt;&lt;mfrac&gt;&lt;mn&gt;8&lt;/mn&gt;&lt;mn&gt;9&lt;/mn&gt;&lt;/mfrac&gt;&lt;/math&gt;" title="eight nin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69322" y="1543416"/>
            <a:ext cx="172214" cy="55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1" descr="&lt;math xmlns=&quot;http://www.w3.org/1998/Math/MathML&quot; display=&quot;block&quot; data-is-equatio=&quot;1&quot; data-latex=&quot;\frac{25}{9}&quot;&gt;&lt;mfrac&gt;&lt;mn&gt;25&lt;/mn&gt;&lt;mn&gt;9&lt;/mn&gt;&lt;/mfrac&gt;&lt;/math&gt;" title="25 over 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75216" y="2880484"/>
            <a:ext cx="309685" cy="563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1" descr="&lt;math xmlns=&quot;http://www.w3.org/1998/Math/MathML&quot; display=&quot;block&quot; data-is-equatio=&quot;1&quot; data-latex=&quot;\frac{8}{9}&quot;&gt;&lt;mfrac&gt;&lt;mn&gt;8&lt;/mn&gt;&lt;mn&gt;9&lt;/mn&gt;&lt;/mfrac&gt;&lt;/math&gt;" title="eight nin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3092" y="2885453"/>
            <a:ext cx="172214" cy="55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1" descr="&lt;math xmlns=&quot;http://www.w3.org/1998/Math/MathML&quot; display=&quot;block&quot; data-is-equatio=&quot;1&quot; data-latex=&quot;\frac{8}{9}&quot;&gt;&lt;mfrac&gt;&lt;mn&gt;8&lt;/mn&gt;&lt;mn&gt;9&lt;/mn&gt;&lt;/mfrac&gt;&lt;/math&gt;" title="eight nin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12065" y="3569895"/>
            <a:ext cx="172214" cy="55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1" descr="&lt;math xmlns=&quot;http://www.w3.org/1998/Math/MathML&quot; display=&quot;block&quot; data-is-equatio=&quot;1&quot; data-latex=&quot;\frac{7}{3}&quot;&gt;&lt;mfrac&gt;&lt;mn&gt;7&lt;/mn&gt;&lt;mn&gt;3&lt;/mn&gt;&lt;/mfrac&gt;&lt;/math&gt;" title="seven third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3951" y="3561695"/>
            <a:ext cx="172214" cy="56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1" descr="&lt;math xmlns=&quot;http://www.w3.org/1998/Math/MathML&quot; display=&quot;block&quot; data-is-equatio=&quot;1&quot; data-latex=&quot;\frac{7}{3}&quot;&gt;&lt;mfrac&gt;&lt;mn&gt;7&lt;/mn&gt;&lt;mn&gt;3&lt;/mn&gt;&lt;/mfrac&gt;&lt;/math&gt;" title="seven third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69322" y="4239700"/>
            <a:ext cx="172214" cy="56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1" descr="&lt;math xmlns=&quot;http://www.w3.org/1998/Math/MathML&quot; display=&quot;block&quot; data-is-equatio=&quot;1&quot; data-latex=&quot;\frac{12}{7}&quot;&gt;&lt;mfrac&gt;&lt;mn&gt;12&lt;/mn&gt;&lt;mn&gt;7&lt;/mn&gt;&lt;/mfrac&gt;&lt;/math&gt;" title="twelve seve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38509" y="4239757"/>
            <a:ext cx="309692" cy="56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1" descr="&lt;math xmlns=&quot;http://www.w3.org/1998/Math/MathML&quot; display=&quot;block&quot; data-is-equatio=&quot;1&quot; data-latex=&quot;\frac{12}{7}&quot;&gt;&lt;mfrac&gt;&lt;mn&gt;12&lt;/mn&gt;&lt;mn&gt;7&lt;/mn&gt;&lt;/mfrac&gt;&lt;/math&gt;" title="twelve seve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54518" y="4239757"/>
            <a:ext cx="309692" cy="56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1" descr="&lt;math xmlns=&quot;http://www.w3.org/1998/Math/MathML&quot; display=&quot;block&quot; data-is-equatio=&quot;1&quot; data-latex=&quot;\frac{25}{9}&quot;&gt;&lt;mfrac&gt;&lt;mn&gt;25&lt;/mn&gt;&lt;mn&gt;9&lt;/mn&gt;&lt;/mfrac&gt;&lt;/math&gt;" title="25 over 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43329" y="1538448"/>
            <a:ext cx="309685" cy="563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1" descr="&lt;math xmlns=&quot;http://www.w3.org/1998/Math/MathML&quot; display=&quot;block&quot; data-is-equatio=&quot;1&quot; data-latex=&quot;\frac{25}{9}&quot;&gt;&lt;mfrac&gt;&lt;mn&gt;25&lt;/mn&gt;&lt;mn&gt;9&lt;/mn&gt;&lt;/mfrac&gt;&lt;/math&gt;" title="25 over 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115464" y="1538448"/>
            <a:ext cx="309685" cy="563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1" descr="&lt;math xmlns=&quot;http://www.w3.org/1998/Math/MathML&quot; display=&quot;block&quot; data-is-equatio=&quot;1&quot; data-latex=&quot;\frac{5}{6}&quot;&gt;&lt;mfrac&gt;&lt;mn&gt;5&lt;/mn&gt;&lt;mn&gt;6&lt;/mn&gt;&lt;/mfrac&gt;&lt;/math&gt;" title="five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3963" y="2198420"/>
            <a:ext cx="172190" cy="56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1" descr="&lt;math xmlns=&quot;http://www.w3.org/1998/Math/MathML&quot; display=&quot;block&quot; data-is-equatio=&quot;1&quot; data-latex=&quot;\frac{5}{6}&quot;&gt;&lt;mfrac&gt;&lt;mn&gt;5&lt;/mn&gt;&lt;mn&gt;6&lt;/mn&gt;&lt;/mfrac&gt;&lt;/math&gt;" title="five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4211" y="4242713"/>
            <a:ext cx="172190" cy="56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1" descr="&lt;math xmlns=&quot;http://www.w3.org/1998/Math/MathML&quot; display=&quot;block&quot; data-is-equatio=&quot;1&quot; data-latex=&quot;\frac{19}{3}&quot;&gt;&lt;mfrac&gt;&lt;mn&gt;19&lt;/mn&gt;&lt;mn&gt;3&lt;/mn&gt;&lt;/mfrac&gt;&lt;/math&gt;" title="nineteen third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554792" y="2193406"/>
            <a:ext cx="309685" cy="573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1" descr="&lt;math xmlns=&quot;http://www.w3.org/1998/Math/MathML&quot; display=&quot;block&quot; data-is-equatio=&quot;1&quot; data-latex=&quot;\frac{19}{3}&quot;&gt;&lt;mfrac&gt;&lt;mn&gt;19&lt;/mn&gt;&lt;mn&gt;3&lt;/mn&gt;&lt;/mfrac&gt;&lt;/math&gt;" title="nineteen third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554792" y="4237699"/>
            <a:ext cx="309685" cy="573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1" descr="&lt;math xmlns=&quot;http://www.w3.org/1998/Math/MathML&quot; display=&quot;block&quot; data-is-equatio=&quot;1&quot; data-latex=&quot;\frac{19}{3}&quot;&gt;&lt;mfrac&gt;&lt;mn&gt;19&lt;/mn&gt;&lt;mn&gt;3&lt;/mn&gt;&lt;/mfrac&gt;&lt;/math&gt;" title="nineteen third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594356" y="3559693"/>
            <a:ext cx="309685" cy="573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1" descr="&lt;math xmlns=&quot;http://www.w3.org/1998/Math/MathML&quot; display=&quot;block&quot; data-is-equatio=&quot;1&quot; data-latex=&quot;\frac{5}{7}&quot;&gt;&lt;mfrac&gt;&lt;mn&gt;5&lt;/mn&gt;&lt;mn&gt;7&lt;/mn&gt;&lt;/mfrac&gt;&lt;/math&gt;" title="five seven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63092" y="2205656"/>
            <a:ext cx="172214" cy="549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1" descr="&lt;math xmlns=&quot;http://www.w3.org/1998/Math/MathML&quot; display=&quot;block&quot; data-is-equatio=&quot;1&quot; data-latex=&quot;\frac{5}{7}&quot;&gt;&lt;mfrac&gt;&lt;mn&gt;5&lt;/mn&gt;&lt;mn&gt;7&lt;/mn&gt;&lt;/mfrac&gt;&lt;/math&gt;" title="five seven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147765" y="4249949"/>
            <a:ext cx="172214" cy="549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1" descr="&lt;math xmlns=&quot;http://www.w3.org/1998/Math/MathML&quot; display=&quot;block&quot; data-is-equatio=&quot;1&quot; data-latex=&quot;\frac{5}{7}&quot;&gt;&lt;mfrac&gt;&lt;mn&gt;5&lt;/mn&gt;&lt;mn&gt;7&lt;/mn&gt;&lt;/mfrac&gt;&lt;/math&gt;" title="five seven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669322" y="2205656"/>
            <a:ext cx="172214" cy="549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1" descr="&lt;math xmlns=&quot;http://www.w3.org/1998/Math/MathML&quot; display=&quot;block&quot; data-is-equatio=&quot;1&quot; data-latex=&quot;\frac{13}{11}&quot;&gt;&lt;mfrac&gt;&lt;mn&gt;13&lt;/mn&gt;&lt;mn&gt;11&lt;/mn&gt;&lt;/mfrac&gt;&lt;/math&gt;" title="13 over 1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554792" y="1541065"/>
            <a:ext cx="309685" cy="558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1" descr="&lt;math xmlns=&quot;http://www.w3.org/1998/Math/MathML&quot; display=&quot;block&quot; data-is-equatio=&quot;1&quot; data-latex=&quot;\frac{13}{11}&quot;&gt;&lt;mfrac&gt;&lt;mn&gt;13&lt;/mn&gt;&lt;mn&gt;11&lt;/mn&gt;&lt;/mfrac&gt;&lt;/math&gt;" title="13 over 1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594356" y="4245550"/>
            <a:ext cx="309685" cy="558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1" descr="&lt;math xmlns=&quot;http://www.w3.org/1998/Math/MathML&quot; display=&quot;block&quot; data-is-equatio=&quot;1&quot; data-latex=&quot;\frac{13}{11}&quot;&gt;&lt;mfrac&gt;&lt;mn&gt;13&lt;/mn&gt;&lt;mn&gt;11&lt;/mn&gt;&lt;/mfrac&gt;&lt;/math&gt;" title="13 over 1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638513" y="3567544"/>
            <a:ext cx="309685" cy="558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1" descr="&lt;math xmlns=&quot;http://www.w3.org/1998/Math/MathML&quot; display=&quot;block&quot; data-is-equatio=&quot;1&quot; data-latex=&quot;\frac{11}{15}&quot;&gt;&lt;mfrac&gt;&lt;mn&gt;11&lt;/mn&gt;&lt;mn&gt;15&lt;/mn&gt;&lt;/mfrac&gt;&lt;/math&gt;" title="11 over 1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543329" y="2197898"/>
            <a:ext cx="309685" cy="564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1" descr="&lt;math xmlns=&quot;http://www.w3.org/1998/Math/MathML&quot; display=&quot;block&quot; data-is-equatio=&quot;1&quot; data-latex=&quot;\frac{13}{12}&quot;&gt;&lt;mfrac&gt;&lt;mn&gt;13&lt;/mn&gt;&lt;mn&gt;12&lt;/mn&gt;&lt;/mfrac&gt;&lt;/math&gt;" title="13 over 1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554792" y="3567544"/>
            <a:ext cx="309685" cy="558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1" descr="&lt;math xmlns=&quot;http://www.w3.org/1998/Math/MathML&quot; display=&quot;block&quot; data-is-equatio=&quot;1&quot; data-latex=&quot;\frac{8}{3}&quot;&gt;&lt;mfrac&gt;&lt;mn&gt;8&lt;/mn&gt;&lt;mn&gt;3&lt;/mn&gt;&lt;/mfrac&gt;&lt;/math&gt;" title="eight thirds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669322" y="2893456"/>
            <a:ext cx="172214" cy="537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1" descr="&lt;math xmlns=&quot;http://www.w3.org/1998/Math/MathML&quot; display=&quot;block&quot; data-is-equatio=&quot;1&quot; data-latex=&quot;\frac{9}{25}&quot;&gt;&lt;mfrac&gt;&lt;mn&gt;9&lt;/mn&gt;&lt;mn&gt;25&lt;/mn&gt;&lt;/mfrac&gt;&lt;/math&gt;" title="9 over 25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078371" y="2895808"/>
            <a:ext cx="309685" cy="532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1" descr="&lt;math xmlns=&quot;http://www.w3.org/1998/Math/MathML&quot; display=&quot;block&quot; data-is-equatio=&quot;1&quot; data-latex=&quot;\frac{9}{8}&quot;&gt;&lt;mfrac&gt;&lt;mn&gt;9&lt;/mn&gt;&lt;mn&gt;8&lt;/mn&gt;&lt;/mfrac&gt;&lt;/math&gt;" title="nine eighths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147107" y="1551432"/>
            <a:ext cx="172214" cy="537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1" descr="&lt;math xmlns=&quot;http://www.w3.org/1998/Math/MathML&quot; display=&quot;block&quot; data-is-equatio=&quot;1&quot; data-latex=&quot;\frac{9}{8}&quot;&gt;&lt;mfrac&gt;&lt;mn&gt;9&lt;/mn&gt;&lt;mn&gt;8&lt;/mn&gt;&lt;/mfrac&gt;&lt;/math&gt;" title="nine eighths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147765" y="3577911"/>
            <a:ext cx="172214" cy="537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1" descr="&lt;math xmlns=&quot;http://www.w3.org/1998/Math/MathML&quot; display=&quot;block&quot; data-is-equatio=&quot;1&quot; data-latex=&quot;\frac{9}{8}&quot;&gt;&lt;mfrac&gt;&lt;mn&gt;9&lt;/mn&gt;&lt;mn&gt;8&lt;/mn&gt;&lt;/mfrac&gt;&lt;/math&gt;" title="nine eighths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2184199" y="2211623"/>
            <a:ext cx="172214" cy="537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1" descr="&lt;math xmlns=&quot;http://www.w3.org/1998/Math/MathML&quot; display=&quot;block&quot; data-is-equatio=&quot;1&quot; data-latex=&quot;\frac{8}{3}&quot;&gt;&lt;mfrac&gt;&lt;mn&gt;8&lt;/mn&gt;&lt;mn&gt;3&lt;/mn&gt;&lt;/mfrac&gt;&lt;/math&gt;" title="eight thirds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147765" y="2893456"/>
            <a:ext cx="172214" cy="537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1" descr="&lt;math xmlns=&quot;http://www.w3.org/1998/Math/MathML&quot; display=&quot;block&quot; data-is-equatio=&quot;1&quot; data-latex=&quot;\frac{8}{3}&quot;&gt;&lt;mfrac&gt;&lt;mn&gt;8&lt;/mn&gt;&lt;mn&gt;3&lt;/mn&gt;&lt;/mfrac&gt;&lt;/math&gt;" title="eight thirds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173304" y="4255904"/>
            <a:ext cx="172214" cy="537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1" descr="&lt;math xmlns=&quot;http://www.w3.org/1998/Math/MathML&quot; display=&quot;block&quot; data-is-equatio=&quot;1&quot; data-latex=&quot;\frac{9}{25}&quot;&gt;&lt;mfrac&gt;&lt;mn&gt;9&lt;/mn&gt;&lt;mn&gt;25&lt;/mn&gt;&lt;/mfrac&gt;&lt;/math&gt;" title="9 over 25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104568" y="3580251"/>
            <a:ext cx="309685" cy="532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1" descr="&lt;math xmlns=&quot;http://www.w3.org/1998/Math/MathML&quot; display=&quot;block&quot; data-is-equatio=&quot;1&quot; data-latex=&quot;\frac{9}{25}&quot;&gt;&lt;mfrac&gt;&lt;mn&gt;9&lt;/mn&gt;&lt;mn&gt;25&lt;/mn&gt;&lt;/mfrac&gt;&lt;/math&gt;" title="9 over 25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638512" y="2213964"/>
            <a:ext cx="309685" cy="532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1" descr="&lt;math xmlns=&quot;http://www.w3.org/1998/Math/MathML&quot; display=&quot;block&quot; data-is-equatio=&quot;1&quot; data-latex=&quot;\frac{13}{12}&quot;&gt;&lt;mfrac&gt;&lt;mn&gt;13&lt;/mn&gt;&lt;mn&gt;12&lt;/mn&gt;&lt;/mfrac&gt;&lt;/math&gt;" title="13 over 1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079030" y="2201257"/>
            <a:ext cx="309685" cy="558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1" descr="&lt;math xmlns=&quot;http://www.w3.org/1998/Math/MathML&quot; display=&quot;block&quot; data-is-equatio=&quot;1&quot; data-latex=&quot;\frac{13}{12}&quot;&gt;&lt;mfrac&gt;&lt;mn&gt;13&lt;/mn&gt;&lt;mn&gt;12&lt;/mn&gt;&lt;/mfrac&gt;&lt;/math&gt;" title="13 over 1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104569" y="1541065"/>
            <a:ext cx="309685" cy="558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1" descr="&lt;math xmlns=&quot;http://www.w3.org/1998/Math/MathML&quot; display=&quot;block&quot; data-is-equatio=&quot;1&quot; data-latex=&quot;\frac{11}{15}&quot;&gt;&lt;mfrac&gt;&lt;mn&gt;11&lt;/mn&gt;&lt;mn&gt;15&lt;/mn&gt;&lt;/mfrac&gt;&lt;/math&gt;" title="11 over 1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078371" y="4242190"/>
            <a:ext cx="309685" cy="564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1" descr="&lt;math xmlns=&quot;http://www.w3.org/1998/Math/MathML&quot; display=&quot;block&quot; data-is-equatio=&quot;1&quot; data-latex=&quot;\frac{11}{15}&quot;&gt;&lt;mfrac&gt;&lt;mn&gt;11&lt;/mn&gt;&lt;mn&gt;15&lt;/mn&gt;&lt;/mfrac&gt;&lt;/math&gt;" title="11 over 1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600586" y="3564185"/>
            <a:ext cx="309685" cy="564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1" descr="&lt;math xmlns=&quot;http://www.w3.org/1998/Math/MathML&quot; display=&quot;block&quot; data-is-equatio=&quot;1&quot; data-latex=&quot;\frac{3}{8}&quot;&gt;&lt;mfrac&gt;&lt;mn&gt;3&lt;/mn&gt;&lt;mn&gt;8&lt;/mn&gt;&lt;/mfrac&gt;&lt;/math&gt;" title="three eighths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5147107" y="2195408"/>
            <a:ext cx="172214" cy="56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1" descr="&lt;math xmlns=&quot;http://www.w3.org/1998/Math/MathML&quot; display=&quot;block&quot; data-is-equatio=&quot;1&quot; data-latex=&quot;\frac{3}{8}&quot;&gt;&lt;mfrac&gt;&lt;mn&gt;3&lt;/mn&gt;&lt;mn&gt;8&lt;/mn&gt;&lt;/mfrac&gt;&lt;/math&gt;" title="three eighths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173304" y="2195408"/>
            <a:ext cx="172214" cy="56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1" descr="&lt;math xmlns=&quot;http://www.w3.org/1998/Math/MathML&quot; display=&quot;block&quot; data-is-equatio=&quot;1&quot; data-latex=&quot;\frac{3}{8}&quot;&gt;&lt;mfrac&gt;&lt;mn&gt;3&lt;/mn&gt;&lt;mn&gt;8&lt;/mn&gt;&lt;/mfrac&gt;&lt;/math&gt;" title="three eighths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6123257" y="3561695"/>
            <a:ext cx="172214" cy="56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1" descr="&lt;math xmlns=&quot;http://www.w3.org/1998/Math/MathML&quot; display=&quot;block&quot; data-is-equatio=&quot;1&quot; data-latex=&quot;\frac{3}{7}&quot;&gt;&lt;mfrac&gt;&lt;mn&gt;3&lt;/mn&gt;&lt;mn&gt;7&lt;/mn&gt;&lt;/mfrac&gt;&lt;/math&gt;" title="three sevenths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123257" y="2197458"/>
            <a:ext cx="172214" cy="565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1" descr="&lt;math xmlns=&quot;http://www.w3.org/1998/Math/MathML&quot; display=&quot;block&quot; data-is-equatio=&quot;1&quot; data-latex=&quot;\frac{3}{7}&quot;&gt;&lt;mfrac&gt;&lt;mn&gt;3&lt;/mn&gt;&lt;mn&gt;7&lt;/mn&gt;&lt;/mfrac&gt;&lt;/math&gt;" title="three sevenths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5147107" y="3563745"/>
            <a:ext cx="172214" cy="565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1" descr="&lt;math xmlns=&quot;http://www.w3.org/1998/Math/MathML&quot; display=&quot;block&quot; data-is-equatio=&quot;1&quot; data-latex=&quot;\frac{3}{7}&quot;&gt;&lt;mfrac&gt;&lt;mn&gt;3&lt;/mn&gt;&lt;mn&gt;7&lt;/mn&gt;&lt;/mfrac&gt;&lt;/math&gt;" title="three sevenths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3173304" y="2879303"/>
            <a:ext cx="172214" cy="565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1" descr="&lt;math xmlns=&quot;http://www.w3.org/1998/Math/MathML&quot; display=&quot;block&quot; data-is-equatio=&quot;1&quot; data-latex=&quot;\frac{13}{12}&quot;&gt;&lt;mfrac&gt;&lt;mn&gt;13&lt;/mn&gt;&lt;mn&gt;12&lt;/mn&gt;&lt;/mfrac&gt;&lt;/math&gt;" title="13 over 1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115464" y="3567544"/>
            <a:ext cx="309685" cy="558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1" descr="&lt;math xmlns=&quot;http://www.w3.org/1998/Math/MathML&quot; display=&quot;block&quot; data-is-equatio=&quot;1&quot; data-latex=&quot;\frac{3}{7}&quot;&gt;&lt;mfrac&gt;&lt;mn&gt;3&lt;/mn&gt;&lt;mn&gt;7&lt;/mn&gt;&lt;/mfrac&gt;&lt;/math&gt;" title="three sevenths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707248" y="2879303"/>
            <a:ext cx="172214" cy="565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1" descr="&lt;math xmlns=&quot;http://www.w3.org/1998/Math/MathML&quot; display=&quot;block&quot; data-is-equatio=&quot;1&quot; data-latex=&quot;\frac{18}{7}&quot;&gt;&lt;mfrac&gt;&lt;mn&gt;18&lt;/mn&gt;&lt;mn&gt;7&lt;/mn&gt;&lt;/mfrac&gt;&lt;/math&gt;" title="eighteen sevenths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6543329" y="4239763"/>
            <a:ext cx="309685" cy="569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1" descr="&lt;math xmlns=&quot;http://www.w3.org/1998/Math/MathML&quot; display=&quot;block&quot; data-is-equatio=&quot;1&quot; data-latex=&quot;\frac{18}{7}&quot;&gt;&lt;mfrac&gt;&lt;mn&gt;18&lt;/mn&gt;&lt;mn&gt;7&lt;/mn&gt;&lt;/mfrac&gt;&lt;/math&gt;" title="eighteen sevenths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1638512" y="1535279"/>
            <a:ext cx="309685" cy="569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1" descr="&lt;math xmlns=&quot;http://www.w3.org/1998/Math/MathML&quot; display=&quot;block&quot; data-is-equatio=&quot;1&quot; data-latex=&quot;\frac{18}{7}&quot;&gt;&lt;mfrac&gt;&lt;mn&gt;18&lt;/mn&gt;&lt;mn&gt;7&lt;/mn&gt;&lt;/mfrac&gt;&lt;/math&gt;" title="eighteen sevenths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2115464" y="2877315"/>
            <a:ext cx="309685" cy="569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1" descr="&lt;math xmlns=&quot;http://www.w3.org/1998/Math/MathML&quot; display=&quot;block&quot; data-is-equatio=&quot;1&quot; data-latex=&quot;\frac{5}{7}&quot;&gt;&lt;mfrac&gt;&lt;mn&gt;5&lt;/mn&gt;&lt;mn&gt;7&lt;/mn&gt;&lt;/mfrac&gt;&lt;/math&gt;" title="five seven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623527" y="2887501"/>
            <a:ext cx="172214" cy="549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1" descr="&lt;math xmlns=&quot;http://www.w3.org/1998/Math/MathML&quot; display=&quot;block&quot; data-is-equatio=&quot;1&quot; data-latex=&quot;\frac{13}{11}&quot;&gt;&lt;mfrac&gt;&lt;mn&gt;13&lt;/mn&gt;&lt;mn&gt;11&lt;/mn&gt;&lt;/mfrac&gt;&lt;/math&gt;" title="13 over 1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575216" y="1541065"/>
            <a:ext cx="309685" cy="558251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300" name="Google Shape;300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Expressing one number as a fraction of another</a:t>
            </a:r>
            <a:endParaRPr/>
          </a:p>
        </p:txBody>
      </p:sp>
      <p:sp>
        <p:nvSpPr>
          <p:cNvPr id="301" name="Google Shape;301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1"/>
          <p:cNvSpPr txBox="1"/>
          <p:nvPr/>
        </p:nvSpPr>
        <p:spPr>
          <a:xfrm>
            <a:off x="468000" y="720000"/>
            <a:ext cx="4993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B:  Writing one number as a fraction of another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>
            <a:off x="476400" y="1104675"/>
            <a:ext cx="48144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fraction of A is B?  Write all answers in their simplest form.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04" name="Google Shape;304;p21"/>
          <p:cNvGraphicFramePr>
            <a:graphicFrameLocks noGrp="1"/>
          </p:cNvGraphicFramePr>
          <p:nvPr/>
        </p:nvGraphicFramePr>
        <p:xfrm>
          <a:off x="571500" y="1559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{F6DC4B4B-1B6A-43AB-B2A9-1568B423174E}</a:tableStyleId>
              </a:tblPr>
              <a:tblGrid>
                <a:gridCol w="381575"/>
                <a:gridCol w="381575"/>
              </a:tblGrid>
              <a:tr h="237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237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237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237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531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237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237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237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237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237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237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437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237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595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305" name="Google Shape;305;p21"/>
          <p:cNvSpPr txBox="1"/>
          <p:nvPr/>
        </p:nvSpPr>
        <p:spPr>
          <a:xfrm>
            <a:off x="492300" y="5129600"/>
            <a:ext cx="4554900" cy="4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Shade the answers in the grid.  They appear more than once.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6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fraction of 123 is the revealed number?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6" name="Google Shape;306;p21" descr="&lt;math xmlns=&quot;http://www.w3.org/1998/Math/MathML&quot; display=&quot;block&quot; data-is-equatio=&quot;1&quot; data-latex=&quot;\frac{5}{3}&quot;&gt;&lt;mfrac&gt;&lt;mn&gt;5&lt;/mn&gt;&lt;mn&gt;3&lt;/mn&gt;&lt;/mfrac&gt;&lt;/math&gt;" title="five thirds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3942800" y="5337518"/>
            <a:ext cx="164400" cy="528458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</p:pic>
      <p:cxnSp>
        <p:nvCxnSpPr>
          <p:cNvPr id="307" name="Google Shape;307;p21"/>
          <p:cNvCxnSpPr/>
          <p:nvPr/>
        </p:nvCxnSpPr>
        <p:spPr>
          <a:xfrm>
            <a:off x="480750" y="9972000"/>
            <a:ext cx="6598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8" name="Google Shape;308;p21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33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Expressing one number as a fraction of another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2024-02-05T13:30:23.380</cp:lastPrinted>
  <dcterms:created xsi:type="dcterms:W3CDTF">2024-02-05T13:30:23Z</dcterms:created>
  <dcterms:modified xsi:type="dcterms:W3CDTF">2024-02-05T13:33:46Z</dcterms:modified>
</cp:coreProperties>
</file>