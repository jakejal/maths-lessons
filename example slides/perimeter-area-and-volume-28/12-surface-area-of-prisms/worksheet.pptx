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6000" y="15050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Nets of right prisms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" name="Google Shape;162;p20"/>
          <p:cNvGrpSpPr/>
          <p:nvPr/>
        </p:nvGrpSpPr>
        <p:grpSpPr>
          <a:xfrm>
            <a:off x="2391998" y="2149945"/>
            <a:ext cx="1344134" cy="1146807"/>
            <a:chOff x="2706292" y="1162050"/>
            <a:chExt cx="1671600" cy="1426200"/>
          </a:xfrm>
        </p:grpSpPr>
        <p:sp>
          <p:nvSpPr>
            <p:cNvPr id="163" name="Google Shape;163;p20"/>
            <p:cNvSpPr/>
            <p:nvPr/>
          </p:nvSpPr>
          <p:spPr>
            <a:xfrm>
              <a:off x="2706292" y="116205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4" name="Google Shape;16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78842" y="1193050"/>
              <a:ext cx="132651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20"/>
            <p:cNvPicPr preferRelativeResize="0"/>
            <p:nvPr/>
          </p:nvPicPr>
          <p:blipFill>
            <a:blip r:embed="rId3">
              <a:alphaModFix/>
            </a:blip>
            <a:srcRect r="71233" b="64837"/>
            <a:stretch>
              <a:fillRect/>
            </a:stretch>
          </p:blipFill>
          <p:spPr>
            <a:xfrm>
              <a:off x="2765700" y="1635300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0"/>
            <p:cNvPicPr preferRelativeResize="0"/>
            <p:nvPr/>
          </p:nvPicPr>
          <p:blipFill>
            <a:blip r:embed="rId3">
              <a:alphaModFix/>
            </a:blip>
            <a:srcRect r="66337"/>
            <a:stretch>
              <a:fillRect/>
            </a:stretch>
          </p:blipFill>
          <p:spPr>
            <a:xfrm>
              <a:off x="298327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0"/>
            <p:cNvPicPr preferRelativeResize="0"/>
            <p:nvPr/>
          </p:nvPicPr>
          <p:blipFill>
            <a:blip r:embed="rId3">
              <a:alphaModFix/>
            </a:blip>
            <a:srcRect r="71233" b="64837"/>
            <a:stretch>
              <a:fillRect/>
            </a:stretch>
          </p:blipFill>
          <p:spPr>
            <a:xfrm>
              <a:off x="3909450" y="1973663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0"/>
            <p:cNvPicPr preferRelativeResize="0"/>
            <p:nvPr/>
          </p:nvPicPr>
          <p:blipFill>
            <a:blip r:embed="rId3">
              <a:alphaModFix/>
            </a:blip>
            <a:srcRect l="64288"/>
            <a:stretch>
              <a:fillRect/>
            </a:stretch>
          </p:blipFill>
          <p:spPr>
            <a:xfrm>
              <a:off x="373432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20"/>
          <p:cNvGrpSpPr/>
          <p:nvPr/>
        </p:nvGrpSpPr>
        <p:grpSpPr>
          <a:xfrm>
            <a:off x="764726" y="2149943"/>
            <a:ext cx="1344134" cy="1146807"/>
            <a:chOff x="849000" y="1446900"/>
            <a:chExt cx="1671600" cy="1426200"/>
          </a:xfrm>
        </p:grpSpPr>
        <p:sp>
          <p:nvSpPr>
            <p:cNvPr id="170" name="Google Shape;170;p20"/>
            <p:cNvSpPr/>
            <p:nvPr/>
          </p:nvSpPr>
          <p:spPr>
            <a:xfrm>
              <a:off x="849000" y="14469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1" name="Google Shape;17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10613" y="1477900"/>
              <a:ext cx="948375" cy="13641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20"/>
          <p:cNvGrpSpPr/>
          <p:nvPr/>
        </p:nvGrpSpPr>
        <p:grpSpPr>
          <a:xfrm>
            <a:off x="5646544" y="2149943"/>
            <a:ext cx="1344134" cy="1146807"/>
            <a:chOff x="6210000" y="1446900"/>
            <a:chExt cx="1671600" cy="1426200"/>
          </a:xfrm>
        </p:grpSpPr>
        <p:sp>
          <p:nvSpPr>
            <p:cNvPr id="173" name="Google Shape;173;p20"/>
            <p:cNvSpPr/>
            <p:nvPr/>
          </p:nvSpPr>
          <p:spPr>
            <a:xfrm>
              <a:off x="6210000" y="14469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4" name="Google Shape;17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37650" y="1477900"/>
              <a:ext cx="1401818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" name="Google Shape;175;p20"/>
          <p:cNvGrpSpPr/>
          <p:nvPr/>
        </p:nvGrpSpPr>
        <p:grpSpPr>
          <a:xfrm>
            <a:off x="4019279" y="3916474"/>
            <a:ext cx="1344134" cy="1146807"/>
            <a:chOff x="4320708" y="3209000"/>
            <a:chExt cx="1671600" cy="1426200"/>
          </a:xfrm>
        </p:grpSpPr>
        <p:sp>
          <p:nvSpPr>
            <p:cNvPr id="176" name="Google Shape;176;p20"/>
            <p:cNvSpPr/>
            <p:nvPr/>
          </p:nvSpPr>
          <p:spPr>
            <a:xfrm>
              <a:off x="4320708" y="32090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7" name="Google Shape;17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03100" y="3240000"/>
              <a:ext cx="1106805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20"/>
          <p:cNvGrpSpPr/>
          <p:nvPr/>
        </p:nvGrpSpPr>
        <p:grpSpPr>
          <a:xfrm>
            <a:off x="5646550" y="3916474"/>
            <a:ext cx="1344134" cy="1146807"/>
            <a:chOff x="6202783" y="3209000"/>
            <a:chExt cx="1671600" cy="1426200"/>
          </a:xfrm>
        </p:grpSpPr>
        <p:sp>
          <p:nvSpPr>
            <p:cNvPr id="179" name="Google Shape;179;p20"/>
            <p:cNvSpPr/>
            <p:nvPr/>
          </p:nvSpPr>
          <p:spPr>
            <a:xfrm>
              <a:off x="6202783" y="3209000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0" name="Google Shape;180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10063" y="3240000"/>
              <a:ext cx="1257004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20"/>
          <p:cNvGrpSpPr/>
          <p:nvPr/>
        </p:nvGrpSpPr>
        <p:grpSpPr>
          <a:xfrm>
            <a:off x="764733" y="3916473"/>
            <a:ext cx="1344134" cy="1146807"/>
            <a:chOff x="849008" y="3243925"/>
            <a:chExt cx="1671600" cy="1426200"/>
          </a:xfrm>
        </p:grpSpPr>
        <p:sp>
          <p:nvSpPr>
            <p:cNvPr id="182" name="Google Shape;182;p20"/>
            <p:cNvSpPr/>
            <p:nvPr/>
          </p:nvSpPr>
          <p:spPr>
            <a:xfrm>
              <a:off x="849008" y="3243925"/>
              <a:ext cx="1671600" cy="1426200"/>
            </a:xfrm>
            <a:prstGeom prst="roundRect">
              <a:avLst>
                <a:gd name="adj" fmla="val 16667"/>
              </a:avLst>
            </a:prstGeom>
            <a:solidFill>
              <a:srgbClr val="F3EEFB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3" name="Google Shape;183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01638" y="3274925"/>
              <a:ext cx="966313" cy="136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20"/>
          <p:cNvSpPr/>
          <p:nvPr/>
        </p:nvSpPr>
        <p:spPr>
          <a:xfrm>
            <a:off x="2392026" y="3916499"/>
            <a:ext cx="1344000" cy="1146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019310" y="2149954"/>
            <a:ext cx="1344000" cy="11469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1826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net to its prism. Sketch the missing net and prism.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486000" y="5323400"/>
            <a:ext cx="660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468000" y="54863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the surface area of prisms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400" y="5864700"/>
            <a:ext cx="5430300" cy="29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Complete the description of the faces for this right octagonal prism.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irregular octagons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8   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b) Draw all the </a:t>
            </a:r>
            <a:r>
              <a:rPr lang="en-GB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unique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faces of this prism, with dimensions.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816012" y="6887969"/>
            <a:ext cx="402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1110305" y="7233737"/>
            <a:ext cx="1553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46555" y="5864700"/>
            <a:ext cx="1252719" cy="146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8" name="Google Shape;19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369" y="1266777"/>
            <a:ext cx="1693499" cy="229486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76400" y="835500"/>
            <a:ext cx="6500700" cy="23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surface area of this right trapezium based prism.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260147" y="1235970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2.6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725850" y="2303550"/>
            <a:ext cx="567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17350" y="2297650"/>
            <a:ext cx="44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1061490" y="3339785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102063" y="1159770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 flipH="1">
            <a:off x="2686789" y="1988714"/>
            <a:ext cx="0" cy="99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" name="Google Shape;209;p21"/>
          <p:cNvCxnSpPr/>
          <p:nvPr/>
        </p:nvCxnSpPr>
        <p:spPr>
          <a:xfrm flipH="1">
            <a:off x="1106042" y="1866880"/>
            <a:ext cx="0" cy="129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" name="Google Shape;210;p21"/>
          <p:cNvCxnSpPr/>
          <p:nvPr/>
        </p:nvCxnSpPr>
        <p:spPr>
          <a:xfrm rot="10800000" flipH="1">
            <a:off x="1123635" y="1281030"/>
            <a:ext cx="881400" cy="50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1153208" y="3255386"/>
            <a:ext cx="567000" cy="33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2099647" y="1308256"/>
            <a:ext cx="572100" cy="65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486000" y="3799400"/>
            <a:ext cx="660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1"/>
          <p:cNvSpPr txBox="1"/>
          <p:nvPr/>
        </p:nvSpPr>
        <p:spPr>
          <a:xfrm>
            <a:off x="468000" y="39623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Being efficient in finding the surface area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76400" y="4264500"/>
            <a:ext cx="6249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surface area of the following right prisms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556247" y="4188300"/>
            <a:ext cx="1391700" cy="5850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961" y="4880108"/>
            <a:ext cx="1078925" cy="1125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21"/>
          <p:cNvGrpSpPr/>
          <p:nvPr/>
        </p:nvGrpSpPr>
        <p:grpSpPr>
          <a:xfrm>
            <a:off x="747908" y="4750520"/>
            <a:ext cx="2084868" cy="1371009"/>
            <a:chOff x="1523575" y="1046635"/>
            <a:chExt cx="2747948" cy="1807050"/>
          </a:xfrm>
        </p:grpSpPr>
        <p:sp>
          <p:nvSpPr>
            <p:cNvPr id="219" name="Google Shape;219;p21"/>
            <p:cNvSpPr txBox="1"/>
            <p:nvPr/>
          </p:nvSpPr>
          <p:spPr>
            <a:xfrm flipH="1">
              <a:off x="2713025" y="1180435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1"/>
            <p:cNvSpPr txBox="1"/>
            <p:nvPr/>
          </p:nvSpPr>
          <p:spPr>
            <a:xfrm flipH="1">
              <a:off x="1523575" y="1567638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1"/>
            <p:cNvSpPr txBox="1"/>
            <p:nvPr/>
          </p:nvSpPr>
          <p:spPr>
            <a:xfrm flipH="1">
              <a:off x="3160860" y="2569585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 flipH="1">
              <a:off x="3515823" y="2130666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 txBox="1"/>
            <p:nvPr/>
          </p:nvSpPr>
          <p:spPr>
            <a:xfrm flipH="1">
              <a:off x="1721750" y="1046635"/>
              <a:ext cx="7557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 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4" name="Google Shape;224;p21"/>
            <p:cNvCxnSpPr/>
            <p:nvPr/>
          </p:nvCxnSpPr>
          <p:spPr>
            <a:xfrm rot="10800000">
              <a:off x="2367375" y="1238200"/>
              <a:ext cx="845400" cy="494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10800000" flipH="1">
              <a:off x="2039000" y="1421725"/>
              <a:ext cx="0" cy="74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10800000">
              <a:off x="3439475" y="2144175"/>
              <a:ext cx="3600" cy="252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>
              <a:off x="2988000" y="2478444"/>
              <a:ext cx="399300" cy="23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8" name="Google Shape;228;p21"/>
            <p:cNvCxnSpPr/>
            <p:nvPr/>
          </p:nvCxnSpPr>
          <p:spPr>
            <a:xfrm flipH="1">
              <a:off x="2065156" y="1253744"/>
              <a:ext cx="202200" cy="126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29" name="Google Shape;229;p21"/>
          <p:cNvSpPr txBox="1"/>
          <p:nvPr/>
        </p:nvSpPr>
        <p:spPr>
          <a:xfrm flipH="1">
            <a:off x="476419" y="4750525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9663" y="4789268"/>
            <a:ext cx="815400" cy="13197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1"/>
          <p:cNvGrpSpPr/>
          <p:nvPr/>
        </p:nvGrpSpPr>
        <p:grpSpPr>
          <a:xfrm>
            <a:off x="4022315" y="4723189"/>
            <a:ext cx="1691328" cy="1558788"/>
            <a:chOff x="324000" y="1112901"/>
            <a:chExt cx="2302066" cy="2121666"/>
          </a:xfrm>
        </p:grpSpPr>
        <p:sp>
          <p:nvSpPr>
            <p:cNvPr id="232" name="Google Shape;232;p21"/>
            <p:cNvSpPr txBox="1"/>
            <p:nvPr/>
          </p:nvSpPr>
          <p:spPr>
            <a:xfrm flipH="1">
              <a:off x="1870366" y="1870776"/>
              <a:ext cx="755700" cy="58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 flipH="1">
              <a:off x="1388800" y="1112901"/>
              <a:ext cx="7557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 flipH="1">
              <a:off x="1464166" y="2826592"/>
              <a:ext cx="7557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 flipH="1">
              <a:off x="427837" y="1353671"/>
              <a:ext cx="771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 txBox="1"/>
            <p:nvPr/>
          </p:nvSpPr>
          <p:spPr>
            <a:xfrm flipH="1">
              <a:off x="324000" y="2941167"/>
              <a:ext cx="7557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 rot="10800000" flipH="1">
              <a:off x="1818225" y="1628051"/>
              <a:ext cx="0" cy="965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8" name="Google Shape;238;p21"/>
            <p:cNvCxnSpPr/>
            <p:nvPr/>
          </p:nvCxnSpPr>
          <p:spPr>
            <a:xfrm rot="10800000">
              <a:off x="1169650" y="1224976"/>
              <a:ext cx="597000" cy="346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9" name="Google Shape;239;p21"/>
            <p:cNvCxnSpPr/>
            <p:nvPr/>
          </p:nvCxnSpPr>
          <p:spPr>
            <a:xfrm flipH="1">
              <a:off x="879175" y="1609263"/>
              <a:ext cx="368700" cy="222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0" name="Google Shape;240;p21"/>
            <p:cNvCxnSpPr/>
            <p:nvPr/>
          </p:nvCxnSpPr>
          <p:spPr>
            <a:xfrm rot="10800000" flipH="1">
              <a:off x="1128794" y="2662114"/>
              <a:ext cx="646500" cy="373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1" name="Google Shape;241;p21"/>
            <p:cNvCxnSpPr/>
            <p:nvPr/>
          </p:nvCxnSpPr>
          <p:spPr>
            <a:xfrm rot="10800000">
              <a:off x="838731" y="2897100"/>
              <a:ext cx="205200" cy="120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42" name="Google Shape;242;p21"/>
          <p:cNvSpPr txBox="1"/>
          <p:nvPr/>
        </p:nvSpPr>
        <p:spPr>
          <a:xfrm flipH="1">
            <a:off x="3641319" y="4762750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487" y="7538690"/>
            <a:ext cx="1017550" cy="110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 flipH="1">
            <a:off x="953289" y="7823249"/>
            <a:ext cx="55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 flipH="1">
            <a:off x="1479501" y="8295247"/>
            <a:ext cx="55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flipH="1">
            <a:off x="1295010" y="7453516"/>
            <a:ext cx="7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 flipH="1">
            <a:off x="2168347" y="7632462"/>
            <a:ext cx="55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 rot="10800000">
            <a:off x="1435173" y="7892170"/>
            <a:ext cx="2700" cy="23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9" name="Google Shape;249;p21"/>
          <p:cNvCxnSpPr/>
          <p:nvPr/>
        </p:nvCxnSpPr>
        <p:spPr>
          <a:xfrm flipH="1">
            <a:off x="1435202" y="7639878"/>
            <a:ext cx="414300" cy="24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0" name="Google Shape;250;p21"/>
          <p:cNvCxnSpPr/>
          <p:nvPr/>
        </p:nvCxnSpPr>
        <p:spPr>
          <a:xfrm rot="10800000">
            <a:off x="1435364" y="8170881"/>
            <a:ext cx="780000" cy="45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51" name="Google Shape;251;p21"/>
          <p:cNvGrpSpPr/>
          <p:nvPr/>
        </p:nvGrpSpPr>
        <p:grpSpPr>
          <a:xfrm>
            <a:off x="1824709" y="7596358"/>
            <a:ext cx="698001" cy="578727"/>
            <a:chOff x="2817517" y="3198254"/>
            <a:chExt cx="951344" cy="788779"/>
          </a:xfrm>
        </p:grpSpPr>
        <p:grpSp>
          <p:nvGrpSpPr>
            <p:cNvPr id="252" name="Google Shape;252;p21"/>
            <p:cNvGrpSpPr/>
            <p:nvPr/>
          </p:nvGrpSpPr>
          <p:grpSpPr>
            <a:xfrm>
              <a:off x="2913861" y="3198254"/>
              <a:ext cx="854999" cy="788779"/>
              <a:chOff x="2887201" y="3210372"/>
              <a:chExt cx="854999" cy="788779"/>
            </a:xfrm>
          </p:grpSpPr>
          <p:sp>
            <p:nvSpPr>
              <p:cNvPr id="253" name="Google Shape;253;p21"/>
              <p:cNvSpPr/>
              <p:nvPr/>
            </p:nvSpPr>
            <p:spPr>
              <a:xfrm rot="2565571">
                <a:off x="2909823" y="3240545"/>
                <a:ext cx="135656" cy="119954"/>
              </a:xfrm>
              <a:prstGeom prst="parallelogram">
                <a:avLst>
                  <a:gd name="adj" fmla="val 25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4" name="Google Shape;254;p21"/>
              <p:cNvCxnSpPr/>
              <p:nvPr/>
            </p:nvCxnSpPr>
            <p:spPr>
              <a:xfrm>
                <a:off x="2997000" y="3236251"/>
                <a:ext cx="745200" cy="762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stealth" w="med" len="med"/>
                <a:tailEnd type="triangle" w="med" len="med"/>
              </a:ln>
            </p:spPr>
          </p:cxnSp>
        </p:grpSp>
        <p:cxnSp>
          <p:nvCxnSpPr>
            <p:cNvPr id="255" name="Google Shape;255;p21"/>
            <p:cNvCxnSpPr/>
            <p:nvPr/>
          </p:nvCxnSpPr>
          <p:spPr>
            <a:xfrm flipH="1">
              <a:off x="2817517" y="3250129"/>
              <a:ext cx="148800" cy="102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56" name="Google Shape;256;p21"/>
          <p:cNvCxnSpPr/>
          <p:nvPr/>
        </p:nvCxnSpPr>
        <p:spPr>
          <a:xfrm rot="-1504175" flipH="1">
            <a:off x="1751158" y="8062688"/>
            <a:ext cx="118239" cy="56365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21"/>
          <p:cNvCxnSpPr/>
          <p:nvPr/>
        </p:nvCxnSpPr>
        <p:spPr>
          <a:xfrm rot="1500488" flipH="1">
            <a:off x="1972120" y="7942326"/>
            <a:ext cx="118511" cy="56413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21"/>
          <p:cNvSpPr txBox="1"/>
          <p:nvPr/>
        </p:nvSpPr>
        <p:spPr>
          <a:xfrm flipH="1">
            <a:off x="487000" y="7462488"/>
            <a:ext cx="24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82950" y="7437896"/>
            <a:ext cx="1073200" cy="125634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 flipH="1">
            <a:off x="4469840" y="7898357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m</a:t>
            </a:r>
            <a:r>
              <a:rPr lang="en-GB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 flipH="1">
            <a:off x="5004499" y="8576470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 flipH="1">
            <a:off x="5488041" y="7789133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 flipH="1">
            <a:off x="4117499" y="7663370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 flipH="1">
            <a:off x="4239956" y="8345877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 flipH="1">
            <a:off x="5344589" y="8243958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 flipH="1">
            <a:off x="5186064" y="7305242"/>
            <a:ext cx="57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 rot="10800000">
            <a:off x="4409411" y="8060738"/>
            <a:ext cx="326400" cy="594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8" name="Google Shape;268;p21"/>
          <p:cNvCxnSpPr/>
          <p:nvPr/>
        </p:nvCxnSpPr>
        <p:spPr>
          <a:xfrm flipH="1">
            <a:off x="4850395" y="8460375"/>
            <a:ext cx="359100" cy="20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9" name="Google Shape;269;p21"/>
          <p:cNvCxnSpPr/>
          <p:nvPr/>
        </p:nvCxnSpPr>
        <p:spPr>
          <a:xfrm rot="10800000">
            <a:off x="5046265" y="7453517"/>
            <a:ext cx="341700" cy="19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1"/>
          <p:cNvCxnSpPr/>
          <p:nvPr/>
        </p:nvCxnSpPr>
        <p:spPr>
          <a:xfrm rot="10800000">
            <a:off x="5415749" y="7691841"/>
            <a:ext cx="600" cy="38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1"/>
          <p:cNvCxnSpPr/>
          <p:nvPr/>
        </p:nvCxnSpPr>
        <p:spPr>
          <a:xfrm rot="10800000" flipH="1">
            <a:off x="5233423" y="8123244"/>
            <a:ext cx="189000" cy="3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2" name="Google Shape;272;p21"/>
          <p:cNvCxnSpPr/>
          <p:nvPr/>
        </p:nvCxnSpPr>
        <p:spPr>
          <a:xfrm rot="10800000" flipH="1">
            <a:off x="4393323" y="7692724"/>
            <a:ext cx="189000" cy="31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3" name="Google Shape;273;p21"/>
          <p:cNvSpPr txBox="1"/>
          <p:nvPr/>
        </p:nvSpPr>
        <p:spPr>
          <a:xfrm flipH="1">
            <a:off x="3641325" y="7441515"/>
            <a:ext cx="24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Surface area of prisms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2024-02-06T10:03:00.529</cp:lastPrinted>
  <dcterms:created xsi:type="dcterms:W3CDTF">2024-02-06T10:03:00Z</dcterms:created>
  <dcterms:modified xsi:type="dcterms:W3CDTF">2024-02-06T09:59:57Z</dcterms:modified>
</cp:coreProperties>
</file>