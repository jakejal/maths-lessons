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1" name="Shape 251"/>
        <p:cNvGrpSpPr/>
        <p:nvPr/>
      </p:nvGrpSpPr>
      <p:grpSpPr>
        <a:xfrm>
          <a:off x="0" y="0"/>
          <a:ext cx="0" cy="0"/>
        </a:xfrm>
      </p:grpSpPr>
      <p:sp>
        <p:nvSpPr>
          <p:cNvPr id="252" name="Google Shape;25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9" name="Shape 349"/>
        <p:cNvGrpSpPr/>
        <p:nvPr/>
      </p:nvGrpSpPr>
      <p:grpSpPr>
        <a:xfrm>
          <a:off x="0" y="0"/>
          <a:ext cx="0" cy="0"/>
        </a:xfrm>
      </p:grpSpPr>
      <p:sp>
        <p:nvSpPr>
          <p:cNvPr id="350" name="Google Shape;350;g2a6f1b0f1f8_0_9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a6f1b0f1f8_0_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4.png" /><Relationship Id="rId4" Type="http://schemas.openxmlformats.org/officeDocument/2006/relationships/image" Target="../media/image25.png" /><Relationship Id="rId5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846079" y="6366434"/>
            <a:ext cx="49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86000" y="15050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Nets of right prisms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2391998" y="2149945"/>
            <a:ext cx="1344134" cy="1146807"/>
            <a:chOff x="2706292" y="1162050"/>
            <a:chExt cx="1671600" cy="1426200"/>
          </a:xfrm>
        </p:grpSpPr>
        <p:sp>
          <p:nvSpPr>
            <p:cNvPr id="176" name="Google Shape;176;p20"/>
            <p:cNvSpPr/>
            <p:nvPr/>
          </p:nvSpPr>
          <p:spPr>
            <a:xfrm>
              <a:off x="2706292" y="116205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78842" y="1193050"/>
              <a:ext cx="132651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0"/>
            <p:cNvPicPr preferRelativeResize="0"/>
            <p:nvPr/>
          </p:nvPicPr>
          <p:blipFill>
            <a:blip r:embed="rId3">
              <a:alphaModFix/>
            </a:blip>
            <a:srcRect r="71233" b="64837"/>
            <a:stretch>
              <a:fillRect/>
            </a:stretch>
          </p:blipFill>
          <p:spPr>
            <a:xfrm>
              <a:off x="2765700" y="1635300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0"/>
            <p:cNvPicPr preferRelativeResize="0"/>
            <p:nvPr/>
          </p:nvPicPr>
          <p:blipFill>
            <a:blip r:embed="rId3">
              <a:alphaModFix/>
            </a:blip>
            <a:srcRect r="66337"/>
            <a:stretch>
              <a:fillRect/>
            </a:stretch>
          </p:blipFill>
          <p:spPr>
            <a:xfrm>
              <a:off x="298327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0"/>
            <p:cNvPicPr preferRelativeResize="0"/>
            <p:nvPr/>
          </p:nvPicPr>
          <p:blipFill>
            <a:blip r:embed="rId3">
              <a:alphaModFix/>
            </a:blip>
            <a:srcRect r="71233" b="64837"/>
            <a:stretch>
              <a:fillRect/>
            </a:stretch>
          </p:blipFill>
          <p:spPr>
            <a:xfrm>
              <a:off x="3909450" y="1973663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rcRect l="64288"/>
            <a:stretch>
              <a:fillRect/>
            </a:stretch>
          </p:blipFill>
          <p:spPr>
            <a:xfrm>
              <a:off x="373432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20"/>
          <p:cNvGrpSpPr/>
          <p:nvPr/>
        </p:nvGrpSpPr>
        <p:grpSpPr>
          <a:xfrm>
            <a:off x="764726" y="2149943"/>
            <a:ext cx="1344134" cy="1146807"/>
            <a:chOff x="849000" y="1446900"/>
            <a:chExt cx="1671600" cy="1426200"/>
          </a:xfrm>
        </p:grpSpPr>
        <p:sp>
          <p:nvSpPr>
            <p:cNvPr id="183" name="Google Shape;183;p20"/>
            <p:cNvSpPr/>
            <p:nvPr/>
          </p:nvSpPr>
          <p:spPr>
            <a:xfrm>
              <a:off x="849000" y="14469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4" name="Google Shape;18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10613" y="1477900"/>
              <a:ext cx="948375" cy="13641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5646544" y="2149943"/>
            <a:ext cx="1344134" cy="1146807"/>
            <a:chOff x="6210000" y="1446900"/>
            <a:chExt cx="1671600" cy="1426200"/>
          </a:xfrm>
        </p:grpSpPr>
        <p:sp>
          <p:nvSpPr>
            <p:cNvPr id="186" name="Google Shape;186;p20"/>
            <p:cNvSpPr/>
            <p:nvPr/>
          </p:nvSpPr>
          <p:spPr>
            <a:xfrm>
              <a:off x="6210000" y="14469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7" name="Google Shape;18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37650" y="1477900"/>
              <a:ext cx="1401818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20"/>
          <p:cNvGrpSpPr/>
          <p:nvPr/>
        </p:nvGrpSpPr>
        <p:grpSpPr>
          <a:xfrm>
            <a:off x="4019279" y="3916474"/>
            <a:ext cx="1344134" cy="1146807"/>
            <a:chOff x="4320708" y="3209000"/>
            <a:chExt cx="1671600" cy="1426200"/>
          </a:xfrm>
        </p:grpSpPr>
        <p:sp>
          <p:nvSpPr>
            <p:cNvPr id="189" name="Google Shape;189;p20"/>
            <p:cNvSpPr/>
            <p:nvPr/>
          </p:nvSpPr>
          <p:spPr>
            <a:xfrm>
              <a:off x="4320708" y="32090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0" name="Google Shape;190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03100" y="3240000"/>
              <a:ext cx="1106805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0"/>
          <p:cNvGrpSpPr/>
          <p:nvPr/>
        </p:nvGrpSpPr>
        <p:grpSpPr>
          <a:xfrm>
            <a:off x="5646550" y="3916474"/>
            <a:ext cx="1344134" cy="1146807"/>
            <a:chOff x="6202783" y="3209000"/>
            <a:chExt cx="1671600" cy="1426200"/>
          </a:xfrm>
        </p:grpSpPr>
        <p:sp>
          <p:nvSpPr>
            <p:cNvPr id="192" name="Google Shape;192;p20"/>
            <p:cNvSpPr/>
            <p:nvPr/>
          </p:nvSpPr>
          <p:spPr>
            <a:xfrm>
              <a:off x="6202783" y="32090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3" name="Google Shape;193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10063" y="3240000"/>
              <a:ext cx="1257004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20"/>
          <p:cNvGrpSpPr/>
          <p:nvPr/>
        </p:nvGrpSpPr>
        <p:grpSpPr>
          <a:xfrm>
            <a:off x="764733" y="3916473"/>
            <a:ext cx="1344134" cy="1146807"/>
            <a:chOff x="849008" y="3243925"/>
            <a:chExt cx="1671600" cy="1426200"/>
          </a:xfrm>
        </p:grpSpPr>
        <p:sp>
          <p:nvSpPr>
            <p:cNvPr id="195" name="Google Shape;195;p20"/>
            <p:cNvSpPr/>
            <p:nvPr/>
          </p:nvSpPr>
          <p:spPr>
            <a:xfrm>
              <a:off x="849008" y="3243925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6" name="Google Shape;196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01638" y="3274925"/>
              <a:ext cx="966313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20"/>
          <p:cNvSpPr/>
          <p:nvPr/>
        </p:nvSpPr>
        <p:spPr>
          <a:xfrm>
            <a:off x="2392026" y="3916499"/>
            <a:ext cx="1344000" cy="1146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28575" cap="flat" cmpd="sng">
            <a:solidFill>
              <a:srgbClr val="037B7D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019310" y="2149954"/>
            <a:ext cx="1344000" cy="1146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28575" cap="flat" cmpd="sng">
            <a:solidFill>
              <a:srgbClr val="037B7D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>
            <a:stCxn id="183" idx="2"/>
            <a:endCxn id="189" idx="0"/>
          </p:cNvCxnSpPr>
          <p:nvPr/>
        </p:nvCxnSpPr>
        <p:spPr>
          <a:xfrm>
            <a:off x="1436793" y="3296750"/>
            <a:ext cx="3254700" cy="61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>
            <a:endCxn id="192" idx="0"/>
          </p:cNvCxnSpPr>
          <p:nvPr/>
        </p:nvCxnSpPr>
        <p:spPr>
          <a:xfrm>
            <a:off x="3064217" y="3296674"/>
            <a:ext cx="3254400" cy="61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>
            <a:stCxn id="186" idx="2"/>
            <a:endCxn id="197" idx="0"/>
          </p:cNvCxnSpPr>
          <p:nvPr/>
        </p:nvCxnSpPr>
        <p:spPr>
          <a:xfrm flipH="1">
            <a:off x="3063910" y="3296750"/>
            <a:ext cx="3254700" cy="61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>
            <a:stCxn id="198" idx="2"/>
            <a:endCxn id="195" idx="0"/>
          </p:cNvCxnSpPr>
          <p:nvPr/>
        </p:nvCxnSpPr>
        <p:spPr>
          <a:xfrm flipH="1">
            <a:off x="1436910" y="3296854"/>
            <a:ext cx="3254400" cy="61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3" name="Google Shape;20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16763" y="3959378"/>
            <a:ext cx="1094672" cy="106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81628" y="2229702"/>
            <a:ext cx="1019509" cy="99864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2389166" y="3766433"/>
            <a:ext cx="4821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019314" y="2064488"/>
            <a:ext cx="4821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1826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net to its prism. Sketch the missing net and prism.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5864700"/>
            <a:ext cx="53679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Complete the description of the faces for this right octagonal prism.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irregular octagons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8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b) Draw all the </a:t>
            </a:r>
            <a:r>
              <a:rPr lang="en-GB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unique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faces of this prism, with dimensions.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46555" y="5864700"/>
            <a:ext cx="1252719" cy="146151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208476" y="6635310"/>
            <a:ext cx="128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1" name="Google Shape;211;p20"/>
          <p:cNvGrpSpPr/>
          <p:nvPr/>
        </p:nvGrpSpPr>
        <p:grpSpPr>
          <a:xfrm>
            <a:off x="1116888" y="7594757"/>
            <a:ext cx="1232442" cy="1891973"/>
            <a:chOff x="896444" y="2442131"/>
            <a:chExt cx="1574000" cy="2416313"/>
          </a:xfrm>
        </p:grpSpPr>
        <p:pic>
          <p:nvPicPr>
            <p:cNvPr id="212" name="Google Shape;212;p20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90800" y="2828875"/>
              <a:ext cx="966300" cy="1658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0"/>
            <p:cNvSpPr txBox="1"/>
            <p:nvPr/>
          </p:nvSpPr>
          <p:spPr>
            <a:xfrm>
              <a:off x="896444" y="3356531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1726900" y="3569868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1506044" y="2442131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1506044" y="4347244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2039444" y="3051731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18" name="Google Shape;218;p20"/>
            <p:cNvCxnSpPr/>
            <p:nvPr/>
          </p:nvCxnSpPr>
          <p:spPr>
            <a:xfrm flipH="1">
              <a:off x="1221082" y="2928588"/>
              <a:ext cx="0" cy="1413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9" name="Google Shape;219;p20"/>
            <p:cNvCxnSpPr/>
            <p:nvPr/>
          </p:nvCxnSpPr>
          <p:spPr>
            <a:xfrm flipH="1">
              <a:off x="2106206" y="2934562"/>
              <a:ext cx="0" cy="67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rot="10800000" flipH="1">
              <a:off x="1650906" y="2515931"/>
              <a:ext cx="0" cy="67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rot="10800000" flipH="1">
              <a:off x="1650906" y="4087756"/>
              <a:ext cx="0" cy="67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2" name="Google Shape;222;p20"/>
            <p:cNvSpPr txBox="1"/>
            <p:nvPr/>
          </p:nvSpPr>
          <p:spPr>
            <a:xfrm>
              <a:off x="2088844" y="3896056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23" name="Google Shape;223;p20"/>
            <p:cNvCxnSpPr/>
            <p:nvPr/>
          </p:nvCxnSpPr>
          <p:spPr>
            <a:xfrm flipH="1">
              <a:off x="2106194" y="3987075"/>
              <a:ext cx="0" cy="34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 flipH="1">
              <a:off x="1732938" y="3636600"/>
              <a:ext cx="0" cy="34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5" name="Google Shape;225;p20"/>
            <p:cNvCxnSpPr/>
            <p:nvPr/>
          </p:nvCxnSpPr>
          <p:spPr>
            <a:xfrm flipH="1">
              <a:off x="1847069" y="3880350"/>
              <a:ext cx="0" cy="34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6" name="Google Shape;226;p20"/>
            <p:cNvCxnSpPr/>
            <p:nvPr/>
          </p:nvCxnSpPr>
          <p:spPr>
            <a:xfrm flipH="1">
              <a:off x="1847069" y="3392737"/>
              <a:ext cx="0" cy="34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27" name="Google Shape;227;p20"/>
          <p:cNvGrpSpPr/>
          <p:nvPr/>
        </p:nvGrpSpPr>
        <p:grpSpPr>
          <a:xfrm>
            <a:off x="3330162" y="8525313"/>
            <a:ext cx="1413907" cy="970142"/>
            <a:chOff x="3106244" y="3624894"/>
            <a:chExt cx="1805756" cy="1239006"/>
          </a:xfrm>
        </p:grpSpPr>
        <p:pic>
          <p:nvPicPr>
            <p:cNvPr id="228" name="Google Shape;228;p20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375700" y="3624894"/>
              <a:ext cx="1536300" cy="8368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0"/>
            <p:cNvSpPr txBox="1"/>
            <p:nvPr/>
          </p:nvSpPr>
          <p:spPr>
            <a:xfrm>
              <a:off x="3106244" y="3792613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3953044" y="4352700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31" name="Google Shape;231;p20"/>
            <p:cNvCxnSpPr/>
            <p:nvPr/>
          </p:nvCxnSpPr>
          <p:spPr>
            <a:xfrm flipH="1">
              <a:off x="3369606" y="3715062"/>
              <a:ext cx="0" cy="67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2" name="Google Shape;232;p20"/>
            <p:cNvCxnSpPr/>
            <p:nvPr/>
          </p:nvCxnSpPr>
          <p:spPr>
            <a:xfrm rot="10800000">
              <a:off x="3457125" y="4456675"/>
              <a:ext cx="135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33" name="Google Shape;233;p20"/>
          <p:cNvGrpSpPr/>
          <p:nvPr/>
        </p:nvGrpSpPr>
        <p:grpSpPr>
          <a:xfrm>
            <a:off x="3314355" y="7707180"/>
            <a:ext cx="1445521" cy="747985"/>
            <a:chOff x="3106244" y="2700000"/>
            <a:chExt cx="1846131" cy="955281"/>
          </a:xfrm>
        </p:grpSpPr>
        <p:pic>
          <p:nvPicPr>
            <p:cNvPr id="234" name="Google Shape;234;p2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307475" y="2700000"/>
              <a:ext cx="1644900" cy="5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0"/>
            <p:cNvSpPr txBox="1"/>
            <p:nvPr/>
          </p:nvSpPr>
          <p:spPr>
            <a:xfrm>
              <a:off x="3980719" y="3144081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3106244" y="2725813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37" name="Google Shape;237;p20"/>
            <p:cNvCxnSpPr/>
            <p:nvPr/>
          </p:nvCxnSpPr>
          <p:spPr>
            <a:xfrm rot="10800000">
              <a:off x="3457125" y="3240000"/>
              <a:ext cx="135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8" name="Google Shape;238;p20"/>
            <p:cNvCxnSpPr/>
            <p:nvPr/>
          </p:nvCxnSpPr>
          <p:spPr>
            <a:xfrm flipH="1">
              <a:off x="3375694" y="2803600"/>
              <a:ext cx="0" cy="34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39" name="Google Shape;239;p20"/>
          <p:cNvGrpSpPr/>
          <p:nvPr/>
        </p:nvGrpSpPr>
        <p:grpSpPr>
          <a:xfrm>
            <a:off x="5438174" y="7605186"/>
            <a:ext cx="1421228" cy="1487906"/>
            <a:chOff x="5874844" y="2359612"/>
            <a:chExt cx="1815106" cy="1900263"/>
          </a:xfrm>
        </p:grpSpPr>
        <p:pic>
          <p:nvPicPr>
            <p:cNvPr id="240" name="Google Shape;240;p2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153650" y="2723575"/>
              <a:ext cx="1536300" cy="153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0"/>
            <p:cNvSpPr txBox="1"/>
            <p:nvPr/>
          </p:nvSpPr>
          <p:spPr>
            <a:xfrm>
              <a:off x="5874844" y="3219663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6673175" y="2359612"/>
              <a:ext cx="3816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43" name="Google Shape;243;p20"/>
            <p:cNvCxnSpPr/>
            <p:nvPr/>
          </p:nvCxnSpPr>
          <p:spPr>
            <a:xfrm rot="10800000">
              <a:off x="6256450" y="2723575"/>
              <a:ext cx="135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4" name="Google Shape;244;p20"/>
            <p:cNvCxnSpPr/>
            <p:nvPr/>
          </p:nvCxnSpPr>
          <p:spPr>
            <a:xfrm flipH="1">
              <a:off x="6153650" y="2831575"/>
              <a:ext cx="0" cy="1320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45" name="Google Shape;245;p20"/>
          <p:cNvSpPr txBox="1"/>
          <p:nvPr/>
        </p:nvSpPr>
        <p:spPr>
          <a:xfrm>
            <a:off x="590955" y="7862050"/>
            <a:ext cx="5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✕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2756098" y="7755414"/>
            <a:ext cx="5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✕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804253" y="8663472"/>
            <a:ext cx="5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✕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5014968" y="7890190"/>
            <a:ext cx="5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✕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9" name="Google Shape;249;p20"/>
          <p:cNvCxnSpPr/>
          <p:nvPr/>
        </p:nvCxnSpPr>
        <p:spPr>
          <a:xfrm>
            <a:off x="486000" y="5323400"/>
            <a:ext cx="6600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0"/>
          <p:cNvSpPr txBox="1"/>
          <p:nvPr/>
        </p:nvSpPr>
        <p:spPr>
          <a:xfrm>
            <a:off x="468000" y="54863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Calculating the surface area of prisms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4" name="Shape 254"/>
        <p:cNvGrpSpPr/>
        <p:nvPr/>
      </p:nvGrpSpPr>
      <p:grpSpPr>
        <a:xfrm>
          <a:off x="0" y="0"/>
          <a:ext cx="0" cy="0"/>
        </a:xfrm>
      </p:grpSpPr>
      <p:pic>
        <p:nvPicPr>
          <p:cNvPr id="255" name="Google Shape;2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763" y="7452359"/>
            <a:ext cx="815400" cy="1319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961" y="4727708"/>
            <a:ext cx="1078925" cy="11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7369" y="1266777"/>
            <a:ext cx="1693499" cy="229486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9" name="Google Shape;25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>
            <p:ph type="subTitle" idx="4294967295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55000"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76400" y="835500"/>
            <a:ext cx="6500700" cy="23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surface area of this right trapezium based prism.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2260147" y="1235970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2.6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725850" y="2303550"/>
            <a:ext cx="567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17350" y="2297650"/>
            <a:ext cx="44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061490" y="333978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102063" y="1159770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 flipH="1">
            <a:off x="2686789" y="1988714"/>
            <a:ext cx="0" cy="99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9" name="Google Shape;269;p21"/>
          <p:cNvCxnSpPr/>
          <p:nvPr/>
        </p:nvCxnSpPr>
        <p:spPr>
          <a:xfrm flipH="1">
            <a:off x="1106042" y="1866880"/>
            <a:ext cx="0" cy="129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1"/>
          <p:cNvCxnSpPr/>
          <p:nvPr/>
        </p:nvCxnSpPr>
        <p:spPr>
          <a:xfrm rot="10800000" flipH="1">
            <a:off x="1123635" y="1281030"/>
            <a:ext cx="881400" cy="50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1"/>
          <p:cNvCxnSpPr/>
          <p:nvPr/>
        </p:nvCxnSpPr>
        <p:spPr>
          <a:xfrm>
            <a:off x="1153208" y="3255386"/>
            <a:ext cx="567000" cy="33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2" name="Google Shape;272;p21"/>
          <p:cNvCxnSpPr/>
          <p:nvPr/>
        </p:nvCxnSpPr>
        <p:spPr>
          <a:xfrm>
            <a:off x="2099647" y="1308256"/>
            <a:ext cx="572100" cy="65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3" name="Google Shape;273;p21"/>
          <p:cNvSpPr txBox="1"/>
          <p:nvPr/>
        </p:nvSpPr>
        <p:spPr>
          <a:xfrm>
            <a:off x="3141473" y="1145653"/>
            <a:ext cx="3950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✕ area of each trapezium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✕ (    ✕ (4 + 3) ✕ 2) = 14 cm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1 = 2 ✕ 3 = 6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2 = 3 ✕ 3 = 9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3 = 3 ✕ 2.6 = 7.8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4 = 3 ✕ 4 = 12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14 + 6 + 9 + 7.8 + 12 = 48.8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4" name="Google Shape;274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2777" y="1481403"/>
            <a:ext cx="130761" cy="428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21"/>
          <p:cNvCxnSpPr/>
          <p:nvPr/>
        </p:nvCxnSpPr>
        <p:spPr>
          <a:xfrm>
            <a:off x="486000" y="3799400"/>
            <a:ext cx="6600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21"/>
          <p:cNvSpPr txBox="1"/>
          <p:nvPr/>
        </p:nvSpPr>
        <p:spPr>
          <a:xfrm>
            <a:off x="468000" y="39623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C: Being efficient in finding the surface area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76400" y="4264500"/>
            <a:ext cx="6249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surface area of the following right prisms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>
            <a:off x="747908" y="4598120"/>
            <a:ext cx="2084868" cy="1371009"/>
            <a:chOff x="1523575" y="1046635"/>
            <a:chExt cx="2747948" cy="1807050"/>
          </a:xfrm>
        </p:grpSpPr>
        <p:sp>
          <p:nvSpPr>
            <p:cNvPr id="279" name="Google Shape;279;p21"/>
            <p:cNvSpPr txBox="1"/>
            <p:nvPr/>
          </p:nvSpPr>
          <p:spPr>
            <a:xfrm flipH="1">
              <a:off x="2713025" y="118043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 txBox="1"/>
            <p:nvPr/>
          </p:nvSpPr>
          <p:spPr>
            <a:xfrm flipH="1">
              <a:off x="1523575" y="1567638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1"/>
            <p:cNvSpPr txBox="1"/>
            <p:nvPr/>
          </p:nvSpPr>
          <p:spPr>
            <a:xfrm flipH="1">
              <a:off x="3160860" y="256958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1"/>
            <p:cNvSpPr txBox="1"/>
            <p:nvPr/>
          </p:nvSpPr>
          <p:spPr>
            <a:xfrm flipH="1">
              <a:off x="3515823" y="2130666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1"/>
            <p:cNvSpPr txBox="1"/>
            <p:nvPr/>
          </p:nvSpPr>
          <p:spPr>
            <a:xfrm flipH="1">
              <a:off x="1721750" y="104663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4" name="Google Shape;284;p21"/>
            <p:cNvCxnSpPr/>
            <p:nvPr/>
          </p:nvCxnSpPr>
          <p:spPr>
            <a:xfrm rot="10800000">
              <a:off x="2367375" y="1238200"/>
              <a:ext cx="845400" cy="494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5" name="Google Shape;285;p21"/>
            <p:cNvCxnSpPr/>
            <p:nvPr/>
          </p:nvCxnSpPr>
          <p:spPr>
            <a:xfrm rot="10800000" flipH="1">
              <a:off x="2039000" y="1421725"/>
              <a:ext cx="0" cy="74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6" name="Google Shape;286;p21"/>
            <p:cNvCxnSpPr/>
            <p:nvPr/>
          </p:nvCxnSpPr>
          <p:spPr>
            <a:xfrm rot="10800000">
              <a:off x="3439475" y="2144175"/>
              <a:ext cx="3600" cy="252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7" name="Google Shape;287;p21"/>
            <p:cNvCxnSpPr/>
            <p:nvPr/>
          </p:nvCxnSpPr>
          <p:spPr>
            <a:xfrm flipH="1">
              <a:off x="2988000" y="2478444"/>
              <a:ext cx="399300" cy="23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8" name="Google Shape;288;p21"/>
            <p:cNvCxnSpPr/>
            <p:nvPr/>
          </p:nvCxnSpPr>
          <p:spPr>
            <a:xfrm flipH="1">
              <a:off x="2065156" y="1253744"/>
              <a:ext cx="202200" cy="126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89" name="Google Shape;289;p21"/>
          <p:cNvSpPr/>
          <p:nvPr/>
        </p:nvSpPr>
        <p:spPr>
          <a:xfrm>
            <a:off x="3132950" y="4705387"/>
            <a:ext cx="603900" cy="7638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 flipH="1">
            <a:off x="2721048" y="4972291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3889257" y="5216578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 flipH="1">
            <a:off x="3286322" y="5528978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flipH="1">
            <a:off x="3153566" y="4450604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 flipH="1">
            <a:off x="3462271" y="5161575"/>
            <a:ext cx="29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5" name="Google Shape;295;p21"/>
          <p:cNvCxnSpPr/>
          <p:nvPr/>
        </p:nvCxnSpPr>
        <p:spPr>
          <a:xfrm rot="10800000" flipH="1">
            <a:off x="3424580" y="4703531"/>
            <a:ext cx="320400" cy="2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1"/>
          <p:cNvCxnSpPr/>
          <p:nvPr/>
        </p:nvCxnSpPr>
        <p:spPr>
          <a:xfrm flipH="1">
            <a:off x="3736808" y="4707208"/>
            <a:ext cx="0" cy="4596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4236874" y="4743120"/>
            <a:ext cx="301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Area of L shape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((3 × 2) - (2 × 1))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4 = 8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2864594" y="5913994"/>
            <a:ext cx="1254600" cy="1194600"/>
          </a:xfrm>
          <a:prstGeom prst="rect">
            <a:avLst/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 flipH="1">
            <a:off x="2305296" y="6336218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 flipH="1">
            <a:off x="3037426" y="5966882"/>
            <a:ext cx="104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of L shape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310166" y="5845710"/>
            <a:ext cx="301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× perimeter of L shape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× (3 + 1 + 2 + 1 + 1 + 2)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× 10 = 120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282340" y="6823878"/>
            <a:ext cx="300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128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 rot="10800000" flipH="1">
            <a:off x="2800512" y="5917322"/>
            <a:ext cx="0" cy="1188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4" name="Google Shape;304;p21"/>
          <p:cNvCxnSpPr/>
          <p:nvPr/>
        </p:nvCxnSpPr>
        <p:spPr>
          <a:xfrm>
            <a:off x="2850241" y="5975981"/>
            <a:ext cx="126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3132955" y="4663743"/>
            <a:ext cx="29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" name="Google Shape;306;p21"/>
          <p:cNvCxnSpPr/>
          <p:nvPr/>
        </p:nvCxnSpPr>
        <p:spPr>
          <a:xfrm>
            <a:off x="3452353" y="5117386"/>
            <a:ext cx="29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7" name="Google Shape;307;p21"/>
          <p:cNvCxnSpPr/>
          <p:nvPr/>
        </p:nvCxnSpPr>
        <p:spPr>
          <a:xfrm rot="10800000">
            <a:off x="3156236" y="5524316"/>
            <a:ext cx="559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8" name="Google Shape;308;p21"/>
          <p:cNvCxnSpPr/>
          <p:nvPr/>
        </p:nvCxnSpPr>
        <p:spPr>
          <a:xfrm rot="5400000">
            <a:off x="3637036" y="5315558"/>
            <a:ext cx="29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9" name="Google Shape;309;p21"/>
          <p:cNvCxnSpPr/>
          <p:nvPr/>
        </p:nvCxnSpPr>
        <p:spPr>
          <a:xfrm flipH="1">
            <a:off x="3379019" y="4738571"/>
            <a:ext cx="0" cy="43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0" name="Google Shape;310;p21"/>
          <p:cNvCxnSpPr/>
          <p:nvPr/>
        </p:nvCxnSpPr>
        <p:spPr>
          <a:xfrm flipH="1">
            <a:off x="3063376" y="4727247"/>
            <a:ext cx="0" cy="74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1" name="Google Shape;311;p21"/>
          <p:cNvSpPr txBox="1"/>
          <p:nvPr/>
        </p:nvSpPr>
        <p:spPr>
          <a:xfrm flipH="1">
            <a:off x="3443014" y="4830177"/>
            <a:ext cx="57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556247" y="4188300"/>
            <a:ext cx="1391700" cy="5850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3" name="Google Shape;313;p21"/>
          <p:cNvGrpSpPr/>
          <p:nvPr/>
        </p:nvGrpSpPr>
        <p:grpSpPr>
          <a:xfrm>
            <a:off x="857415" y="7386281"/>
            <a:ext cx="1691328" cy="1558788"/>
            <a:chOff x="324000" y="1112901"/>
            <a:chExt cx="2302066" cy="2121666"/>
          </a:xfrm>
        </p:grpSpPr>
        <p:sp>
          <p:nvSpPr>
            <p:cNvPr id="314" name="Google Shape;314;p21"/>
            <p:cNvSpPr txBox="1"/>
            <p:nvPr/>
          </p:nvSpPr>
          <p:spPr>
            <a:xfrm flipH="1">
              <a:off x="1870366" y="1870776"/>
              <a:ext cx="755700" cy="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 flipH="1">
              <a:off x="1388800" y="1112901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1"/>
            <p:cNvSpPr txBox="1"/>
            <p:nvPr/>
          </p:nvSpPr>
          <p:spPr>
            <a:xfrm flipH="1">
              <a:off x="1464166" y="2826592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1"/>
            <p:cNvSpPr txBox="1"/>
            <p:nvPr/>
          </p:nvSpPr>
          <p:spPr>
            <a:xfrm flipH="1">
              <a:off x="427837" y="1353671"/>
              <a:ext cx="771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21"/>
            <p:cNvSpPr txBox="1"/>
            <p:nvPr/>
          </p:nvSpPr>
          <p:spPr>
            <a:xfrm flipH="1">
              <a:off x="324000" y="2941167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9" name="Google Shape;319;p21"/>
            <p:cNvCxnSpPr/>
            <p:nvPr/>
          </p:nvCxnSpPr>
          <p:spPr>
            <a:xfrm rot="10800000" flipH="1">
              <a:off x="1818225" y="1628051"/>
              <a:ext cx="0" cy="965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0" name="Google Shape;320;p21"/>
            <p:cNvCxnSpPr/>
            <p:nvPr/>
          </p:nvCxnSpPr>
          <p:spPr>
            <a:xfrm rot="10800000">
              <a:off x="1169650" y="1224976"/>
              <a:ext cx="597000" cy="34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1" name="Google Shape;321;p21"/>
            <p:cNvCxnSpPr/>
            <p:nvPr/>
          </p:nvCxnSpPr>
          <p:spPr>
            <a:xfrm flipH="1">
              <a:off x="879175" y="1609263"/>
              <a:ext cx="368700" cy="222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2" name="Google Shape;322;p21"/>
            <p:cNvCxnSpPr/>
            <p:nvPr/>
          </p:nvCxnSpPr>
          <p:spPr>
            <a:xfrm rot="10800000" flipH="1">
              <a:off x="1128794" y="2662114"/>
              <a:ext cx="646500" cy="373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3" name="Google Shape;323;p21"/>
            <p:cNvCxnSpPr/>
            <p:nvPr/>
          </p:nvCxnSpPr>
          <p:spPr>
            <a:xfrm rot="10800000">
              <a:off x="838731" y="2897100"/>
              <a:ext cx="205200" cy="120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24" name="Google Shape;324;p21"/>
          <p:cNvSpPr/>
          <p:nvPr/>
        </p:nvSpPr>
        <p:spPr>
          <a:xfrm flipH="1">
            <a:off x="3094857" y="7705787"/>
            <a:ext cx="840900" cy="840900"/>
          </a:xfrm>
          <a:prstGeom prst="corner">
            <a:avLst>
              <a:gd name="adj1" fmla="val 32883"/>
              <a:gd name="adj2" fmla="val 34900"/>
            </a:avLst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 flipH="1">
            <a:off x="3138640" y="8065203"/>
            <a:ext cx="67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flipH="1">
            <a:off x="3256557" y="8588670"/>
            <a:ext cx="67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 flipH="1">
            <a:off x="4027555" y="8032804"/>
            <a:ext cx="67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 flipH="1">
            <a:off x="2567053" y="8295234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 flipH="1">
            <a:off x="3141815" y="7848438"/>
            <a:ext cx="67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 flipH="1">
            <a:off x="3492394" y="7396723"/>
            <a:ext cx="60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558201" y="7710150"/>
            <a:ext cx="2533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Area of L shape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((9 × 9) - (6 × 6))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45 = 90 mm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2" name="Google Shape;332;p21"/>
          <p:cNvCxnSpPr/>
          <p:nvPr/>
        </p:nvCxnSpPr>
        <p:spPr>
          <a:xfrm rot="10800000" flipH="1">
            <a:off x="3094777" y="7705942"/>
            <a:ext cx="0" cy="5388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1"/>
          <p:cNvCxnSpPr/>
          <p:nvPr/>
        </p:nvCxnSpPr>
        <p:spPr>
          <a:xfrm>
            <a:off x="3098520" y="7713781"/>
            <a:ext cx="534600" cy="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4" name="Google Shape;334;p21"/>
          <p:cNvSpPr/>
          <p:nvPr/>
        </p:nvSpPr>
        <p:spPr>
          <a:xfrm>
            <a:off x="2435079" y="8876100"/>
            <a:ext cx="1622400" cy="939600"/>
          </a:xfrm>
          <a:prstGeom prst="rect">
            <a:avLst/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 flipH="1">
            <a:off x="1736955" y="9208747"/>
            <a:ext cx="55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 flipH="1">
            <a:off x="2419365" y="8853197"/>
            <a:ext cx="166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of L shape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348350" y="8733775"/>
            <a:ext cx="2813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× perimeter of L shape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× (9 + 3 + 6 + 6 + 3 + 9)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× 36 = 432 mm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321400" y="9528550"/>
            <a:ext cx="272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522 mm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9" name="Google Shape;339;p21"/>
          <p:cNvCxnSpPr/>
          <p:nvPr/>
        </p:nvCxnSpPr>
        <p:spPr>
          <a:xfrm rot="10800000" flipH="1">
            <a:off x="2318751" y="8882083"/>
            <a:ext cx="0" cy="93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0" name="Google Shape;340;p21"/>
          <p:cNvCxnSpPr/>
          <p:nvPr/>
        </p:nvCxnSpPr>
        <p:spPr>
          <a:xfrm>
            <a:off x="2449000" y="9076093"/>
            <a:ext cx="1614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3650649" y="7654176"/>
            <a:ext cx="28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2" name="Google Shape;342;p21"/>
          <p:cNvCxnSpPr/>
          <p:nvPr/>
        </p:nvCxnSpPr>
        <p:spPr>
          <a:xfrm rot="10800000">
            <a:off x="3094836" y="8312388"/>
            <a:ext cx="54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3" name="Google Shape;343;p21"/>
          <p:cNvCxnSpPr/>
          <p:nvPr/>
        </p:nvCxnSpPr>
        <p:spPr>
          <a:xfrm rot="5400000">
            <a:off x="2900824" y="8408643"/>
            <a:ext cx="28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4" name="Google Shape;344;p21"/>
          <p:cNvCxnSpPr/>
          <p:nvPr/>
        </p:nvCxnSpPr>
        <p:spPr>
          <a:xfrm flipH="1">
            <a:off x="3989581" y="7705778"/>
            <a:ext cx="0" cy="83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" name="Google Shape;345;p21"/>
          <p:cNvCxnSpPr/>
          <p:nvPr/>
        </p:nvCxnSpPr>
        <p:spPr>
          <a:xfrm flipH="1">
            <a:off x="3515366" y="8167663"/>
            <a:ext cx="0" cy="83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6" name="Google Shape;346;p21"/>
          <p:cNvCxnSpPr/>
          <p:nvPr/>
        </p:nvCxnSpPr>
        <p:spPr>
          <a:xfrm rot="-5400000">
            <a:off x="3419147" y="7985065"/>
            <a:ext cx="54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7" name="Google Shape;347;p21"/>
          <p:cNvSpPr txBox="1"/>
          <p:nvPr/>
        </p:nvSpPr>
        <p:spPr>
          <a:xfrm flipH="1">
            <a:off x="476419" y="4598125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 flipH="1">
            <a:off x="476419" y="7452300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52" name="Shape 352"/>
        <p:cNvGrpSpPr/>
        <p:nvPr/>
      </p:nvGrpSpPr>
      <p:grpSpPr>
        <a:xfrm>
          <a:off x="0" y="0"/>
          <a:ext cx="0" cy="0"/>
        </a:xfrm>
      </p:grpSpPr>
      <p:pic>
        <p:nvPicPr>
          <p:cNvPr id="353" name="Google Shape;3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025" y="3581181"/>
            <a:ext cx="1073200" cy="125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887" y="983103"/>
            <a:ext cx="1017550" cy="110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356" name="Google Shape;356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 flipH="1">
            <a:off x="933689" y="1267661"/>
            <a:ext cx="55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 flipH="1">
            <a:off x="1459901" y="1739659"/>
            <a:ext cx="55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 flipH="1">
            <a:off x="1275410" y="897929"/>
            <a:ext cx="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flipH="1">
            <a:off x="2148747" y="1076875"/>
            <a:ext cx="55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2"/>
          <p:cNvCxnSpPr/>
          <p:nvPr/>
        </p:nvCxnSpPr>
        <p:spPr>
          <a:xfrm rot="10800000">
            <a:off x="1415573" y="1336582"/>
            <a:ext cx="2700" cy="23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2" name="Google Shape;362;p22"/>
          <p:cNvCxnSpPr/>
          <p:nvPr/>
        </p:nvCxnSpPr>
        <p:spPr>
          <a:xfrm flipH="1">
            <a:off x="1415602" y="1084290"/>
            <a:ext cx="414300" cy="24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3" name="Google Shape;363;p22"/>
          <p:cNvCxnSpPr/>
          <p:nvPr/>
        </p:nvCxnSpPr>
        <p:spPr>
          <a:xfrm rot="10800000">
            <a:off x="1415764" y="1615293"/>
            <a:ext cx="780000" cy="45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64" name="Google Shape;364;p22"/>
          <p:cNvGrpSpPr/>
          <p:nvPr/>
        </p:nvGrpSpPr>
        <p:grpSpPr>
          <a:xfrm>
            <a:off x="1805109" y="1040770"/>
            <a:ext cx="698001" cy="578727"/>
            <a:chOff x="2817517" y="3198254"/>
            <a:chExt cx="951344" cy="788779"/>
          </a:xfrm>
        </p:grpSpPr>
        <p:grpSp>
          <p:nvGrpSpPr>
            <p:cNvPr id="365" name="Google Shape;365;p22"/>
            <p:cNvGrpSpPr/>
            <p:nvPr/>
          </p:nvGrpSpPr>
          <p:grpSpPr>
            <a:xfrm>
              <a:off x="2913861" y="3198254"/>
              <a:ext cx="854999" cy="788779"/>
              <a:chOff x="2887201" y="3210372"/>
              <a:chExt cx="854999" cy="788779"/>
            </a:xfrm>
          </p:grpSpPr>
          <p:sp>
            <p:nvSpPr>
              <p:cNvPr id="366" name="Google Shape;366;p22"/>
              <p:cNvSpPr/>
              <p:nvPr/>
            </p:nvSpPr>
            <p:spPr>
              <a:xfrm rot="2565571">
                <a:off x="2909823" y="3240545"/>
                <a:ext cx="135656" cy="119954"/>
              </a:xfrm>
              <a:prstGeom prst="parallelogram">
                <a:avLst>
                  <a:gd name="adj" fmla="val 25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67" name="Google Shape;367;p22"/>
              <p:cNvCxnSpPr/>
              <p:nvPr/>
            </p:nvCxnSpPr>
            <p:spPr>
              <a:xfrm>
                <a:off x="2997000" y="3236251"/>
                <a:ext cx="745200" cy="762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stealth" w="med" len="med"/>
                <a:tailEnd type="triangle" w="med" len="med"/>
              </a:ln>
            </p:spPr>
          </p:cxnSp>
        </p:grpSp>
        <p:cxnSp>
          <p:nvCxnSpPr>
            <p:cNvPr id="368" name="Google Shape;368;p22"/>
            <p:cNvCxnSpPr/>
            <p:nvPr/>
          </p:nvCxnSpPr>
          <p:spPr>
            <a:xfrm flipH="1">
              <a:off x="2817517" y="3250129"/>
              <a:ext cx="148800" cy="102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69" name="Google Shape;369;p22"/>
          <p:cNvCxnSpPr/>
          <p:nvPr/>
        </p:nvCxnSpPr>
        <p:spPr>
          <a:xfrm rot="-1504175" flipH="1">
            <a:off x="1731558" y="1507100"/>
            <a:ext cx="118239" cy="56365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2"/>
          <p:cNvCxnSpPr/>
          <p:nvPr/>
        </p:nvCxnSpPr>
        <p:spPr>
          <a:xfrm rot="1500488" flipH="1">
            <a:off x="1952520" y="1386738"/>
            <a:ext cx="118511" cy="56413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1" name="Google Shape;371;p22"/>
          <p:cNvSpPr/>
          <p:nvPr/>
        </p:nvSpPr>
        <p:spPr>
          <a:xfrm>
            <a:off x="3198349" y="931479"/>
            <a:ext cx="462300" cy="715800"/>
          </a:xfrm>
          <a:prstGeom prst="triangle">
            <a:avLst>
              <a:gd name="adj" fmla="val 50000"/>
            </a:avLst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 flipH="1">
            <a:off x="3244536" y="1729773"/>
            <a:ext cx="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 flipH="1">
            <a:off x="3662548" y="1065644"/>
            <a:ext cx="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 flipH="1">
            <a:off x="2890275" y="1321776"/>
            <a:ext cx="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5" name="Google Shape;375;p22"/>
          <p:cNvCxnSpPr/>
          <p:nvPr/>
        </p:nvCxnSpPr>
        <p:spPr>
          <a:xfrm flipH="1">
            <a:off x="3429478" y="911778"/>
            <a:ext cx="0" cy="75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triangle" w="med" len="med"/>
            <a:tailEnd type="triangle" w="med" len="med"/>
          </a:ln>
        </p:spPr>
      </p:cxnSp>
      <p:cxnSp>
        <p:nvCxnSpPr>
          <p:cNvPr id="376" name="Google Shape;376;p22"/>
          <p:cNvCxnSpPr/>
          <p:nvPr/>
        </p:nvCxnSpPr>
        <p:spPr>
          <a:xfrm rot="1500488" flipH="1">
            <a:off x="3253581" y="1261177"/>
            <a:ext cx="118511" cy="56413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22"/>
          <p:cNvCxnSpPr/>
          <p:nvPr/>
        </p:nvCxnSpPr>
        <p:spPr>
          <a:xfrm rot="1500488" flipH="1">
            <a:off x="3488498" y="1261177"/>
            <a:ext cx="118511" cy="56413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8" name="Google Shape;378;p22"/>
          <p:cNvSpPr txBox="1"/>
          <p:nvPr/>
        </p:nvSpPr>
        <p:spPr>
          <a:xfrm>
            <a:off x="4629715" y="965488"/>
            <a:ext cx="291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Area of triangle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(   × 10 × 12)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120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2290234" y="2251697"/>
            <a:ext cx="1995300" cy="455100"/>
          </a:xfrm>
          <a:prstGeom prst="rect">
            <a:avLst/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 flipH="1">
            <a:off x="1734572" y="2268648"/>
            <a:ext cx="55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 flipH="1">
            <a:off x="2426571" y="1990963"/>
            <a:ext cx="1666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of triangle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4572521" y="2099083"/>
            <a:ext cx="291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perimeter of triangle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 × (13 + 10 + 13)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 × 36 = 144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4469411" y="2816459"/>
            <a:ext cx="290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264 cm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4" name="Google Shape;384;p22"/>
          <p:cNvCxnSpPr/>
          <p:nvPr/>
        </p:nvCxnSpPr>
        <p:spPr>
          <a:xfrm rot="10800000" flipH="1">
            <a:off x="2231956" y="2251678"/>
            <a:ext cx="0" cy="47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5" name="Google Shape;385;p22"/>
          <p:cNvCxnSpPr/>
          <p:nvPr/>
        </p:nvCxnSpPr>
        <p:spPr>
          <a:xfrm>
            <a:off x="2289885" y="2189504"/>
            <a:ext cx="1985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22"/>
          <p:cNvCxnSpPr/>
          <p:nvPr/>
        </p:nvCxnSpPr>
        <p:spPr>
          <a:xfrm rot="10800000">
            <a:off x="3198378" y="1712786"/>
            <a:ext cx="473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22"/>
          <p:cNvCxnSpPr/>
          <p:nvPr/>
        </p:nvCxnSpPr>
        <p:spPr>
          <a:xfrm rot="10800000">
            <a:off x="3500560" y="888050"/>
            <a:ext cx="244500" cy="7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388" name="Google Shape;388;p2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4662" y="1220761"/>
            <a:ext cx="114684" cy="37603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/>
        </p:nvSpPr>
        <p:spPr>
          <a:xfrm flipH="1">
            <a:off x="1295915" y="4041642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m</a:t>
            </a:r>
            <a:r>
              <a:rPr lang="en-GB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 flipH="1">
            <a:off x="1830574" y="4719755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 flipH="1">
            <a:off x="2314116" y="3932417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 flipH="1">
            <a:off x="943574" y="3806655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 flipH="1">
            <a:off x="1066031" y="4489162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 flipH="1">
            <a:off x="2170664" y="4387243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 flipH="1">
            <a:off x="2012139" y="3448527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6" name="Google Shape;396;p22"/>
          <p:cNvCxnSpPr/>
          <p:nvPr/>
        </p:nvCxnSpPr>
        <p:spPr>
          <a:xfrm rot="10800000">
            <a:off x="1235486" y="4204023"/>
            <a:ext cx="326400" cy="59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7" name="Google Shape;397;p22"/>
          <p:cNvCxnSpPr/>
          <p:nvPr/>
        </p:nvCxnSpPr>
        <p:spPr>
          <a:xfrm flipH="1">
            <a:off x="1676470" y="4603660"/>
            <a:ext cx="359100" cy="20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8" name="Google Shape;398;p22"/>
          <p:cNvCxnSpPr/>
          <p:nvPr/>
        </p:nvCxnSpPr>
        <p:spPr>
          <a:xfrm rot="10800000">
            <a:off x="1872340" y="3596802"/>
            <a:ext cx="341700" cy="19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9" name="Google Shape;399;p22"/>
          <p:cNvCxnSpPr/>
          <p:nvPr/>
        </p:nvCxnSpPr>
        <p:spPr>
          <a:xfrm rot="10800000">
            <a:off x="2241824" y="3835126"/>
            <a:ext cx="600" cy="38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00" name="Google Shape;400;p22"/>
          <p:cNvCxnSpPr/>
          <p:nvPr/>
        </p:nvCxnSpPr>
        <p:spPr>
          <a:xfrm rot="10800000" flipH="1">
            <a:off x="2059498" y="4266529"/>
            <a:ext cx="189000" cy="3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01" name="Google Shape;401;p22"/>
          <p:cNvCxnSpPr/>
          <p:nvPr/>
        </p:nvCxnSpPr>
        <p:spPr>
          <a:xfrm rot="10800000" flipH="1">
            <a:off x="1219398" y="3836008"/>
            <a:ext cx="189000" cy="3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2" name="Google Shape;402;p22"/>
          <p:cNvSpPr txBox="1"/>
          <p:nvPr/>
        </p:nvSpPr>
        <p:spPr>
          <a:xfrm>
            <a:off x="3076081" y="3561312"/>
            <a:ext cx="304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Area of pentagon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45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90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2214413" y="5209346"/>
            <a:ext cx="2077800" cy="474000"/>
          </a:xfrm>
          <a:prstGeom prst="rect">
            <a:avLst/>
          </a:prstGeom>
          <a:solidFill>
            <a:srgbClr val="D9DDFD"/>
          </a:solidFill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 flipH="1">
            <a:off x="1711919" y="5272295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 flipH="1">
            <a:off x="2304281" y="4859645"/>
            <a:ext cx="1945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of pentagon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4723626" y="4737241"/>
            <a:ext cx="304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perimeter of pentagon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(2 + 4 + 2.5 + 2 + 2)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12.5 = 25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4556975" y="5489575"/>
            <a:ext cx="291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115 m</a:t>
            </a:r>
            <a:r>
              <a:rPr lang="en-GB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 rot="10800000" flipH="1">
            <a:off x="2153719" y="5209315"/>
            <a:ext cx="0" cy="49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09" name="Google Shape;409;p22"/>
          <p:cNvCxnSpPr/>
          <p:nvPr/>
        </p:nvCxnSpPr>
        <p:spPr>
          <a:xfrm>
            <a:off x="2214050" y="5144574"/>
            <a:ext cx="206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0" name="Google Shape;410;p22"/>
          <p:cNvSpPr txBox="1"/>
          <p:nvPr/>
        </p:nvSpPr>
        <p:spPr>
          <a:xfrm flipH="1">
            <a:off x="467400" y="906900"/>
            <a:ext cx="24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 flipH="1">
            <a:off x="467400" y="3584800"/>
            <a:ext cx="24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Surface area of prisms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2024-02-06T09:59:54.715</cp:lastPrinted>
  <dcterms:created xsi:type="dcterms:W3CDTF">2024-02-06T09:59:54Z</dcterms:created>
  <dcterms:modified xsi:type="dcterms:W3CDTF">2024-02-06T10:00:05Z</dcterms:modified>
</cp:coreProperties>
</file>