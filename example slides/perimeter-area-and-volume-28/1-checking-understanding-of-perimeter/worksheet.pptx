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50" name="Shape 250"/>
        <p:cNvGrpSpPr/>
        <p:nvPr/>
      </p:nvGrpSpPr>
      <p:grpSpPr>
        <a:xfrm>
          <a:off x="0" y="0"/>
          <a:ext cx="0" cy="0"/>
        </a:xfrm>
      </p:grpSpPr>
      <p:sp>
        <p:nvSpPr>
          <p:cNvPr id="251" name="Google Shape;251;g2a80d4ec822_0_94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a80d4ec822_0_9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321" name="Shape 321"/>
        <p:cNvGrpSpPr/>
        <p:nvPr/>
      </p:nvGrpSpPr>
      <p:grpSpPr>
        <a:xfrm>
          <a:off x="0" y="0"/>
          <a:ext cx="0" cy="0"/>
        </a:xfrm>
      </p:grpSpPr>
      <p:sp>
        <p:nvSpPr>
          <p:cNvPr id="322" name="Google Shape;322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image" Target="../media/image8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understanding of perimeter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1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68000" y="1727575"/>
            <a:ext cx="6624000" cy="3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Find the perimeter of each shape.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3903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Understanding perimeter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4" name="Google Shape;164;p20"/>
          <p:cNvGrpSpPr/>
          <p:nvPr/>
        </p:nvGrpSpPr>
        <p:grpSpPr>
          <a:xfrm>
            <a:off x="5715805" y="2373587"/>
            <a:ext cx="1285491" cy="1652515"/>
            <a:chOff x="848750" y="1620000"/>
            <a:chExt cx="1680600" cy="2160150"/>
          </a:xfrm>
        </p:grpSpPr>
        <p:cxnSp>
          <p:nvCxnSpPr>
            <p:cNvPr id="165" name="Google Shape;165;p20"/>
            <p:cNvCxnSpPr/>
            <p:nvPr/>
          </p:nvCxnSpPr>
          <p:spPr>
            <a:xfrm flipH="1">
              <a:off x="1684795" y="1620000"/>
              <a:ext cx="0" cy="2160000"/>
            </a:xfrm>
            <a:prstGeom prst="straightConnector1">
              <a:avLst/>
            </a:prstGeom>
            <a:noFill/>
            <a:ln w="28575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6" name="Google Shape;166;p20"/>
            <p:cNvCxnSpPr/>
            <p:nvPr/>
          </p:nvCxnSpPr>
          <p:spPr>
            <a:xfrm flipH="1">
              <a:off x="2109345" y="1620000"/>
              <a:ext cx="0" cy="2160000"/>
            </a:xfrm>
            <a:prstGeom prst="straightConnector1">
              <a:avLst/>
            </a:prstGeom>
            <a:noFill/>
            <a:ln w="28575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7" name="Google Shape;167;p20"/>
            <p:cNvCxnSpPr/>
            <p:nvPr/>
          </p:nvCxnSpPr>
          <p:spPr>
            <a:xfrm flipH="1">
              <a:off x="1260245" y="1620000"/>
              <a:ext cx="0" cy="2160000"/>
            </a:xfrm>
            <a:prstGeom prst="straightConnector1">
              <a:avLst/>
            </a:prstGeom>
            <a:noFill/>
            <a:ln w="28575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8" name="Google Shape;168;p20"/>
            <p:cNvCxnSpPr/>
            <p:nvPr/>
          </p:nvCxnSpPr>
          <p:spPr>
            <a:xfrm>
              <a:off x="848750" y="2069275"/>
              <a:ext cx="1680600" cy="0"/>
            </a:xfrm>
            <a:prstGeom prst="straightConnector1">
              <a:avLst/>
            </a:prstGeom>
            <a:noFill/>
            <a:ln w="28575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" name="Google Shape;169;p20"/>
            <p:cNvCxnSpPr/>
            <p:nvPr/>
          </p:nvCxnSpPr>
          <p:spPr>
            <a:xfrm>
              <a:off x="848750" y="2502663"/>
              <a:ext cx="1680600" cy="0"/>
            </a:xfrm>
            <a:prstGeom prst="straightConnector1">
              <a:avLst/>
            </a:prstGeom>
            <a:noFill/>
            <a:ln w="28575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0" name="Google Shape;170;p20"/>
            <p:cNvCxnSpPr/>
            <p:nvPr/>
          </p:nvCxnSpPr>
          <p:spPr>
            <a:xfrm>
              <a:off x="848750" y="2932648"/>
              <a:ext cx="1680600" cy="0"/>
            </a:xfrm>
            <a:prstGeom prst="straightConnector1">
              <a:avLst/>
            </a:prstGeom>
            <a:noFill/>
            <a:ln w="28575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1" name="Google Shape;171;p20"/>
            <p:cNvCxnSpPr/>
            <p:nvPr/>
          </p:nvCxnSpPr>
          <p:spPr>
            <a:xfrm>
              <a:off x="848750" y="3334059"/>
              <a:ext cx="1680600" cy="0"/>
            </a:xfrm>
            <a:prstGeom prst="straightConnector1">
              <a:avLst/>
            </a:prstGeom>
            <a:noFill/>
            <a:ln w="28575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2" name="Google Shape;172;p20"/>
            <p:cNvSpPr/>
            <p:nvPr/>
          </p:nvSpPr>
          <p:spPr>
            <a:xfrm>
              <a:off x="848750" y="1637250"/>
              <a:ext cx="1680600" cy="2142900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3" name="Google Shape;173;p20"/>
          <p:cNvSpPr/>
          <p:nvPr/>
        </p:nvSpPr>
        <p:spPr>
          <a:xfrm>
            <a:off x="976458" y="2456775"/>
            <a:ext cx="945900" cy="1302300"/>
          </a:xfrm>
          <a:prstGeom prst="rtTriangl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529575" y="3088721"/>
            <a:ext cx="3780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1232872" y="3873422"/>
            <a:ext cx="3780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1580468" y="2902942"/>
            <a:ext cx="3780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7" name="Google Shape;177;p20"/>
          <p:cNvCxnSpPr/>
          <p:nvPr/>
        </p:nvCxnSpPr>
        <p:spPr>
          <a:xfrm rot="10800000">
            <a:off x="5720601" y="4095500"/>
            <a:ext cx="3129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78" name="Google Shape;178;p20"/>
          <p:cNvSpPr txBox="1"/>
          <p:nvPr/>
        </p:nvSpPr>
        <p:spPr>
          <a:xfrm>
            <a:off x="5702700" y="4119052"/>
            <a:ext cx="3780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9" name="Google Shape;179;p20"/>
          <p:cNvCxnSpPr/>
          <p:nvPr/>
        </p:nvCxnSpPr>
        <p:spPr>
          <a:xfrm rot="10800000" flipH="1">
            <a:off x="5649582" y="3698382"/>
            <a:ext cx="0" cy="327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0" name="Google Shape;180;p20"/>
          <p:cNvSpPr txBox="1"/>
          <p:nvPr/>
        </p:nvSpPr>
        <p:spPr>
          <a:xfrm>
            <a:off x="5271601" y="3758483"/>
            <a:ext cx="3780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/>
          <p:nvPr/>
        </p:nvSpPr>
        <p:spPr>
          <a:xfrm flipH="1">
            <a:off x="2782904" y="2463578"/>
            <a:ext cx="1888200" cy="1257600"/>
          </a:xfrm>
          <a:prstGeom prst="parallelogram">
            <a:avLst>
              <a:gd name="adj" fmla="val 74057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3414040" y="2891125"/>
            <a:ext cx="3780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3" name="Google Shape;183;p20"/>
          <p:cNvCxnSpPr/>
          <p:nvPr/>
        </p:nvCxnSpPr>
        <p:spPr>
          <a:xfrm flipH="1">
            <a:off x="3727075" y="2469530"/>
            <a:ext cx="0" cy="1290000"/>
          </a:xfrm>
          <a:prstGeom prst="straightConnector1">
            <a:avLst/>
          </a:prstGeom>
          <a:noFill/>
          <a:ln w="28575" cap="flat" cmpd="sng">
            <a:solidFill>
              <a:srgbClr val="808080"/>
            </a:solidFill>
            <a:prstDash val="dash"/>
            <a:round/>
            <a:headEnd type="triangle" w="med" len="med"/>
            <a:tailEnd type="triangle" w="med" len="med"/>
          </a:ln>
        </p:spPr>
      </p:cxnSp>
      <p:sp>
        <p:nvSpPr>
          <p:cNvPr id="184" name="Google Shape;184;p20"/>
          <p:cNvSpPr txBox="1"/>
          <p:nvPr/>
        </p:nvSpPr>
        <p:spPr>
          <a:xfrm>
            <a:off x="4052253" y="3824408"/>
            <a:ext cx="3780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4344185" y="2870367"/>
            <a:ext cx="3780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2731450" y="3098330"/>
            <a:ext cx="3780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3110138" y="2185859"/>
            <a:ext cx="3780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468000" y="2087716"/>
            <a:ext cx="243300" cy="3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2398100" y="2087716"/>
            <a:ext cx="243300" cy="3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5277932" y="2087716"/>
            <a:ext cx="243300" cy="3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1" name="Google Shape;191;p20"/>
          <p:cNvCxnSpPr/>
          <p:nvPr/>
        </p:nvCxnSpPr>
        <p:spPr>
          <a:xfrm rot="10800000" flipH="1">
            <a:off x="853912" y="2456651"/>
            <a:ext cx="0" cy="1302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2" name="Google Shape;192;p20"/>
          <p:cNvCxnSpPr/>
          <p:nvPr/>
        </p:nvCxnSpPr>
        <p:spPr>
          <a:xfrm rot="10800000">
            <a:off x="1098976" y="2395378"/>
            <a:ext cx="945900" cy="1302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3" name="Google Shape;193;p20"/>
          <p:cNvCxnSpPr/>
          <p:nvPr/>
        </p:nvCxnSpPr>
        <p:spPr>
          <a:xfrm>
            <a:off x="976458" y="3881498"/>
            <a:ext cx="9459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4" name="Google Shape;194;p20"/>
          <p:cNvCxnSpPr/>
          <p:nvPr/>
        </p:nvCxnSpPr>
        <p:spPr>
          <a:xfrm>
            <a:off x="3721541" y="3825299"/>
            <a:ext cx="9489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5" name="Google Shape;195;p20"/>
          <p:cNvCxnSpPr/>
          <p:nvPr/>
        </p:nvCxnSpPr>
        <p:spPr>
          <a:xfrm>
            <a:off x="2782979" y="2376418"/>
            <a:ext cx="956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6" name="Google Shape;196;p20"/>
          <p:cNvCxnSpPr/>
          <p:nvPr/>
        </p:nvCxnSpPr>
        <p:spPr>
          <a:xfrm>
            <a:off x="3910881" y="2463977"/>
            <a:ext cx="943500" cy="1238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7" name="Google Shape;197;p20"/>
          <p:cNvCxnSpPr/>
          <p:nvPr/>
        </p:nvCxnSpPr>
        <p:spPr>
          <a:xfrm>
            <a:off x="2612630" y="2463977"/>
            <a:ext cx="943500" cy="1238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8" name="Google Shape;198;p20"/>
          <p:cNvSpPr txBox="1"/>
          <p:nvPr/>
        </p:nvSpPr>
        <p:spPr>
          <a:xfrm>
            <a:off x="498325" y="5310862"/>
            <a:ext cx="6359700" cy="5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Tick the triangles that contain enough information to calculate their perimeter by summing the given lengths. All lengths are given in centimetres.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9" name="Google Shape;199;p20"/>
          <p:cNvPicPr preferRelativeResize="0"/>
          <p:nvPr/>
        </p:nvPicPr>
        <p:blipFill>
          <a:blip r:embed="rId3">
            <a:alphaModFix/>
          </a:blip>
          <a:srcRect t="9446" r="66229" b="60190"/>
          <a:stretch>
            <a:fillRect/>
          </a:stretch>
        </p:blipFill>
        <p:spPr>
          <a:xfrm>
            <a:off x="374750" y="6382432"/>
            <a:ext cx="2089299" cy="86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/>
          <p:cNvPicPr preferRelativeResize="0"/>
          <p:nvPr/>
        </p:nvPicPr>
        <p:blipFill>
          <a:blip r:embed="rId3">
            <a:alphaModFix/>
          </a:blip>
          <a:srcRect l="35602" t="29701" r="39603" b="39934"/>
          <a:stretch>
            <a:fillRect/>
          </a:stretch>
        </p:blipFill>
        <p:spPr>
          <a:xfrm>
            <a:off x="2637196" y="6943826"/>
            <a:ext cx="1533950" cy="86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/>
          <p:cNvPicPr preferRelativeResize="0"/>
          <p:nvPr/>
        </p:nvPicPr>
        <p:blipFill>
          <a:blip r:embed="rId3">
            <a:alphaModFix/>
          </a:blip>
          <a:srcRect l="41340" t="7488" r="28456" b="65080"/>
          <a:stretch>
            <a:fillRect/>
          </a:stretch>
        </p:blipFill>
        <p:spPr>
          <a:xfrm>
            <a:off x="3111849" y="6133077"/>
            <a:ext cx="1868556" cy="779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/>
          <p:cNvPicPr preferRelativeResize="0"/>
          <p:nvPr/>
        </p:nvPicPr>
        <p:blipFill>
          <a:blip r:embed="rId3">
            <a:alphaModFix/>
          </a:blip>
          <a:srcRect l="52717" t="69607" r="9958" b="4963"/>
          <a:stretch>
            <a:fillRect/>
          </a:stretch>
        </p:blipFill>
        <p:spPr>
          <a:xfrm>
            <a:off x="4054668" y="7779362"/>
            <a:ext cx="2309267" cy="722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0"/>
          <p:cNvPicPr preferRelativeResize="0"/>
          <p:nvPr/>
        </p:nvPicPr>
        <p:blipFill>
          <a:blip r:embed="rId3">
            <a:alphaModFix/>
          </a:blip>
          <a:srcRect l="71261" t="8938" b="47777"/>
          <a:stretch>
            <a:fillRect/>
          </a:stretch>
        </p:blipFill>
        <p:spPr>
          <a:xfrm>
            <a:off x="5314016" y="6054679"/>
            <a:ext cx="1777982" cy="1230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0"/>
          <p:cNvPicPr preferRelativeResize="0"/>
          <p:nvPr/>
        </p:nvPicPr>
        <p:blipFill>
          <a:blip r:embed="rId3">
            <a:alphaModFix/>
          </a:blip>
          <a:srcRect l="7732" t="57880" r="62064" b="12128"/>
          <a:stretch>
            <a:fillRect/>
          </a:stretch>
        </p:blipFill>
        <p:spPr>
          <a:xfrm>
            <a:off x="554349" y="7789135"/>
            <a:ext cx="1868556" cy="85253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0"/>
          <p:cNvSpPr txBox="1"/>
          <p:nvPr/>
        </p:nvSpPr>
        <p:spPr>
          <a:xfrm>
            <a:off x="499718" y="6810878"/>
            <a:ext cx="401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2.5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1225679" y="6144516"/>
            <a:ext cx="153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7" name="Google Shape;207;p20"/>
          <p:cNvCxnSpPr/>
          <p:nvPr/>
        </p:nvCxnSpPr>
        <p:spPr>
          <a:xfrm>
            <a:off x="1185185" y="7193001"/>
            <a:ext cx="261900" cy="264900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8" name="Google Shape;208;p20"/>
          <p:cNvCxnSpPr/>
          <p:nvPr/>
        </p:nvCxnSpPr>
        <p:spPr>
          <a:xfrm rot="10800000" flipH="1">
            <a:off x="1342973" y="7253814"/>
            <a:ext cx="95400" cy="92100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9" name="Google Shape;209;p20"/>
          <p:cNvCxnSpPr/>
          <p:nvPr/>
        </p:nvCxnSpPr>
        <p:spPr>
          <a:xfrm rot="10800000">
            <a:off x="1430767" y="7250813"/>
            <a:ext cx="88500" cy="91200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0" name="Google Shape;210;p20"/>
          <p:cNvSpPr txBox="1"/>
          <p:nvPr/>
        </p:nvSpPr>
        <p:spPr>
          <a:xfrm>
            <a:off x="1834263" y="7000445"/>
            <a:ext cx="153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1232914" y="6602862"/>
            <a:ext cx="153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3945741" y="5973675"/>
            <a:ext cx="1308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4865014" y="6380334"/>
            <a:ext cx="1308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3815598" y="6556518"/>
            <a:ext cx="201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5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6907397" y="6585297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6089591" y="7237939"/>
            <a:ext cx="1308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4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5893974" y="6449093"/>
            <a:ext cx="153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2484004" y="7297772"/>
            <a:ext cx="153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3260991" y="7788578"/>
            <a:ext cx="153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1399736" y="7906716"/>
            <a:ext cx="153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1" name="Google Shape;221;p20"/>
          <p:cNvCxnSpPr/>
          <p:nvPr/>
        </p:nvCxnSpPr>
        <p:spPr>
          <a:xfrm>
            <a:off x="587841" y="8570805"/>
            <a:ext cx="367200" cy="0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2" name="Google Shape;222;p20"/>
          <p:cNvSpPr txBox="1"/>
          <p:nvPr/>
        </p:nvSpPr>
        <p:spPr>
          <a:xfrm>
            <a:off x="458975" y="8141567"/>
            <a:ext cx="153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3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3" name="Google Shape;223;p20"/>
          <p:cNvCxnSpPr/>
          <p:nvPr/>
        </p:nvCxnSpPr>
        <p:spPr>
          <a:xfrm>
            <a:off x="566437" y="8440556"/>
            <a:ext cx="130800" cy="0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4" name="Google Shape;224;p20"/>
          <p:cNvCxnSpPr/>
          <p:nvPr/>
        </p:nvCxnSpPr>
        <p:spPr>
          <a:xfrm rot="10800000" flipH="1">
            <a:off x="695052" y="8436819"/>
            <a:ext cx="0" cy="129300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5" name="Google Shape;225;p20"/>
          <p:cNvCxnSpPr/>
          <p:nvPr/>
        </p:nvCxnSpPr>
        <p:spPr>
          <a:xfrm>
            <a:off x="566735" y="7838165"/>
            <a:ext cx="4800" cy="723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6" name="Google Shape;226;p20"/>
          <p:cNvCxnSpPr/>
          <p:nvPr/>
        </p:nvCxnSpPr>
        <p:spPr>
          <a:xfrm flipH="1">
            <a:off x="1435023" y="6479424"/>
            <a:ext cx="1030200" cy="946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27" name="Google Shape;227;p20"/>
          <p:cNvSpPr txBox="1"/>
          <p:nvPr/>
        </p:nvSpPr>
        <p:spPr>
          <a:xfrm>
            <a:off x="4661302" y="7886907"/>
            <a:ext cx="153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4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5504519" y="8033233"/>
            <a:ext cx="153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0"/>
          <p:cNvSpPr txBox="1"/>
          <p:nvPr/>
        </p:nvSpPr>
        <p:spPr>
          <a:xfrm>
            <a:off x="5219476" y="8433280"/>
            <a:ext cx="153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5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0" name="Google Shape;230;p20"/>
          <p:cNvCxnSpPr/>
          <p:nvPr/>
        </p:nvCxnSpPr>
        <p:spPr>
          <a:xfrm flipH="1">
            <a:off x="5486966" y="7898905"/>
            <a:ext cx="0" cy="460500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dash"/>
            <a:round/>
            <a:headEnd type="triangle" w="med" len="med"/>
            <a:tailEnd type="triangle" w="med" len="med"/>
          </a:ln>
        </p:spPr>
      </p:cxnSp>
      <p:sp>
        <p:nvSpPr>
          <p:cNvPr id="231" name="Google Shape;231;p20"/>
          <p:cNvSpPr txBox="1"/>
          <p:nvPr/>
        </p:nvSpPr>
        <p:spPr>
          <a:xfrm>
            <a:off x="4290679" y="6305994"/>
            <a:ext cx="153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0"/>
          <p:cNvSpPr txBox="1"/>
          <p:nvPr/>
        </p:nvSpPr>
        <p:spPr>
          <a:xfrm>
            <a:off x="6265813" y="6743195"/>
            <a:ext cx="153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2983177" y="7375965"/>
            <a:ext cx="153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0"/>
          <p:cNvSpPr txBox="1"/>
          <p:nvPr/>
        </p:nvSpPr>
        <p:spPr>
          <a:xfrm>
            <a:off x="1099593" y="8200988"/>
            <a:ext cx="153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0"/>
          <p:cNvSpPr txBox="1"/>
          <p:nvPr/>
        </p:nvSpPr>
        <p:spPr>
          <a:xfrm>
            <a:off x="5097687" y="8090474"/>
            <a:ext cx="153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6" name="Google Shape;236;p20"/>
          <p:cNvCxnSpPr/>
          <p:nvPr/>
        </p:nvCxnSpPr>
        <p:spPr>
          <a:xfrm flipH="1">
            <a:off x="477261" y="6381504"/>
            <a:ext cx="1953000" cy="14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37" name="Google Shape;237;p20"/>
          <p:cNvCxnSpPr/>
          <p:nvPr/>
        </p:nvCxnSpPr>
        <p:spPr>
          <a:xfrm rot="10800000">
            <a:off x="397791" y="6526934"/>
            <a:ext cx="706200" cy="711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38" name="Google Shape;238;p20"/>
          <p:cNvCxnSpPr/>
          <p:nvPr/>
        </p:nvCxnSpPr>
        <p:spPr>
          <a:xfrm rot="10800000">
            <a:off x="3149592" y="6133161"/>
            <a:ext cx="1473600" cy="1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39" name="Google Shape;239;p20"/>
          <p:cNvCxnSpPr/>
          <p:nvPr/>
        </p:nvCxnSpPr>
        <p:spPr>
          <a:xfrm rot="10800000">
            <a:off x="3111705" y="6283970"/>
            <a:ext cx="1755300" cy="659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40" name="Google Shape;240;p20"/>
          <p:cNvCxnSpPr/>
          <p:nvPr/>
        </p:nvCxnSpPr>
        <p:spPr>
          <a:xfrm rot="10800000">
            <a:off x="4721344" y="6219496"/>
            <a:ext cx="279900" cy="63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41" name="Google Shape;241;p20"/>
          <p:cNvCxnSpPr/>
          <p:nvPr/>
        </p:nvCxnSpPr>
        <p:spPr>
          <a:xfrm flipH="1">
            <a:off x="5340419" y="6054679"/>
            <a:ext cx="1389600" cy="1045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42" name="Google Shape;242;p20"/>
          <p:cNvCxnSpPr/>
          <p:nvPr/>
        </p:nvCxnSpPr>
        <p:spPr>
          <a:xfrm rot="10800000">
            <a:off x="5395014" y="7244204"/>
            <a:ext cx="1411500" cy="12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43" name="Google Shape;243;p20"/>
          <p:cNvCxnSpPr/>
          <p:nvPr/>
        </p:nvCxnSpPr>
        <p:spPr>
          <a:xfrm rot="10800000" flipH="1">
            <a:off x="6885764" y="6118892"/>
            <a:ext cx="12600" cy="1059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44" name="Google Shape;244;p20"/>
          <p:cNvCxnSpPr/>
          <p:nvPr/>
        </p:nvCxnSpPr>
        <p:spPr>
          <a:xfrm rot="10800000">
            <a:off x="644808" y="7754261"/>
            <a:ext cx="1778100" cy="707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45" name="Google Shape;245;p20"/>
          <p:cNvCxnSpPr/>
          <p:nvPr/>
        </p:nvCxnSpPr>
        <p:spPr>
          <a:xfrm rot="10800000" flipH="1">
            <a:off x="2586691" y="7012700"/>
            <a:ext cx="3900" cy="717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46" name="Google Shape;246;p20"/>
          <p:cNvCxnSpPr/>
          <p:nvPr/>
        </p:nvCxnSpPr>
        <p:spPr>
          <a:xfrm>
            <a:off x="2685133" y="7806952"/>
            <a:ext cx="14133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47" name="Google Shape;247;p20"/>
          <p:cNvCxnSpPr/>
          <p:nvPr/>
        </p:nvCxnSpPr>
        <p:spPr>
          <a:xfrm rot="10800000" flipH="1">
            <a:off x="4144708" y="7800140"/>
            <a:ext cx="1302300" cy="491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48" name="Google Shape;248;p20"/>
          <p:cNvCxnSpPr/>
          <p:nvPr/>
        </p:nvCxnSpPr>
        <p:spPr>
          <a:xfrm rot="10800000" flipH="1">
            <a:off x="4165812" y="8457832"/>
            <a:ext cx="2089200" cy="4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49" name="Google Shape;249;p20"/>
          <p:cNvCxnSpPr/>
          <p:nvPr/>
        </p:nvCxnSpPr>
        <p:spPr>
          <a:xfrm>
            <a:off x="474757" y="9803313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53" name="Shape 253"/>
        <p:cNvGrpSpPr/>
        <p:nvPr/>
      </p:nvGrpSpPr>
      <p:grpSpPr>
        <a:xfrm>
          <a:off x="0" y="0"/>
          <a:ext cx="0" cy="0"/>
        </a:xfrm>
      </p:grpSpPr>
      <p:sp>
        <p:nvSpPr>
          <p:cNvPr id="254" name="Google Shape;254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understanding of perimeter</a:t>
            </a:r>
            <a:endParaRPr/>
          </a:p>
        </p:txBody>
      </p:sp>
      <p:sp>
        <p:nvSpPr>
          <p:cNvPr id="255" name="Google Shape;255;p21"/>
          <p:cNvSpPr/>
          <p:nvPr/>
        </p:nvSpPr>
        <p:spPr>
          <a:xfrm>
            <a:off x="5054769" y="4395500"/>
            <a:ext cx="786600" cy="681900"/>
          </a:xfrm>
          <a:prstGeom prst="hexagon">
            <a:avLst>
              <a:gd name="adj" fmla="val 25000"/>
              <a:gd name="vf" fmla="val 115470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478800" y="1223725"/>
            <a:ext cx="6479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shapes were formed by reflecting line segments over the dashed mirror lines. Find the perimeter of each shape.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467994" y="868562"/>
            <a:ext cx="54945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Finding efficient methods to calculate perimeter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468000" y="4056493"/>
            <a:ext cx="4250700" cy="3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Find the perimeter of each shape.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2700395" y="4398213"/>
            <a:ext cx="1130400" cy="680700"/>
          </a:xfrm>
          <a:prstGeom prst="parallelogram">
            <a:avLst>
              <a:gd name="adj" fmla="val 51191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855938" y="4398215"/>
            <a:ext cx="786600" cy="680700"/>
          </a:xfrm>
          <a:prstGeom prst="triangle">
            <a:avLst>
              <a:gd name="adj" fmla="val 50000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1" name="Google Shape;261;p21"/>
          <p:cNvCxnSpPr/>
          <p:nvPr/>
        </p:nvCxnSpPr>
        <p:spPr>
          <a:xfrm>
            <a:off x="994154" y="4701292"/>
            <a:ext cx="101700" cy="74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2" name="Google Shape;262;p21"/>
          <p:cNvCxnSpPr/>
          <p:nvPr/>
        </p:nvCxnSpPr>
        <p:spPr>
          <a:xfrm flipH="1">
            <a:off x="1405404" y="4701292"/>
            <a:ext cx="101700" cy="74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3" name="Google Shape;263;p21"/>
          <p:cNvCxnSpPr/>
          <p:nvPr/>
        </p:nvCxnSpPr>
        <p:spPr>
          <a:xfrm flipH="1">
            <a:off x="1249307" y="5013429"/>
            <a:ext cx="0" cy="1221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4" name="Google Shape;264;p21"/>
          <p:cNvCxnSpPr/>
          <p:nvPr/>
        </p:nvCxnSpPr>
        <p:spPr>
          <a:xfrm>
            <a:off x="2832458" y="4682558"/>
            <a:ext cx="108900" cy="46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5" name="Google Shape;265;p21"/>
          <p:cNvCxnSpPr/>
          <p:nvPr/>
        </p:nvCxnSpPr>
        <p:spPr>
          <a:xfrm flipH="1">
            <a:off x="3122277" y="5022022"/>
            <a:ext cx="0" cy="1221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6" name="Google Shape;266;p21"/>
          <p:cNvCxnSpPr/>
          <p:nvPr/>
        </p:nvCxnSpPr>
        <p:spPr>
          <a:xfrm>
            <a:off x="3583208" y="4757606"/>
            <a:ext cx="108900" cy="46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7" name="Google Shape;267;p21"/>
          <p:cNvCxnSpPr/>
          <p:nvPr/>
        </p:nvCxnSpPr>
        <p:spPr>
          <a:xfrm flipH="1">
            <a:off x="3399107" y="4337139"/>
            <a:ext cx="0" cy="1221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8" name="Google Shape;268;p21"/>
          <p:cNvCxnSpPr/>
          <p:nvPr/>
        </p:nvCxnSpPr>
        <p:spPr>
          <a:xfrm flipH="1">
            <a:off x="5429783" y="4337139"/>
            <a:ext cx="0" cy="1221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9" name="Google Shape;269;p21"/>
          <p:cNvCxnSpPr/>
          <p:nvPr/>
        </p:nvCxnSpPr>
        <p:spPr>
          <a:xfrm flipH="1">
            <a:off x="5461041" y="5013429"/>
            <a:ext cx="0" cy="1221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0" name="Google Shape;270;p21"/>
          <p:cNvCxnSpPr/>
          <p:nvPr/>
        </p:nvCxnSpPr>
        <p:spPr>
          <a:xfrm>
            <a:off x="5091877" y="4536879"/>
            <a:ext cx="104700" cy="585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1" name="Google Shape;271;p21"/>
          <p:cNvCxnSpPr/>
          <p:nvPr/>
        </p:nvCxnSpPr>
        <p:spPr>
          <a:xfrm>
            <a:off x="5706311" y="4881691"/>
            <a:ext cx="104700" cy="585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2" name="Google Shape;272;p21"/>
          <p:cNvCxnSpPr/>
          <p:nvPr/>
        </p:nvCxnSpPr>
        <p:spPr>
          <a:xfrm flipH="1">
            <a:off x="5706449" y="4536879"/>
            <a:ext cx="104700" cy="585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3" name="Google Shape;273;p21"/>
          <p:cNvCxnSpPr/>
          <p:nvPr/>
        </p:nvCxnSpPr>
        <p:spPr>
          <a:xfrm flipH="1">
            <a:off x="5092012" y="4881676"/>
            <a:ext cx="104700" cy="585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4" name="Google Shape;274;p21"/>
          <p:cNvSpPr txBox="1"/>
          <p:nvPr/>
        </p:nvSpPr>
        <p:spPr>
          <a:xfrm>
            <a:off x="526647" y="4586452"/>
            <a:ext cx="723000" cy="1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3806040" y="4698980"/>
            <a:ext cx="657600" cy="1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5901735" y="4405317"/>
            <a:ext cx="859800" cy="1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1"/>
          <p:cNvSpPr txBox="1"/>
          <p:nvPr/>
        </p:nvSpPr>
        <p:spPr>
          <a:xfrm>
            <a:off x="468000" y="4333224"/>
            <a:ext cx="242100" cy="3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1"/>
          <p:cNvSpPr txBox="1"/>
          <p:nvPr/>
        </p:nvSpPr>
        <p:spPr>
          <a:xfrm>
            <a:off x="2513948" y="4333224"/>
            <a:ext cx="242100" cy="3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1"/>
          <p:cNvSpPr txBox="1"/>
          <p:nvPr/>
        </p:nvSpPr>
        <p:spPr>
          <a:xfrm>
            <a:off x="4834725" y="4333224"/>
            <a:ext cx="242100" cy="3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0" name="Google Shape;280;p21"/>
          <p:cNvCxnSpPr/>
          <p:nvPr/>
        </p:nvCxnSpPr>
        <p:spPr>
          <a:xfrm flipH="1">
            <a:off x="733860" y="4381939"/>
            <a:ext cx="393300" cy="675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81" name="Google Shape;281;p21"/>
          <p:cNvCxnSpPr/>
          <p:nvPr/>
        </p:nvCxnSpPr>
        <p:spPr>
          <a:xfrm flipH="1">
            <a:off x="3613198" y="4401009"/>
            <a:ext cx="353700" cy="677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82" name="Google Shape;282;p21"/>
          <p:cNvCxnSpPr/>
          <p:nvPr/>
        </p:nvCxnSpPr>
        <p:spPr>
          <a:xfrm>
            <a:off x="5796871" y="4370053"/>
            <a:ext cx="170700" cy="340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pic>
        <p:nvPicPr>
          <p:cNvPr id="283" name="Google Shape;283;p21"/>
          <p:cNvPicPr preferRelativeResize="0"/>
          <p:nvPr/>
        </p:nvPicPr>
        <p:blipFill>
          <a:blip r:embed="rId3">
            <a:alphaModFix/>
          </a:blip>
          <a:srcRect l="40068" t="14445" r="36918" b="26927"/>
          <a:stretch>
            <a:fillRect/>
          </a:stretch>
        </p:blipFill>
        <p:spPr>
          <a:xfrm>
            <a:off x="4412732" y="1840501"/>
            <a:ext cx="1488797" cy="1463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1"/>
          <p:cNvPicPr preferRelativeResize="0"/>
          <p:nvPr/>
        </p:nvPicPr>
        <p:blipFill>
          <a:blip r:embed="rId3">
            <a:alphaModFix/>
          </a:blip>
          <a:srcRect l="1894" t="14440" r="70767" b="26928"/>
          <a:stretch>
            <a:fillRect/>
          </a:stretch>
        </p:blipFill>
        <p:spPr>
          <a:xfrm>
            <a:off x="1128761" y="1809536"/>
            <a:ext cx="1768594" cy="146370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5" name="Google Shape;285;p21"/>
          <p:cNvCxnSpPr/>
          <p:nvPr/>
        </p:nvCxnSpPr>
        <p:spPr>
          <a:xfrm rot="10800000" flipH="1">
            <a:off x="1706394" y="1806920"/>
            <a:ext cx="254100" cy="241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86" name="Google Shape;286;p21"/>
          <p:cNvCxnSpPr/>
          <p:nvPr/>
        </p:nvCxnSpPr>
        <p:spPr>
          <a:xfrm>
            <a:off x="1177712" y="2046838"/>
            <a:ext cx="528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87" name="Google Shape;287;p21"/>
          <p:cNvCxnSpPr/>
          <p:nvPr/>
        </p:nvCxnSpPr>
        <p:spPr>
          <a:xfrm>
            <a:off x="1117710" y="2449274"/>
            <a:ext cx="836100" cy="836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88" name="Google Shape;288;p21"/>
          <p:cNvCxnSpPr/>
          <p:nvPr/>
        </p:nvCxnSpPr>
        <p:spPr>
          <a:xfrm flipH="1">
            <a:off x="1097851" y="2117307"/>
            <a:ext cx="0" cy="299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89" name="Google Shape;289;p21"/>
          <p:cNvCxnSpPr/>
          <p:nvPr/>
        </p:nvCxnSpPr>
        <p:spPr>
          <a:xfrm>
            <a:off x="4507280" y="1811950"/>
            <a:ext cx="528000" cy="261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90" name="Google Shape;290;p21"/>
          <p:cNvCxnSpPr/>
          <p:nvPr/>
        </p:nvCxnSpPr>
        <p:spPr>
          <a:xfrm>
            <a:off x="5036915" y="3054255"/>
            <a:ext cx="279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91" name="Google Shape;291;p21"/>
          <p:cNvCxnSpPr/>
          <p:nvPr/>
        </p:nvCxnSpPr>
        <p:spPr>
          <a:xfrm flipH="1">
            <a:off x="5308709" y="1812210"/>
            <a:ext cx="517800" cy="255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92" name="Google Shape;292;p21"/>
          <p:cNvSpPr txBox="1"/>
          <p:nvPr/>
        </p:nvSpPr>
        <p:spPr>
          <a:xfrm>
            <a:off x="704775" y="2147831"/>
            <a:ext cx="895500" cy="1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1"/>
          <p:cNvSpPr txBox="1"/>
          <p:nvPr/>
        </p:nvSpPr>
        <p:spPr>
          <a:xfrm>
            <a:off x="1205564" y="2771977"/>
            <a:ext cx="577800" cy="1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1"/>
          <p:cNvSpPr txBox="1"/>
          <p:nvPr/>
        </p:nvSpPr>
        <p:spPr>
          <a:xfrm>
            <a:off x="1285923" y="1872619"/>
            <a:ext cx="789600" cy="1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1"/>
          <p:cNvSpPr txBox="1"/>
          <p:nvPr/>
        </p:nvSpPr>
        <p:spPr>
          <a:xfrm>
            <a:off x="1569909" y="1734469"/>
            <a:ext cx="789600" cy="1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1"/>
          <p:cNvSpPr txBox="1"/>
          <p:nvPr/>
        </p:nvSpPr>
        <p:spPr>
          <a:xfrm>
            <a:off x="4672244" y="1725676"/>
            <a:ext cx="577800" cy="1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1"/>
          <p:cNvSpPr txBox="1"/>
          <p:nvPr/>
        </p:nvSpPr>
        <p:spPr>
          <a:xfrm>
            <a:off x="5275679" y="1724186"/>
            <a:ext cx="626100" cy="1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1"/>
          <p:cNvSpPr txBox="1"/>
          <p:nvPr/>
        </p:nvSpPr>
        <p:spPr>
          <a:xfrm>
            <a:off x="4994419" y="3090629"/>
            <a:ext cx="745200" cy="1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1"/>
          <p:cNvSpPr txBox="1"/>
          <p:nvPr/>
        </p:nvSpPr>
        <p:spPr>
          <a:xfrm>
            <a:off x="542250" y="1699975"/>
            <a:ext cx="254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1"/>
          <p:cNvSpPr txBox="1"/>
          <p:nvPr/>
        </p:nvSpPr>
        <p:spPr>
          <a:xfrm>
            <a:off x="4092355" y="1699975"/>
            <a:ext cx="254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1" name="Google Shape;30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4594829" y="6797947"/>
            <a:ext cx="1948880" cy="1982386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1"/>
          <p:cNvSpPr txBox="1"/>
          <p:nvPr/>
        </p:nvSpPr>
        <p:spPr>
          <a:xfrm>
            <a:off x="478800" y="6130275"/>
            <a:ext cx="56994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Find the perimeter of each composite rectilinear shape.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All lengths are given in metres.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3" name="Google Shape;30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>
            <a:off x="1361065" y="6220934"/>
            <a:ext cx="1221084" cy="2316813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1"/>
          <p:cNvSpPr txBox="1"/>
          <p:nvPr/>
        </p:nvSpPr>
        <p:spPr>
          <a:xfrm>
            <a:off x="2239081" y="7029336"/>
            <a:ext cx="1131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1"/>
          <p:cNvSpPr txBox="1"/>
          <p:nvPr/>
        </p:nvSpPr>
        <p:spPr>
          <a:xfrm>
            <a:off x="1367362" y="8005272"/>
            <a:ext cx="1131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21"/>
          <p:cNvSpPr txBox="1"/>
          <p:nvPr/>
        </p:nvSpPr>
        <p:spPr>
          <a:xfrm>
            <a:off x="2781696" y="7997591"/>
            <a:ext cx="1248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" name="Google Shape;307;p21"/>
          <p:cNvSpPr txBox="1"/>
          <p:nvPr/>
        </p:nvSpPr>
        <p:spPr>
          <a:xfrm>
            <a:off x="655200" y="7283727"/>
            <a:ext cx="1248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p21"/>
          <p:cNvSpPr txBox="1"/>
          <p:nvPr/>
        </p:nvSpPr>
        <p:spPr>
          <a:xfrm>
            <a:off x="2031948" y="7507783"/>
            <a:ext cx="1131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21"/>
          <p:cNvSpPr txBox="1"/>
          <p:nvPr/>
        </p:nvSpPr>
        <p:spPr>
          <a:xfrm>
            <a:off x="4354440" y="7773097"/>
            <a:ext cx="1965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" name="Google Shape;310;p21"/>
          <p:cNvSpPr txBox="1"/>
          <p:nvPr/>
        </p:nvSpPr>
        <p:spPr>
          <a:xfrm>
            <a:off x="5472741" y="8810879"/>
            <a:ext cx="1248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1"/>
          <p:cNvSpPr txBox="1"/>
          <p:nvPr/>
        </p:nvSpPr>
        <p:spPr>
          <a:xfrm>
            <a:off x="478800" y="6647601"/>
            <a:ext cx="224700" cy="2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1"/>
          <p:cNvSpPr txBox="1"/>
          <p:nvPr/>
        </p:nvSpPr>
        <p:spPr>
          <a:xfrm>
            <a:off x="4207339" y="6647601"/>
            <a:ext cx="224700" cy="2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3" name="Google Shape;313;p21"/>
          <p:cNvCxnSpPr/>
          <p:nvPr/>
        </p:nvCxnSpPr>
        <p:spPr>
          <a:xfrm>
            <a:off x="760321" y="6842947"/>
            <a:ext cx="5700" cy="1092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14" name="Google Shape;314;p21"/>
          <p:cNvCxnSpPr/>
          <p:nvPr/>
        </p:nvCxnSpPr>
        <p:spPr>
          <a:xfrm flipH="1">
            <a:off x="862449" y="8010347"/>
            <a:ext cx="1094100" cy="2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15" name="Google Shape;315;p21"/>
          <p:cNvCxnSpPr/>
          <p:nvPr/>
        </p:nvCxnSpPr>
        <p:spPr>
          <a:xfrm flipH="1">
            <a:off x="2022191" y="7299785"/>
            <a:ext cx="0" cy="633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16" name="Google Shape;316;p21"/>
          <p:cNvCxnSpPr/>
          <p:nvPr/>
        </p:nvCxnSpPr>
        <p:spPr>
          <a:xfrm>
            <a:off x="1956737" y="7214295"/>
            <a:ext cx="6543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17" name="Google Shape;317;p21"/>
          <p:cNvCxnSpPr/>
          <p:nvPr/>
        </p:nvCxnSpPr>
        <p:spPr>
          <a:xfrm rot="10800000">
            <a:off x="2627303" y="8010347"/>
            <a:ext cx="433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18" name="Google Shape;318;p21"/>
          <p:cNvCxnSpPr/>
          <p:nvPr/>
        </p:nvCxnSpPr>
        <p:spPr>
          <a:xfrm flipH="1">
            <a:off x="4530100" y="6861641"/>
            <a:ext cx="0" cy="1861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19" name="Google Shape;319;p21"/>
          <p:cNvCxnSpPr/>
          <p:nvPr/>
        </p:nvCxnSpPr>
        <p:spPr>
          <a:xfrm rot="10800000">
            <a:off x="4627812" y="8810092"/>
            <a:ext cx="1876500" cy="6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20" name="Google Shape;320;p21"/>
          <p:cNvCxnSpPr/>
          <p:nvPr/>
        </p:nvCxnSpPr>
        <p:spPr>
          <a:xfrm>
            <a:off x="474757" y="9803313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324" name="Shape 324"/>
        <p:cNvGrpSpPr/>
        <p:nvPr/>
      </p:nvGrpSpPr>
      <p:grpSpPr>
        <a:xfrm>
          <a:off x="0" y="0"/>
          <a:ext cx="0" cy="0"/>
        </a:xfrm>
      </p:grpSpPr>
      <p:sp>
        <p:nvSpPr>
          <p:cNvPr id="325" name="Google Shape;325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326" name="Google Shape;326;p22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understanding of perimeter</a:t>
            </a:r>
            <a:endParaRPr/>
          </a:p>
        </p:txBody>
      </p:sp>
      <p:sp>
        <p:nvSpPr>
          <p:cNvPr id="327" name="Google Shape;327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" name="Google Shape;328;p22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329" name="Google Shape;329;p22"/>
          <p:cNvSpPr txBox="1"/>
          <p:nvPr/>
        </p:nvSpPr>
        <p:spPr>
          <a:xfrm>
            <a:off x="508599" y="896975"/>
            <a:ext cx="63255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C: Finding missing lengths when the perimeter is known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2"/>
          <p:cNvSpPr/>
          <p:nvPr/>
        </p:nvSpPr>
        <p:spPr>
          <a:xfrm>
            <a:off x="917934" y="2106896"/>
            <a:ext cx="1068000" cy="801000"/>
          </a:xfrm>
          <a:prstGeom prst="trapezoid">
            <a:avLst>
              <a:gd name="adj" fmla="val 33539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1" name="Google Shape;331;p22"/>
          <p:cNvSpPr/>
          <p:nvPr/>
        </p:nvSpPr>
        <p:spPr>
          <a:xfrm flipH="1">
            <a:off x="1040727" y="7411556"/>
            <a:ext cx="1284600" cy="757200"/>
          </a:xfrm>
          <a:prstGeom prst="parallelogram">
            <a:avLst>
              <a:gd name="adj" fmla="val 105812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" name="Google Shape;332;p22"/>
          <p:cNvSpPr/>
          <p:nvPr/>
        </p:nvSpPr>
        <p:spPr>
          <a:xfrm>
            <a:off x="4436047" y="2104392"/>
            <a:ext cx="930300" cy="805800"/>
          </a:xfrm>
          <a:prstGeom prst="hexagon">
            <a:avLst>
              <a:gd name="adj" fmla="val 25000"/>
              <a:gd name="vf" fmla="val 115470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22"/>
          <p:cNvSpPr/>
          <p:nvPr/>
        </p:nvSpPr>
        <p:spPr>
          <a:xfrm rot="-5400000" flipH="1">
            <a:off x="986962" y="4683676"/>
            <a:ext cx="618600" cy="1212000"/>
          </a:xfrm>
          <a:prstGeom prst="triangle">
            <a:avLst>
              <a:gd name="adj" fmla="val 50000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22"/>
          <p:cNvSpPr txBox="1"/>
          <p:nvPr/>
        </p:nvSpPr>
        <p:spPr>
          <a:xfrm>
            <a:off x="603747" y="2343398"/>
            <a:ext cx="3924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22"/>
          <p:cNvSpPr txBox="1"/>
          <p:nvPr/>
        </p:nvSpPr>
        <p:spPr>
          <a:xfrm>
            <a:off x="1986550" y="2353128"/>
            <a:ext cx="3924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22"/>
          <p:cNvSpPr txBox="1"/>
          <p:nvPr/>
        </p:nvSpPr>
        <p:spPr>
          <a:xfrm>
            <a:off x="1258997" y="1818138"/>
            <a:ext cx="3924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22"/>
          <p:cNvSpPr txBox="1"/>
          <p:nvPr/>
        </p:nvSpPr>
        <p:spPr>
          <a:xfrm flipH="1">
            <a:off x="1051211" y="4815367"/>
            <a:ext cx="3924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22"/>
          <p:cNvSpPr/>
          <p:nvPr/>
        </p:nvSpPr>
        <p:spPr>
          <a:xfrm rot="9279380">
            <a:off x="4352608" y="5314970"/>
            <a:ext cx="1630196" cy="389159"/>
          </a:xfrm>
          <a:prstGeom prst="triangle">
            <a:avLst>
              <a:gd name="adj" fmla="val 50000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9" name="Google Shape;339;p22"/>
          <p:cNvCxnSpPr/>
          <p:nvPr/>
        </p:nvCxnSpPr>
        <p:spPr>
          <a:xfrm flipH="1">
            <a:off x="4901227" y="2856280"/>
            <a:ext cx="0" cy="123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0" name="Google Shape;340;p22"/>
          <p:cNvCxnSpPr/>
          <p:nvPr/>
        </p:nvCxnSpPr>
        <p:spPr>
          <a:xfrm flipH="1">
            <a:off x="4901227" y="2050657"/>
            <a:ext cx="0" cy="123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1" name="Google Shape;341;p22"/>
          <p:cNvCxnSpPr/>
          <p:nvPr/>
        </p:nvCxnSpPr>
        <p:spPr>
          <a:xfrm flipH="1">
            <a:off x="5216006" y="2251407"/>
            <a:ext cx="86400" cy="57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2" name="Google Shape;342;p22"/>
          <p:cNvCxnSpPr/>
          <p:nvPr/>
        </p:nvCxnSpPr>
        <p:spPr>
          <a:xfrm flipH="1">
            <a:off x="4484215" y="2678392"/>
            <a:ext cx="86400" cy="57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3" name="Google Shape;343;p22"/>
          <p:cNvCxnSpPr/>
          <p:nvPr/>
        </p:nvCxnSpPr>
        <p:spPr>
          <a:xfrm rot="10800000">
            <a:off x="4486624" y="2296618"/>
            <a:ext cx="81600" cy="471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4" name="Google Shape;344;p22"/>
          <p:cNvCxnSpPr/>
          <p:nvPr/>
        </p:nvCxnSpPr>
        <p:spPr>
          <a:xfrm rot="10800000">
            <a:off x="5234430" y="2671062"/>
            <a:ext cx="81600" cy="471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5" name="Google Shape;345;p22"/>
          <p:cNvCxnSpPr/>
          <p:nvPr/>
        </p:nvCxnSpPr>
        <p:spPr>
          <a:xfrm>
            <a:off x="1319229" y="5087184"/>
            <a:ext cx="21600" cy="79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6" name="Google Shape;346;p22"/>
          <p:cNvCxnSpPr/>
          <p:nvPr/>
        </p:nvCxnSpPr>
        <p:spPr>
          <a:xfrm flipH="1">
            <a:off x="1307534" y="5410795"/>
            <a:ext cx="21600" cy="79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7" name="Google Shape;347;p22"/>
          <p:cNvCxnSpPr/>
          <p:nvPr/>
        </p:nvCxnSpPr>
        <p:spPr>
          <a:xfrm flipH="1">
            <a:off x="1342654" y="7348509"/>
            <a:ext cx="0" cy="123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8" name="Google Shape;348;p22"/>
          <p:cNvCxnSpPr/>
          <p:nvPr/>
        </p:nvCxnSpPr>
        <p:spPr>
          <a:xfrm flipH="1">
            <a:off x="2037710" y="8111021"/>
            <a:ext cx="0" cy="123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9" name="Google Shape;349;p22"/>
          <p:cNvCxnSpPr/>
          <p:nvPr/>
        </p:nvCxnSpPr>
        <p:spPr>
          <a:xfrm flipH="1">
            <a:off x="1787720" y="7660126"/>
            <a:ext cx="52200" cy="51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0" name="Google Shape;350;p22"/>
          <p:cNvCxnSpPr/>
          <p:nvPr/>
        </p:nvCxnSpPr>
        <p:spPr>
          <a:xfrm flipH="1">
            <a:off x="1810755" y="7682270"/>
            <a:ext cx="52200" cy="51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1" name="Google Shape;351;p22"/>
          <p:cNvCxnSpPr/>
          <p:nvPr/>
        </p:nvCxnSpPr>
        <p:spPr>
          <a:xfrm flipH="1">
            <a:off x="1469630" y="7820708"/>
            <a:ext cx="52200" cy="51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2" name="Google Shape;352;p22"/>
          <p:cNvCxnSpPr/>
          <p:nvPr/>
        </p:nvCxnSpPr>
        <p:spPr>
          <a:xfrm flipH="1">
            <a:off x="1492665" y="7842852"/>
            <a:ext cx="52200" cy="51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3" name="Google Shape;353;p22"/>
          <p:cNvCxnSpPr/>
          <p:nvPr/>
        </p:nvCxnSpPr>
        <p:spPr>
          <a:xfrm>
            <a:off x="5439809" y="5390582"/>
            <a:ext cx="74100" cy="55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4" name="Google Shape;354;p22"/>
          <p:cNvCxnSpPr/>
          <p:nvPr/>
        </p:nvCxnSpPr>
        <p:spPr>
          <a:xfrm flipH="1">
            <a:off x="4877712" y="5637176"/>
            <a:ext cx="3600" cy="91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5" name="Google Shape;355;p22"/>
          <p:cNvCxnSpPr/>
          <p:nvPr/>
        </p:nvCxnSpPr>
        <p:spPr>
          <a:xfrm>
            <a:off x="892281" y="2999220"/>
            <a:ext cx="1093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56" name="Google Shape;356;p22"/>
          <p:cNvSpPr txBox="1"/>
          <p:nvPr/>
        </p:nvSpPr>
        <p:spPr>
          <a:xfrm>
            <a:off x="1298913" y="2953787"/>
            <a:ext cx="4356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57" name="Google Shape;357;p22"/>
          <p:cNvCxnSpPr/>
          <p:nvPr/>
        </p:nvCxnSpPr>
        <p:spPr>
          <a:xfrm>
            <a:off x="5280355" y="2075402"/>
            <a:ext cx="209100" cy="399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58" name="Google Shape;358;p22"/>
          <p:cNvSpPr txBox="1"/>
          <p:nvPr/>
        </p:nvSpPr>
        <p:spPr>
          <a:xfrm>
            <a:off x="5426056" y="2066051"/>
            <a:ext cx="3924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59" name="Google Shape;359;p22"/>
          <p:cNvCxnSpPr/>
          <p:nvPr/>
        </p:nvCxnSpPr>
        <p:spPr>
          <a:xfrm flipH="1">
            <a:off x="2003800" y="4980376"/>
            <a:ext cx="0" cy="618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60" name="Google Shape;360;p22"/>
          <p:cNvSpPr txBox="1"/>
          <p:nvPr/>
        </p:nvSpPr>
        <p:spPr>
          <a:xfrm flipH="1">
            <a:off x="2020644" y="5147610"/>
            <a:ext cx="3717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61" name="Google Shape;361;p22"/>
          <p:cNvCxnSpPr/>
          <p:nvPr/>
        </p:nvCxnSpPr>
        <p:spPr>
          <a:xfrm rot="10800000">
            <a:off x="4333178" y="5780534"/>
            <a:ext cx="928200" cy="10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62" name="Google Shape;362;p22"/>
          <p:cNvSpPr txBox="1"/>
          <p:nvPr/>
        </p:nvSpPr>
        <p:spPr>
          <a:xfrm>
            <a:off x="4619748" y="5836901"/>
            <a:ext cx="4155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63" name="Google Shape;363;p22"/>
          <p:cNvCxnSpPr/>
          <p:nvPr/>
        </p:nvCxnSpPr>
        <p:spPr>
          <a:xfrm rot="10800000">
            <a:off x="994365" y="8176690"/>
            <a:ext cx="832500" cy="0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64" name="Google Shape;364;p22"/>
          <p:cNvCxnSpPr/>
          <p:nvPr/>
        </p:nvCxnSpPr>
        <p:spPr>
          <a:xfrm>
            <a:off x="1003332" y="8048605"/>
            <a:ext cx="126600" cy="0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5" name="Google Shape;365;p22"/>
          <p:cNvCxnSpPr/>
          <p:nvPr/>
        </p:nvCxnSpPr>
        <p:spPr>
          <a:xfrm rot="10800000" flipH="1">
            <a:off x="1123701" y="8045306"/>
            <a:ext cx="0" cy="124800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6" name="Google Shape;366;p22"/>
          <p:cNvCxnSpPr/>
          <p:nvPr/>
        </p:nvCxnSpPr>
        <p:spPr>
          <a:xfrm flipH="1">
            <a:off x="1003332" y="7415110"/>
            <a:ext cx="0" cy="749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67" name="Google Shape;367;p22"/>
          <p:cNvCxnSpPr/>
          <p:nvPr/>
        </p:nvCxnSpPr>
        <p:spPr>
          <a:xfrm rot="10800000">
            <a:off x="1003341" y="7317349"/>
            <a:ext cx="527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68" name="Google Shape;368;p22"/>
          <p:cNvSpPr txBox="1"/>
          <p:nvPr/>
        </p:nvSpPr>
        <p:spPr>
          <a:xfrm>
            <a:off x="1077271" y="7083262"/>
            <a:ext cx="4725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9" name="Google Shape;369;p22"/>
          <p:cNvSpPr txBox="1"/>
          <p:nvPr/>
        </p:nvSpPr>
        <p:spPr>
          <a:xfrm>
            <a:off x="4633949" y="5047324"/>
            <a:ext cx="4725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0" name="Google Shape;370;p22"/>
          <p:cNvSpPr txBox="1"/>
          <p:nvPr/>
        </p:nvSpPr>
        <p:spPr>
          <a:xfrm>
            <a:off x="2041181" y="7575178"/>
            <a:ext cx="3924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1" name="Google Shape;371;p22"/>
          <p:cNvSpPr txBox="1"/>
          <p:nvPr/>
        </p:nvSpPr>
        <p:spPr>
          <a:xfrm>
            <a:off x="650472" y="7718477"/>
            <a:ext cx="3924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2" name="Google Shape;372;p22"/>
          <p:cNvSpPr txBox="1"/>
          <p:nvPr/>
        </p:nvSpPr>
        <p:spPr>
          <a:xfrm>
            <a:off x="487228" y="1860075"/>
            <a:ext cx="2091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3" name="Google Shape;373;p22"/>
          <p:cNvSpPr txBox="1"/>
          <p:nvPr/>
        </p:nvSpPr>
        <p:spPr>
          <a:xfrm>
            <a:off x="4134102" y="1860075"/>
            <a:ext cx="2091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4" name="Google Shape;374;p22"/>
          <p:cNvSpPr txBox="1"/>
          <p:nvPr/>
        </p:nvSpPr>
        <p:spPr>
          <a:xfrm>
            <a:off x="491444" y="4679475"/>
            <a:ext cx="2091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22"/>
          <p:cNvSpPr txBox="1"/>
          <p:nvPr/>
        </p:nvSpPr>
        <p:spPr>
          <a:xfrm>
            <a:off x="4159403" y="4723467"/>
            <a:ext cx="2091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22"/>
          <p:cNvSpPr txBox="1"/>
          <p:nvPr/>
        </p:nvSpPr>
        <p:spPr>
          <a:xfrm>
            <a:off x="552702" y="7148242"/>
            <a:ext cx="2091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7" name="Google Shape;377;p22"/>
          <p:cNvSpPr txBox="1"/>
          <p:nvPr/>
        </p:nvSpPr>
        <p:spPr>
          <a:xfrm>
            <a:off x="4790177" y="3430411"/>
            <a:ext cx="415500" cy="3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 i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8" name="Google Shape;378;p22"/>
          <p:cNvSpPr/>
          <p:nvPr/>
        </p:nvSpPr>
        <p:spPr>
          <a:xfrm rot="5400000" flipH="1">
            <a:off x="4887200" y="7220971"/>
            <a:ext cx="734400" cy="1250100"/>
          </a:xfrm>
          <a:prstGeom prst="corner">
            <a:avLst>
              <a:gd name="adj1" fmla="val 38452"/>
              <a:gd name="adj2" fmla="val 53479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22"/>
          <p:cNvSpPr txBox="1"/>
          <p:nvPr/>
        </p:nvSpPr>
        <p:spPr>
          <a:xfrm>
            <a:off x="5214730" y="7575408"/>
            <a:ext cx="3924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0" name="Google Shape;380;p22"/>
          <p:cNvSpPr txBox="1"/>
          <p:nvPr/>
        </p:nvSpPr>
        <p:spPr>
          <a:xfrm>
            <a:off x="4210091" y="7759017"/>
            <a:ext cx="3924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81" name="Google Shape;381;p22"/>
          <p:cNvCxnSpPr/>
          <p:nvPr/>
        </p:nvCxnSpPr>
        <p:spPr>
          <a:xfrm rot="10800000">
            <a:off x="4618929" y="7403454"/>
            <a:ext cx="3051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82" name="Google Shape;382;p22"/>
          <p:cNvSpPr txBox="1"/>
          <p:nvPr/>
        </p:nvSpPr>
        <p:spPr>
          <a:xfrm>
            <a:off x="4653513" y="7138404"/>
            <a:ext cx="4356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3" name="Google Shape;383;p22"/>
          <p:cNvSpPr txBox="1"/>
          <p:nvPr/>
        </p:nvSpPr>
        <p:spPr>
          <a:xfrm>
            <a:off x="4183244" y="7148242"/>
            <a:ext cx="2091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84" name="Google Shape;384;p22"/>
          <p:cNvCxnSpPr/>
          <p:nvPr/>
        </p:nvCxnSpPr>
        <p:spPr>
          <a:xfrm>
            <a:off x="1185783" y="2025078"/>
            <a:ext cx="5319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85" name="Google Shape;385;p22"/>
          <p:cNvCxnSpPr/>
          <p:nvPr/>
        </p:nvCxnSpPr>
        <p:spPr>
          <a:xfrm rot="10800000" flipH="1">
            <a:off x="816820" y="2100755"/>
            <a:ext cx="262800" cy="778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86" name="Google Shape;386;p22"/>
          <p:cNvCxnSpPr/>
          <p:nvPr/>
        </p:nvCxnSpPr>
        <p:spPr>
          <a:xfrm rot="10800000">
            <a:off x="1836864" y="2110729"/>
            <a:ext cx="259500" cy="781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87" name="Google Shape;387;p22"/>
          <p:cNvCxnSpPr/>
          <p:nvPr/>
        </p:nvCxnSpPr>
        <p:spPr>
          <a:xfrm flipH="1">
            <a:off x="670927" y="4864396"/>
            <a:ext cx="1212000" cy="309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88" name="Google Shape;388;p22"/>
          <p:cNvCxnSpPr/>
          <p:nvPr/>
        </p:nvCxnSpPr>
        <p:spPr>
          <a:xfrm flipH="1">
            <a:off x="4280644" y="4874005"/>
            <a:ext cx="1473300" cy="697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89" name="Google Shape;389;p22"/>
          <p:cNvCxnSpPr/>
          <p:nvPr/>
        </p:nvCxnSpPr>
        <p:spPr>
          <a:xfrm>
            <a:off x="1664001" y="7379630"/>
            <a:ext cx="804300" cy="753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90" name="Google Shape;390;p22"/>
          <p:cNvCxnSpPr/>
          <p:nvPr/>
        </p:nvCxnSpPr>
        <p:spPr>
          <a:xfrm flipH="1">
            <a:off x="4530526" y="7482161"/>
            <a:ext cx="4800" cy="736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91" name="Google Shape;391;p22"/>
          <p:cNvCxnSpPr/>
          <p:nvPr/>
        </p:nvCxnSpPr>
        <p:spPr>
          <a:xfrm>
            <a:off x="4925069" y="7756262"/>
            <a:ext cx="964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92" name="Google Shape;392;p22"/>
          <p:cNvSpPr txBox="1"/>
          <p:nvPr/>
        </p:nvSpPr>
        <p:spPr>
          <a:xfrm>
            <a:off x="476400" y="1298429"/>
            <a:ext cx="66198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perimeter of each shape is 24 m. Find the value of each of the unknowns.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3" name="Google Shape;393;p22"/>
          <p:cNvSpPr txBox="1"/>
          <p:nvPr/>
        </p:nvSpPr>
        <p:spPr>
          <a:xfrm>
            <a:off x="1247453" y="3419823"/>
            <a:ext cx="415500" cy="3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94" name="Google Shape;394;p22"/>
          <p:cNvSpPr txBox="1"/>
          <p:nvPr/>
        </p:nvSpPr>
        <p:spPr>
          <a:xfrm>
            <a:off x="1185783" y="6165390"/>
            <a:ext cx="415500" cy="3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=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5" name="Google Shape;395;p22"/>
          <p:cNvSpPr txBox="1"/>
          <p:nvPr/>
        </p:nvSpPr>
        <p:spPr>
          <a:xfrm>
            <a:off x="4745848" y="6194311"/>
            <a:ext cx="415500" cy="3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96" name="Google Shape;396;p22"/>
          <p:cNvSpPr txBox="1"/>
          <p:nvPr/>
        </p:nvSpPr>
        <p:spPr>
          <a:xfrm>
            <a:off x="1180045" y="8641636"/>
            <a:ext cx="415500" cy="3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7" name="Google Shape;397;p22"/>
          <p:cNvSpPr txBox="1"/>
          <p:nvPr/>
        </p:nvSpPr>
        <p:spPr>
          <a:xfrm>
            <a:off x="4756034" y="8609111"/>
            <a:ext cx="415500" cy="3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103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1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Checking understanding of perimeter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2024-01-08T16:53:31.710</cp:lastPrinted>
  <dcterms:created xsi:type="dcterms:W3CDTF">2024-01-08T16:53:31Z</dcterms:created>
  <dcterms:modified xsi:type="dcterms:W3CDTF">2024-01-08T16:53:57Z</dcterms:modified>
</cp:coreProperties>
</file>