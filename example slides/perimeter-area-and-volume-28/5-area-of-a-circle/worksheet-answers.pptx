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98" name="Shape 298"/>
        <p:cNvGrpSpPr/>
        <p:nvPr/>
      </p:nvGrpSpPr>
      <p:grpSpPr>
        <a:xfrm>
          <a:off x="0" y="0"/>
          <a:ext cx="0" cy="0"/>
        </a:xfrm>
      </p:grpSpPr>
      <p:sp>
        <p:nvSpPr>
          <p:cNvPr id="299" name="Google Shape;299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Area of a circle</a:t>
            </a:r>
            <a:endParaRPr/>
          </a:p>
        </p:txBody>
      </p:sp>
      <p:pic>
        <p:nvPicPr>
          <p:cNvPr id="173" name="Google Shape;173;p20"/>
          <p:cNvPicPr preferRelativeResize="0"/>
          <p:nvPr/>
        </p:nvPicPr>
        <p:blipFill>
          <a:blip r:embed="rId3">
            <a:alphaModFix/>
          </a:blip>
          <a:srcRect l="61572" b="23371"/>
          <a:stretch>
            <a:fillRect/>
          </a:stretch>
        </p:blipFill>
        <p:spPr>
          <a:xfrm>
            <a:off x="756160" y="2687287"/>
            <a:ext cx="1122599" cy="11304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>
          <a:blip r:embed="rId3">
            <a:alphaModFix/>
          </a:blip>
          <a:srcRect r="49052"/>
          <a:stretch>
            <a:fillRect/>
          </a:stretch>
        </p:blipFill>
        <p:spPr>
          <a:xfrm>
            <a:off x="4190361" y="2687510"/>
            <a:ext cx="1488339" cy="1475261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0"/>
          <p:cNvSpPr txBox="1"/>
          <p:nvPr/>
        </p:nvSpPr>
        <p:spPr>
          <a:xfrm>
            <a:off x="476075" y="1857575"/>
            <a:ext cx="6624000" cy="6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For each diagram: i) find the number of complete squares inside the circle;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                   ii) find the total number of squares;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                  iii) complete the range for the area of the circle.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477975" y="1354175"/>
            <a:ext cx="6614100" cy="2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Estimating areas of circles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474700" y="4285550"/>
            <a:ext cx="3198300" cy="10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i) number of squares inside =    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ii) total number of squares = </a:t>
            </a:r>
            <a:endParaRPr sz="1200" baseline="30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iii)       units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&lt; area of circle &lt;       units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</a:t>
            </a:r>
            <a:endParaRPr sz="1200" baseline="30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3928800" y="4285550"/>
            <a:ext cx="3163200" cy="9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i) number of squares inside =    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ii) total number of squares =  </a:t>
            </a:r>
            <a:endParaRPr sz="1200" baseline="30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iii)       units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&lt; area of circle &lt;       units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477980" y="2649532"/>
            <a:ext cx="204600" cy="2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3918636" y="2649532"/>
            <a:ext cx="204600" cy="2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2881205" y="4277109"/>
            <a:ext cx="325200" cy="2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16</a:t>
            </a:r>
            <a:endParaRPr sz="1200" baseline="30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2796011" y="4608064"/>
            <a:ext cx="325200" cy="2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36</a:t>
            </a:r>
            <a:endParaRPr sz="1200" baseline="30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760431" y="4938385"/>
            <a:ext cx="231600" cy="2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16</a:t>
            </a:r>
            <a:endParaRPr sz="1200" baseline="30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6291744" y="4277109"/>
            <a:ext cx="325200" cy="2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32</a:t>
            </a:r>
            <a:endParaRPr sz="1200" baseline="30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6278029" y="4598024"/>
            <a:ext cx="325200" cy="2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64</a:t>
            </a:r>
            <a:endParaRPr sz="1200" baseline="30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2685922" y="4935430"/>
            <a:ext cx="263100" cy="2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36</a:t>
            </a:r>
            <a:endParaRPr sz="1200" baseline="30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6139344" y="4935577"/>
            <a:ext cx="325200" cy="2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64</a:t>
            </a:r>
            <a:endParaRPr sz="1200" baseline="30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4182764" y="4928895"/>
            <a:ext cx="325200" cy="2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32</a:t>
            </a:r>
            <a:endParaRPr sz="1200" baseline="30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837922" y="8894994"/>
            <a:ext cx="238800" cy="2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18</a:t>
            </a:r>
            <a:endParaRPr sz="1200" i="1" baseline="30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1569145" y="8894994"/>
            <a:ext cx="238800" cy="2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36</a:t>
            </a:r>
            <a:endParaRPr sz="1200" i="1" baseline="30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3124123" y="8894994"/>
            <a:ext cx="238800" cy="2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32</a:t>
            </a:r>
            <a:endParaRPr sz="1200" i="1" baseline="30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3879238" y="8894994"/>
            <a:ext cx="238800" cy="2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64</a:t>
            </a:r>
            <a:endParaRPr sz="1200" i="1" baseline="30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5306363" y="8895002"/>
            <a:ext cx="283800" cy="2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200</a:t>
            </a:r>
            <a:endParaRPr sz="1200" i="1" baseline="30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6116292" y="8895002"/>
            <a:ext cx="381000" cy="2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400</a:t>
            </a:r>
            <a:endParaRPr sz="1200" i="1" baseline="30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95" name="Google Shape;195;p20"/>
          <p:cNvGrpSpPr/>
          <p:nvPr/>
        </p:nvGrpSpPr>
        <p:grpSpPr>
          <a:xfrm>
            <a:off x="5043389" y="6765712"/>
            <a:ext cx="1923068" cy="1176638"/>
            <a:chOff x="2190976" y="1392600"/>
            <a:chExt cx="3134074" cy="1917598"/>
          </a:xfrm>
        </p:grpSpPr>
        <p:cxnSp>
          <p:nvCxnSpPr>
            <p:cNvPr id="196" name="Google Shape;196;p20"/>
            <p:cNvCxnSpPr/>
            <p:nvPr/>
          </p:nvCxnSpPr>
          <p:spPr>
            <a:xfrm rot="10800000">
              <a:off x="3118111" y="1467598"/>
              <a:ext cx="1883400" cy="0"/>
            </a:xfrm>
            <a:prstGeom prst="straightConnector1">
              <a:avLst/>
            </a:prstGeom>
            <a:noFill/>
            <a:ln w="28575" cap="flat" cmpd="sng">
              <a:solidFill>
                <a:srgbClr val="808080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grpSp>
          <p:nvGrpSpPr>
            <p:cNvPr id="197" name="Google Shape;197;p20"/>
            <p:cNvGrpSpPr/>
            <p:nvPr/>
          </p:nvGrpSpPr>
          <p:grpSpPr>
            <a:xfrm>
              <a:off x="2190976" y="1392600"/>
              <a:ext cx="3134074" cy="1917598"/>
              <a:chOff x="2190976" y="1392600"/>
              <a:chExt cx="3134074" cy="1917598"/>
            </a:xfrm>
          </p:grpSpPr>
          <p:cxnSp>
            <p:nvCxnSpPr>
              <p:cNvPr id="198" name="Google Shape;198;p20"/>
              <p:cNvCxnSpPr>
                <a:endCxn id="199" idx="6"/>
              </p:cNvCxnSpPr>
              <p:nvPr/>
            </p:nvCxnSpPr>
            <p:spPr>
              <a:xfrm flipH="1">
                <a:off x="3161727" y="2399706"/>
                <a:ext cx="1839900" cy="18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808080"/>
                </a:solidFill>
                <a:prstDash val="dash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00" name="Google Shape;200;p20"/>
              <p:cNvSpPr/>
              <p:nvPr/>
            </p:nvSpPr>
            <p:spPr>
              <a:xfrm>
                <a:off x="2190976" y="1467598"/>
                <a:ext cx="1842300" cy="1842600"/>
              </a:xfrm>
              <a:prstGeom prst="ellipse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01" name="Google Shape;201;p20"/>
              <p:cNvSpPr/>
              <p:nvPr/>
            </p:nvSpPr>
            <p:spPr>
              <a:xfrm>
                <a:off x="4326075" y="1471620"/>
                <a:ext cx="930000" cy="930000"/>
              </a:xfrm>
              <a:prstGeom prst="rect">
                <a:avLst/>
              </a:prstGeom>
              <a:solidFill>
                <a:srgbClr val="F3EEFB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99" name="Google Shape;199;p20"/>
              <p:cNvSpPr/>
              <p:nvPr/>
            </p:nvSpPr>
            <p:spPr>
              <a:xfrm>
                <a:off x="3044427" y="2342856"/>
                <a:ext cx="117300" cy="1173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202" name="Google Shape;202;p20"/>
              <p:cNvCxnSpPr>
                <a:endCxn id="200" idx="0"/>
              </p:cNvCxnSpPr>
              <p:nvPr/>
            </p:nvCxnSpPr>
            <p:spPr>
              <a:xfrm rot="10800000" flipH="1">
                <a:off x="3107026" y="1467598"/>
                <a:ext cx="5100" cy="9363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cxnSp>
            <p:nvCxnSpPr>
              <p:cNvPr id="203" name="Google Shape;203;p20"/>
              <p:cNvCxnSpPr/>
              <p:nvPr/>
            </p:nvCxnSpPr>
            <p:spPr>
              <a:xfrm rot="10800000" flipH="1">
                <a:off x="4777425" y="2330725"/>
                <a:ext cx="0" cy="1500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4" name="Google Shape;204;p20"/>
              <p:cNvCxnSpPr/>
              <p:nvPr/>
            </p:nvCxnSpPr>
            <p:spPr>
              <a:xfrm rot="10800000" flipH="1">
                <a:off x="4777425" y="1392600"/>
                <a:ext cx="0" cy="1500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5" name="Google Shape;205;p20"/>
              <p:cNvCxnSpPr/>
              <p:nvPr/>
            </p:nvCxnSpPr>
            <p:spPr>
              <a:xfrm>
                <a:off x="5183450" y="1952500"/>
                <a:ext cx="1416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06" name="Google Shape;206;p20"/>
              <p:cNvCxnSpPr/>
              <p:nvPr/>
            </p:nvCxnSpPr>
            <p:spPr>
              <a:xfrm>
                <a:off x="4249200" y="1952500"/>
                <a:ext cx="1416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207" name="Google Shape;207;p20"/>
              <p:cNvGrpSpPr/>
              <p:nvPr/>
            </p:nvGrpSpPr>
            <p:grpSpPr>
              <a:xfrm>
                <a:off x="4347506" y="2271311"/>
                <a:ext cx="94144" cy="114000"/>
                <a:chOff x="4342000" y="2271311"/>
                <a:chExt cx="94144" cy="114000"/>
              </a:xfrm>
            </p:grpSpPr>
            <p:cxnSp>
              <p:nvCxnSpPr>
                <p:cNvPr id="208" name="Google Shape;208;p20"/>
                <p:cNvCxnSpPr/>
                <p:nvPr/>
              </p:nvCxnSpPr>
              <p:spPr>
                <a:xfrm rot="10800000" flipH="1">
                  <a:off x="4436144" y="2271311"/>
                  <a:ext cx="0" cy="1140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9" name="Google Shape;209;p20"/>
                <p:cNvCxnSpPr/>
                <p:nvPr/>
              </p:nvCxnSpPr>
              <p:spPr>
                <a:xfrm rot="10800000">
                  <a:off x="4342000" y="2280236"/>
                  <a:ext cx="8640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210" name="Google Shape;210;p20"/>
              <p:cNvGrpSpPr/>
              <p:nvPr/>
            </p:nvGrpSpPr>
            <p:grpSpPr>
              <a:xfrm rot="10800000" flipH="1">
                <a:off x="4347506" y="1491887"/>
                <a:ext cx="94144" cy="114000"/>
                <a:chOff x="4342000" y="2271311"/>
                <a:chExt cx="94144" cy="114000"/>
              </a:xfrm>
            </p:grpSpPr>
            <p:cxnSp>
              <p:nvCxnSpPr>
                <p:cNvPr id="211" name="Google Shape;211;p20"/>
                <p:cNvCxnSpPr/>
                <p:nvPr/>
              </p:nvCxnSpPr>
              <p:spPr>
                <a:xfrm rot="10800000" flipH="1">
                  <a:off x="4436144" y="2271311"/>
                  <a:ext cx="0" cy="1140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12" name="Google Shape;212;p20"/>
                <p:cNvCxnSpPr/>
                <p:nvPr/>
              </p:nvCxnSpPr>
              <p:spPr>
                <a:xfrm rot="10800000">
                  <a:off x="4342000" y="2280236"/>
                  <a:ext cx="8640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213" name="Google Shape;213;p20"/>
              <p:cNvGrpSpPr/>
              <p:nvPr/>
            </p:nvGrpSpPr>
            <p:grpSpPr>
              <a:xfrm rot="10800000">
                <a:off x="5141481" y="1491887"/>
                <a:ext cx="94144" cy="114000"/>
                <a:chOff x="4342000" y="2271311"/>
                <a:chExt cx="94144" cy="114000"/>
              </a:xfrm>
            </p:grpSpPr>
            <p:cxnSp>
              <p:nvCxnSpPr>
                <p:cNvPr id="214" name="Google Shape;214;p20"/>
                <p:cNvCxnSpPr/>
                <p:nvPr/>
              </p:nvCxnSpPr>
              <p:spPr>
                <a:xfrm rot="10800000" flipH="1">
                  <a:off x="4436144" y="2271311"/>
                  <a:ext cx="0" cy="1140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15" name="Google Shape;215;p20"/>
                <p:cNvCxnSpPr/>
                <p:nvPr/>
              </p:nvCxnSpPr>
              <p:spPr>
                <a:xfrm rot="10800000">
                  <a:off x="4342000" y="2280236"/>
                  <a:ext cx="8640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216" name="Google Shape;216;p20"/>
              <p:cNvGrpSpPr/>
              <p:nvPr/>
            </p:nvGrpSpPr>
            <p:grpSpPr>
              <a:xfrm rot="-5400000">
                <a:off x="5131948" y="2279031"/>
                <a:ext cx="94144" cy="114000"/>
                <a:chOff x="4342000" y="2271311"/>
                <a:chExt cx="94144" cy="114000"/>
              </a:xfrm>
            </p:grpSpPr>
            <p:cxnSp>
              <p:nvCxnSpPr>
                <p:cNvPr id="217" name="Google Shape;217;p20"/>
                <p:cNvCxnSpPr/>
                <p:nvPr/>
              </p:nvCxnSpPr>
              <p:spPr>
                <a:xfrm rot="10800000" flipH="1">
                  <a:off x="4436144" y="2271311"/>
                  <a:ext cx="0" cy="1140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18" name="Google Shape;218;p20"/>
                <p:cNvCxnSpPr/>
                <p:nvPr/>
              </p:nvCxnSpPr>
              <p:spPr>
                <a:xfrm rot="10800000">
                  <a:off x="4342000" y="2280236"/>
                  <a:ext cx="8640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219" name="Google Shape;219;p20"/>
          <p:cNvSpPr txBox="1"/>
          <p:nvPr/>
        </p:nvSpPr>
        <p:spPr>
          <a:xfrm>
            <a:off x="474849" y="6017100"/>
            <a:ext cx="6491700" cy="58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Use the information provided to fill in the gaps.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area of each circle is between 2 and 4 times the area of its accompanying square.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0"/>
          <p:cNvSpPr txBox="1"/>
          <p:nvPr/>
        </p:nvSpPr>
        <p:spPr>
          <a:xfrm>
            <a:off x="1442204" y="6643681"/>
            <a:ext cx="1038000" cy="2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area = 9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200" baseline="30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1" name="Google Shape;221;p20"/>
          <p:cNvGrpSpPr/>
          <p:nvPr/>
        </p:nvGrpSpPr>
        <p:grpSpPr>
          <a:xfrm>
            <a:off x="609434" y="6935395"/>
            <a:ext cx="1428197" cy="873850"/>
            <a:chOff x="2190976" y="1392600"/>
            <a:chExt cx="3134074" cy="1917598"/>
          </a:xfrm>
        </p:grpSpPr>
        <p:cxnSp>
          <p:nvCxnSpPr>
            <p:cNvPr id="222" name="Google Shape;222;p20"/>
            <p:cNvCxnSpPr/>
            <p:nvPr/>
          </p:nvCxnSpPr>
          <p:spPr>
            <a:xfrm rot="10800000">
              <a:off x="3118111" y="1467598"/>
              <a:ext cx="1883400" cy="0"/>
            </a:xfrm>
            <a:prstGeom prst="straightConnector1">
              <a:avLst/>
            </a:prstGeom>
            <a:noFill/>
            <a:ln w="28575" cap="flat" cmpd="sng">
              <a:solidFill>
                <a:srgbClr val="808080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grpSp>
          <p:nvGrpSpPr>
            <p:cNvPr id="223" name="Google Shape;223;p20"/>
            <p:cNvGrpSpPr/>
            <p:nvPr/>
          </p:nvGrpSpPr>
          <p:grpSpPr>
            <a:xfrm>
              <a:off x="2190976" y="1392600"/>
              <a:ext cx="3134074" cy="1917598"/>
              <a:chOff x="2190976" y="1392600"/>
              <a:chExt cx="3134074" cy="1917598"/>
            </a:xfrm>
          </p:grpSpPr>
          <p:cxnSp>
            <p:nvCxnSpPr>
              <p:cNvPr id="224" name="Google Shape;224;p20"/>
              <p:cNvCxnSpPr>
                <a:endCxn id="225" idx="6"/>
              </p:cNvCxnSpPr>
              <p:nvPr/>
            </p:nvCxnSpPr>
            <p:spPr>
              <a:xfrm flipH="1">
                <a:off x="3161727" y="2399706"/>
                <a:ext cx="1839900" cy="18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808080"/>
                </a:solidFill>
                <a:prstDash val="dash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26" name="Google Shape;226;p20"/>
              <p:cNvSpPr/>
              <p:nvPr/>
            </p:nvSpPr>
            <p:spPr>
              <a:xfrm>
                <a:off x="2190976" y="1467598"/>
                <a:ext cx="1842300" cy="1842600"/>
              </a:xfrm>
              <a:prstGeom prst="ellipse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27" name="Google Shape;227;p20"/>
              <p:cNvSpPr/>
              <p:nvPr/>
            </p:nvSpPr>
            <p:spPr>
              <a:xfrm>
                <a:off x="4326075" y="1471620"/>
                <a:ext cx="930000" cy="930000"/>
              </a:xfrm>
              <a:prstGeom prst="rect">
                <a:avLst/>
              </a:prstGeom>
              <a:solidFill>
                <a:srgbClr val="F3EEFB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25" name="Google Shape;225;p20"/>
              <p:cNvSpPr/>
              <p:nvPr/>
            </p:nvSpPr>
            <p:spPr>
              <a:xfrm>
                <a:off x="3044427" y="2342856"/>
                <a:ext cx="117300" cy="1173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228" name="Google Shape;228;p20"/>
              <p:cNvCxnSpPr>
                <a:endCxn id="226" idx="0"/>
              </p:cNvCxnSpPr>
              <p:nvPr/>
            </p:nvCxnSpPr>
            <p:spPr>
              <a:xfrm rot="10800000" flipH="1">
                <a:off x="3107026" y="1467598"/>
                <a:ext cx="5100" cy="9363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cxnSp>
            <p:nvCxnSpPr>
              <p:cNvPr id="229" name="Google Shape;229;p20"/>
              <p:cNvCxnSpPr/>
              <p:nvPr/>
            </p:nvCxnSpPr>
            <p:spPr>
              <a:xfrm rot="10800000" flipH="1">
                <a:off x="4777425" y="2330725"/>
                <a:ext cx="0" cy="1500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0" name="Google Shape;230;p20"/>
              <p:cNvCxnSpPr/>
              <p:nvPr/>
            </p:nvCxnSpPr>
            <p:spPr>
              <a:xfrm rot="10800000" flipH="1">
                <a:off x="4777425" y="1392600"/>
                <a:ext cx="0" cy="1500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1" name="Google Shape;231;p20"/>
              <p:cNvCxnSpPr/>
              <p:nvPr/>
            </p:nvCxnSpPr>
            <p:spPr>
              <a:xfrm>
                <a:off x="5183450" y="1952500"/>
                <a:ext cx="1416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2" name="Google Shape;232;p20"/>
              <p:cNvCxnSpPr/>
              <p:nvPr/>
            </p:nvCxnSpPr>
            <p:spPr>
              <a:xfrm>
                <a:off x="4249200" y="1952500"/>
                <a:ext cx="1416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233" name="Google Shape;233;p20"/>
              <p:cNvGrpSpPr/>
              <p:nvPr/>
            </p:nvGrpSpPr>
            <p:grpSpPr>
              <a:xfrm>
                <a:off x="4347506" y="2271311"/>
                <a:ext cx="94144" cy="114000"/>
                <a:chOff x="4342000" y="2271311"/>
                <a:chExt cx="94144" cy="114000"/>
              </a:xfrm>
            </p:grpSpPr>
            <p:cxnSp>
              <p:nvCxnSpPr>
                <p:cNvPr id="234" name="Google Shape;234;p20"/>
                <p:cNvCxnSpPr/>
                <p:nvPr/>
              </p:nvCxnSpPr>
              <p:spPr>
                <a:xfrm rot="10800000" flipH="1">
                  <a:off x="4436144" y="2271311"/>
                  <a:ext cx="0" cy="1140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35" name="Google Shape;235;p20"/>
                <p:cNvCxnSpPr/>
                <p:nvPr/>
              </p:nvCxnSpPr>
              <p:spPr>
                <a:xfrm rot="10800000">
                  <a:off x="4342000" y="2280236"/>
                  <a:ext cx="8640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236" name="Google Shape;236;p20"/>
              <p:cNvGrpSpPr/>
              <p:nvPr/>
            </p:nvGrpSpPr>
            <p:grpSpPr>
              <a:xfrm rot="10800000" flipH="1">
                <a:off x="4347506" y="1491887"/>
                <a:ext cx="94144" cy="114000"/>
                <a:chOff x="4342000" y="2271311"/>
                <a:chExt cx="94144" cy="114000"/>
              </a:xfrm>
            </p:grpSpPr>
            <p:cxnSp>
              <p:nvCxnSpPr>
                <p:cNvPr id="237" name="Google Shape;237;p20"/>
                <p:cNvCxnSpPr/>
                <p:nvPr/>
              </p:nvCxnSpPr>
              <p:spPr>
                <a:xfrm rot="10800000" flipH="1">
                  <a:off x="4436144" y="2271311"/>
                  <a:ext cx="0" cy="1140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38" name="Google Shape;238;p20"/>
                <p:cNvCxnSpPr/>
                <p:nvPr/>
              </p:nvCxnSpPr>
              <p:spPr>
                <a:xfrm rot="10800000">
                  <a:off x="4342000" y="2280236"/>
                  <a:ext cx="8640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239" name="Google Shape;239;p20"/>
              <p:cNvGrpSpPr/>
              <p:nvPr/>
            </p:nvGrpSpPr>
            <p:grpSpPr>
              <a:xfrm rot="10800000">
                <a:off x="5141481" y="1491887"/>
                <a:ext cx="94144" cy="114000"/>
                <a:chOff x="4342000" y="2271311"/>
                <a:chExt cx="94144" cy="114000"/>
              </a:xfrm>
            </p:grpSpPr>
            <p:cxnSp>
              <p:nvCxnSpPr>
                <p:cNvPr id="240" name="Google Shape;240;p20"/>
                <p:cNvCxnSpPr/>
                <p:nvPr/>
              </p:nvCxnSpPr>
              <p:spPr>
                <a:xfrm rot="10800000" flipH="1">
                  <a:off x="4436144" y="2271311"/>
                  <a:ext cx="0" cy="1140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41" name="Google Shape;241;p20"/>
                <p:cNvCxnSpPr/>
                <p:nvPr/>
              </p:nvCxnSpPr>
              <p:spPr>
                <a:xfrm rot="10800000">
                  <a:off x="4342000" y="2280236"/>
                  <a:ext cx="8640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242" name="Google Shape;242;p20"/>
              <p:cNvGrpSpPr/>
              <p:nvPr/>
            </p:nvGrpSpPr>
            <p:grpSpPr>
              <a:xfrm rot="-5400000">
                <a:off x="5131948" y="2279031"/>
                <a:ext cx="94144" cy="114000"/>
                <a:chOff x="4342000" y="2271311"/>
                <a:chExt cx="94144" cy="114000"/>
              </a:xfrm>
            </p:grpSpPr>
            <p:cxnSp>
              <p:nvCxnSpPr>
                <p:cNvPr id="243" name="Google Shape;243;p20"/>
                <p:cNvCxnSpPr/>
                <p:nvPr/>
              </p:nvCxnSpPr>
              <p:spPr>
                <a:xfrm rot="10800000" flipH="1">
                  <a:off x="4436144" y="2271311"/>
                  <a:ext cx="0" cy="1140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44" name="Google Shape;244;p20"/>
                <p:cNvCxnSpPr/>
                <p:nvPr/>
              </p:nvCxnSpPr>
              <p:spPr>
                <a:xfrm rot="10800000">
                  <a:off x="4342000" y="2280236"/>
                  <a:ext cx="8640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grpSp>
        <p:nvGrpSpPr>
          <p:cNvPr id="245" name="Google Shape;245;p20"/>
          <p:cNvGrpSpPr/>
          <p:nvPr/>
        </p:nvGrpSpPr>
        <p:grpSpPr>
          <a:xfrm>
            <a:off x="2821309" y="6897303"/>
            <a:ext cx="1639747" cy="1003287"/>
            <a:chOff x="2190976" y="1392600"/>
            <a:chExt cx="3134074" cy="1917598"/>
          </a:xfrm>
        </p:grpSpPr>
        <p:cxnSp>
          <p:nvCxnSpPr>
            <p:cNvPr id="246" name="Google Shape;246;p20"/>
            <p:cNvCxnSpPr/>
            <p:nvPr/>
          </p:nvCxnSpPr>
          <p:spPr>
            <a:xfrm rot="10800000">
              <a:off x="3118111" y="1467598"/>
              <a:ext cx="1883400" cy="0"/>
            </a:xfrm>
            <a:prstGeom prst="straightConnector1">
              <a:avLst/>
            </a:prstGeom>
            <a:noFill/>
            <a:ln w="28575" cap="flat" cmpd="sng">
              <a:solidFill>
                <a:srgbClr val="808080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grpSp>
          <p:nvGrpSpPr>
            <p:cNvPr id="247" name="Google Shape;247;p20"/>
            <p:cNvGrpSpPr/>
            <p:nvPr/>
          </p:nvGrpSpPr>
          <p:grpSpPr>
            <a:xfrm>
              <a:off x="2190976" y="1392600"/>
              <a:ext cx="3134074" cy="1917598"/>
              <a:chOff x="2190976" y="1392600"/>
              <a:chExt cx="3134074" cy="1917598"/>
            </a:xfrm>
          </p:grpSpPr>
          <p:cxnSp>
            <p:nvCxnSpPr>
              <p:cNvPr id="248" name="Google Shape;248;p20"/>
              <p:cNvCxnSpPr>
                <a:endCxn id="249" idx="6"/>
              </p:cNvCxnSpPr>
              <p:nvPr/>
            </p:nvCxnSpPr>
            <p:spPr>
              <a:xfrm flipH="1">
                <a:off x="3161727" y="2399706"/>
                <a:ext cx="1839900" cy="18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808080"/>
                </a:solidFill>
                <a:prstDash val="dash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50" name="Google Shape;250;p20"/>
              <p:cNvSpPr/>
              <p:nvPr/>
            </p:nvSpPr>
            <p:spPr>
              <a:xfrm>
                <a:off x="2190976" y="1467598"/>
                <a:ext cx="1842300" cy="1842600"/>
              </a:xfrm>
              <a:prstGeom prst="ellipse">
                <a:avLst/>
              </a:pr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51" name="Google Shape;251;p20"/>
              <p:cNvSpPr/>
              <p:nvPr/>
            </p:nvSpPr>
            <p:spPr>
              <a:xfrm>
                <a:off x="4326075" y="1471620"/>
                <a:ext cx="930000" cy="930000"/>
              </a:xfrm>
              <a:prstGeom prst="rect">
                <a:avLst/>
              </a:prstGeom>
              <a:solidFill>
                <a:srgbClr val="F3EEFB"/>
              </a:solidFill>
              <a:ln w="2857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249" name="Google Shape;249;p20"/>
              <p:cNvSpPr/>
              <p:nvPr/>
            </p:nvSpPr>
            <p:spPr>
              <a:xfrm>
                <a:off x="3044427" y="2342856"/>
                <a:ext cx="117300" cy="117300"/>
              </a:xfrm>
              <a:prstGeom prst="ellipse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252" name="Google Shape;252;p20"/>
              <p:cNvCxnSpPr>
                <a:endCxn id="250" idx="0"/>
              </p:cNvCxnSpPr>
              <p:nvPr/>
            </p:nvCxnSpPr>
            <p:spPr>
              <a:xfrm rot="10800000" flipH="1">
                <a:off x="3107026" y="1467598"/>
                <a:ext cx="5100" cy="9363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cxnSp>
            <p:nvCxnSpPr>
              <p:cNvPr id="253" name="Google Shape;253;p20"/>
              <p:cNvCxnSpPr/>
              <p:nvPr/>
            </p:nvCxnSpPr>
            <p:spPr>
              <a:xfrm rot="10800000" flipH="1">
                <a:off x="4777425" y="2330725"/>
                <a:ext cx="0" cy="1500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4" name="Google Shape;254;p20"/>
              <p:cNvCxnSpPr/>
              <p:nvPr/>
            </p:nvCxnSpPr>
            <p:spPr>
              <a:xfrm rot="10800000" flipH="1">
                <a:off x="4777425" y="1392600"/>
                <a:ext cx="0" cy="1500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5" name="Google Shape;255;p20"/>
              <p:cNvCxnSpPr/>
              <p:nvPr/>
            </p:nvCxnSpPr>
            <p:spPr>
              <a:xfrm>
                <a:off x="5183450" y="1952500"/>
                <a:ext cx="1416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6" name="Google Shape;256;p20"/>
              <p:cNvCxnSpPr/>
              <p:nvPr/>
            </p:nvCxnSpPr>
            <p:spPr>
              <a:xfrm>
                <a:off x="4249200" y="1952500"/>
                <a:ext cx="1416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257" name="Google Shape;257;p20"/>
              <p:cNvGrpSpPr/>
              <p:nvPr/>
            </p:nvGrpSpPr>
            <p:grpSpPr>
              <a:xfrm>
                <a:off x="4347506" y="2271311"/>
                <a:ext cx="94144" cy="114000"/>
                <a:chOff x="4342000" y="2271311"/>
                <a:chExt cx="94144" cy="114000"/>
              </a:xfrm>
            </p:grpSpPr>
            <p:cxnSp>
              <p:nvCxnSpPr>
                <p:cNvPr id="258" name="Google Shape;258;p20"/>
                <p:cNvCxnSpPr/>
                <p:nvPr/>
              </p:nvCxnSpPr>
              <p:spPr>
                <a:xfrm rot="10800000" flipH="1">
                  <a:off x="4436144" y="2271311"/>
                  <a:ext cx="0" cy="1140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59" name="Google Shape;259;p20"/>
                <p:cNvCxnSpPr/>
                <p:nvPr/>
              </p:nvCxnSpPr>
              <p:spPr>
                <a:xfrm rot="10800000">
                  <a:off x="4342000" y="2280236"/>
                  <a:ext cx="8640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260" name="Google Shape;260;p20"/>
              <p:cNvGrpSpPr/>
              <p:nvPr/>
            </p:nvGrpSpPr>
            <p:grpSpPr>
              <a:xfrm rot="10800000" flipH="1">
                <a:off x="4347506" y="1491887"/>
                <a:ext cx="94144" cy="114000"/>
                <a:chOff x="4342000" y="2271311"/>
                <a:chExt cx="94144" cy="114000"/>
              </a:xfrm>
            </p:grpSpPr>
            <p:cxnSp>
              <p:nvCxnSpPr>
                <p:cNvPr id="261" name="Google Shape;261;p20"/>
                <p:cNvCxnSpPr/>
                <p:nvPr/>
              </p:nvCxnSpPr>
              <p:spPr>
                <a:xfrm rot="10800000" flipH="1">
                  <a:off x="4436144" y="2271311"/>
                  <a:ext cx="0" cy="1140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62" name="Google Shape;262;p20"/>
                <p:cNvCxnSpPr/>
                <p:nvPr/>
              </p:nvCxnSpPr>
              <p:spPr>
                <a:xfrm rot="10800000">
                  <a:off x="4342000" y="2280236"/>
                  <a:ext cx="8640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263" name="Google Shape;263;p20"/>
              <p:cNvGrpSpPr/>
              <p:nvPr/>
            </p:nvGrpSpPr>
            <p:grpSpPr>
              <a:xfrm rot="10800000">
                <a:off x="5141481" y="1491887"/>
                <a:ext cx="94144" cy="114000"/>
                <a:chOff x="4342000" y="2271311"/>
                <a:chExt cx="94144" cy="114000"/>
              </a:xfrm>
            </p:grpSpPr>
            <p:cxnSp>
              <p:nvCxnSpPr>
                <p:cNvPr id="264" name="Google Shape;264;p20"/>
                <p:cNvCxnSpPr/>
                <p:nvPr/>
              </p:nvCxnSpPr>
              <p:spPr>
                <a:xfrm rot="10800000" flipH="1">
                  <a:off x="4436144" y="2271311"/>
                  <a:ext cx="0" cy="1140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65" name="Google Shape;265;p20"/>
                <p:cNvCxnSpPr/>
                <p:nvPr/>
              </p:nvCxnSpPr>
              <p:spPr>
                <a:xfrm rot="10800000">
                  <a:off x="4342000" y="2280236"/>
                  <a:ext cx="8640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266" name="Google Shape;266;p20"/>
              <p:cNvGrpSpPr/>
              <p:nvPr/>
            </p:nvGrpSpPr>
            <p:grpSpPr>
              <a:xfrm rot="-5400000">
                <a:off x="5131948" y="2279031"/>
                <a:ext cx="94144" cy="114000"/>
                <a:chOff x="4342000" y="2271311"/>
                <a:chExt cx="94144" cy="114000"/>
              </a:xfrm>
            </p:grpSpPr>
            <p:cxnSp>
              <p:nvCxnSpPr>
                <p:cNvPr id="267" name="Google Shape;267;p20"/>
                <p:cNvCxnSpPr/>
                <p:nvPr/>
              </p:nvCxnSpPr>
              <p:spPr>
                <a:xfrm rot="10800000" flipH="1">
                  <a:off x="4436144" y="2271311"/>
                  <a:ext cx="0" cy="1140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68" name="Google Shape;268;p20"/>
                <p:cNvCxnSpPr/>
                <p:nvPr/>
              </p:nvCxnSpPr>
              <p:spPr>
                <a:xfrm rot="10800000">
                  <a:off x="4342000" y="2280236"/>
                  <a:ext cx="8640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269" name="Google Shape;269;p20"/>
          <p:cNvSpPr txBox="1"/>
          <p:nvPr/>
        </p:nvSpPr>
        <p:spPr>
          <a:xfrm>
            <a:off x="1216096" y="7840251"/>
            <a:ext cx="954900" cy="2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area =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200" baseline="30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0" name="Google Shape;270;p20"/>
          <p:cNvSpPr txBox="1"/>
          <p:nvPr/>
        </p:nvSpPr>
        <p:spPr>
          <a:xfrm>
            <a:off x="3760623" y="7817795"/>
            <a:ext cx="1038000" cy="2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area =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200" i="1" baseline="30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1" name="Google Shape;271;p20"/>
          <p:cNvSpPr txBox="1"/>
          <p:nvPr/>
        </p:nvSpPr>
        <p:spPr>
          <a:xfrm>
            <a:off x="6055679" y="7817795"/>
            <a:ext cx="1038000" cy="2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area =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200" i="1" baseline="30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72" name="Google Shape;272;p20"/>
          <p:cNvCxnSpPr/>
          <p:nvPr/>
        </p:nvCxnSpPr>
        <p:spPr>
          <a:xfrm>
            <a:off x="3927730" y="6844423"/>
            <a:ext cx="5568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73" name="Google Shape;273;p20"/>
          <p:cNvSpPr txBox="1"/>
          <p:nvPr/>
        </p:nvSpPr>
        <p:spPr>
          <a:xfrm>
            <a:off x="4064858" y="6673256"/>
            <a:ext cx="452400" cy="2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m</a:t>
            </a:r>
            <a:endParaRPr sz="1200" i="1" baseline="30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4" name="Google Shape;274;p20"/>
          <p:cNvSpPr txBox="1"/>
          <p:nvPr/>
        </p:nvSpPr>
        <p:spPr>
          <a:xfrm>
            <a:off x="5210305" y="7052891"/>
            <a:ext cx="528600" cy="2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 m</a:t>
            </a:r>
            <a:endParaRPr sz="1200" i="1" baseline="30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75" name="Google Shape;275;p20"/>
          <p:cNvCxnSpPr/>
          <p:nvPr/>
        </p:nvCxnSpPr>
        <p:spPr>
          <a:xfrm>
            <a:off x="1649750" y="6834169"/>
            <a:ext cx="106500" cy="315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6" name="Google Shape;276;p20"/>
          <p:cNvCxnSpPr>
            <a:endCxn id="269" idx="1"/>
          </p:cNvCxnSpPr>
          <p:nvPr/>
        </p:nvCxnSpPr>
        <p:spPr>
          <a:xfrm>
            <a:off x="1031596" y="7629651"/>
            <a:ext cx="184500" cy="331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7" name="Google Shape;277;p20"/>
          <p:cNvCxnSpPr>
            <a:endCxn id="270" idx="1"/>
          </p:cNvCxnSpPr>
          <p:nvPr/>
        </p:nvCxnSpPr>
        <p:spPr>
          <a:xfrm>
            <a:off x="3328023" y="7666295"/>
            <a:ext cx="432600" cy="272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8" name="Google Shape;278;p20"/>
          <p:cNvCxnSpPr>
            <a:endCxn id="271" idx="1"/>
          </p:cNvCxnSpPr>
          <p:nvPr/>
        </p:nvCxnSpPr>
        <p:spPr>
          <a:xfrm>
            <a:off x="5701379" y="7674995"/>
            <a:ext cx="354300" cy="263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9" name="Google Shape;279;p20"/>
          <p:cNvSpPr txBox="1"/>
          <p:nvPr/>
        </p:nvSpPr>
        <p:spPr>
          <a:xfrm>
            <a:off x="469773" y="8257698"/>
            <a:ext cx="1977900" cy="2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area of 2 squares =      m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200" baseline="30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0" name="Google Shape;280;p20"/>
          <p:cNvSpPr txBox="1"/>
          <p:nvPr/>
        </p:nvSpPr>
        <p:spPr>
          <a:xfrm>
            <a:off x="469773" y="8590993"/>
            <a:ext cx="2056800" cy="2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area of 4 squares =      m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200" baseline="30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" name="Google Shape;281;p20"/>
          <p:cNvSpPr txBox="1"/>
          <p:nvPr/>
        </p:nvSpPr>
        <p:spPr>
          <a:xfrm>
            <a:off x="473434" y="6640691"/>
            <a:ext cx="197400" cy="2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 baseline="30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20"/>
          <p:cNvSpPr txBox="1"/>
          <p:nvPr/>
        </p:nvSpPr>
        <p:spPr>
          <a:xfrm>
            <a:off x="2660275" y="6640691"/>
            <a:ext cx="197400" cy="2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 baseline="30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" name="Google Shape;283;p20"/>
          <p:cNvSpPr txBox="1"/>
          <p:nvPr/>
        </p:nvSpPr>
        <p:spPr>
          <a:xfrm>
            <a:off x="4917360" y="6640691"/>
            <a:ext cx="197400" cy="2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 baseline="30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" name="Google Shape;284;p20"/>
          <p:cNvSpPr txBox="1"/>
          <p:nvPr/>
        </p:nvSpPr>
        <p:spPr>
          <a:xfrm>
            <a:off x="2773208" y="8257698"/>
            <a:ext cx="1977900" cy="2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area of 2 squares =      m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200" baseline="30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5" name="Google Shape;285;p20"/>
          <p:cNvSpPr txBox="1"/>
          <p:nvPr/>
        </p:nvSpPr>
        <p:spPr>
          <a:xfrm>
            <a:off x="2773208" y="8590993"/>
            <a:ext cx="2056800" cy="2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area of 4 squares =      m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200" baseline="30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" name="Google Shape;286;p20"/>
          <p:cNvSpPr txBox="1"/>
          <p:nvPr/>
        </p:nvSpPr>
        <p:spPr>
          <a:xfrm>
            <a:off x="5019779" y="8257698"/>
            <a:ext cx="1977900" cy="2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area of 2 squares =       m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200" baseline="30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7" name="Google Shape;287;p20"/>
          <p:cNvSpPr txBox="1"/>
          <p:nvPr/>
        </p:nvSpPr>
        <p:spPr>
          <a:xfrm>
            <a:off x="5019779" y="8590993"/>
            <a:ext cx="2056800" cy="2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area of 4 squares =       m</a:t>
            </a:r>
            <a:r>
              <a:rPr lang="en-GB" sz="1200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200" baseline="30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8" name="Google Shape;288;p20"/>
          <p:cNvSpPr txBox="1"/>
          <p:nvPr/>
        </p:nvSpPr>
        <p:spPr>
          <a:xfrm>
            <a:off x="1966646" y="8247757"/>
            <a:ext cx="238800" cy="2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18</a:t>
            </a:r>
            <a:endParaRPr sz="1200" i="1" baseline="30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89" name="Google Shape;289;p20"/>
          <p:cNvSpPr txBox="1"/>
          <p:nvPr/>
        </p:nvSpPr>
        <p:spPr>
          <a:xfrm>
            <a:off x="1948727" y="8585592"/>
            <a:ext cx="238800" cy="2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36</a:t>
            </a:r>
            <a:endParaRPr sz="1200" i="1" baseline="30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90" name="Google Shape;290;p20"/>
          <p:cNvSpPr txBox="1"/>
          <p:nvPr/>
        </p:nvSpPr>
        <p:spPr>
          <a:xfrm>
            <a:off x="4240216" y="8247757"/>
            <a:ext cx="238800" cy="2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32</a:t>
            </a:r>
            <a:endParaRPr sz="1200" i="1" baseline="30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91" name="Google Shape;291;p20"/>
          <p:cNvSpPr txBox="1"/>
          <p:nvPr/>
        </p:nvSpPr>
        <p:spPr>
          <a:xfrm>
            <a:off x="4240216" y="8585592"/>
            <a:ext cx="238800" cy="2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64</a:t>
            </a:r>
            <a:endParaRPr sz="1200" i="1" baseline="30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92" name="Google Shape;292;p20"/>
          <p:cNvSpPr txBox="1"/>
          <p:nvPr/>
        </p:nvSpPr>
        <p:spPr>
          <a:xfrm>
            <a:off x="6462815" y="8247752"/>
            <a:ext cx="283800" cy="2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200</a:t>
            </a:r>
            <a:endParaRPr sz="1200" i="1" baseline="30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93" name="Google Shape;293;p20"/>
          <p:cNvSpPr txBox="1"/>
          <p:nvPr/>
        </p:nvSpPr>
        <p:spPr>
          <a:xfrm>
            <a:off x="6474768" y="8585597"/>
            <a:ext cx="283800" cy="2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400</a:t>
            </a:r>
            <a:endParaRPr sz="1200" i="1" baseline="30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94" name="Google Shape;294;p20"/>
          <p:cNvSpPr txBox="1"/>
          <p:nvPr/>
        </p:nvSpPr>
        <p:spPr>
          <a:xfrm>
            <a:off x="1091506" y="8886720"/>
            <a:ext cx="556800" cy="2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&lt;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&lt;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5" name="Google Shape;295;p20"/>
          <p:cNvSpPr txBox="1"/>
          <p:nvPr/>
        </p:nvSpPr>
        <p:spPr>
          <a:xfrm>
            <a:off x="3399481" y="8886720"/>
            <a:ext cx="556800" cy="2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&lt;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&lt;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6" name="Google Shape;296;p20"/>
          <p:cNvSpPr txBox="1"/>
          <p:nvPr/>
        </p:nvSpPr>
        <p:spPr>
          <a:xfrm>
            <a:off x="5622160" y="8886720"/>
            <a:ext cx="556800" cy="21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&lt;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&lt;</a:t>
            </a:r>
            <a:endParaRPr sz="1200"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97" name="Google Shape;297;p20"/>
          <p:cNvCxnSpPr/>
          <p:nvPr/>
        </p:nvCxnSpPr>
        <p:spPr>
          <a:xfrm>
            <a:off x="456907" y="9899013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301" name="Shape 301"/>
        <p:cNvGrpSpPr/>
        <p:nvPr/>
      </p:nvGrpSpPr>
      <p:grpSpPr>
        <a:xfrm>
          <a:off x="0" y="0"/>
          <a:ext cx="0" cy="0"/>
        </a:xfrm>
      </p:grpSpPr>
      <p:sp>
        <p:nvSpPr>
          <p:cNvPr id="302" name="Google Shape;302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303" name="Google Shape;303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Area of a circle</a:t>
            </a:r>
            <a:endParaRPr/>
          </a:p>
        </p:txBody>
      </p:sp>
      <p:sp>
        <p:nvSpPr>
          <p:cNvPr id="304" name="Google Shape;304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5" name="Google Shape;305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  <p:sp>
        <p:nvSpPr>
          <p:cNvPr id="306" name="Google Shape;306;p21"/>
          <p:cNvSpPr/>
          <p:nvPr/>
        </p:nvSpPr>
        <p:spPr>
          <a:xfrm rot="2912562">
            <a:off x="3655440" y="2664621"/>
            <a:ext cx="518381" cy="518381"/>
          </a:xfrm>
          <a:prstGeom prst="rect">
            <a:avLst/>
          </a:prstGeom>
          <a:solidFill>
            <a:srgbClr val="E6F2F2"/>
          </a:solidFill>
          <a:ln w="28575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7" name="Google Shape;307;p21"/>
          <p:cNvSpPr/>
          <p:nvPr/>
        </p:nvSpPr>
        <p:spPr>
          <a:xfrm>
            <a:off x="3043393" y="2383619"/>
            <a:ext cx="1026300" cy="10266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8" name="Google Shape;308;p21"/>
          <p:cNvSpPr/>
          <p:nvPr/>
        </p:nvSpPr>
        <p:spPr>
          <a:xfrm>
            <a:off x="3522218" y="2863193"/>
            <a:ext cx="65700" cy="657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9" name="Google Shape;309;p21"/>
          <p:cNvSpPr txBox="1"/>
          <p:nvPr/>
        </p:nvSpPr>
        <p:spPr>
          <a:xfrm>
            <a:off x="476400" y="1374494"/>
            <a:ext cx="6300600" cy="2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Each circle overlaps with a square. For each question: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0" name="Google Shape;310;p21"/>
          <p:cNvSpPr txBox="1"/>
          <p:nvPr/>
        </p:nvSpPr>
        <p:spPr>
          <a:xfrm>
            <a:off x="481375" y="896975"/>
            <a:ext cx="6610500" cy="2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Deriving the formula to calculate areas of circles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1"/>
          <p:cNvSpPr txBox="1"/>
          <p:nvPr/>
        </p:nvSpPr>
        <p:spPr>
          <a:xfrm>
            <a:off x="476400" y="2170251"/>
            <a:ext cx="2118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1"/>
          <p:cNvSpPr txBox="1"/>
          <p:nvPr/>
        </p:nvSpPr>
        <p:spPr>
          <a:xfrm>
            <a:off x="884375" y="1579271"/>
            <a:ext cx="2532000" cy="2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i) Find the area of the square.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1"/>
          <p:cNvSpPr txBox="1"/>
          <p:nvPr/>
        </p:nvSpPr>
        <p:spPr>
          <a:xfrm>
            <a:off x="884375" y="1811500"/>
            <a:ext cx="3276900" cy="2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ii) Find the area of the circle in terms of 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1"/>
          <p:cNvSpPr txBox="1"/>
          <p:nvPr/>
        </p:nvSpPr>
        <p:spPr>
          <a:xfrm>
            <a:off x="2682713" y="2170251"/>
            <a:ext cx="2118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21"/>
          <p:cNvSpPr txBox="1"/>
          <p:nvPr/>
        </p:nvSpPr>
        <p:spPr>
          <a:xfrm>
            <a:off x="4889026" y="2170251"/>
            <a:ext cx="2118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16" name="Google Shape;316;p21"/>
          <p:cNvGrpSpPr/>
          <p:nvPr/>
        </p:nvGrpSpPr>
        <p:grpSpPr>
          <a:xfrm>
            <a:off x="705594" y="2268694"/>
            <a:ext cx="1236717" cy="1236858"/>
            <a:chOff x="10520725" y="1758260"/>
            <a:chExt cx="2635800" cy="2636100"/>
          </a:xfrm>
        </p:grpSpPr>
        <p:sp>
          <p:nvSpPr>
            <p:cNvPr id="317" name="Google Shape;317;p21"/>
            <p:cNvSpPr/>
            <p:nvPr/>
          </p:nvSpPr>
          <p:spPr>
            <a:xfrm>
              <a:off x="11825777" y="1764013"/>
              <a:ext cx="1330500" cy="1330500"/>
            </a:xfrm>
            <a:prstGeom prst="rect">
              <a:avLst/>
            </a:prstGeom>
            <a:solidFill>
              <a:srgbClr val="E6F2F2"/>
            </a:solidFill>
            <a:ln w="28575" cap="flat" cmpd="sng">
              <a:solidFill>
                <a:srgbClr val="037B7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18" name="Google Shape;318;p21"/>
            <p:cNvSpPr/>
            <p:nvPr/>
          </p:nvSpPr>
          <p:spPr>
            <a:xfrm>
              <a:off x="10520725" y="1758260"/>
              <a:ext cx="2635800" cy="2636100"/>
            </a:xfrm>
            <a:prstGeom prst="ellips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19" name="Google Shape;319;p21"/>
            <p:cNvSpPr/>
            <p:nvPr/>
          </p:nvSpPr>
          <p:spPr>
            <a:xfrm>
              <a:off x="11825774" y="2882772"/>
              <a:ext cx="203700" cy="203700"/>
            </a:xfrm>
            <a:prstGeom prst="rect">
              <a:avLst/>
            </a:prstGeom>
            <a:noFill/>
            <a:ln w="19050" cap="flat" cmpd="sng">
              <a:solidFill>
                <a:srgbClr val="80808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20" name="Google Shape;320;p21"/>
            <p:cNvCxnSpPr/>
            <p:nvPr/>
          </p:nvCxnSpPr>
          <p:spPr>
            <a:xfrm>
              <a:off x="11831097" y="3097632"/>
              <a:ext cx="13185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321" name="Google Shape;321;p21"/>
            <p:cNvSpPr/>
            <p:nvPr/>
          </p:nvSpPr>
          <p:spPr>
            <a:xfrm>
              <a:off x="11741603" y="3010320"/>
              <a:ext cx="168000" cy="1680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322" name="Google Shape;322;p21"/>
          <p:cNvCxnSpPr/>
          <p:nvPr/>
        </p:nvCxnSpPr>
        <p:spPr>
          <a:xfrm rot="10800000" flipH="1">
            <a:off x="1317640" y="2268720"/>
            <a:ext cx="6300" cy="5874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23" name="Google Shape;323;p21"/>
          <p:cNvSpPr txBox="1"/>
          <p:nvPr/>
        </p:nvSpPr>
        <p:spPr>
          <a:xfrm>
            <a:off x="1442239" y="2932077"/>
            <a:ext cx="431100" cy="2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4" name="Google Shape;324;p21"/>
          <p:cNvSpPr txBox="1"/>
          <p:nvPr/>
        </p:nvSpPr>
        <p:spPr>
          <a:xfrm>
            <a:off x="3344162" y="2550625"/>
            <a:ext cx="408300" cy="1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5" name="Google Shape;325;p21"/>
          <p:cNvSpPr/>
          <p:nvPr/>
        </p:nvSpPr>
        <p:spPr>
          <a:xfrm>
            <a:off x="5636667" y="2889585"/>
            <a:ext cx="583200" cy="583200"/>
          </a:xfrm>
          <a:prstGeom prst="rect">
            <a:avLst/>
          </a:prstGeom>
          <a:solidFill>
            <a:srgbClr val="E6F2F2"/>
          </a:solidFill>
          <a:ln w="28575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6" name="Google Shape;326;p21"/>
          <p:cNvSpPr/>
          <p:nvPr/>
        </p:nvSpPr>
        <p:spPr>
          <a:xfrm>
            <a:off x="5051906" y="2301788"/>
            <a:ext cx="1170600" cy="11709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7" name="Google Shape;327;p21"/>
          <p:cNvSpPr/>
          <p:nvPr/>
        </p:nvSpPr>
        <p:spPr>
          <a:xfrm>
            <a:off x="5594198" y="2857936"/>
            <a:ext cx="74700" cy="747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28" name="Google Shape;328;p21"/>
          <p:cNvCxnSpPr>
            <a:stCxn id="326" idx="1"/>
            <a:endCxn id="327" idx="1"/>
          </p:cNvCxnSpPr>
          <p:nvPr/>
        </p:nvCxnSpPr>
        <p:spPr>
          <a:xfrm>
            <a:off x="5223337" y="2473262"/>
            <a:ext cx="381900" cy="395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29" name="Google Shape;329;p21"/>
          <p:cNvSpPr txBox="1"/>
          <p:nvPr/>
        </p:nvSpPr>
        <p:spPr>
          <a:xfrm>
            <a:off x="5427440" y="2509754"/>
            <a:ext cx="408300" cy="2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30" name="Google Shape;330;p21"/>
          <p:cNvCxnSpPr/>
          <p:nvPr/>
        </p:nvCxnSpPr>
        <p:spPr>
          <a:xfrm rot="10800000">
            <a:off x="3616062" y="2853451"/>
            <a:ext cx="49200" cy="56100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1" name="Google Shape;331;p21"/>
          <p:cNvCxnSpPr/>
          <p:nvPr/>
        </p:nvCxnSpPr>
        <p:spPr>
          <a:xfrm rot="10800000" flipH="1">
            <a:off x="3606972" y="2901375"/>
            <a:ext cx="59100" cy="52200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2" name="Google Shape;332;p21"/>
          <p:cNvCxnSpPr/>
          <p:nvPr/>
        </p:nvCxnSpPr>
        <p:spPr>
          <a:xfrm rot="10800000" flipH="1">
            <a:off x="3557058" y="2561205"/>
            <a:ext cx="376500" cy="3327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33" name="Google Shape;333;p21"/>
          <p:cNvSpPr txBox="1"/>
          <p:nvPr/>
        </p:nvSpPr>
        <p:spPr>
          <a:xfrm>
            <a:off x="481375" y="3659657"/>
            <a:ext cx="1476900" cy="2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i) area of square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" name="Google Shape;334;p21"/>
          <p:cNvSpPr txBox="1"/>
          <p:nvPr/>
        </p:nvSpPr>
        <p:spPr>
          <a:xfrm>
            <a:off x="481375" y="3951068"/>
            <a:ext cx="1476900" cy="2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ii) area of circle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21"/>
          <p:cNvSpPr txBox="1"/>
          <p:nvPr/>
        </p:nvSpPr>
        <p:spPr>
          <a:xfrm>
            <a:off x="2736607" y="3659657"/>
            <a:ext cx="1476900" cy="2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i) area of square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21"/>
          <p:cNvSpPr txBox="1"/>
          <p:nvPr/>
        </p:nvSpPr>
        <p:spPr>
          <a:xfrm>
            <a:off x="2736607" y="3951068"/>
            <a:ext cx="1476900" cy="2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ii) area of circle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21"/>
          <p:cNvSpPr txBox="1"/>
          <p:nvPr/>
        </p:nvSpPr>
        <p:spPr>
          <a:xfrm>
            <a:off x="4951326" y="3659657"/>
            <a:ext cx="1476900" cy="2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i) area of square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21"/>
          <p:cNvSpPr txBox="1"/>
          <p:nvPr/>
        </p:nvSpPr>
        <p:spPr>
          <a:xfrm>
            <a:off x="4951326" y="3951068"/>
            <a:ext cx="1476900" cy="2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ii) area of circle =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21"/>
          <p:cNvSpPr txBox="1"/>
          <p:nvPr/>
        </p:nvSpPr>
        <p:spPr>
          <a:xfrm>
            <a:off x="1910153" y="3643509"/>
            <a:ext cx="728700" cy="2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81 cm</a:t>
            </a:r>
            <a:r>
              <a:rPr lang="en-GB" sz="1200" baseline="30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1200" baseline="30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40" name="Google Shape;340;p21"/>
          <p:cNvSpPr txBox="1"/>
          <p:nvPr/>
        </p:nvSpPr>
        <p:spPr>
          <a:xfrm>
            <a:off x="1845948" y="3923074"/>
            <a:ext cx="728700" cy="2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81</a:t>
            </a:r>
            <a:r>
              <a:rPr lang="en-GB" sz="1200" i="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π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cm</a:t>
            </a:r>
            <a:r>
              <a:rPr lang="en-GB" sz="1200" baseline="30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1200" baseline="30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41" name="Google Shape;341;p21"/>
          <p:cNvSpPr txBox="1"/>
          <p:nvPr/>
        </p:nvSpPr>
        <p:spPr>
          <a:xfrm>
            <a:off x="4148564" y="3643509"/>
            <a:ext cx="728700" cy="2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16 cm</a:t>
            </a:r>
            <a:r>
              <a:rPr lang="en-GB" sz="1200" baseline="30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1200" baseline="30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42" name="Google Shape;342;p21"/>
          <p:cNvSpPr txBox="1"/>
          <p:nvPr/>
        </p:nvSpPr>
        <p:spPr>
          <a:xfrm>
            <a:off x="4084359" y="3923074"/>
            <a:ext cx="728700" cy="2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16</a:t>
            </a:r>
            <a:r>
              <a:rPr lang="en-GB" sz="1200" i="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π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cm</a:t>
            </a:r>
            <a:r>
              <a:rPr lang="en-GB" sz="1200" baseline="30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1200" baseline="30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43" name="Google Shape;343;p21"/>
          <p:cNvSpPr txBox="1"/>
          <p:nvPr/>
        </p:nvSpPr>
        <p:spPr>
          <a:xfrm>
            <a:off x="6363283" y="3643509"/>
            <a:ext cx="728700" cy="2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49 cm</a:t>
            </a:r>
            <a:r>
              <a:rPr lang="en-GB" sz="1200" baseline="30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1200" baseline="30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344" name="Google Shape;344;p21"/>
          <p:cNvSpPr txBox="1"/>
          <p:nvPr/>
        </p:nvSpPr>
        <p:spPr>
          <a:xfrm>
            <a:off x="6299078" y="3923074"/>
            <a:ext cx="728700" cy="2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49</a:t>
            </a:r>
            <a:r>
              <a:rPr lang="en-GB" sz="1200" i="1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π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cm</a:t>
            </a:r>
            <a:r>
              <a:rPr lang="en-GB" sz="1200" baseline="30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1200" baseline="30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345" name="Google Shape;345;p21"/>
          <p:cNvCxnSpPr/>
          <p:nvPr/>
        </p:nvCxnSpPr>
        <p:spPr>
          <a:xfrm rot="10800000">
            <a:off x="2222570" y="6235997"/>
            <a:ext cx="55500" cy="0"/>
          </a:xfrm>
          <a:prstGeom prst="straightConnector1">
            <a:avLst/>
          </a:prstGeom>
          <a:noFill/>
          <a:ln w="9525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6" name="Google Shape;346;p21"/>
          <p:cNvCxnSpPr/>
          <p:nvPr/>
        </p:nvCxnSpPr>
        <p:spPr>
          <a:xfrm>
            <a:off x="1773033" y="5868356"/>
            <a:ext cx="597300" cy="0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47" name="Google Shape;347;p21"/>
          <p:cNvCxnSpPr/>
          <p:nvPr/>
        </p:nvCxnSpPr>
        <p:spPr>
          <a:xfrm>
            <a:off x="1766380" y="6314214"/>
            <a:ext cx="597300" cy="0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48" name="Google Shape;348;p21"/>
          <p:cNvCxnSpPr/>
          <p:nvPr/>
        </p:nvCxnSpPr>
        <p:spPr>
          <a:xfrm rot="10800000" flipH="1">
            <a:off x="2222736" y="6234778"/>
            <a:ext cx="0" cy="72000"/>
          </a:xfrm>
          <a:prstGeom prst="straightConnector1">
            <a:avLst/>
          </a:prstGeom>
          <a:noFill/>
          <a:ln w="9525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9" name="Google Shape;349;p21"/>
          <p:cNvCxnSpPr/>
          <p:nvPr/>
        </p:nvCxnSpPr>
        <p:spPr>
          <a:xfrm rot="10800000">
            <a:off x="4469838" y="6235997"/>
            <a:ext cx="55500" cy="0"/>
          </a:xfrm>
          <a:prstGeom prst="straightConnector1">
            <a:avLst/>
          </a:prstGeom>
          <a:noFill/>
          <a:ln w="9525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0" name="Google Shape;350;p21"/>
          <p:cNvCxnSpPr/>
          <p:nvPr/>
        </p:nvCxnSpPr>
        <p:spPr>
          <a:xfrm>
            <a:off x="4020300" y="5868356"/>
            <a:ext cx="597300" cy="0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51" name="Google Shape;351;p21"/>
          <p:cNvCxnSpPr/>
          <p:nvPr/>
        </p:nvCxnSpPr>
        <p:spPr>
          <a:xfrm>
            <a:off x="4013647" y="6314214"/>
            <a:ext cx="597300" cy="0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52" name="Google Shape;352;p21"/>
          <p:cNvCxnSpPr/>
          <p:nvPr/>
        </p:nvCxnSpPr>
        <p:spPr>
          <a:xfrm>
            <a:off x="5495441" y="6780373"/>
            <a:ext cx="597300" cy="0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53" name="Google Shape;353;p21"/>
          <p:cNvCxnSpPr/>
          <p:nvPr/>
        </p:nvCxnSpPr>
        <p:spPr>
          <a:xfrm>
            <a:off x="5491873" y="7650800"/>
            <a:ext cx="597300" cy="0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54" name="Google Shape;354;p21"/>
          <p:cNvCxnSpPr/>
          <p:nvPr/>
        </p:nvCxnSpPr>
        <p:spPr>
          <a:xfrm>
            <a:off x="1384860" y="7210205"/>
            <a:ext cx="581700" cy="0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55" name="Google Shape;355;p21"/>
          <p:cNvCxnSpPr/>
          <p:nvPr/>
        </p:nvCxnSpPr>
        <p:spPr>
          <a:xfrm>
            <a:off x="1388754" y="6772586"/>
            <a:ext cx="597300" cy="0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56" name="Google Shape;356;p21"/>
          <p:cNvSpPr txBox="1"/>
          <p:nvPr/>
        </p:nvSpPr>
        <p:spPr>
          <a:xfrm>
            <a:off x="462251" y="5183350"/>
            <a:ext cx="6229200" cy="22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Each parallelogram is made from the sectors of one of the three circles.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The diagrams are not drawn to scale.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57" name="Google Shape;357;p21"/>
          <p:cNvGrpSpPr/>
          <p:nvPr/>
        </p:nvGrpSpPr>
        <p:grpSpPr>
          <a:xfrm>
            <a:off x="727236" y="6589705"/>
            <a:ext cx="1241601" cy="1241601"/>
            <a:chOff x="779296" y="1224286"/>
            <a:chExt cx="2725200" cy="2725200"/>
          </a:xfrm>
        </p:grpSpPr>
        <p:grpSp>
          <p:nvGrpSpPr>
            <p:cNvPr id="358" name="Google Shape;358;p21"/>
            <p:cNvGrpSpPr/>
            <p:nvPr/>
          </p:nvGrpSpPr>
          <p:grpSpPr>
            <a:xfrm>
              <a:off x="779296" y="1224286"/>
              <a:ext cx="2725200" cy="2725200"/>
              <a:chOff x="779296" y="1224286"/>
              <a:chExt cx="2725200" cy="2725200"/>
            </a:xfrm>
          </p:grpSpPr>
          <p:sp>
            <p:nvSpPr>
              <p:cNvPr id="359" name="Google Shape;359;p21"/>
              <p:cNvSpPr/>
              <p:nvPr/>
            </p:nvSpPr>
            <p:spPr>
              <a:xfrm rot="897609">
                <a:off x="1176539" y="1625244"/>
                <a:ext cx="1926808" cy="1926808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60" name="Google Shape;360;p21"/>
              <p:cNvSpPr/>
              <p:nvPr/>
            </p:nvSpPr>
            <p:spPr>
              <a:xfrm rot="1802750">
                <a:off x="1176541" y="1623366"/>
                <a:ext cx="1926931" cy="1926931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61" name="Google Shape;361;p21"/>
              <p:cNvSpPr/>
              <p:nvPr/>
            </p:nvSpPr>
            <p:spPr>
              <a:xfrm rot="2700000">
                <a:off x="1178393" y="1623382"/>
                <a:ext cx="1927007" cy="1927007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62" name="Google Shape;362;p21"/>
              <p:cNvSpPr/>
              <p:nvPr/>
            </p:nvSpPr>
            <p:spPr>
              <a:xfrm rot="3598713">
                <a:off x="1182074" y="1623408"/>
                <a:ext cx="1927150" cy="1927150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63" name="Google Shape;363;p21"/>
              <p:cNvSpPr/>
              <p:nvPr/>
            </p:nvSpPr>
            <p:spPr>
              <a:xfrm rot="4499806">
                <a:off x="1181934" y="1623354"/>
                <a:ext cx="1927196" cy="1927196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64" name="Google Shape;364;p21"/>
              <p:cNvSpPr/>
              <p:nvPr/>
            </p:nvSpPr>
            <p:spPr>
              <a:xfrm rot="5400000">
                <a:off x="1181930" y="1623354"/>
                <a:ext cx="1927200" cy="1927200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65" name="Google Shape;365;p21"/>
              <p:cNvSpPr/>
              <p:nvPr/>
            </p:nvSpPr>
            <p:spPr>
              <a:xfrm rot="-897609" flipH="1">
                <a:off x="1180446" y="1625244"/>
                <a:ext cx="1926808" cy="1926808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66" name="Google Shape;366;p21"/>
              <p:cNvSpPr/>
              <p:nvPr/>
            </p:nvSpPr>
            <p:spPr>
              <a:xfrm rot="-1802750" flipH="1">
                <a:off x="1180321" y="1623366"/>
                <a:ext cx="1926931" cy="1926931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67" name="Google Shape;367;p21"/>
              <p:cNvSpPr/>
              <p:nvPr/>
            </p:nvSpPr>
            <p:spPr>
              <a:xfrm rot="-2700000" flipH="1">
                <a:off x="1178393" y="1623382"/>
                <a:ext cx="1927007" cy="1927007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68" name="Google Shape;368;p21"/>
              <p:cNvSpPr/>
              <p:nvPr/>
            </p:nvSpPr>
            <p:spPr>
              <a:xfrm rot="-3598713" flipH="1">
                <a:off x="1174569" y="1623408"/>
                <a:ext cx="1927150" cy="1927150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69" name="Google Shape;369;p21"/>
              <p:cNvSpPr/>
              <p:nvPr/>
            </p:nvSpPr>
            <p:spPr>
              <a:xfrm rot="-4499806" flipH="1">
                <a:off x="1174663" y="1623354"/>
                <a:ext cx="1927196" cy="1927196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70" name="Google Shape;370;p21"/>
              <p:cNvSpPr/>
              <p:nvPr/>
            </p:nvSpPr>
            <p:spPr>
              <a:xfrm rot="-5400000" flipH="1">
                <a:off x="1174663" y="1623354"/>
                <a:ext cx="1927200" cy="1927200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371" name="Google Shape;371;p21"/>
            <p:cNvGrpSpPr/>
            <p:nvPr/>
          </p:nvGrpSpPr>
          <p:grpSpPr>
            <a:xfrm rot="10800000" flipH="1">
              <a:off x="779296" y="1224286"/>
              <a:ext cx="2725200" cy="2725200"/>
              <a:chOff x="779296" y="1224286"/>
              <a:chExt cx="2725200" cy="2725200"/>
            </a:xfrm>
          </p:grpSpPr>
          <p:sp>
            <p:nvSpPr>
              <p:cNvPr id="372" name="Google Shape;372;p21"/>
              <p:cNvSpPr/>
              <p:nvPr/>
            </p:nvSpPr>
            <p:spPr>
              <a:xfrm rot="897609">
                <a:off x="1176539" y="1625244"/>
                <a:ext cx="1926808" cy="1926808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73" name="Google Shape;373;p21"/>
              <p:cNvSpPr/>
              <p:nvPr/>
            </p:nvSpPr>
            <p:spPr>
              <a:xfrm rot="1802750">
                <a:off x="1176541" y="1623366"/>
                <a:ext cx="1926931" cy="1926931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74" name="Google Shape;374;p21"/>
              <p:cNvSpPr/>
              <p:nvPr/>
            </p:nvSpPr>
            <p:spPr>
              <a:xfrm rot="2700000">
                <a:off x="1178393" y="1623382"/>
                <a:ext cx="1927007" cy="1927007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75" name="Google Shape;375;p21"/>
              <p:cNvSpPr/>
              <p:nvPr/>
            </p:nvSpPr>
            <p:spPr>
              <a:xfrm rot="3598713">
                <a:off x="1182074" y="1623408"/>
                <a:ext cx="1927150" cy="1927150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76" name="Google Shape;376;p21"/>
              <p:cNvSpPr/>
              <p:nvPr/>
            </p:nvSpPr>
            <p:spPr>
              <a:xfrm rot="4499806">
                <a:off x="1181934" y="1623354"/>
                <a:ext cx="1927196" cy="1927196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77" name="Google Shape;377;p21"/>
              <p:cNvSpPr/>
              <p:nvPr/>
            </p:nvSpPr>
            <p:spPr>
              <a:xfrm rot="5400000">
                <a:off x="1181930" y="1623354"/>
                <a:ext cx="1927200" cy="1927200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78" name="Google Shape;378;p21"/>
              <p:cNvSpPr/>
              <p:nvPr/>
            </p:nvSpPr>
            <p:spPr>
              <a:xfrm rot="-897609" flipH="1">
                <a:off x="1180446" y="1625244"/>
                <a:ext cx="1926808" cy="1926808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79" name="Google Shape;379;p21"/>
              <p:cNvSpPr/>
              <p:nvPr/>
            </p:nvSpPr>
            <p:spPr>
              <a:xfrm rot="-1802750" flipH="1">
                <a:off x="1180321" y="1623366"/>
                <a:ext cx="1926931" cy="1926931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80" name="Google Shape;380;p21"/>
              <p:cNvSpPr/>
              <p:nvPr/>
            </p:nvSpPr>
            <p:spPr>
              <a:xfrm rot="-2700000" flipH="1">
                <a:off x="1178393" y="1623382"/>
                <a:ext cx="1927007" cy="1927007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81" name="Google Shape;381;p21"/>
              <p:cNvSpPr/>
              <p:nvPr/>
            </p:nvSpPr>
            <p:spPr>
              <a:xfrm rot="-3598713" flipH="1">
                <a:off x="1174569" y="1623408"/>
                <a:ext cx="1927150" cy="1927150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82" name="Google Shape;382;p21"/>
              <p:cNvSpPr/>
              <p:nvPr/>
            </p:nvSpPr>
            <p:spPr>
              <a:xfrm rot="-4499806" flipH="1">
                <a:off x="1174663" y="1623354"/>
                <a:ext cx="1927196" cy="1927196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83" name="Google Shape;383;p21"/>
              <p:cNvSpPr/>
              <p:nvPr/>
            </p:nvSpPr>
            <p:spPr>
              <a:xfrm rot="-5400000" flipH="1">
                <a:off x="1174663" y="1623354"/>
                <a:ext cx="1927200" cy="1927200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384" name="Google Shape;384;p21"/>
            <p:cNvSpPr/>
            <p:nvPr/>
          </p:nvSpPr>
          <p:spPr>
            <a:xfrm>
              <a:off x="1189500" y="1634475"/>
              <a:ext cx="1904700" cy="1904700"/>
            </a:xfrm>
            <a:prstGeom prst="ellips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85" name="Google Shape;385;p21"/>
          <p:cNvGrpSpPr/>
          <p:nvPr/>
        </p:nvGrpSpPr>
        <p:grpSpPr>
          <a:xfrm>
            <a:off x="182267" y="5382980"/>
            <a:ext cx="2383512" cy="1418172"/>
            <a:chOff x="4027707" y="1467887"/>
            <a:chExt cx="5231589" cy="3112758"/>
          </a:xfrm>
        </p:grpSpPr>
        <p:grpSp>
          <p:nvGrpSpPr>
            <p:cNvPr id="386" name="Google Shape;386;p21"/>
            <p:cNvGrpSpPr/>
            <p:nvPr/>
          </p:nvGrpSpPr>
          <p:grpSpPr>
            <a:xfrm>
              <a:off x="4027707" y="1467887"/>
              <a:ext cx="2294571" cy="3112758"/>
              <a:chOff x="4256307" y="1467887"/>
              <a:chExt cx="2294571" cy="3112758"/>
            </a:xfrm>
          </p:grpSpPr>
          <p:sp>
            <p:nvSpPr>
              <p:cNvPr id="387" name="Google Shape;387;p21"/>
              <p:cNvSpPr/>
              <p:nvPr/>
            </p:nvSpPr>
            <p:spPr>
              <a:xfrm rot="-448215" flipH="1">
                <a:off x="4507051" y="2536818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88" name="Google Shape;388;p2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389" name="Google Shape;389;p21"/>
            <p:cNvGrpSpPr/>
            <p:nvPr/>
          </p:nvGrpSpPr>
          <p:grpSpPr>
            <a:xfrm>
              <a:off x="4295049" y="1467887"/>
              <a:ext cx="2294571" cy="3112758"/>
              <a:chOff x="4256307" y="1467887"/>
              <a:chExt cx="2294571" cy="3112758"/>
            </a:xfrm>
          </p:grpSpPr>
          <p:sp>
            <p:nvSpPr>
              <p:cNvPr id="390" name="Google Shape;390;p21"/>
              <p:cNvSpPr/>
              <p:nvPr/>
            </p:nvSpPr>
            <p:spPr>
              <a:xfrm rot="-448215" flipH="1">
                <a:off x="4507051" y="2536818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91" name="Google Shape;391;p2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392" name="Google Shape;392;p21"/>
            <p:cNvGrpSpPr/>
            <p:nvPr/>
          </p:nvGrpSpPr>
          <p:grpSpPr>
            <a:xfrm>
              <a:off x="4563782" y="1467887"/>
              <a:ext cx="2294571" cy="3112758"/>
              <a:chOff x="4256307" y="1467887"/>
              <a:chExt cx="2294571" cy="3112758"/>
            </a:xfrm>
          </p:grpSpPr>
          <p:sp>
            <p:nvSpPr>
              <p:cNvPr id="393" name="Google Shape;393;p21"/>
              <p:cNvSpPr/>
              <p:nvPr/>
            </p:nvSpPr>
            <p:spPr>
              <a:xfrm rot="-448215" flipH="1">
                <a:off x="4507051" y="2536818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94" name="Google Shape;394;p2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395" name="Google Shape;395;p21"/>
            <p:cNvGrpSpPr/>
            <p:nvPr/>
          </p:nvGrpSpPr>
          <p:grpSpPr>
            <a:xfrm>
              <a:off x="4831124" y="1467887"/>
              <a:ext cx="2294571" cy="3112758"/>
              <a:chOff x="4256307" y="1467887"/>
              <a:chExt cx="2294571" cy="3112758"/>
            </a:xfrm>
          </p:grpSpPr>
          <p:sp>
            <p:nvSpPr>
              <p:cNvPr id="396" name="Google Shape;396;p21"/>
              <p:cNvSpPr/>
              <p:nvPr/>
            </p:nvSpPr>
            <p:spPr>
              <a:xfrm rot="-448215" flipH="1">
                <a:off x="4507051" y="2536818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397" name="Google Shape;397;p2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398" name="Google Shape;398;p21"/>
            <p:cNvGrpSpPr/>
            <p:nvPr/>
          </p:nvGrpSpPr>
          <p:grpSpPr>
            <a:xfrm>
              <a:off x="5094507" y="1467887"/>
              <a:ext cx="2294571" cy="3112758"/>
              <a:chOff x="4256307" y="1467887"/>
              <a:chExt cx="2294571" cy="3112758"/>
            </a:xfrm>
          </p:grpSpPr>
          <p:sp>
            <p:nvSpPr>
              <p:cNvPr id="399" name="Google Shape;399;p21"/>
              <p:cNvSpPr/>
              <p:nvPr/>
            </p:nvSpPr>
            <p:spPr>
              <a:xfrm rot="-448215" flipH="1">
                <a:off x="4507051" y="2536818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00" name="Google Shape;400;p2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401" name="Google Shape;401;p21"/>
            <p:cNvGrpSpPr/>
            <p:nvPr/>
          </p:nvGrpSpPr>
          <p:grpSpPr>
            <a:xfrm>
              <a:off x="5361849" y="1467887"/>
              <a:ext cx="2294571" cy="3112758"/>
              <a:chOff x="4256307" y="1467887"/>
              <a:chExt cx="2294571" cy="3112758"/>
            </a:xfrm>
          </p:grpSpPr>
          <p:sp>
            <p:nvSpPr>
              <p:cNvPr id="402" name="Google Shape;402;p21"/>
              <p:cNvSpPr/>
              <p:nvPr/>
            </p:nvSpPr>
            <p:spPr>
              <a:xfrm rot="-448215" flipH="1">
                <a:off x="4507051" y="2536818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03" name="Google Shape;403;p2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404" name="Google Shape;404;p21"/>
            <p:cNvGrpSpPr/>
            <p:nvPr/>
          </p:nvGrpSpPr>
          <p:grpSpPr>
            <a:xfrm>
              <a:off x="5630582" y="1467887"/>
              <a:ext cx="2294571" cy="3112758"/>
              <a:chOff x="4256307" y="1467887"/>
              <a:chExt cx="2294571" cy="3112758"/>
            </a:xfrm>
          </p:grpSpPr>
          <p:sp>
            <p:nvSpPr>
              <p:cNvPr id="405" name="Google Shape;405;p21"/>
              <p:cNvSpPr/>
              <p:nvPr/>
            </p:nvSpPr>
            <p:spPr>
              <a:xfrm rot="-448215" flipH="1">
                <a:off x="4507051" y="2536818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06" name="Google Shape;406;p2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407" name="Google Shape;407;p21"/>
            <p:cNvGrpSpPr/>
            <p:nvPr/>
          </p:nvGrpSpPr>
          <p:grpSpPr>
            <a:xfrm>
              <a:off x="5897924" y="1467887"/>
              <a:ext cx="2294571" cy="3112758"/>
              <a:chOff x="4256307" y="1467887"/>
              <a:chExt cx="2294571" cy="3112758"/>
            </a:xfrm>
          </p:grpSpPr>
          <p:sp>
            <p:nvSpPr>
              <p:cNvPr id="408" name="Google Shape;408;p21"/>
              <p:cNvSpPr/>
              <p:nvPr/>
            </p:nvSpPr>
            <p:spPr>
              <a:xfrm rot="-448215" flipH="1">
                <a:off x="4507051" y="2536818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09" name="Google Shape;409;p2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410" name="Google Shape;410;p21"/>
            <p:cNvGrpSpPr/>
            <p:nvPr/>
          </p:nvGrpSpPr>
          <p:grpSpPr>
            <a:xfrm>
              <a:off x="6161307" y="1467887"/>
              <a:ext cx="2294571" cy="3112758"/>
              <a:chOff x="4256307" y="1467887"/>
              <a:chExt cx="2294571" cy="3112758"/>
            </a:xfrm>
          </p:grpSpPr>
          <p:sp>
            <p:nvSpPr>
              <p:cNvPr id="411" name="Google Shape;411;p21"/>
              <p:cNvSpPr/>
              <p:nvPr/>
            </p:nvSpPr>
            <p:spPr>
              <a:xfrm rot="-448215" flipH="1">
                <a:off x="4507051" y="2536818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12" name="Google Shape;412;p2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413" name="Google Shape;413;p21"/>
            <p:cNvGrpSpPr/>
            <p:nvPr/>
          </p:nvGrpSpPr>
          <p:grpSpPr>
            <a:xfrm>
              <a:off x="6428649" y="1467887"/>
              <a:ext cx="2294571" cy="3112758"/>
              <a:chOff x="4256307" y="1467887"/>
              <a:chExt cx="2294571" cy="3112758"/>
            </a:xfrm>
          </p:grpSpPr>
          <p:sp>
            <p:nvSpPr>
              <p:cNvPr id="414" name="Google Shape;414;p21"/>
              <p:cNvSpPr/>
              <p:nvPr/>
            </p:nvSpPr>
            <p:spPr>
              <a:xfrm rot="-448215" flipH="1">
                <a:off x="4507051" y="2536818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15" name="Google Shape;415;p2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416" name="Google Shape;416;p21"/>
            <p:cNvGrpSpPr/>
            <p:nvPr/>
          </p:nvGrpSpPr>
          <p:grpSpPr>
            <a:xfrm>
              <a:off x="6697382" y="1467887"/>
              <a:ext cx="2294571" cy="3112758"/>
              <a:chOff x="4256307" y="1467887"/>
              <a:chExt cx="2294571" cy="3112758"/>
            </a:xfrm>
          </p:grpSpPr>
          <p:sp>
            <p:nvSpPr>
              <p:cNvPr id="417" name="Google Shape;417;p21"/>
              <p:cNvSpPr/>
              <p:nvPr/>
            </p:nvSpPr>
            <p:spPr>
              <a:xfrm rot="-448215" flipH="1">
                <a:off x="4507051" y="2536818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18" name="Google Shape;418;p2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419" name="Google Shape;419;p21"/>
            <p:cNvGrpSpPr/>
            <p:nvPr/>
          </p:nvGrpSpPr>
          <p:grpSpPr>
            <a:xfrm>
              <a:off x="6964724" y="1467887"/>
              <a:ext cx="2294571" cy="3112758"/>
              <a:chOff x="4256307" y="1467887"/>
              <a:chExt cx="2294571" cy="3112758"/>
            </a:xfrm>
          </p:grpSpPr>
          <p:sp>
            <p:nvSpPr>
              <p:cNvPr id="420" name="Google Shape;420;p21"/>
              <p:cNvSpPr/>
              <p:nvPr/>
            </p:nvSpPr>
            <p:spPr>
              <a:xfrm rot="-448215" flipH="1">
                <a:off x="4507051" y="2536818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21" name="Google Shape;421;p2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422" name="Google Shape;422;p21"/>
            <p:cNvSpPr/>
            <p:nvPr/>
          </p:nvSpPr>
          <p:spPr>
            <a:xfrm>
              <a:off x="4980475" y="2539250"/>
              <a:ext cx="3333900" cy="970500"/>
            </a:xfrm>
            <a:prstGeom prst="parallelogram">
              <a:avLst>
                <a:gd name="adj" fmla="val 12607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3" name="Google Shape;423;p21"/>
          <p:cNvGrpSpPr/>
          <p:nvPr/>
        </p:nvGrpSpPr>
        <p:grpSpPr>
          <a:xfrm>
            <a:off x="3026730" y="6590298"/>
            <a:ext cx="1241601" cy="1241601"/>
            <a:chOff x="779296" y="1224286"/>
            <a:chExt cx="2725200" cy="2725200"/>
          </a:xfrm>
        </p:grpSpPr>
        <p:grpSp>
          <p:nvGrpSpPr>
            <p:cNvPr id="424" name="Google Shape;424;p21"/>
            <p:cNvGrpSpPr/>
            <p:nvPr/>
          </p:nvGrpSpPr>
          <p:grpSpPr>
            <a:xfrm>
              <a:off x="779296" y="1224286"/>
              <a:ext cx="2725200" cy="2725200"/>
              <a:chOff x="779296" y="1224286"/>
              <a:chExt cx="2725200" cy="2725200"/>
            </a:xfrm>
          </p:grpSpPr>
          <p:sp>
            <p:nvSpPr>
              <p:cNvPr id="425" name="Google Shape;425;p21"/>
              <p:cNvSpPr/>
              <p:nvPr/>
            </p:nvSpPr>
            <p:spPr>
              <a:xfrm rot="897609">
                <a:off x="1176539" y="1625244"/>
                <a:ext cx="1926808" cy="1926808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26" name="Google Shape;426;p21"/>
              <p:cNvSpPr/>
              <p:nvPr/>
            </p:nvSpPr>
            <p:spPr>
              <a:xfrm rot="1802750">
                <a:off x="1176541" y="1623366"/>
                <a:ext cx="1926931" cy="1926931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27" name="Google Shape;427;p21"/>
              <p:cNvSpPr/>
              <p:nvPr/>
            </p:nvSpPr>
            <p:spPr>
              <a:xfrm rot="2700000">
                <a:off x="1178393" y="1623382"/>
                <a:ext cx="1927007" cy="1927007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28" name="Google Shape;428;p21"/>
              <p:cNvSpPr/>
              <p:nvPr/>
            </p:nvSpPr>
            <p:spPr>
              <a:xfrm rot="3598713">
                <a:off x="1182074" y="1623408"/>
                <a:ext cx="1927150" cy="1927150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29" name="Google Shape;429;p21"/>
              <p:cNvSpPr/>
              <p:nvPr/>
            </p:nvSpPr>
            <p:spPr>
              <a:xfrm rot="4499806">
                <a:off x="1181934" y="1623354"/>
                <a:ext cx="1927196" cy="1927196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30" name="Google Shape;430;p21"/>
              <p:cNvSpPr/>
              <p:nvPr/>
            </p:nvSpPr>
            <p:spPr>
              <a:xfrm rot="5400000">
                <a:off x="1181930" y="1623354"/>
                <a:ext cx="1927200" cy="1927200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31" name="Google Shape;431;p21"/>
              <p:cNvSpPr/>
              <p:nvPr/>
            </p:nvSpPr>
            <p:spPr>
              <a:xfrm rot="-897609" flipH="1">
                <a:off x="1180446" y="1625244"/>
                <a:ext cx="1926808" cy="1926808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32" name="Google Shape;432;p21"/>
              <p:cNvSpPr/>
              <p:nvPr/>
            </p:nvSpPr>
            <p:spPr>
              <a:xfrm rot="-1802750" flipH="1">
                <a:off x="1180321" y="1623366"/>
                <a:ext cx="1926931" cy="1926931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33" name="Google Shape;433;p21"/>
              <p:cNvSpPr/>
              <p:nvPr/>
            </p:nvSpPr>
            <p:spPr>
              <a:xfrm rot="-2700000" flipH="1">
                <a:off x="1178393" y="1623382"/>
                <a:ext cx="1927007" cy="1927007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34" name="Google Shape;434;p21"/>
              <p:cNvSpPr/>
              <p:nvPr/>
            </p:nvSpPr>
            <p:spPr>
              <a:xfrm rot="-3598713" flipH="1">
                <a:off x="1174569" y="1623408"/>
                <a:ext cx="1927150" cy="1927150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35" name="Google Shape;435;p21"/>
              <p:cNvSpPr/>
              <p:nvPr/>
            </p:nvSpPr>
            <p:spPr>
              <a:xfrm rot="-4499806" flipH="1">
                <a:off x="1174663" y="1623354"/>
                <a:ext cx="1927196" cy="1927196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36" name="Google Shape;436;p21"/>
              <p:cNvSpPr/>
              <p:nvPr/>
            </p:nvSpPr>
            <p:spPr>
              <a:xfrm rot="-5400000" flipH="1">
                <a:off x="1174663" y="1623354"/>
                <a:ext cx="1927200" cy="1927200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437" name="Google Shape;437;p21"/>
            <p:cNvGrpSpPr/>
            <p:nvPr/>
          </p:nvGrpSpPr>
          <p:grpSpPr>
            <a:xfrm rot="10800000" flipH="1">
              <a:off x="779296" y="1224286"/>
              <a:ext cx="2725200" cy="2725200"/>
              <a:chOff x="779296" y="1224286"/>
              <a:chExt cx="2725200" cy="2725200"/>
            </a:xfrm>
          </p:grpSpPr>
          <p:sp>
            <p:nvSpPr>
              <p:cNvPr id="438" name="Google Shape;438;p21"/>
              <p:cNvSpPr/>
              <p:nvPr/>
            </p:nvSpPr>
            <p:spPr>
              <a:xfrm rot="897609">
                <a:off x="1176539" y="1625244"/>
                <a:ext cx="1926808" cy="1926808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39" name="Google Shape;439;p21"/>
              <p:cNvSpPr/>
              <p:nvPr/>
            </p:nvSpPr>
            <p:spPr>
              <a:xfrm rot="1802750">
                <a:off x="1176541" y="1623366"/>
                <a:ext cx="1926931" cy="1926931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40" name="Google Shape;440;p21"/>
              <p:cNvSpPr/>
              <p:nvPr/>
            </p:nvSpPr>
            <p:spPr>
              <a:xfrm rot="2700000">
                <a:off x="1178393" y="1623382"/>
                <a:ext cx="1927007" cy="1927007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41" name="Google Shape;441;p21"/>
              <p:cNvSpPr/>
              <p:nvPr/>
            </p:nvSpPr>
            <p:spPr>
              <a:xfrm rot="3598713">
                <a:off x="1182074" y="1623408"/>
                <a:ext cx="1927150" cy="1927150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42" name="Google Shape;442;p21"/>
              <p:cNvSpPr/>
              <p:nvPr/>
            </p:nvSpPr>
            <p:spPr>
              <a:xfrm rot="4499806">
                <a:off x="1181934" y="1623354"/>
                <a:ext cx="1927196" cy="1927196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43" name="Google Shape;443;p21"/>
              <p:cNvSpPr/>
              <p:nvPr/>
            </p:nvSpPr>
            <p:spPr>
              <a:xfrm rot="5400000">
                <a:off x="1181930" y="1623354"/>
                <a:ext cx="1927200" cy="1927200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44" name="Google Shape;444;p21"/>
              <p:cNvSpPr/>
              <p:nvPr/>
            </p:nvSpPr>
            <p:spPr>
              <a:xfrm rot="-897609" flipH="1">
                <a:off x="1180446" y="1625244"/>
                <a:ext cx="1926808" cy="1926808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45" name="Google Shape;445;p21"/>
              <p:cNvSpPr/>
              <p:nvPr/>
            </p:nvSpPr>
            <p:spPr>
              <a:xfrm rot="-1802750" flipH="1">
                <a:off x="1180321" y="1623366"/>
                <a:ext cx="1926931" cy="1926931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46" name="Google Shape;446;p21"/>
              <p:cNvSpPr/>
              <p:nvPr/>
            </p:nvSpPr>
            <p:spPr>
              <a:xfrm rot="-2700000" flipH="1">
                <a:off x="1178393" y="1623382"/>
                <a:ext cx="1927007" cy="1927007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47" name="Google Shape;447;p21"/>
              <p:cNvSpPr/>
              <p:nvPr/>
            </p:nvSpPr>
            <p:spPr>
              <a:xfrm rot="-3598713" flipH="1">
                <a:off x="1174569" y="1623408"/>
                <a:ext cx="1927150" cy="1927150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48" name="Google Shape;448;p21"/>
              <p:cNvSpPr/>
              <p:nvPr/>
            </p:nvSpPr>
            <p:spPr>
              <a:xfrm rot="-4499806" flipH="1">
                <a:off x="1174663" y="1623354"/>
                <a:ext cx="1927196" cy="1927196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49" name="Google Shape;449;p21"/>
              <p:cNvSpPr/>
              <p:nvPr/>
            </p:nvSpPr>
            <p:spPr>
              <a:xfrm rot="-5400000" flipH="1">
                <a:off x="1174663" y="1623354"/>
                <a:ext cx="1927200" cy="1927200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450" name="Google Shape;450;p21"/>
            <p:cNvSpPr/>
            <p:nvPr/>
          </p:nvSpPr>
          <p:spPr>
            <a:xfrm>
              <a:off x="1189500" y="1634475"/>
              <a:ext cx="1904700" cy="1904700"/>
            </a:xfrm>
            <a:prstGeom prst="ellips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1" name="Google Shape;451;p21"/>
          <p:cNvGrpSpPr/>
          <p:nvPr/>
        </p:nvGrpSpPr>
        <p:grpSpPr>
          <a:xfrm>
            <a:off x="2457073" y="5382980"/>
            <a:ext cx="2383512" cy="1418172"/>
            <a:chOff x="4027707" y="1467887"/>
            <a:chExt cx="5231589" cy="3112758"/>
          </a:xfrm>
        </p:grpSpPr>
        <p:grpSp>
          <p:nvGrpSpPr>
            <p:cNvPr id="452" name="Google Shape;452;p21"/>
            <p:cNvGrpSpPr/>
            <p:nvPr/>
          </p:nvGrpSpPr>
          <p:grpSpPr>
            <a:xfrm>
              <a:off x="4027707" y="1467887"/>
              <a:ext cx="2294571" cy="3112758"/>
              <a:chOff x="4256307" y="1467887"/>
              <a:chExt cx="2294571" cy="3112758"/>
            </a:xfrm>
          </p:grpSpPr>
          <p:sp>
            <p:nvSpPr>
              <p:cNvPr id="453" name="Google Shape;453;p21"/>
              <p:cNvSpPr/>
              <p:nvPr/>
            </p:nvSpPr>
            <p:spPr>
              <a:xfrm rot="-448215" flipH="1">
                <a:off x="4507051" y="2536818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54" name="Google Shape;454;p2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455" name="Google Shape;455;p21"/>
            <p:cNvGrpSpPr/>
            <p:nvPr/>
          </p:nvGrpSpPr>
          <p:grpSpPr>
            <a:xfrm>
              <a:off x="4295049" y="1467887"/>
              <a:ext cx="2294571" cy="3112758"/>
              <a:chOff x="4256307" y="1467887"/>
              <a:chExt cx="2294571" cy="3112758"/>
            </a:xfrm>
          </p:grpSpPr>
          <p:sp>
            <p:nvSpPr>
              <p:cNvPr id="456" name="Google Shape;456;p21"/>
              <p:cNvSpPr/>
              <p:nvPr/>
            </p:nvSpPr>
            <p:spPr>
              <a:xfrm rot="-448215" flipH="1">
                <a:off x="4507051" y="2536818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57" name="Google Shape;457;p2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458" name="Google Shape;458;p21"/>
            <p:cNvGrpSpPr/>
            <p:nvPr/>
          </p:nvGrpSpPr>
          <p:grpSpPr>
            <a:xfrm>
              <a:off x="4563782" y="1467887"/>
              <a:ext cx="2294571" cy="3112758"/>
              <a:chOff x="4256307" y="1467887"/>
              <a:chExt cx="2294571" cy="3112758"/>
            </a:xfrm>
          </p:grpSpPr>
          <p:sp>
            <p:nvSpPr>
              <p:cNvPr id="459" name="Google Shape;459;p21"/>
              <p:cNvSpPr/>
              <p:nvPr/>
            </p:nvSpPr>
            <p:spPr>
              <a:xfrm rot="-448215" flipH="1">
                <a:off x="4507051" y="2536818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60" name="Google Shape;460;p2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461" name="Google Shape;461;p21"/>
            <p:cNvGrpSpPr/>
            <p:nvPr/>
          </p:nvGrpSpPr>
          <p:grpSpPr>
            <a:xfrm>
              <a:off x="4831124" y="1467887"/>
              <a:ext cx="2294571" cy="3112758"/>
              <a:chOff x="4256307" y="1467887"/>
              <a:chExt cx="2294571" cy="3112758"/>
            </a:xfrm>
          </p:grpSpPr>
          <p:sp>
            <p:nvSpPr>
              <p:cNvPr id="462" name="Google Shape;462;p21"/>
              <p:cNvSpPr/>
              <p:nvPr/>
            </p:nvSpPr>
            <p:spPr>
              <a:xfrm rot="-448215" flipH="1">
                <a:off x="4507051" y="2536818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63" name="Google Shape;463;p2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464" name="Google Shape;464;p21"/>
            <p:cNvGrpSpPr/>
            <p:nvPr/>
          </p:nvGrpSpPr>
          <p:grpSpPr>
            <a:xfrm>
              <a:off x="5094507" y="1467887"/>
              <a:ext cx="2294571" cy="3112758"/>
              <a:chOff x="4256307" y="1467887"/>
              <a:chExt cx="2294571" cy="3112758"/>
            </a:xfrm>
          </p:grpSpPr>
          <p:sp>
            <p:nvSpPr>
              <p:cNvPr id="465" name="Google Shape;465;p21"/>
              <p:cNvSpPr/>
              <p:nvPr/>
            </p:nvSpPr>
            <p:spPr>
              <a:xfrm rot="-448215" flipH="1">
                <a:off x="4507051" y="2536818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66" name="Google Shape;466;p2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467" name="Google Shape;467;p21"/>
            <p:cNvGrpSpPr/>
            <p:nvPr/>
          </p:nvGrpSpPr>
          <p:grpSpPr>
            <a:xfrm>
              <a:off x="5361849" y="1467887"/>
              <a:ext cx="2294571" cy="3112758"/>
              <a:chOff x="4256307" y="1467887"/>
              <a:chExt cx="2294571" cy="3112758"/>
            </a:xfrm>
          </p:grpSpPr>
          <p:sp>
            <p:nvSpPr>
              <p:cNvPr id="468" name="Google Shape;468;p21"/>
              <p:cNvSpPr/>
              <p:nvPr/>
            </p:nvSpPr>
            <p:spPr>
              <a:xfrm rot="-448215" flipH="1">
                <a:off x="4507051" y="2536818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69" name="Google Shape;469;p2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470" name="Google Shape;470;p21"/>
            <p:cNvGrpSpPr/>
            <p:nvPr/>
          </p:nvGrpSpPr>
          <p:grpSpPr>
            <a:xfrm>
              <a:off x="5630582" y="1467887"/>
              <a:ext cx="2294571" cy="3112758"/>
              <a:chOff x="4256307" y="1467887"/>
              <a:chExt cx="2294571" cy="3112758"/>
            </a:xfrm>
          </p:grpSpPr>
          <p:sp>
            <p:nvSpPr>
              <p:cNvPr id="471" name="Google Shape;471;p21"/>
              <p:cNvSpPr/>
              <p:nvPr/>
            </p:nvSpPr>
            <p:spPr>
              <a:xfrm rot="-448215" flipH="1">
                <a:off x="4507051" y="2536818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72" name="Google Shape;472;p2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473" name="Google Shape;473;p21"/>
            <p:cNvGrpSpPr/>
            <p:nvPr/>
          </p:nvGrpSpPr>
          <p:grpSpPr>
            <a:xfrm>
              <a:off x="5897924" y="1467887"/>
              <a:ext cx="2294571" cy="3112758"/>
              <a:chOff x="4256307" y="1467887"/>
              <a:chExt cx="2294571" cy="3112758"/>
            </a:xfrm>
          </p:grpSpPr>
          <p:sp>
            <p:nvSpPr>
              <p:cNvPr id="474" name="Google Shape;474;p21"/>
              <p:cNvSpPr/>
              <p:nvPr/>
            </p:nvSpPr>
            <p:spPr>
              <a:xfrm rot="-448215" flipH="1">
                <a:off x="4507051" y="2536818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75" name="Google Shape;475;p2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476" name="Google Shape;476;p21"/>
            <p:cNvGrpSpPr/>
            <p:nvPr/>
          </p:nvGrpSpPr>
          <p:grpSpPr>
            <a:xfrm>
              <a:off x="6161307" y="1467887"/>
              <a:ext cx="2294571" cy="3112758"/>
              <a:chOff x="4256307" y="1467887"/>
              <a:chExt cx="2294571" cy="3112758"/>
            </a:xfrm>
          </p:grpSpPr>
          <p:sp>
            <p:nvSpPr>
              <p:cNvPr id="477" name="Google Shape;477;p21"/>
              <p:cNvSpPr/>
              <p:nvPr/>
            </p:nvSpPr>
            <p:spPr>
              <a:xfrm rot="-448215" flipH="1">
                <a:off x="4507051" y="2536818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78" name="Google Shape;478;p2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479" name="Google Shape;479;p21"/>
            <p:cNvGrpSpPr/>
            <p:nvPr/>
          </p:nvGrpSpPr>
          <p:grpSpPr>
            <a:xfrm>
              <a:off x="6428649" y="1467887"/>
              <a:ext cx="2294571" cy="3112758"/>
              <a:chOff x="4256307" y="1467887"/>
              <a:chExt cx="2294571" cy="3112758"/>
            </a:xfrm>
          </p:grpSpPr>
          <p:sp>
            <p:nvSpPr>
              <p:cNvPr id="480" name="Google Shape;480;p21"/>
              <p:cNvSpPr/>
              <p:nvPr/>
            </p:nvSpPr>
            <p:spPr>
              <a:xfrm rot="-448215" flipH="1">
                <a:off x="4507051" y="2536818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81" name="Google Shape;481;p2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482" name="Google Shape;482;p21"/>
            <p:cNvGrpSpPr/>
            <p:nvPr/>
          </p:nvGrpSpPr>
          <p:grpSpPr>
            <a:xfrm>
              <a:off x="6697382" y="1467887"/>
              <a:ext cx="2294571" cy="3112758"/>
              <a:chOff x="4256307" y="1467887"/>
              <a:chExt cx="2294571" cy="3112758"/>
            </a:xfrm>
          </p:grpSpPr>
          <p:sp>
            <p:nvSpPr>
              <p:cNvPr id="483" name="Google Shape;483;p21"/>
              <p:cNvSpPr/>
              <p:nvPr/>
            </p:nvSpPr>
            <p:spPr>
              <a:xfrm rot="-448215" flipH="1">
                <a:off x="4507051" y="2536818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84" name="Google Shape;484;p2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485" name="Google Shape;485;p21"/>
            <p:cNvGrpSpPr/>
            <p:nvPr/>
          </p:nvGrpSpPr>
          <p:grpSpPr>
            <a:xfrm>
              <a:off x="6964724" y="1467887"/>
              <a:ext cx="2294571" cy="3112758"/>
              <a:chOff x="4256307" y="1467887"/>
              <a:chExt cx="2294571" cy="3112758"/>
            </a:xfrm>
          </p:grpSpPr>
          <p:sp>
            <p:nvSpPr>
              <p:cNvPr id="486" name="Google Shape;486;p21"/>
              <p:cNvSpPr/>
              <p:nvPr/>
            </p:nvSpPr>
            <p:spPr>
              <a:xfrm rot="-448215" flipH="1">
                <a:off x="4507051" y="2536818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87" name="Google Shape;487;p2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488" name="Google Shape;488;p21"/>
            <p:cNvSpPr/>
            <p:nvPr/>
          </p:nvSpPr>
          <p:spPr>
            <a:xfrm>
              <a:off x="4980475" y="2539250"/>
              <a:ext cx="3333900" cy="970500"/>
            </a:xfrm>
            <a:prstGeom prst="parallelogram">
              <a:avLst>
                <a:gd name="adj" fmla="val 12607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89" name="Google Shape;489;p21"/>
          <p:cNvGrpSpPr/>
          <p:nvPr/>
        </p:nvGrpSpPr>
        <p:grpSpPr>
          <a:xfrm>
            <a:off x="4807743" y="5382980"/>
            <a:ext cx="2383512" cy="1418172"/>
            <a:chOff x="4027707" y="1467887"/>
            <a:chExt cx="5231589" cy="3112758"/>
          </a:xfrm>
        </p:grpSpPr>
        <p:grpSp>
          <p:nvGrpSpPr>
            <p:cNvPr id="490" name="Google Shape;490;p21"/>
            <p:cNvGrpSpPr/>
            <p:nvPr/>
          </p:nvGrpSpPr>
          <p:grpSpPr>
            <a:xfrm>
              <a:off x="4027707" y="1467887"/>
              <a:ext cx="2294571" cy="3112758"/>
              <a:chOff x="4256307" y="1467887"/>
              <a:chExt cx="2294571" cy="3112758"/>
            </a:xfrm>
          </p:grpSpPr>
          <p:sp>
            <p:nvSpPr>
              <p:cNvPr id="491" name="Google Shape;491;p21"/>
              <p:cNvSpPr/>
              <p:nvPr/>
            </p:nvSpPr>
            <p:spPr>
              <a:xfrm rot="-448215" flipH="1">
                <a:off x="4507051" y="2536818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92" name="Google Shape;492;p2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493" name="Google Shape;493;p21"/>
            <p:cNvGrpSpPr/>
            <p:nvPr/>
          </p:nvGrpSpPr>
          <p:grpSpPr>
            <a:xfrm>
              <a:off x="4295049" y="1467887"/>
              <a:ext cx="2294571" cy="3112758"/>
              <a:chOff x="4256307" y="1467887"/>
              <a:chExt cx="2294571" cy="3112758"/>
            </a:xfrm>
          </p:grpSpPr>
          <p:sp>
            <p:nvSpPr>
              <p:cNvPr id="494" name="Google Shape;494;p21"/>
              <p:cNvSpPr/>
              <p:nvPr/>
            </p:nvSpPr>
            <p:spPr>
              <a:xfrm rot="-448215" flipH="1">
                <a:off x="4507051" y="2536818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95" name="Google Shape;495;p2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496" name="Google Shape;496;p21"/>
            <p:cNvGrpSpPr/>
            <p:nvPr/>
          </p:nvGrpSpPr>
          <p:grpSpPr>
            <a:xfrm>
              <a:off x="4563782" y="1467887"/>
              <a:ext cx="2294571" cy="3112758"/>
              <a:chOff x="4256307" y="1467887"/>
              <a:chExt cx="2294571" cy="3112758"/>
            </a:xfrm>
          </p:grpSpPr>
          <p:sp>
            <p:nvSpPr>
              <p:cNvPr id="497" name="Google Shape;497;p21"/>
              <p:cNvSpPr/>
              <p:nvPr/>
            </p:nvSpPr>
            <p:spPr>
              <a:xfrm rot="-448215" flipH="1">
                <a:off x="4507051" y="2536818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498" name="Google Shape;498;p2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499" name="Google Shape;499;p21"/>
            <p:cNvGrpSpPr/>
            <p:nvPr/>
          </p:nvGrpSpPr>
          <p:grpSpPr>
            <a:xfrm>
              <a:off x="4831124" y="1467887"/>
              <a:ext cx="2294571" cy="3112758"/>
              <a:chOff x="4256307" y="1467887"/>
              <a:chExt cx="2294571" cy="3112758"/>
            </a:xfrm>
          </p:grpSpPr>
          <p:sp>
            <p:nvSpPr>
              <p:cNvPr id="500" name="Google Shape;500;p21"/>
              <p:cNvSpPr/>
              <p:nvPr/>
            </p:nvSpPr>
            <p:spPr>
              <a:xfrm rot="-448215" flipH="1">
                <a:off x="4507051" y="2536818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01" name="Google Shape;501;p2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502" name="Google Shape;502;p21"/>
            <p:cNvGrpSpPr/>
            <p:nvPr/>
          </p:nvGrpSpPr>
          <p:grpSpPr>
            <a:xfrm>
              <a:off x="5094507" y="1467887"/>
              <a:ext cx="2294571" cy="3112758"/>
              <a:chOff x="4256307" y="1467887"/>
              <a:chExt cx="2294571" cy="3112758"/>
            </a:xfrm>
          </p:grpSpPr>
          <p:sp>
            <p:nvSpPr>
              <p:cNvPr id="503" name="Google Shape;503;p21"/>
              <p:cNvSpPr/>
              <p:nvPr/>
            </p:nvSpPr>
            <p:spPr>
              <a:xfrm rot="-448215" flipH="1">
                <a:off x="4507051" y="2536818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04" name="Google Shape;504;p2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505" name="Google Shape;505;p21"/>
            <p:cNvGrpSpPr/>
            <p:nvPr/>
          </p:nvGrpSpPr>
          <p:grpSpPr>
            <a:xfrm>
              <a:off x="5361849" y="1467887"/>
              <a:ext cx="2294571" cy="3112758"/>
              <a:chOff x="4256307" y="1467887"/>
              <a:chExt cx="2294571" cy="3112758"/>
            </a:xfrm>
          </p:grpSpPr>
          <p:sp>
            <p:nvSpPr>
              <p:cNvPr id="506" name="Google Shape;506;p21"/>
              <p:cNvSpPr/>
              <p:nvPr/>
            </p:nvSpPr>
            <p:spPr>
              <a:xfrm rot="-448215" flipH="1">
                <a:off x="4507051" y="2536818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07" name="Google Shape;507;p2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508" name="Google Shape;508;p21"/>
            <p:cNvGrpSpPr/>
            <p:nvPr/>
          </p:nvGrpSpPr>
          <p:grpSpPr>
            <a:xfrm>
              <a:off x="5630582" y="1467887"/>
              <a:ext cx="2294571" cy="3112758"/>
              <a:chOff x="4256307" y="1467887"/>
              <a:chExt cx="2294571" cy="3112758"/>
            </a:xfrm>
          </p:grpSpPr>
          <p:sp>
            <p:nvSpPr>
              <p:cNvPr id="509" name="Google Shape;509;p21"/>
              <p:cNvSpPr/>
              <p:nvPr/>
            </p:nvSpPr>
            <p:spPr>
              <a:xfrm rot="-448215" flipH="1">
                <a:off x="4507051" y="2536818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10" name="Google Shape;510;p2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511" name="Google Shape;511;p21"/>
            <p:cNvGrpSpPr/>
            <p:nvPr/>
          </p:nvGrpSpPr>
          <p:grpSpPr>
            <a:xfrm>
              <a:off x="5897924" y="1467887"/>
              <a:ext cx="2294571" cy="3112758"/>
              <a:chOff x="4256307" y="1467887"/>
              <a:chExt cx="2294571" cy="3112758"/>
            </a:xfrm>
          </p:grpSpPr>
          <p:sp>
            <p:nvSpPr>
              <p:cNvPr id="512" name="Google Shape;512;p21"/>
              <p:cNvSpPr/>
              <p:nvPr/>
            </p:nvSpPr>
            <p:spPr>
              <a:xfrm rot="-448215" flipH="1">
                <a:off x="4507051" y="2536818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13" name="Google Shape;513;p2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514" name="Google Shape;514;p21"/>
            <p:cNvGrpSpPr/>
            <p:nvPr/>
          </p:nvGrpSpPr>
          <p:grpSpPr>
            <a:xfrm>
              <a:off x="6161307" y="1467887"/>
              <a:ext cx="2294571" cy="3112758"/>
              <a:chOff x="4256307" y="1467887"/>
              <a:chExt cx="2294571" cy="3112758"/>
            </a:xfrm>
          </p:grpSpPr>
          <p:sp>
            <p:nvSpPr>
              <p:cNvPr id="515" name="Google Shape;515;p21"/>
              <p:cNvSpPr/>
              <p:nvPr/>
            </p:nvSpPr>
            <p:spPr>
              <a:xfrm rot="-448215" flipH="1">
                <a:off x="4507051" y="2536818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16" name="Google Shape;516;p2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517" name="Google Shape;517;p21"/>
            <p:cNvGrpSpPr/>
            <p:nvPr/>
          </p:nvGrpSpPr>
          <p:grpSpPr>
            <a:xfrm>
              <a:off x="6428649" y="1467887"/>
              <a:ext cx="2294571" cy="3112758"/>
              <a:chOff x="4256307" y="1467887"/>
              <a:chExt cx="2294571" cy="3112758"/>
            </a:xfrm>
          </p:grpSpPr>
          <p:sp>
            <p:nvSpPr>
              <p:cNvPr id="518" name="Google Shape;518;p21"/>
              <p:cNvSpPr/>
              <p:nvPr/>
            </p:nvSpPr>
            <p:spPr>
              <a:xfrm rot="-448215" flipH="1">
                <a:off x="4507051" y="2536818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19" name="Google Shape;519;p2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520" name="Google Shape;520;p21"/>
            <p:cNvGrpSpPr/>
            <p:nvPr/>
          </p:nvGrpSpPr>
          <p:grpSpPr>
            <a:xfrm>
              <a:off x="6697382" y="1467887"/>
              <a:ext cx="2294571" cy="3112758"/>
              <a:chOff x="4256307" y="1467887"/>
              <a:chExt cx="2294571" cy="3112758"/>
            </a:xfrm>
          </p:grpSpPr>
          <p:sp>
            <p:nvSpPr>
              <p:cNvPr id="521" name="Google Shape;521;p21"/>
              <p:cNvSpPr/>
              <p:nvPr/>
            </p:nvSpPr>
            <p:spPr>
              <a:xfrm rot="-448215" flipH="1">
                <a:off x="4507051" y="2536818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22" name="Google Shape;522;p2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523" name="Google Shape;523;p21"/>
            <p:cNvGrpSpPr/>
            <p:nvPr/>
          </p:nvGrpSpPr>
          <p:grpSpPr>
            <a:xfrm>
              <a:off x="6964724" y="1467887"/>
              <a:ext cx="2294571" cy="3112758"/>
              <a:chOff x="4256307" y="1467887"/>
              <a:chExt cx="2294571" cy="3112758"/>
            </a:xfrm>
          </p:grpSpPr>
          <p:sp>
            <p:nvSpPr>
              <p:cNvPr id="524" name="Google Shape;524;p21"/>
              <p:cNvSpPr/>
              <p:nvPr/>
            </p:nvSpPr>
            <p:spPr>
              <a:xfrm rot="-448215" flipH="1">
                <a:off x="4507051" y="2536818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25" name="Google Shape;525;p21"/>
              <p:cNvSpPr/>
              <p:nvPr/>
            </p:nvSpPr>
            <p:spPr>
              <a:xfrm rot="-10351785">
                <a:off x="4373380" y="1584961"/>
                <a:ext cx="1926753" cy="1926753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526" name="Google Shape;526;p21"/>
            <p:cNvSpPr/>
            <p:nvPr/>
          </p:nvSpPr>
          <p:spPr>
            <a:xfrm>
              <a:off x="4980475" y="2539250"/>
              <a:ext cx="3333900" cy="970500"/>
            </a:xfrm>
            <a:prstGeom prst="parallelogram">
              <a:avLst>
                <a:gd name="adj" fmla="val 12607"/>
              </a:avLst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7" name="Google Shape;527;p21"/>
          <p:cNvGrpSpPr/>
          <p:nvPr/>
        </p:nvGrpSpPr>
        <p:grpSpPr>
          <a:xfrm>
            <a:off x="5410859" y="6594921"/>
            <a:ext cx="1241601" cy="1241601"/>
            <a:chOff x="779296" y="1224286"/>
            <a:chExt cx="2725200" cy="2725200"/>
          </a:xfrm>
        </p:grpSpPr>
        <p:grpSp>
          <p:nvGrpSpPr>
            <p:cNvPr id="528" name="Google Shape;528;p21"/>
            <p:cNvGrpSpPr/>
            <p:nvPr/>
          </p:nvGrpSpPr>
          <p:grpSpPr>
            <a:xfrm>
              <a:off x="779296" y="1224286"/>
              <a:ext cx="2725200" cy="2725200"/>
              <a:chOff x="779296" y="1224286"/>
              <a:chExt cx="2725200" cy="2725200"/>
            </a:xfrm>
          </p:grpSpPr>
          <p:sp>
            <p:nvSpPr>
              <p:cNvPr id="529" name="Google Shape;529;p21"/>
              <p:cNvSpPr/>
              <p:nvPr/>
            </p:nvSpPr>
            <p:spPr>
              <a:xfrm rot="897609">
                <a:off x="1176539" y="1625244"/>
                <a:ext cx="1926808" cy="1926808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30" name="Google Shape;530;p21"/>
              <p:cNvSpPr/>
              <p:nvPr/>
            </p:nvSpPr>
            <p:spPr>
              <a:xfrm rot="1802750">
                <a:off x="1176541" y="1623366"/>
                <a:ext cx="1926931" cy="1926931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31" name="Google Shape;531;p21"/>
              <p:cNvSpPr/>
              <p:nvPr/>
            </p:nvSpPr>
            <p:spPr>
              <a:xfrm rot="2700000">
                <a:off x="1178393" y="1623382"/>
                <a:ext cx="1927007" cy="1927007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32" name="Google Shape;532;p21"/>
              <p:cNvSpPr/>
              <p:nvPr/>
            </p:nvSpPr>
            <p:spPr>
              <a:xfrm rot="3598713">
                <a:off x="1182074" y="1623408"/>
                <a:ext cx="1927150" cy="1927150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33" name="Google Shape;533;p21"/>
              <p:cNvSpPr/>
              <p:nvPr/>
            </p:nvSpPr>
            <p:spPr>
              <a:xfrm rot="4499806">
                <a:off x="1181934" y="1623354"/>
                <a:ext cx="1927196" cy="1927196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34" name="Google Shape;534;p21"/>
              <p:cNvSpPr/>
              <p:nvPr/>
            </p:nvSpPr>
            <p:spPr>
              <a:xfrm rot="5400000">
                <a:off x="1181930" y="1623354"/>
                <a:ext cx="1927200" cy="1927200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35" name="Google Shape;535;p21"/>
              <p:cNvSpPr/>
              <p:nvPr/>
            </p:nvSpPr>
            <p:spPr>
              <a:xfrm rot="-897609" flipH="1">
                <a:off x="1180446" y="1625244"/>
                <a:ext cx="1926808" cy="1926808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36" name="Google Shape;536;p21"/>
              <p:cNvSpPr/>
              <p:nvPr/>
            </p:nvSpPr>
            <p:spPr>
              <a:xfrm rot="-1802750" flipH="1">
                <a:off x="1180321" y="1623366"/>
                <a:ext cx="1926931" cy="1926931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37" name="Google Shape;537;p21"/>
              <p:cNvSpPr/>
              <p:nvPr/>
            </p:nvSpPr>
            <p:spPr>
              <a:xfrm rot="-2700000" flipH="1">
                <a:off x="1178393" y="1623382"/>
                <a:ext cx="1927007" cy="1927007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38" name="Google Shape;538;p21"/>
              <p:cNvSpPr/>
              <p:nvPr/>
            </p:nvSpPr>
            <p:spPr>
              <a:xfrm rot="-3598713" flipH="1">
                <a:off x="1174569" y="1623408"/>
                <a:ext cx="1927150" cy="1927150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39" name="Google Shape;539;p21"/>
              <p:cNvSpPr/>
              <p:nvPr/>
            </p:nvSpPr>
            <p:spPr>
              <a:xfrm rot="-4499806" flipH="1">
                <a:off x="1174663" y="1623354"/>
                <a:ext cx="1927196" cy="1927196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40" name="Google Shape;540;p21"/>
              <p:cNvSpPr/>
              <p:nvPr/>
            </p:nvSpPr>
            <p:spPr>
              <a:xfrm rot="-5400000" flipH="1">
                <a:off x="1174663" y="1623354"/>
                <a:ext cx="1927200" cy="1927200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037B7D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541" name="Google Shape;541;p21"/>
            <p:cNvGrpSpPr/>
            <p:nvPr/>
          </p:nvGrpSpPr>
          <p:grpSpPr>
            <a:xfrm rot="10800000" flipH="1">
              <a:off x="779296" y="1224286"/>
              <a:ext cx="2725200" cy="2725200"/>
              <a:chOff x="779296" y="1224286"/>
              <a:chExt cx="2725200" cy="2725200"/>
            </a:xfrm>
          </p:grpSpPr>
          <p:sp>
            <p:nvSpPr>
              <p:cNvPr id="542" name="Google Shape;542;p21"/>
              <p:cNvSpPr/>
              <p:nvPr/>
            </p:nvSpPr>
            <p:spPr>
              <a:xfrm rot="897609">
                <a:off x="1176539" y="1625244"/>
                <a:ext cx="1926808" cy="1926808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43" name="Google Shape;543;p21"/>
              <p:cNvSpPr/>
              <p:nvPr/>
            </p:nvSpPr>
            <p:spPr>
              <a:xfrm rot="1802750">
                <a:off x="1176541" y="1623366"/>
                <a:ext cx="1926931" cy="1926931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44" name="Google Shape;544;p21"/>
              <p:cNvSpPr/>
              <p:nvPr/>
            </p:nvSpPr>
            <p:spPr>
              <a:xfrm rot="2700000">
                <a:off x="1178393" y="1623382"/>
                <a:ext cx="1927007" cy="1927007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45" name="Google Shape;545;p21"/>
              <p:cNvSpPr/>
              <p:nvPr/>
            </p:nvSpPr>
            <p:spPr>
              <a:xfrm rot="3598713">
                <a:off x="1182074" y="1623408"/>
                <a:ext cx="1927150" cy="1927150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46" name="Google Shape;546;p21"/>
              <p:cNvSpPr/>
              <p:nvPr/>
            </p:nvSpPr>
            <p:spPr>
              <a:xfrm rot="4499806">
                <a:off x="1181934" y="1623354"/>
                <a:ext cx="1927196" cy="1927196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47" name="Google Shape;547;p21"/>
              <p:cNvSpPr/>
              <p:nvPr/>
            </p:nvSpPr>
            <p:spPr>
              <a:xfrm rot="5400000">
                <a:off x="1181930" y="1623354"/>
                <a:ext cx="1927200" cy="1927200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48" name="Google Shape;548;p21"/>
              <p:cNvSpPr/>
              <p:nvPr/>
            </p:nvSpPr>
            <p:spPr>
              <a:xfrm rot="-897609" flipH="1">
                <a:off x="1180446" y="1625244"/>
                <a:ext cx="1926808" cy="1926808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49" name="Google Shape;549;p21"/>
              <p:cNvSpPr/>
              <p:nvPr/>
            </p:nvSpPr>
            <p:spPr>
              <a:xfrm rot="-1802750" flipH="1">
                <a:off x="1180321" y="1623366"/>
                <a:ext cx="1926931" cy="1926931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50" name="Google Shape;550;p21"/>
              <p:cNvSpPr/>
              <p:nvPr/>
            </p:nvSpPr>
            <p:spPr>
              <a:xfrm rot="-2700000" flipH="1">
                <a:off x="1178393" y="1623382"/>
                <a:ext cx="1927007" cy="1927007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51" name="Google Shape;551;p21"/>
              <p:cNvSpPr/>
              <p:nvPr/>
            </p:nvSpPr>
            <p:spPr>
              <a:xfrm rot="-3598713" flipH="1">
                <a:off x="1174569" y="1623408"/>
                <a:ext cx="1927150" cy="1927150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52" name="Google Shape;552;p21"/>
              <p:cNvSpPr/>
              <p:nvPr/>
            </p:nvSpPr>
            <p:spPr>
              <a:xfrm rot="-4499806" flipH="1">
                <a:off x="1174663" y="1623354"/>
                <a:ext cx="1927196" cy="1927196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553" name="Google Shape;553;p21"/>
              <p:cNvSpPr/>
              <p:nvPr/>
            </p:nvSpPr>
            <p:spPr>
              <a:xfrm rot="-5400000" flipH="1">
                <a:off x="1174663" y="1623354"/>
                <a:ext cx="1927200" cy="1927200"/>
              </a:xfrm>
              <a:prstGeom prst="pie">
                <a:avLst>
                  <a:gd name="adj1" fmla="val 15293500"/>
                  <a:gd name="adj2" fmla="val 16225541"/>
                </a:avLst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sp>
          <p:nvSpPr>
            <p:cNvPr id="554" name="Google Shape;554;p21"/>
            <p:cNvSpPr/>
            <p:nvPr/>
          </p:nvSpPr>
          <p:spPr>
            <a:xfrm>
              <a:off x="1189500" y="1634475"/>
              <a:ext cx="1904700" cy="1904700"/>
            </a:xfrm>
            <a:prstGeom prst="ellips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555" name="Google Shape;555;p21"/>
          <p:cNvSpPr txBox="1"/>
          <p:nvPr/>
        </p:nvSpPr>
        <p:spPr>
          <a:xfrm>
            <a:off x="473329" y="8037861"/>
            <a:ext cx="6402000" cy="53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Match each parallelogram with the circle of the same approximate area.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Find the area of each circle in terms of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56" name="Google Shape;556;p21"/>
          <p:cNvCxnSpPr/>
          <p:nvPr/>
        </p:nvCxnSpPr>
        <p:spPr>
          <a:xfrm>
            <a:off x="603580" y="6395653"/>
            <a:ext cx="14718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557" name="Google Shape;557;p21"/>
          <p:cNvCxnSpPr/>
          <p:nvPr/>
        </p:nvCxnSpPr>
        <p:spPr>
          <a:xfrm rot="10800000" flipH="1">
            <a:off x="4550715" y="5865107"/>
            <a:ext cx="0" cy="449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558" name="Google Shape;558;p21"/>
          <p:cNvCxnSpPr/>
          <p:nvPr/>
        </p:nvCxnSpPr>
        <p:spPr>
          <a:xfrm rot="10800000" flipH="1">
            <a:off x="1924095" y="6776631"/>
            <a:ext cx="0" cy="420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559" name="Google Shape;559;p21"/>
          <p:cNvCxnSpPr/>
          <p:nvPr/>
        </p:nvCxnSpPr>
        <p:spPr>
          <a:xfrm flipH="1">
            <a:off x="3794130" y="6777341"/>
            <a:ext cx="212400" cy="19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60" name="Google Shape;560;p21"/>
          <p:cNvCxnSpPr/>
          <p:nvPr/>
        </p:nvCxnSpPr>
        <p:spPr>
          <a:xfrm rot="10800000" flipH="1">
            <a:off x="2304941" y="5865107"/>
            <a:ext cx="0" cy="449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561" name="Google Shape;561;p21"/>
          <p:cNvCxnSpPr/>
          <p:nvPr/>
        </p:nvCxnSpPr>
        <p:spPr>
          <a:xfrm>
            <a:off x="5231836" y="6395653"/>
            <a:ext cx="14718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562" name="Google Shape;562;p21"/>
          <p:cNvCxnSpPr/>
          <p:nvPr/>
        </p:nvCxnSpPr>
        <p:spPr>
          <a:xfrm rot="10800000" flipH="1">
            <a:off x="5512895" y="6800952"/>
            <a:ext cx="0" cy="848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563" name="Google Shape;563;p21"/>
          <p:cNvCxnSpPr/>
          <p:nvPr/>
        </p:nvCxnSpPr>
        <p:spPr>
          <a:xfrm rot="10800000" flipH="1">
            <a:off x="4470003" y="6234778"/>
            <a:ext cx="0" cy="72000"/>
          </a:xfrm>
          <a:prstGeom prst="straightConnector1">
            <a:avLst/>
          </a:prstGeom>
          <a:noFill/>
          <a:ln w="9525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64" name="Google Shape;564;p21"/>
          <p:cNvSpPr txBox="1"/>
          <p:nvPr/>
        </p:nvSpPr>
        <p:spPr>
          <a:xfrm>
            <a:off x="2327089" y="5993579"/>
            <a:ext cx="402000" cy="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5" name="Google Shape;565;p21"/>
          <p:cNvSpPr txBox="1"/>
          <p:nvPr/>
        </p:nvSpPr>
        <p:spPr>
          <a:xfrm>
            <a:off x="1180185" y="6363700"/>
            <a:ext cx="457500" cy="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6" name="Google Shape;566;p21"/>
          <p:cNvSpPr txBox="1"/>
          <p:nvPr/>
        </p:nvSpPr>
        <p:spPr>
          <a:xfrm>
            <a:off x="4574356" y="5988040"/>
            <a:ext cx="402000" cy="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7" name="Google Shape;567;p21"/>
          <p:cNvSpPr txBox="1"/>
          <p:nvPr/>
        </p:nvSpPr>
        <p:spPr>
          <a:xfrm>
            <a:off x="5866642" y="6364003"/>
            <a:ext cx="457500" cy="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8" name="Google Shape;568;p21"/>
          <p:cNvSpPr txBox="1"/>
          <p:nvPr/>
        </p:nvSpPr>
        <p:spPr>
          <a:xfrm>
            <a:off x="5138935" y="7093527"/>
            <a:ext cx="378300" cy="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9" name="Google Shape;569;p21"/>
          <p:cNvSpPr txBox="1"/>
          <p:nvPr/>
        </p:nvSpPr>
        <p:spPr>
          <a:xfrm>
            <a:off x="4032920" y="6666494"/>
            <a:ext cx="813300" cy="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10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21"/>
          <p:cNvSpPr txBox="1"/>
          <p:nvPr/>
        </p:nvSpPr>
        <p:spPr>
          <a:xfrm>
            <a:off x="1956159" y="6889337"/>
            <a:ext cx="457500" cy="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20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71" name="Google Shape;571;p21"/>
          <p:cNvCxnSpPr/>
          <p:nvPr/>
        </p:nvCxnSpPr>
        <p:spPr>
          <a:xfrm>
            <a:off x="2073405" y="6323981"/>
            <a:ext cx="3845100" cy="471000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72" name="Google Shape;572;p21"/>
          <p:cNvCxnSpPr/>
          <p:nvPr/>
        </p:nvCxnSpPr>
        <p:spPr>
          <a:xfrm rot="10800000" flipH="1">
            <a:off x="1734137" y="6329468"/>
            <a:ext cx="1597200" cy="638700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73" name="Google Shape;573;p21"/>
          <p:cNvCxnSpPr>
            <a:stCxn id="450" idx="6"/>
          </p:cNvCxnSpPr>
          <p:nvPr/>
        </p:nvCxnSpPr>
        <p:spPr>
          <a:xfrm rot="10800000" flipH="1">
            <a:off x="4081400" y="6329971"/>
            <a:ext cx="1748700" cy="881100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74" name="Google Shape;574;p21"/>
          <p:cNvSpPr txBox="1"/>
          <p:nvPr/>
        </p:nvSpPr>
        <p:spPr>
          <a:xfrm>
            <a:off x="1671770" y="7660670"/>
            <a:ext cx="720600" cy="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400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m</a:t>
            </a:r>
            <a:r>
              <a:rPr lang="en-GB" sz="1200" baseline="30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1200" baseline="30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75" name="Google Shape;575;p21"/>
          <p:cNvSpPr txBox="1"/>
          <p:nvPr/>
        </p:nvSpPr>
        <p:spPr>
          <a:xfrm>
            <a:off x="3976660" y="7660670"/>
            <a:ext cx="613500" cy="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25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m</a:t>
            </a:r>
            <a:r>
              <a:rPr lang="en-GB" sz="1200" baseline="30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1200" baseline="30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576" name="Google Shape;576;p21"/>
          <p:cNvSpPr txBox="1"/>
          <p:nvPr/>
        </p:nvSpPr>
        <p:spPr>
          <a:xfrm>
            <a:off x="6261977" y="7660670"/>
            <a:ext cx="613500" cy="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100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π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m</a:t>
            </a:r>
            <a:r>
              <a:rPr lang="en-GB" sz="1200" baseline="30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endParaRPr sz="1200" baseline="30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2.14"/>
  <p:tag name="AS_TITLE" val="Aspose.Slides for .NET Standard 2.0"/>
  <p:tag name="AS_VERSION" val="23.1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91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Times New Roman</vt:lpstr>
      <vt:lpstr>simple-light-2</vt:lpstr>
      <vt:lpstr>Area of a circle</vt:lpstr>
      <vt:lpstr>PowerPoint Presentation</vt:lpstr>
    </vt:vector>
  </TitlesOfParts>
  <LinksUpToDate>0</LinksUpToDate>
  <SharedDoc>0</SharedDoc>
  <HyperlinksChanged>0</HyperlinksChanged>
  <Application>Aspose.Slides for .NET</Application>
  <AppVersion>23.1200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2024-01-08T16:55:23.799</cp:lastPrinted>
  <dcterms:created xsi:type="dcterms:W3CDTF">2024-01-08T16:55:23Z</dcterms:created>
  <dcterms:modified xsi:type="dcterms:W3CDTF">2024-01-08T16:55:50Z</dcterms:modified>
</cp:coreProperties>
</file>