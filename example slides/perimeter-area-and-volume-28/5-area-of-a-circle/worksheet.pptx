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72" name="Shape 272"/>
        <p:cNvGrpSpPr/>
        <p:nvPr/>
      </p:nvGrpSpPr>
      <p:grpSpPr>
        <a:xfrm>
          <a:off x="0" y="0"/>
          <a:ext cx="0" cy="0"/>
        </a:xfrm>
      </p:grpSpPr>
      <p:sp>
        <p:nvSpPr>
          <p:cNvPr id="273" name="Google Shape;273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Area of a circle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pic>
        <p:nvPicPr>
          <p:cNvPr id="161" name="Google Shape;161;p20"/>
          <p:cNvPicPr preferRelativeResize="0"/>
          <p:nvPr/>
        </p:nvPicPr>
        <p:blipFill>
          <a:blip r:embed="rId3">
            <a:alphaModFix/>
          </a:blip>
          <a:srcRect l="61572" b="23371"/>
          <a:stretch>
            <a:fillRect/>
          </a:stretch>
        </p:blipFill>
        <p:spPr>
          <a:xfrm>
            <a:off x="756160" y="2687287"/>
            <a:ext cx="1122599" cy="1130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/>
          <p:cNvPicPr preferRelativeResize="0"/>
          <p:nvPr/>
        </p:nvPicPr>
        <p:blipFill>
          <a:blip r:embed="rId3">
            <a:alphaModFix/>
          </a:blip>
          <a:srcRect r="49052"/>
          <a:stretch>
            <a:fillRect/>
          </a:stretch>
        </p:blipFill>
        <p:spPr>
          <a:xfrm>
            <a:off x="4190361" y="2687510"/>
            <a:ext cx="1488339" cy="147526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/>
        </p:nvSpPr>
        <p:spPr>
          <a:xfrm>
            <a:off x="476075" y="1857575"/>
            <a:ext cx="6624000" cy="6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For each diagram: i) find the number of complete squares inside the circle;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ii) find the total number of squares;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iii) complete the range for the area of the circle.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77975" y="1354175"/>
            <a:ext cx="6614100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Estimating areas of circles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77980" y="2649532"/>
            <a:ext cx="204600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3918636" y="2649532"/>
            <a:ext cx="204600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7" name="Google Shape;167;p20"/>
          <p:cNvGrpSpPr/>
          <p:nvPr/>
        </p:nvGrpSpPr>
        <p:grpSpPr>
          <a:xfrm>
            <a:off x="5043389" y="6765712"/>
            <a:ext cx="1923068" cy="1176638"/>
            <a:chOff x="2190976" y="1392600"/>
            <a:chExt cx="3134074" cy="1917598"/>
          </a:xfrm>
        </p:grpSpPr>
        <p:cxnSp>
          <p:nvCxnSpPr>
            <p:cNvPr id="168" name="Google Shape;168;p20"/>
            <p:cNvCxnSpPr/>
            <p:nvPr/>
          </p:nvCxnSpPr>
          <p:spPr>
            <a:xfrm rot="10800000">
              <a:off x="3118111" y="1467598"/>
              <a:ext cx="1883400" cy="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169" name="Google Shape;169;p20"/>
            <p:cNvGrpSpPr/>
            <p:nvPr/>
          </p:nvGrpSpPr>
          <p:grpSpPr>
            <a:xfrm>
              <a:off x="2190976" y="1392600"/>
              <a:ext cx="3134074" cy="1917598"/>
              <a:chOff x="2190976" y="1392600"/>
              <a:chExt cx="3134074" cy="1917598"/>
            </a:xfrm>
          </p:grpSpPr>
          <p:cxnSp>
            <p:nvCxnSpPr>
              <p:cNvPr id="170" name="Google Shape;170;p20"/>
              <p:cNvCxnSpPr>
                <a:endCxn id="171" idx="6"/>
              </p:cNvCxnSpPr>
              <p:nvPr/>
            </p:nvCxnSpPr>
            <p:spPr>
              <a:xfrm flipH="1">
                <a:off x="3161727" y="2399706"/>
                <a:ext cx="1839900" cy="18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08080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2" name="Google Shape;172;p20"/>
              <p:cNvSpPr/>
              <p:nvPr/>
            </p:nvSpPr>
            <p:spPr>
              <a:xfrm>
                <a:off x="2190976" y="1467598"/>
                <a:ext cx="1842300" cy="1842600"/>
              </a:xfrm>
              <a:prstGeom prst="ellipse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3" name="Google Shape;173;p20"/>
              <p:cNvSpPr/>
              <p:nvPr/>
            </p:nvSpPr>
            <p:spPr>
              <a:xfrm>
                <a:off x="4326075" y="1471620"/>
                <a:ext cx="930000" cy="930000"/>
              </a:xfrm>
              <a:prstGeom prst="rect">
                <a:avLst/>
              </a:prstGeom>
              <a:solidFill>
                <a:srgbClr val="F3EEFB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1" name="Google Shape;171;p20"/>
              <p:cNvSpPr/>
              <p:nvPr/>
            </p:nvSpPr>
            <p:spPr>
              <a:xfrm>
                <a:off x="3044427" y="2342856"/>
                <a:ext cx="117300" cy="1173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74" name="Google Shape;174;p20"/>
              <p:cNvCxnSpPr>
                <a:endCxn id="172" idx="0"/>
              </p:cNvCxnSpPr>
              <p:nvPr/>
            </p:nvCxnSpPr>
            <p:spPr>
              <a:xfrm rot="10800000" flipH="1">
                <a:off x="3107026" y="1467598"/>
                <a:ext cx="5100" cy="936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175" name="Google Shape;175;p20"/>
              <p:cNvCxnSpPr/>
              <p:nvPr/>
            </p:nvCxnSpPr>
            <p:spPr>
              <a:xfrm rot="10800000" flipH="1">
                <a:off x="4777425" y="2330725"/>
                <a:ext cx="0" cy="1500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6" name="Google Shape;176;p20"/>
              <p:cNvCxnSpPr/>
              <p:nvPr/>
            </p:nvCxnSpPr>
            <p:spPr>
              <a:xfrm rot="10800000" flipH="1">
                <a:off x="4777425" y="1392600"/>
                <a:ext cx="0" cy="1500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20"/>
              <p:cNvCxnSpPr/>
              <p:nvPr/>
            </p:nvCxnSpPr>
            <p:spPr>
              <a:xfrm>
                <a:off x="5183450" y="1952500"/>
                <a:ext cx="1416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8" name="Google Shape;178;p20"/>
              <p:cNvCxnSpPr/>
              <p:nvPr/>
            </p:nvCxnSpPr>
            <p:spPr>
              <a:xfrm>
                <a:off x="4249200" y="1952500"/>
                <a:ext cx="1416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79" name="Google Shape;179;p20"/>
              <p:cNvGrpSpPr/>
              <p:nvPr/>
            </p:nvGrpSpPr>
            <p:grpSpPr>
              <a:xfrm>
                <a:off x="4347506" y="2271311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180" name="Google Shape;180;p20"/>
                <p:cNvCxnSpPr/>
                <p:nvPr/>
              </p:nvCxnSpPr>
              <p:spPr>
                <a:xfrm rot="10800000" flipH="1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1" name="Google Shape;181;p20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82" name="Google Shape;182;p20"/>
              <p:cNvGrpSpPr/>
              <p:nvPr/>
            </p:nvGrpSpPr>
            <p:grpSpPr>
              <a:xfrm rot="10800000" flipH="1">
                <a:off x="4347506" y="1491887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183" name="Google Shape;183;p20"/>
                <p:cNvCxnSpPr/>
                <p:nvPr/>
              </p:nvCxnSpPr>
              <p:spPr>
                <a:xfrm rot="10800000" flipH="1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4" name="Google Shape;184;p20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85" name="Google Shape;185;p20"/>
              <p:cNvGrpSpPr/>
              <p:nvPr/>
            </p:nvGrpSpPr>
            <p:grpSpPr>
              <a:xfrm rot="10800000">
                <a:off x="5141481" y="1491887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186" name="Google Shape;186;p20"/>
                <p:cNvCxnSpPr/>
                <p:nvPr/>
              </p:nvCxnSpPr>
              <p:spPr>
                <a:xfrm rot="10800000" flipH="1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" name="Google Shape;187;p20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88" name="Google Shape;188;p20"/>
              <p:cNvGrpSpPr/>
              <p:nvPr/>
            </p:nvGrpSpPr>
            <p:grpSpPr>
              <a:xfrm rot="-5400000">
                <a:off x="5131948" y="2279031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189" name="Google Shape;189;p20"/>
                <p:cNvCxnSpPr/>
                <p:nvPr/>
              </p:nvCxnSpPr>
              <p:spPr>
                <a:xfrm rot="10800000" flipH="1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" name="Google Shape;190;p20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191" name="Google Shape;191;p20"/>
          <p:cNvSpPr txBox="1"/>
          <p:nvPr/>
        </p:nvSpPr>
        <p:spPr>
          <a:xfrm>
            <a:off x="474849" y="6017100"/>
            <a:ext cx="6491700" cy="5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the information provided to fill in the gaps.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area of each circle is between 2 and 4 times the area of its accompanying square.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1442204" y="6643681"/>
            <a:ext cx="10380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9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3" name="Google Shape;193;p20"/>
          <p:cNvGrpSpPr/>
          <p:nvPr/>
        </p:nvGrpSpPr>
        <p:grpSpPr>
          <a:xfrm>
            <a:off x="609434" y="6935395"/>
            <a:ext cx="1428197" cy="873850"/>
            <a:chOff x="2190976" y="1392600"/>
            <a:chExt cx="3134074" cy="1917598"/>
          </a:xfrm>
        </p:grpSpPr>
        <p:cxnSp>
          <p:nvCxnSpPr>
            <p:cNvPr id="194" name="Google Shape;194;p20"/>
            <p:cNvCxnSpPr/>
            <p:nvPr/>
          </p:nvCxnSpPr>
          <p:spPr>
            <a:xfrm rot="10800000">
              <a:off x="3118111" y="1467598"/>
              <a:ext cx="1883400" cy="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195" name="Google Shape;195;p20"/>
            <p:cNvGrpSpPr/>
            <p:nvPr/>
          </p:nvGrpSpPr>
          <p:grpSpPr>
            <a:xfrm>
              <a:off x="2190976" y="1392600"/>
              <a:ext cx="3134074" cy="1917598"/>
              <a:chOff x="2190976" y="1392600"/>
              <a:chExt cx="3134074" cy="1917598"/>
            </a:xfrm>
          </p:grpSpPr>
          <p:cxnSp>
            <p:nvCxnSpPr>
              <p:cNvPr id="196" name="Google Shape;196;p20"/>
              <p:cNvCxnSpPr>
                <a:endCxn id="197" idx="6"/>
              </p:cNvCxnSpPr>
              <p:nvPr/>
            </p:nvCxnSpPr>
            <p:spPr>
              <a:xfrm flipH="1">
                <a:off x="3161727" y="2399706"/>
                <a:ext cx="1839900" cy="18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08080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98" name="Google Shape;198;p20"/>
              <p:cNvSpPr/>
              <p:nvPr/>
            </p:nvSpPr>
            <p:spPr>
              <a:xfrm>
                <a:off x="2190976" y="1467598"/>
                <a:ext cx="1842300" cy="1842600"/>
              </a:xfrm>
              <a:prstGeom prst="ellipse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9" name="Google Shape;199;p20"/>
              <p:cNvSpPr/>
              <p:nvPr/>
            </p:nvSpPr>
            <p:spPr>
              <a:xfrm>
                <a:off x="4326075" y="1471620"/>
                <a:ext cx="930000" cy="930000"/>
              </a:xfrm>
              <a:prstGeom prst="rect">
                <a:avLst/>
              </a:prstGeom>
              <a:solidFill>
                <a:srgbClr val="F3EEFB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7" name="Google Shape;197;p20"/>
              <p:cNvSpPr/>
              <p:nvPr/>
            </p:nvSpPr>
            <p:spPr>
              <a:xfrm>
                <a:off x="3044427" y="2342856"/>
                <a:ext cx="117300" cy="1173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00" name="Google Shape;200;p20"/>
              <p:cNvCxnSpPr>
                <a:endCxn id="198" idx="0"/>
              </p:cNvCxnSpPr>
              <p:nvPr/>
            </p:nvCxnSpPr>
            <p:spPr>
              <a:xfrm rot="10800000" flipH="1">
                <a:off x="3107026" y="1467598"/>
                <a:ext cx="5100" cy="936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201" name="Google Shape;201;p20"/>
              <p:cNvCxnSpPr/>
              <p:nvPr/>
            </p:nvCxnSpPr>
            <p:spPr>
              <a:xfrm rot="10800000" flipH="1">
                <a:off x="4777425" y="2330725"/>
                <a:ext cx="0" cy="1500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2" name="Google Shape;202;p20"/>
              <p:cNvCxnSpPr/>
              <p:nvPr/>
            </p:nvCxnSpPr>
            <p:spPr>
              <a:xfrm rot="10800000" flipH="1">
                <a:off x="4777425" y="1392600"/>
                <a:ext cx="0" cy="1500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3" name="Google Shape;203;p20"/>
              <p:cNvCxnSpPr/>
              <p:nvPr/>
            </p:nvCxnSpPr>
            <p:spPr>
              <a:xfrm>
                <a:off x="5183450" y="1952500"/>
                <a:ext cx="1416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4" name="Google Shape;204;p20"/>
              <p:cNvCxnSpPr/>
              <p:nvPr/>
            </p:nvCxnSpPr>
            <p:spPr>
              <a:xfrm>
                <a:off x="4249200" y="1952500"/>
                <a:ext cx="1416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205" name="Google Shape;205;p20"/>
              <p:cNvGrpSpPr/>
              <p:nvPr/>
            </p:nvGrpSpPr>
            <p:grpSpPr>
              <a:xfrm>
                <a:off x="4347506" y="2271311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206" name="Google Shape;206;p20"/>
                <p:cNvCxnSpPr/>
                <p:nvPr/>
              </p:nvCxnSpPr>
              <p:spPr>
                <a:xfrm rot="10800000" flipH="1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7" name="Google Shape;207;p20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08" name="Google Shape;208;p20"/>
              <p:cNvGrpSpPr/>
              <p:nvPr/>
            </p:nvGrpSpPr>
            <p:grpSpPr>
              <a:xfrm rot="10800000" flipH="1">
                <a:off x="4347506" y="1491887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209" name="Google Shape;209;p20"/>
                <p:cNvCxnSpPr/>
                <p:nvPr/>
              </p:nvCxnSpPr>
              <p:spPr>
                <a:xfrm rot="10800000" flipH="1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0" name="Google Shape;210;p20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11" name="Google Shape;211;p20"/>
              <p:cNvGrpSpPr/>
              <p:nvPr/>
            </p:nvGrpSpPr>
            <p:grpSpPr>
              <a:xfrm rot="10800000">
                <a:off x="5141481" y="1491887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212" name="Google Shape;212;p20"/>
                <p:cNvCxnSpPr/>
                <p:nvPr/>
              </p:nvCxnSpPr>
              <p:spPr>
                <a:xfrm rot="10800000" flipH="1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3" name="Google Shape;213;p20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14" name="Google Shape;214;p20"/>
              <p:cNvGrpSpPr/>
              <p:nvPr/>
            </p:nvGrpSpPr>
            <p:grpSpPr>
              <a:xfrm rot="-5400000">
                <a:off x="5131948" y="2279031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215" name="Google Shape;215;p20"/>
                <p:cNvCxnSpPr/>
                <p:nvPr/>
              </p:nvCxnSpPr>
              <p:spPr>
                <a:xfrm rot="10800000" flipH="1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6" name="Google Shape;216;p20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grpSp>
        <p:nvGrpSpPr>
          <p:cNvPr id="217" name="Google Shape;217;p20"/>
          <p:cNvGrpSpPr/>
          <p:nvPr/>
        </p:nvGrpSpPr>
        <p:grpSpPr>
          <a:xfrm>
            <a:off x="2821309" y="6897303"/>
            <a:ext cx="1639747" cy="1003287"/>
            <a:chOff x="2190976" y="1392600"/>
            <a:chExt cx="3134074" cy="1917598"/>
          </a:xfrm>
        </p:grpSpPr>
        <p:cxnSp>
          <p:nvCxnSpPr>
            <p:cNvPr id="218" name="Google Shape;218;p20"/>
            <p:cNvCxnSpPr/>
            <p:nvPr/>
          </p:nvCxnSpPr>
          <p:spPr>
            <a:xfrm rot="10800000">
              <a:off x="3118111" y="1467598"/>
              <a:ext cx="1883400" cy="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219" name="Google Shape;219;p20"/>
            <p:cNvGrpSpPr/>
            <p:nvPr/>
          </p:nvGrpSpPr>
          <p:grpSpPr>
            <a:xfrm>
              <a:off x="2190976" y="1392600"/>
              <a:ext cx="3134074" cy="1917598"/>
              <a:chOff x="2190976" y="1392600"/>
              <a:chExt cx="3134074" cy="1917598"/>
            </a:xfrm>
          </p:grpSpPr>
          <p:cxnSp>
            <p:nvCxnSpPr>
              <p:cNvPr id="220" name="Google Shape;220;p20"/>
              <p:cNvCxnSpPr>
                <a:endCxn id="221" idx="6"/>
              </p:cNvCxnSpPr>
              <p:nvPr/>
            </p:nvCxnSpPr>
            <p:spPr>
              <a:xfrm flipH="1">
                <a:off x="3161727" y="2399706"/>
                <a:ext cx="1839900" cy="18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08080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20"/>
              <p:cNvSpPr/>
              <p:nvPr/>
            </p:nvSpPr>
            <p:spPr>
              <a:xfrm>
                <a:off x="2190976" y="1467598"/>
                <a:ext cx="1842300" cy="1842600"/>
              </a:xfrm>
              <a:prstGeom prst="ellipse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3" name="Google Shape;223;p20"/>
              <p:cNvSpPr/>
              <p:nvPr/>
            </p:nvSpPr>
            <p:spPr>
              <a:xfrm>
                <a:off x="4326075" y="1471620"/>
                <a:ext cx="930000" cy="930000"/>
              </a:xfrm>
              <a:prstGeom prst="rect">
                <a:avLst/>
              </a:prstGeom>
              <a:solidFill>
                <a:srgbClr val="F3EEFB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1" name="Google Shape;221;p20"/>
              <p:cNvSpPr/>
              <p:nvPr/>
            </p:nvSpPr>
            <p:spPr>
              <a:xfrm>
                <a:off x="3044427" y="2342856"/>
                <a:ext cx="117300" cy="1173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24" name="Google Shape;224;p20"/>
              <p:cNvCxnSpPr>
                <a:endCxn id="222" idx="0"/>
              </p:cNvCxnSpPr>
              <p:nvPr/>
            </p:nvCxnSpPr>
            <p:spPr>
              <a:xfrm rot="10800000" flipH="1">
                <a:off x="3107026" y="1467598"/>
                <a:ext cx="5100" cy="936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225" name="Google Shape;225;p20"/>
              <p:cNvCxnSpPr/>
              <p:nvPr/>
            </p:nvCxnSpPr>
            <p:spPr>
              <a:xfrm rot="10800000" flipH="1">
                <a:off x="4777425" y="2330725"/>
                <a:ext cx="0" cy="1500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20"/>
              <p:cNvCxnSpPr/>
              <p:nvPr/>
            </p:nvCxnSpPr>
            <p:spPr>
              <a:xfrm rot="10800000" flipH="1">
                <a:off x="4777425" y="1392600"/>
                <a:ext cx="0" cy="1500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20"/>
              <p:cNvCxnSpPr/>
              <p:nvPr/>
            </p:nvCxnSpPr>
            <p:spPr>
              <a:xfrm>
                <a:off x="5183450" y="1952500"/>
                <a:ext cx="1416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20"/>
              <p:cNvCxnSpPr/>
              <p:nvPr/>
            </p:nvCxnSpPr>
            <p:spPr>
              <a:xfrm>
                <a:off x="4249200" y="1952500"/>
                <a:ext cx="1416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229" name="Google Shape;229;p20"/>
              <p:cNvGrpSpPr/>
              <p:nvPr/>
            </p:nvGrpSpPr>
            <p:grpSpPr>
              <a:xfrm>
                <a:off x="4347506" y="2271311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230" name="Google Shape;230;p20"/>
                <p:cNvCxnSpPr/>
                <p:nvPr/>
              </p:nvCxnSpPr>
              <p:spPr>
                <a:xfrm rot="10800000" flipH="1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1" name="Google Shape;231;p20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32" name="Google Shape;232;p20"/>
              <p:cNvGrpSpPr/>
              <p:nvPr/>
            </p:nvGrpSpPr>
            <p:grpSpPr>
              <a:xfrm rot="10800000" flipH="1">
                <a:off x="4347506" y="1491887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233" name="Google Shape;233;p20"/>
                <p:cNvCxnSpPr/>
                <p:nvPr/>
              </p:nvCxnSpPr>
              <p:spPr>
                <a:xfrm rot="10800000" flipH="1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4" name="Google Shape;234;p20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35" name="Google Shape;235;p20"/>
              <p:cNvGrpSpPr/>
              <p:nvPr/>
            </p:nvGrpSpPr>
            <p:grpSpPr>
              <a:xfrm rot="10800000">
                <a:off x="5141481" y="1491887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236" name="Google Shape;236;p20"/>
                <p:cNvCxnSpPr/>
                <p:nvPr/>
              </p:nvCxnSpPr>
              <p:spPr>
                <a:xfrm rot="10800000" flipH="1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7" name="Google Shape;237;p20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38" name="Google Shape;238;p20"/>
              <p:cNvGrpSpPr/>
              <p:nvPr/>
            </p:nvGrpSpPr>
            <p:grpSpPr>
              <a:xfrm rot="-5400000">
                <a:off x="5131948" y="2279031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239" name="Google Shape;239;p20"/>
                <p:cNvCxnSpPr/>
                <p:nvPr/>
              </p:nvCxnSpPr>
              <p:spPr>
                <a:xfrm rot="10800000" flipH="1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0" name="Google Shape;240;p20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241" name="Google Shape;241;p20"/>
          <p:cNvSpPr txBox="1"/>
          <p:nvPr/>
        </p:nvSpPr>
        <p:spPr>
          <a:xfrm>
            <a:off x="1216096" y="7840251"/>
            <a:ext cx="9549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3760623" y="7817795"/>
            <a:ext cx="10380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 i="1" baseline="30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6055679" y="7817795"/>
            <a:ext cx="10380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 i="1" baseline="30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44" name="Google Shape;244;p20"/>
          <p:cNvCxnSpPr/>
          <p:nvPr/>
        </p:nvCxnSpPr>
        <p:spPr>
          <a:xfrm>
            <a:off x="3927730" y="6844423"/>
            <a:ext cx="556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5" name="Google Shape;245;p20"/>
          <p:cNvSpPr txBox="1"/>
          <p:nvPr/>
        </p:nvSpPr>
        <p:spPr>
          <a:xfrm>
            <a:off x="4064858" y="6673256"/>
            <a:ext cx="4524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 sz="1200" i="1" baseline="30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5210305" y="7052891"/>
            <a:ext cx="5286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m</a:t>
            </a:r>
            <a:endParaRPr sz="1200" i="1" baseline="30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47" name="Google Shape;247;p20"/>
          <p:cNvCxnSpPr/>
          <p:nvPr/>
        </p:nvCxnSpPr>
        <p:spPr>
          <a:xfrm>
            <a:off x="1649750" y="6834169"/>
            <a:ext cx="106500" cy="315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" name="Google Shape;248;p20"/>
          <p:cNvCxnSpPr>
            <a:endCxn id="241" idx="1"/>
          </p:cNvCxnSpPr>
          <p:nvPr/>
        </p:nvCxnSpPr>
        <p:spPr>
          <a:xfrm>
            <a:off x="1031596" y="7629651"/>
            <a:ext cx="184500" cy="33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" name="Google Shape;249;p20"/>
          <p:cNvCxnSpPr>
            <a:endCxn id="242" idx="1"/>
          </p:cNvCxnSpPr>
          <p:nvPr/>
        </p:nvCxnSpPr>
        <p:spPr>
          <a:xfrm>
            <a:off x="3328023" y="7666295"/>
            <a:ext cx="432600" cy="272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" name="Google Shape;250;p20"/>
          <p:cNvCxnSpPr>
            <a:endCxn id="243" idx="1"/>
          </p:cNvCxnSpPr>
          <p:nvPr/>
        </p:nvCxnSpPr>
        <p:spPr>
          <a:xfrm>
            <a:off x="5701379" y="7674995"/>
            <a:ext cx="354300" cy="263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1" name="Google Shape;251;p20"/>
          <p:cNvSpPr txBox="1"/>
          <p:nvPr/>
        </p:nvSpPr>
        <p:spPr>
          <a:xfrm>
            <a:off x="473434" y="6640691"/>
            <a:ext cx="1974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2660275" y="6640691"/>
            <a:ext cx="1974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4917360" y="6640691"/>
            <a:ext cx="1974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4" name="Google Shape;254;p20"/>
          <p:cNvCxnSpPr/>
          <p:nvPr/>
        </p:nvCxnSpPr>
        <p:spPr>
          <a:xfrm>
            <a:off x="456907" y="989901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5" name="Google Shape;255;p20"/>
          <p:cNvSpPr txBox="1"/>
          <p:nvPr/>
        </p:nvSpPr>
        <p:spPr>
          <a:xfrm>
            <a:off x="474700" y="4456350"/>
            <a:ext cx="3129300" cy="10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number of squares inside =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 total number of squares = 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iii)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units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&lt; area of circle &lt;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units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3930637" y="4456359"/>
            <a:ext cx="3244200" cy="9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number of squares inside =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 total number of squares = 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iii)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units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&lt; area of circle &lt;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units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1093114" y="9119252"/>
            <a:ext cx="558300" cy="2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&lt;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469773" y="8412400"/>
            <a:ext cx="1983000" cy="2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of 2 squares =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469773" y="8746558"/>
            <a:ext cx="2062200" cy="2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of 4 squares =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0" name="Google Shape;260;p20"/>
          <p:cNvCxnSpPr/>
          <p:nvPr/>
        </p:nvCxnSpPr>
        <p:spPr>
          <a:xfrm rot="10800000">
            <a:off x="803101" y="9261788"/>
            <a:ext cx="220200" cy="4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1" name="Google Shape;261;p20"/>
          <p:cNvCxnSpPr/>
          <p:nvPr/>
        </p:nvCxnSpPr>
        <p:spPr>
          <a:xfrm rot="10800000">
            <a:off x="1562917" y="9261788"/>
            <a:ext cx="220200" cy="4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2" name="Google Shape;262;p20"/>
          <p:cNvSpPr txBox="1"/>
          <p:nvPr/>
        </p:nvSpPr>
        <p:spPr>
          <a:xfrm>
            <a:off x="2779164" y="8412400"/>
            <a:ext cx="1983000" cy="2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of 2 squares =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2779164" y="8746558"/>
            <a:ext cx="2062200" cy="2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of 4 squares =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4" name="Google Shape;264;p20"/>
          <p:cNvCxnSpPr/>
          <p:nvPr/>
        </p:nvCxnSpPr>
        <p:spPr>
          <a:xfrm rot="10800000">
            <a:off x="3112492" y="9261788"/>
            <a:ext cx="220200" cy="4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5" name="Google Shape;265;p20"/>
          <p:cNvCxnSpPr/>
          <p:nvPr/>
        </p:nvCxnSpPr>
        <p:spPr>
          <a:xfrm rot="10800000">
            <a:off x="3872309" y="9261788"/>
            <a:ext cx="220200" cy="4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6" name="Google Shape;266;p20"/>
          <p:cNvSpPr txBox="1"/>
          <p:nvPr/>
        </p:nvSpPr>
        <p:spPr>
          <a:xfrm>
            <a:off x="5031545" y="8412400"/>
            <a:ext cx="1983000" cy="2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of 2 squares =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5031545" y="8746558"/>
            <a:ext cx="2062200" cy="2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of 4 squares =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8" name="Google Shape;268;p20"/>
          <p:cNvCxnSpPr/>
          <p:nvPr/>
        </p:nvCxnSpPr>
        <p:spPr>
          <a:xfrm rot="10800000">
            <a:off x="5364873" y="9261788"/>
            <a:ext cx="220200" cy="4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" name="Google Shape;269;p20"/>
          <p:cNvCxnSpPr/>
          <p:nvPr/>
        </p:nvCxnSpPr>
        <p:spPr>
          <a:xfrm rot="10800000">
            <a:off x="6124690" y="9261788"/>
            <a:ext cx="220200" cy="4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0" name="Google Shape;270;p20"/>
          <p:cNvSpPr txBox="1"/>
          <p:nvPr/>
        </p:nvSpPr>
        <p:spPr>
          <a:xfrm>
            <a:off x="3407057" y="9119252"/>
            <a:ext cx="558300" cy="2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&lt;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5635484" y="9119252"/>
            <a:ext cx="558300" cy="2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&lt;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77" name="Google Shape;277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Area of a circle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80" name="Google Shape;280;p21"/>
          <p:cNvSpPr/>
          <p:nvPr/>
        </p:nvSpPr>
        <p:spPr>
          <a:xfrm rot="2912562">
            <a:off x="3655440" y="2664621"/>
            <a:ext cx="518381" cy="518381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3043393" y="2383619"/>
            <a:ext cx="1026300" cy="1026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3522218" y="2863193"/>
            <a:ext cx="65700" cy="657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476400" y="1374494"/>
            <a:ext cx="6300600" cy="2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Each circle overlaps with a square. For each question: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481375" y="896975"/>
            <a:ext cx="66105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Deriving the formula to calculate areas of circles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476400" y="2170251"/>
            <a:ext cx="2118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884375" y="1579271"/>
            <a:ext cx="25320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Find the area of the square.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884375" y="1811500"/>
            <a:ext cx="32769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 Find the area of the circle in terms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2682713" y="2170251"/>
            <a:ext cx="2118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4889026" y="2170251"/>
            <a:ext cx="2118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0" name="Google Shape;290;p21"/>
          <p:cNvGrpSpPr/>
          <p:nvPr/>
        </p:nvGrpSpPr>
        <p:grpSpPr>
          <a:xfrm>
            <a:off x="705594" y="2268694"/>
            <a:ext cx="1236717" cy="1236858"/>
            <a:chOff x="10520725" y="1758260"/>
            <a:chExt cx="2635800" cy="2636100"/>
          </a:xfrm>
        </p:grpSpPr>
        <p:sp>
          <p:nvSpPr>
            <p:cNvPr id="291" name="Google Shape;291;p21"/>
            <p:cNvSpPr/>
            <p:nvPr/>
          </p:nvSpPr>
          <p:spPr>
            <a:xfrm>
              <a:off x="11825777" y="1764013"/>
              <a:ext cx="1330500" cy="1330500"/>
            </a:xfrm>
            <a:prstGeom prst="rect">
              <a:avLst/>
            </a:prstGeom>
            <a:solidFill>
              <a:srgbClr val="E6F2F2"/>
            </a:solidFill>
            <a:ln w="28575" cap="flat" cmpd="sng">
              <a:solidFill>
                <a:srgbClr val="037B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2" name="Google Shape;292;p21"/>
            <p:cNvSpPr/>
            <p:nvPr/>
          </p:nvSpPr>
          <p:spPr>
            <a:xfrm>
              <a:off x="10520725" y="1758260"/>
              <a:ext cx="2635800" cy="2636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3" name="Google Shape;293;p21"/>
            <p:cNvSpPr/>
            <p:nvPr/>
          </p:nvSpPr>
          <p:spPr>
            <a:xfrm>
              <a:off x="11825774" y="2882772"/>
              <a:ext cx="203700" cy="203700"/>
            </a:xfrm>
            <a:prstGeom prst="rect">
              <a:avLst/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4" name="Google Shape;294;p21"/>
            <p:cNvCxnSpPr/>
            <p:nvPr/>
          </p:nvCxnSpPr>
          <p:spPr>
            <a:xfrm>
              <a:off x="11831097" y="3097632"/>
              <a:ext cx="13185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95" name="Google Shape;295;p21"/>
            <p:cNvSpPr/>
            <p:nvPr/>
          </p:nvSpPr>
          <p:spPr>
            <a:xfrm>
              <a:off x="11741603" y="3010320"/>
              <a:ext cx="168000" cy="1680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96" name="Google Shape;296;p21"/>
          <p:cNvCxnSpPr/>
          <p:nvPr/>
        </p:nvCxnSpPr>
        <p:spPr>
          <a:xfrm rot="10800000" flipH="1">
            <a:off x="1317640" y="2268720"/>
            <a:ext cx="6300" cy="587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97" name="Google Shape;297;p21"/>
          <p:cNvSpPr txBox="1"/>
          <p:nvPr/>
        </p:nvSpPr>
        <p:spPr>
          <a:xfrm>
            <a:off x="1442239" y="2932077"/>
            <a:ext cx="431100" cy="2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3344162" y="2550625"/>
            <a:ext cx="408300" cy="1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5636667" y="2889585"/>
            <a:ext cx="583200" cy="5832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5051906" y="2301788"/>
            <a:ext cx="1170600" cy="1170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5594198" y="2857936"/>
            <a:ext cx="74700" cy="747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2" name="Google Shape;302;p21"/>
          <p:cNvCxnSpPr>
            <a:stCxn id="300" idx="1"/>
            <a:endCxn id="301" idx="1"/>
          </p:cNvCxnSpPr>
          <p:nvPr/>
        </p:nvCxnSpPr>
        <p:spPr>
          <a:xfrm>
            <a:off x="5223337" y="2473262"/>
            <a:ext cx="381900" cy="395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03" name="Google Shape;303;p21"/>
          <p:cNvSpPr txBox="1"/>
          <p:nvPr/>
        </p:nvSpPr>
        <p:spPr>
          <a:xfrm>
            <a:off x="5427440" y="2509754"/>
            <a:ext cx="408300" cy="2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4" name="Google Shape;304;p21"/>
          <p:cNvCxnSpPr/>
          <p:nvPr/>
        </p:nvCxnSpPr>
        <p:spPr>
          <a:xfrm rot="10800000">
            <a:off x="3616062" y="2853451"/>
            <a:ext cx="49200" cy="5610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5" name="Google Shape;305;p21"/>
          <p:cNvCxnSpPr/>
          <p:nvPr/>
        </p:nvCxnSpPr>
        <p:spPr>
          <a:xfrm rot="10800000" flipH="1">
            <a:off x="3606972" y="2901375"/>
            <a:ext cx="59100" cy="5220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6" name="Google Shape;306;p21"/>
          <p:cNvCxnSpPr/>
          <p:nvPr/>
        </p:nvCxnSpPr>
        <p:spPr>
          <a:xfrm rot="10800000" flipH="1">
            <a:off x="3557058" y="2561205"/>
            <a:ext cx="376500" cy="332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07" name="Google Shape;307;p21"/>
          <p:cNvSpPr txBox="1"/>
          <p:nvPr/>
        </p:nvSpPr>
        <p:spPr>
          <a:xfrm>
            <a:off x="481375" y="3659657"/>
            <a:ext cx="14769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area of square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481375" y="3951068"/>
            <a:ext cx="14769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 area of circle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2736607" y="3659657"/>
            <a:ext cx="14769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area of square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2736607" y="3951068"/>
            <a:ext cx="14769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 area of circle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4951326" y="3659657"/>
            <a:ext cx="14769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area of square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4951326" y="3951068"/>
            <a:ext cx="14769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 area of circle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3" name="Google Shape;313;p21"/>
          <p:cNvCxnSpPr/>
          <p:nvPr/>
        </p:nvCxnSpPr>
        <p:spPr>
          <a:xfrm rot="10800000">
            <a:off x="2222570" y="6235997"/>
            <a:ext cx="55500" cy="0"/>
          </a:xfrm>
          <a:prstGeom prst="straightConnector1">
            <a:avLst/>
          </a:prstGeom>
          <a:noFill/>
          <a:ln w="9525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" name="Google Shape;314;p21"/>
          <p:cNvCxnSpPr/>
          <p:nvPr/>
        </p:nvCxnSpPr>
        <p:spPr>
          <a:xfrm>
            <a:off x="1773033" y="5868356"/>
            <a:ext cx="597300" cy="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15" name="Google Shape;315;p21"/>
          <p:cNvCxnSpPr/>
          <p:nvPr/>
        </p:nvCxnSpPr>
        <p:spPr>
          <a:xfrm>
            <a:off x="1766380" y="6314214"/>
            <a:ext cx="597300" cy="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16" name="Google Shape;316;p21"/>
          <p:cNvCxnSpPr/>
          <p:nvPr/>
        </p:nvCxnSpPr>
        <p:spPr>
          <a:xfrm rot="10800000" flipH="1">
            <a:off x="2222736" y="6234778"/>
            <a:ext cx="0" cy="72000"/>
          </a:xfrm>
          <a:prstGeom prst="straightConnector1">
            <a:avLst/>
          </a:prstGeom>
          <a:noFill/>
          <a:ln w="9525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7" name="Google Shape;317;p21"/>
          <p:cNvCxnSpPr/>
          <p:nvPr/>
        </p:nvCxnSpPr>
        <p:spPr>
          <a:xfrm rot="10800000">
            <a:off x="4469838" y="6235997"/>
            <a:ext cx="55500" cy="0"/>
          </a:xfrm>
          <a:prstGeom prst="straightConnector1">
            <a:avLst/>
          </a:prstGeom>
          <a:noFill/>
          <a:ln w="9525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8" name="Google Shape;318;p21"/>
          <p:cNvCxnSpPr/>
          <p:nvPr/>
        </p:nvCxnSpPr>
        <p:spPr>
          <a:xfrm>
            <a:off x="4020300" y="5868356"/>
            <a:ext cx="597300" cy="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19" name="Google Shape;319;p21"/>
          <p:cNvCxnSpPr/>
          <p:nvPr/>
        </p:nvCxnSpPr>
        <p:spPr>
          <a:xfrm>
            <a:off x="4013647" y="6314214"/>
            <a:ext cx="597300" cy="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20" name="Google Shape;320;p21"/>
          <p:cNvCxnSpPr/>
          <p:nvPr/>
        </p:nvCxnSpPr>
        <p:spPr>
          <a:xfrm>
            <a:off x="5495441" y="6780373"/>
            <a:ext cx="597300" cy="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21" name="Google Shape;321;p21"/>
          <p:cNvCxnSpPr/>
          <p:nvPr/>
        </p:nvCxnSpPr>
        <p:spPr>
          <a:xfrm>
            <a:off x="5491873" y="7650800"/>
            <a:ext cx="597300" cy="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22" name="Google Shape;322;p21"/>
          <p:cNvCxnSpPr/>
          <p:nvPr/>
        </p:nvCxnSpPr>
        <p:spPr>
          <a:xfrm>
            <a:off x="1384860" y="7210205"/>
            <a:ext cx="581700" cy="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23" name="Google Shape;323;p21"/>
          <p:cNvCxnSpPr/>
          <p:nvPr/>
        </p:nvCxnSpPr>
        <p:spPr>
          <a:xfrm>
            <a:off x="1388754" y="6772586"/>
            <a:ext cx="597300" cy="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24" name="Google Shape;324;p21"/>
          <p:cNvSpPr txBox="1"/>
          <p:nvPr/>
        </p:nvSpPr>
        <p:spPr>
          <a:xfrm>
            <a:off x="462251" y="5183350"/>
            <a:ext cx="6229200" cy="22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Each parallelogram is made from the sectors of one of the three circles.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diagrams are not drawn to scale.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25" name="Google Shape;325;p21"/>
          <p:cNvGrpSpPr/>
          <p:nvPr/>
        </p:nvGrpSpPr>
        <p:grpSpPr>
          <a:xfrm>
            <a:off x="727236" y="6589705"/>
            <a:ext cx="1241601" cy="1241601"/>
            <a:chOff x="779296" y="1224286"/>
            <a:chExt cx="2725200" cy="2725200"/>
          </a:xfrm>
        </p:grpSpPr>
        <p:grpSp>
          <p:nvGrpSpPr>
            <p:cNvPr id="326" name="Google Shape;326;p21"/>
            <p:cNvGrpSpPr/>
            <p:nvPr/>
          </p:nvGrpSpPr>
          <p:grpSpPr>
            <a:xfrm>
              <a:off x="779296" y="1224286"/>
              <a:ext cx="2725200" cy="2725200"/>
              <a:chOff x="779296" y="1224286"/>
              <a:chExt cx="2725200" cy="2725200"/>
            </a:xfrm>
          </p:grpSpPr>
          <p:sp>
            <p:nvSpPr>
              <p:cNvPr id="327" name="Google Shape;327;p21"/>
              <p:cNvSpPr/>
              <p:nvPr/>
            </p:nvSpPr>
            <p:spPr>
              <a:xfrm rot="897609">
                <a:off x="1176539" y="1625244"/>
                <a:ext cx="1926808" cy="1926808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8" name="Google Shape;328;p21"/>
              <p:cNvSpPr/>
              <p:nvPr/>
            </p:nvSpPr>
            <p:spPr>
              <a:xfrm rot="1802750">
                <a:off x="1176541" y="1623366"/>
                <a:ext cx="1926931" cy="1926931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9" name="Google Shape;329;p21"/>
              <p:cNvSpPr/>
              <p:nvPr/>
            </p:nvSpPr>
            <p:spPr>
              <a:xfrm rot="2700000">
                <a:off x="1178393" y="1623382"/>
                <a:ext cx="1927007" cy="1927007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0" name="Google Shape;330;p21"/>
              <p:cNvSpPr/>
              <p:nvPr/>
            </p:nvSpPr>
            <p:spPr>
              <a:xfrm rot="3598713">
                <a:off x="1182074" y="1623408"/>
                <a:ext cx="1927150" cy="192715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1" name="Google Shape;331;p21"/>
              <p:cNvSpPr/>
              <p:nvPr/>
            </p:nvSpPr>
            <p:spPr>
              <a:xfrm rot="4499806">
                <a:off x="1181934" y="1623354"/>
                <a:ext cx="1927196" cy="1927196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2" name="Google Shape;332;p21"/>
              <p:cNvSpPr/>
              <p:nvPr/>
            </p:nvSpPr>
            <p:spPr>
              <a:xfrm rot="5400000">
                <a:off x="1181930" y="1623354"/>
                <a:ext cx="1927200" cy="192720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3" name="Google Shape;333;p21"/>
              <p:cNvSpPr/>
              <p:nvPr/>
            </p:nvSpPr>
            <p:spPr>
              <a:xfrm rot="-897609" flipH="1">
                <a:off x="1180446" y="1625244"/>
                <a:ext cx="1926808" cy="1926808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4" name="Google Shape;334;p21"/>
              <p:cNvSpPr/>
              <p:nvPr/>
            </p:nvSpPr>
            <p:spPr>
              <a:xfrm rot="-1802750" flipH="1">
                <a:off x="1180321" y="1623366"/>
                <a:ext cx="1926931" cy="1926931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5" name="Google Shape;335;p21"/>
              <p:cNvSpPr/>
              <p:nvPr/>
            </p:nvSpPr>
            <p:spPr>
              <a:xfrm rot="-2700000" flipH="1">
                <a:off x="1178393" y="1623382"/>
                <a:ext cx="1927007" cy="1927007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6" name="Google Shape;336;p21"/>
              <p:cNvSpPr/>
              <p:nvPr/>
            </p:nvSpPr>
            <p:spPr>
              <a:xfrm rot="-3598713" flipH="1">
                <a:off x="1174569" y="1623408"/>
                <a:ext cx="1927150" cy="192715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7" name="Google Shape;337;p21"/>
              <p:cNvSpPr/>
              <p:nvPr/>
            </p:nvSpPr>
            <p:spPr>
              <a:xfrm rot="-4499806" flipH="1">
                <a:off x="1174663" y="1623354"/>
                <a:ext cx="1927196" cy="1927196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8" name="Google Shape;338;p21"/>
              <p:cNvSpPr/>
              <p:nvPr/>
            </p:nvSpPr>
            <p:spPr>
              <a:xfrm rot="-5400000" flipH="1">
                <a:off x="1174663" y="1623354"/>
                <a:ext cx="1927200" cy="192720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39" name="Google Shape;339;p21"/>
            <p:cNvGrpSpPr/>
            <p:nvPr/>
          </p:nvGrpSpPr>
          <p:grpSpPr>
            <a:xfrm rot="10800000" flipH="1">
              <a:off x="779296" y="1224286"/>
              <a:ext cx="2725200" cy="2725200"/>
              <a:chOff x="779296" y="1224286"/>
              <a:chExt cx="2725200" cy="2725200"/>
            </a:xfrm>
          </p:grpSpPr>
          <p:sp>
            <p:nvSpPr>
              <p:cNvPr id="340" name="Google Shape;340;p21"/>
              <p:cNvSpPr/>
              <p:nvPr/>
            </p:nvSpPr>
            <p:spPr>
              <a:xfrm rot="897609">
                <a:off x="1176539" y="1625244"/>
                <a:ext cx="1926808" cy="1926808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41" name="Google Shape;341;p21"/>
              <p:cNvSpPr/>
              <p:nvPr/>
            </p:nvSpPr>
            <p:spPr>
              <a:xfrm rot="1802750">
                <a:off x="1176541" y="1623366"/>
                <a:ext cx="1926931" cy="1926931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42" name="Google Shape;342;p21"/>
              <p:cNvSpPr/>
              <p:nvPr/>
            </p:nvSpPr>
            <p:spPr>
              <a:xfrm rot="2700000">
                <a:off x="1178393" y="1623382"/>
                <a:ext cx="1927007" cy="1927007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43" name="Google Shape;343;p21"/>
              <p:cNvSpPr/>
              <p:nvPr/>
            </p:nvSpPr>
            <p:spPr>
              <a:xfrm rot="3598713">
                <a:off x="1182074" y="1623408"/>
                <a:ext cx="1927150" cy="192715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44" name="Google Shape;344;p21"/>
              <p:cNvSpPr/>
              <p:nvPr/>
            </p:nvSpPr>
            <p:spPr>
              <a:xfrm rot="4499806">
                <a:off x="1181934" y="1623354"/>
                <a:ext cx="1927196" cy="1927196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45" name="Google Shape;345;p21"/>
              <p:cNvSpPr/>
              <p:nvPr/>
            </p:nvSpPr>
            <p:spPr>
              <a:xfrm rot="5400000">
                <a:off x="1181930" y="1623354"/>
                <a:ext cx="1927200" cy="192720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46" name="Google Shape;346;p21"/>
              <p:cNvSpPr/>
              <p:nvPr/>
            </p:nvSpPr>
            <p:spPr>
              <a:xfrm rot="-897609" flipH="1">
                <a:off x="1180446" y="1625244"/>
                <a:ext cx="1926808" cy="1926808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47" name="Google Shape;347;p21"/>
              <p:cNvSpPr/>
              <p:nvPr/>
            </p:nvSpPr>
            <p:spPr>
              <a:xfrm rot="-1802750" flipH="1">
                <a:off x="1180321" y="1623366"/>
                <a:ext cx="1926931" cy="1926931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48" name="Google Shape;348;p21"/>
              <p:cNvSpPr/>
              <p:nvPr/>
            </p:nvSpPr>
            <p:spPr>
              <a:xfrm rot="-2700000" flipH="1">
                <a:off x="1178393" y="1623382"/>
                <a:ext cx="1927007" cy="1927007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49" name="Google Shape;349;p21"/>
              <p:cNvSpPr/>
              <p:nvPr/>
            </p:nvSpPr>
            <p:spPr>
              <a:xfrm rot="-3598713" flipH="1">
                <a:off x="1174569" y="1623408"/>
                <a:ext cx="1927150" cy="192715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50" name="Google Shape;350;p21"/>
              <p:cNvSpPr/>
              <p:nvPr/>
            </p:nvSpPr>
            <p:spPr>
              <a:xfrm rot="-4499806" flipH="1">
                <a:off x="1174663" y="1623354"/>
                <a:ext cx="1927196" cy="1927196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51" name="Google Shape;351;p21"/>
              <p:cNvSpPr/>
              <p:nvPr/>
            </p:nvSpPr>
            <p:spPr>
              <a:xfrm rot="-5400000" flipH="1">
                <a:off x="1174663" y="1623354"/>
                <a:ext cx="1927200" cy="192720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52" name="Google Shape;352;p21"/>
            <p:cNvSpPr/>
            <p:nvPr/>
          </p:nvSpPr>
          <p:spPr>
            <a:xfrm>
              <a:off x="1189500" y="1634475"/>
              <a:ext cx="1904700" cy="19047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3" name="Google Shape;353;p21"/>
          <p:cNvGrpSpPr/>
          <p:nvPr/>
        </p:nvGrpSpPr>
        <p:grpSpPr>
          <a:xfrm>
            <a:off x="182267" y="5382980"/>
            <a:ext cx="2383512" cy="1418172"/>
            <a:chOff x="4027707" y="1467887"/>
            <a:chExt cx="5231589" cy="3112758"/>
          </a:xfrm>
        </p:grpSpPr>
        <p:grpSp>
          <p:nvGrpSpPr>
            <p:cNvPr id="354" name="Google Shape;354;p21"/>
            <p:cNvGrpSpPr/>
            <p:nvPr/>
          </p:nvGrpSpPr>
          <p:grpSpPr>
            <a:xfrm>
              <a:off x="4027707" y="1467887"/>
              <a:ext cx="2294571" cy="3112758"/>
              <a:chOff x="4256307" y="1467887"/>
              <a:chExt cx="2294571" cy="3112758"/>
            </a:xfrm>
          </p:grpSpPr>
          <p:sp>
            <p:nvSpPr>
              <p:cNvPr id="355" name="Google Shape;355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56" name="Google Shape;356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57" name="Google Shape;357;p21"/>
            <p:cNvGrpSpPr/>
            <p:nvPr/>
          </p:nvGrpSpPr>
          <p:grpSpPr>
            <a:xfrm>
              <a:off x="4295049" y="1467887"/>
              <a:ext cx="2294571" cy="3112758"/>
              <a:chOff x="4256307" y="1467887"/>
              <a:chExt cx="2294571" cy="3112758"/>
            </a:xfrm>
          </p:grpSpPr>
          <p:sp>
            <p:nvSpPr>
              <p:cNvPr id="358" name="Google Shape;358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59" name="Google Shape;359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60" name="Google Shape;360;p21"/>
            <p:cNvGrpSpPr/>
            <p:nvPr/>
          </p:nvGrpSpPr>
          <p:grpSpPr>
            <a:xfrm>
              <a:off x="4563782" y="1467887"/>
              <a:ext cx="2294571" cy="3112758"/>
              <a:chOff x="4256307" y="1467887"/>
              <a:chExt cx="2294571" cy="3112758"/>
            </a:xfrm>
          </p:grpSpPr>
          <p:sp>
            <p:nvSpPr>
              <p:cNvPr id="361" name="Google Shape;361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62" name="Google Shape;362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63" name="Google Shape;363;p21"/>
            <p:cNvGrpSpPr/>
            <p:nvPr/>
          </p:nvGrpSpPr>
          <p:grpSpPr>
            <a:xfrm>
              <a:off x="4831124" y="1467887"/>
              <a:ext cx="2294571" cy="3112758"/>
              <a:chOff x="4256307" y="1467887"/>
              <a:chExt cx="2294571" cy="3112758"/>
            </a:xfrm>
          </p:grpSpPr>
          <p:sp>
            <p:nvSpPr>
              <p:cNvPr id="364" name="Google Shape;364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65" name="Google Shape;365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66" name="Google Shape;366;p21"/>
            <p:cNvGrpSpPr/>
            <p:nvPr/>
          </p:nvGrpSpPr>
          <p:grpSpPr>
            <a:xfrm>
              <a:off x="5094507" y="1467887"/>
              <a:ext cx="2294571" cy="3112758"/>
              <a:chOff x="4256307" y="1467887"/>
              <a:chExt cx="2294571" cy="3112758"/>
            </a:xfrm>
          </p:grpSpPr>
          <p:sp>
            <p:nvSpPr>
              <p:cNvPr id="367" name="Google Shape;367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68" name="Google Shape;368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69" name="Google Shape;369;p21"/>
            <p:cNvGrpSpPr/>
            <p:nvPr/>
          </p:nvGrpSpPr>
          <p:grpSpPr>
            <a:xfrm>
              <a:off x="5361849" y="1467887"/>
              <a:ext cx="2294571" cy="3112758"/>
              <a:chOff x="4256307" y="1467887"/>
              <a:chExt cx="2294571" cy="3112758"/>
            </a:xfrm>
          </p:grpSpPr>
          <p:sp>
            <p:nvSpPr>
              <p:cNvPr id="370" name="Google Shape;370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71" name="Google Shape;371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72" name="Google Shape;372;p21"/>
            <p:cNvGrpSpPr/>
            <p:nvPr/>
          </p:nvGrpSpPr>
          <p:grpSpPr>
            <a:xfrm>
              <a:off x="5630582" y="1467887"/>
              <a:ext cx="2294571" cy="3112758"/>
              <a:chOff x="4256307" y="1467887"/>
              <a:chExt cx="2294571" cy="3112758"/>
            </a:xfrm>
          </p:grpSpPr>
          <p:sp>
            <p:nvSpPr>
              <p:cNvPr id="373" name="Google Shape;373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74" name="Google Shape;374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75" name="Google Shape;375;p21"/>
            <p:cNvGrpSpPr/>
            <p:nvPr/>
          </p:nvGrpSpPr>
          <p:grpSpPr>
            <a:xfrm>
              <a:off x="5897924" y="1467887"/>
              <a:ext cx="2294571" cy="3112758"/>
              <a:chOff x="4256307" y="1467887"/>
              <a:chExt cx="2294571" cy="3112758"/>
            </a:xfrm>
          </p:grpSpPr>
          <p:sp>
            <p:nvSpPr>
              <p:cNvPr id="376" name="Google Shape;376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77" name="Google Shape;377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78" name="Google Shape;378;p21"/>
            <p:cNvGrpSpPr/>
            <p:nvPr/>
          </p:nvGrpSpPr>
          <p:grpSpPr>
            <a:xfrm>
              <a:off x="6161307" y="1467887"/>
              <a:ext cx="2294571" cy="3112758"/>
              <a:chOff x="4256307" y="1467887"/>
              <a:chExt cx="2294571" cy="3112758"/>
            </a:xfrm>
          </p:grpSpPr>
          <p:sp>
            <p:nvSpPr>
              <p:cNvPr id="379" name="Google Shape;379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80" name="Google Shape;380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81" name="Google Shape;381;p21"/>
            <p:cNvGrpSpPr/>
            <p:nvPr/>
          </p:nvGrpSpPr>
          <p:grpSpPr>
            <a:xfrm>
              <a:off x="6428649" y="1467887"/>
              <a:ext cx="2294571" cy="3112758"/>
              <a:chOff x="4256307" y="1467887"/>
              <a:chExt cx="2294571" cy="3112758"/>
            </a:xfrm>
          </p:grpSpPr>
          <p:sp>
            <p:nvSpPr>
              <p:cNvPr id="382" name="Google Shape;382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83" name="Google Shape;383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84" name="Google Shape;384;p21"/>
            <p:cNvGrpSpPr/>
            <p:nvPr/>
          </p:nvGrpSpPr>
          <p:grpSpPr>
            <a:xfrm>
              <a:off x="6697382" y="1467887"/>
              <a:ext cx="2294571" cy="3112758"/>
              <a:chOff x="4256307" y="1467887"/>
              <a:chExt cx="2294571" cy="3112758"/>
            </a:xfrm>
          </p:grpSpPr>
          <p:sp>
            <p:nvSpPr>
              <p:cNvPr id="385" name="Google Shape;385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86" name="Google Shape;386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87" name="Google Shape;387;p21"/>
            <p:cNvGrpSpPr/>
            <p:nvPr/>
          </p:nvGrpSpPr>
          <p:grpSpPr>
            <a:xfrm>
              <a:off x="6964724" y="1467887"/>
              <a:ext cx="2294571" cy="3112758"/>
              <a:chOff x="4256307" y="1467887"/>
              <a:chExt cx="2294571" cy="3112758"/>
            </a:xfrm>
          </p:grpSpPr>
          <p:sp>
            <p:nvSpPr>
              <p:cNvPr id="388" name="Google Shape;388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89" name="Google Shape;389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90" name="Google Shape;390;p21"/>
            <p:cNvSpPr/>
            <p:nvPr/>
          </p:nvSpPr>
          <p:spPr>
            <a:xfrm>
              <a:off x="4980475" y="2539250"/>
              <a:ext cx="3333900" cy="970500"/>
            </a:xfrm>
            <a:prstGeom prst="parallelogram">
              <a:avLst>
                <a:gd name="adj" fmla="val 12607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1" name="Google Shape;391;p21"/>
          <p:cNvGrpSpPr/>
          <p:nvPr/>
        </p:nvGrpSpPr>
        <p:grpSpPr>
          <a:xfrm>
            <a:off x="3026730" y="6590298"/>
            <a:ext cx="1241601" cy="1241601"/>
            <a:chOff x="779296" y="1224286"/>
            <a:chExt cx="2725200" cy="2725200"/>
          </a:xfrm>
        </p:grpSpPr>
        <p:grpSp>
          <p:nvGrpSpPr>
            <p:cNvPr id="392" name="Google Shape;392;p21"/>
            <p:cNvGrpSpPr/>
            <p:nvPr/>
          </p:nvGrpSpPr>
          <p:grpSpPr>
            <a:xfrm>
              <a:off x="779296" y="1224286"/>
              <a:ext cx="2725200" cy="2725200"/>
              <a:chOff x="779296" y="1224286"/>
              <a:chExt cx="2725200" cy="2725200"/>
            </a:xfrm>
          </p:grpSpPr>
          <p:sp>
            <p:nvSpPr>
              <p:cNvPr id="393" name="Google Shape;393;p21"/>
              <p:cNvSpPr/>
              <p:nvPr/>
            </p:nvSpPr>
            <p:spPr>
              <a:xfrm rot="897609">
                <a:off x="1176539" y="1625244"/>
                <a:ext cx="1926808" cy="1926808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94" name="Google Shape;394;p21"/>
              <p:cNvSpPr/>
              <p:nvPr/>
            </p:nvSpPr>
            <p:spPr>
              <a:xfrm rot="1802750">
                <a:off x="1176541" y="1623366"/>
                <a:ext cx="1926931" cy="1926931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95" name="Google Shape;395;p21"/>
              <p:cNvSpPr/>
              <p:nvPr/>
            </p:nvSpPr>
            <p:spPr>
              <a:xfrm rot="2700000">
                <a:off x="1178393" y="1623382"/>
                <a:ext cx="1927007" cy="1927007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96" name="Google Shape;396;p21"/>
              <p:cNvSpPr/>
              <p:nvPr/>
            </p:nvSpPr>
            <p:spPr>
              <a:xfrm rot="3598713">
                <a:off x="1182074" y="1623408"/>
                <a:ext cx="1927150" cy="192715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97" name="Google Shape;397;p21"/>
              <p:cNvSpPr/>
              <p:nvPr/>
            </p:nvSpPr>
            <p:spPr>
              <a:xfrm rot="4499806">
                <a:off x="1181934" y="1623354"/>
                <a:ext cx="1927196" cy="1927196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98" name="Google Shape;398;p21"/>
              <p:cNvSpPr/>
              <p:nvPr/>
            </p:nvSpPr>
            <p:spPr>
              <a:xfrm rot="5400000">
                <a:off x="1181930" y="1623354"/>
                <a:ext cx="1927200" cy="192720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99" name="Google Shape;399;p21"/>
              <p:cNvSpPr/>
              <p:nvPr/>
            </p:nvSpPr>
            <p:spPr>
              <a:xfrm rot="-897609" flipH="1">
                <a:off x="1180446" y="1625244"/>
                <a:ext cx="1926808" cy="1926808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00" name="Google Shape;400;p21"/>
              <p:cNvSpPr/>
              <p:nvPr/>
            </p:nvSpPr>
            <p:spPr>
              <a:xfrm rot="-1802750" flipH="1">
                <a:off x="1180321" y="1623366"/>
                <a:ext cx="1926931" cy="1926931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01" name="Google Shape;401;p21"/>
              <p:cNvSpPr/>
              <p:nvPr/>
            </p:nvSpPr>
            <p:spPr>
              <a:xfrm rot="-2700000" flipH="1">
                <a:off x="1178393" y="1623382"/>
                <a:ext cx="1927007" cy="1927007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02" name="Google Shape;402;p21"/>
              <p:cNvSpPr/>
              <p:nvPr/>
            </p:nvSpPr>
            <p:spPr>
              <a:xfrm rot="-3598713" flipH="1">
                <a:off x="1174569" y="1623408"/>
                <a:ext cx="1927150" cy="192715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03" name="Google Shape;403;p21"/>
              <p:cNvSpPr/>
              <p:nvPr/>
            </p:nvSpPr>
            <p:spPr>
              <a:xfrm rot="-4499806" flipH="1">
                <a:off x="1174663" y="1623354"/>
                <a:ext cx="1927196" cy="1927196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04" name="Google Shape;404;p21"/>
              <p:cNvSpPr/>
              <p:nvPr/>
            </p:nvSpPr>
            <p:spPr>
              <a:xfrm rot="-5400000" flipH="1">
                <a:off x="1174663" y="1623354"/>
                <a:ext cx="1927200" cy="192720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05" name="Google Shape;405;p21"/>
            <p:cNvGrpSpPr/>
            <p:nvPr/>
          </p:nvGrpSpPr>
          <p:grpSpPr>
            <a:xfrm rot="10800000" flipH="1">
              <a:off x="779296" y="1224286"/>
              <a:ext cx="2725200" cy="2725200"/>
              <a:chOff x="779296" y="1224286"/>
              <a:chExt cx="2725200" cy="2725200"/>
            </a:xfrm>
          </p:grpSpPr>
          <p:sp>
            <p:nvSpPr>
              <p:cNvPr id="406" name="Google Shape;406;p21"/>
              <p:cNvSpPr/>
              <p:nvPr/>
            </p:nvSpPr>
            <p:spPr>
              <a:xfrm rot="897609">
                <a:off x="1176539" y="1625244"/>
                <a:ext cx="1926808" cy="1926808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07" name="Google Shape;407;p21"/>
              <p:cNvSpPr/>
              <p:nvPr/>
            </p:nvSpPr>
            <p:spPr>
              <a:xfrm rot="1802750">
                <a:off x="1176541" y="1623366"/>
                <a:ext cx="1926931" cy="1926931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08" name="Google Shape;408;p21"/>
              <p:cNvSpPr/>
              <p:nvPr/>
            </p:nvSpPr>
            <p:spPr>
              <a:xfrm rot="2700000">
                <a:off x="1178393" y="1623382"/>
                <a:ext cx="1927007" cy="1927007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09" name="Google Shape;409;p21"/>
              <p:cNvSpPr/>
              <p:nvPr/>
            </p:nvSpPr>
            <p:spPr>
              <a:xfrm rot="3598713">
                <a:off x="1182074" y="1623408"/>
                <a:ext cx="1927150" cy="192715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10" name="Google Shape;410;p21"/>
              <p:cNvSpPr/>
              <p:nvPr/>
            </p:nvSpPr>
            <p:spPr>
              <a:xfrm rot="4499806">
                <a:off x="1181934" y="1623354"/>
                <a:ext cx="1927196" cy="1927196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11" name="Google Shape;411;p21"/>
              <p:cNvSpPr/>
              <p:nvPr/>
            </p:nvSpPr>
            <p:spPr>
              <a:xfrm rot="5400000">
                <a:off x="1181930" y="1623354"/>
                <a:ext cx="1927200" cy="192720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12" name="Google Shape;412;p21"/>
              <p:cNvSpPr/>
              <p:nvPr/>
            </p:nvSpPr>
            <p:spPr>
              <a:xfrm rot="-897609" flipH="1">
                <a:off x="1180446" y="1625244"/>
                <a:ext cx="1926808" cy="1926808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13" name="Google Shape;413;p21"/>
              <p:cNvSpPr/>
              <p:nvPr/>
            </p:nvSpPr>
            <p:spPr>
              <a:xfrm rot="-1802750" flipH="1">
                <a:off x="1180321" y="1623366"/>
                <a:ext cx="1926931" cy="1926931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14" name="Google Shape;414;p21"/>
              <p:cNvSpPr/>
              <p:nvPr/>
            </p:nvSpPr>
            <p:spPr>
              <a:xfrm rot="-2700000" flipH="1">
                <a:off x="1178393" y="1623382"/>
                <a:ext cx="1927007" cy="1927007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15" name="Google Shape;415;p21"/>
              <p:cNvSpPr/>
              <p:nvPr/>
            </p:nvSpPr>
            <p:spPr>
              <a:xfrm rot="-3598713" flipH="1">
                <a:off x="1174569" y="1623408"/>
                <a:ext cx="1927150" cy="192715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16" name="Google Shape;416;p21"/>
              <p:cNvSpPr/>
              <p:nvPr/>
            </p:nvSpPr>
            <p:spPr>
              <a:xfrm rot="-4499806" flipH="1">
                <a:off x="1174663" y="1623354"/>
                <a:ext cx="1927196" cy="1927196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17" name="Google Shape;417;p21"/>
              <p:cNvSpPr/>
              <p:nvPr/>
            </p:nvSpPr>
            <p:spPr>
              <a:xfrm rot="-5400000" flipH="1">
                <a:off x="1174663" y="1623354"/>
                <a:ext cx="1927200" cy="192720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418" name="Google Shape;418;p21"/>
            <p:cNvSpPr/>
            <p:nvPr/>
          </p:nvSpPr>
          <p:spPr>
            <a:xfrm>
              <a:off x="1189500" y="1634475"/>
              <a:ext cx="1904700" cy="19047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9" name="Google Shape;419;p21"/>
          <p:cNvGrpSpPr/>
          <p:nvPr/>
        </p:nvGrpSpPr>
        <p:grpSpPr>
          <a:xfrm>
            <a:off x="2457073" y="5382980"/>
            <a:ext cx="2383512" cy="1418172"/>
            <a:chOff x="4027707" y="1467887"/>
            <a:chExt cx="5231589" cy="3112758"/>
          </a:xfrm>
        </p:grpSpPr>
        <p:grpSp>
          <p:nvGrpSpPr>
            <p:cNvPr id="420" name="Google Shape;420;p21"/>
            <p:cNvGrpSpPr/>
            <p:nvPr/>
          </p:nvGrpSpPr>
          <p:grpSpPr>
            <a:xfrm>
              <a:off x="4027707" y="1467887"/>
              <a:ext cx="2294571" cy="3112758"/>
              <a:chOff x="4256307" y="1467887"/>
              <a:chExt cx="2294571" cy="3112758"/>
            </a:xfrm>
          </p:grpSpPr>
          <p:sp>
            <p:nvSpPr>
              <p:cNvPr id="421" name="Google Shape;421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22" name="Google Shape;422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23" name="Google Shape;423;p21"/>
            <p:cNvGrpSpPr/>
            <p:nvPr/>
          </p:nvGrpSpPr>
          <p:grpSpPr>
            <a:xfrm>
              <a:off x="4295049" y="1467887"/>
              <a:ext cx="2294571" cy="3112758"/>
              <a:chOff x="4256307" y="1467887"/>
              <a:chExt cx="2294571" cy="3112758"/>
            </a:xfrm>
          </p:grpSpPr>
          <p:sp>
            <p:nvSpPr>
              <p:cNvPr id="424" name="Google Shape;424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25" name="Google Shape;425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26" name="Google Shape;426;p21"/>
            <p:cNvGrpSpPr/>
            <p:nvPr/>
          </p:nvGrpSpPr>
          <p:grpSpPr>
            <a:xfrm>
              <a:off x="4563782" y="1467887"/>
              <a:ext cx="2294571" cy="3112758"/>
              <a:chOff x="4256307" y="1467887"/>
              <a:chExt cx="2294571" cy="3112758"/>
            </a:xfrm>
          </p:grpSpPr>
          <p:sp>
            <p:nvSpPr>
              <p:cNvPr id="427" name="Google Shape;427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28" name="Google Shape;428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29" name="Google Shape;429;p21"/>
            <p:cNvGrpSpPr/>
            <p:nvPr/>
          </p:nvGrpSpPr>
          <p:grpSpPr>
            <a:xfrm>
              <a:off x="4831124" y="1467887"/>
              <a:ext cx="2294571" cy="3112758"/>
              <a:chOff x="4256307" y="1467887"/>
              <a:chExt cx="2294571" cy="3112758"/>
            </a:xfrm>
          </p:grpSpPr>
          <p:sp>
            <p:nvSpPr>
              <p:cNvPr id="430" name="Google Shape;430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31" name="Google Shape;431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32" name="Google Shape;432;p21"/>
            <p:cNvGrpSpPr/>
            <p:nvPr/>
          </p:nvGrpSpPr>
          <p:grpSpPr>
            <a:xfrm>
              <a:off x="5094507" y="1467887"/>
              <a:ext cx="2294571" cy="3112758"/>
              <a:chOff x="4256307" y="1467887"/>
              <a:chExt cx="2294571" cy="3112758"/>
            </a:xfrm>
          </p:grpSpPr>
          <p:sp>
            <p:nvSpPr>
              <p:cNvPr id="433" name="Google Shape;433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34" name="Google Shape;434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35" name="Google Shape;435;p21"/>
            <p:cNvGrpSpPr/>
            <p:nvPr/>
          </p:nvGrpSpPr>
          <p:grpSpPr>
            <a:xfrm>
              <a:off x="5361849" y="1467887"/>
              <a:ext cx="2294571" cy="3112758"/>
              <a:chOff x="4256307" y="1467887"/>
              <a:chExt cx="2294571" cy="3112758"/>
            </a:xfrm>
          </p:grpSpPr>
          <p:sp>
            <p:nvSpPr>
              <p:cNvPr id="436" name="Google Shape;436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38" name="Google Shape;438;p21"/>
            <p:cNvGrpSpPr/>
            <p:nvPr/>
          </p:nvGrpSpPr>
          <p:grpSpPr>
            <a:xfrm>
              <a:off x="5630582" y="1467887"/>
              <a:ext cx="2294571" cy="3112758"/>
              <a:chOff x="4256307" y="1467887"/>
              <a:chExt cx="2294571" cy="3112758"/>
            </a:xfrm>
          </p:grpSpPr>
          <p:sp>
            <p:nvSpPr>
              <p:cNvPr id="439" name="Google Shape;439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40" name="Google Shape;440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41" name="Google Shape;441;p21"/>
            <p:cNvGrpSpPr/>
            <p:nvPr/>
          </p:nvGrpSpPr>
          <p:grpSpPr>
            <a:xfrm>
              <a:off x="5897924" y="1467887"/>
              <a:ext cx="2294571" cy="3112758"/>
              <a:chOff x="4256307" y="1467887"/>
              <a:chExt cx="2294571" cy="3112758"/>
            </a:xfrm>
          </p:grpSpPr>
          <p:sp>
            <p:nvSpPr>
              <p:cNvPr id="442" name="Google Shape;442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44" name="Google Shape;444;p21"/>
            <p:cNvGrpSpPr/>
            <p:nvPr/>
          </p:nvGrpSpPr>
          <p:grpSpPr>
            <a:xfrm>
              <a:off x="6161307" y="1467887"/>
              <a:ext cx="2294571" cy="3112758"/>
              <a:chOff x="4256307" y="1467887"/>
              <a:chExt cx="2294571" cy="3112758"/>
            </a:xfrm>
          </p:grpSpPr>
          <p:sp>
            <p:nvSpPr>
              <p:cNvPr id="445" name="Google Shape;445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46" name="Google Shape;446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47" name="Google Shape;447;p21"/>
            <p:cNvGrpSpPr/>
            <p:nvPr/>
          </p:nvGrpSpPr>
          <p:grpSpPr>
            <a:xfrm>
              <a:off x="6428649" y="1467887"/>
              <a:ext cx="2294571" cy="3112758"/>
              <a:chOff x="4256307" y="1467887"/>
              <a:chExt cx="2294571" cy="3112758"/>
            </a:xfrm>
          </p:grpSpPr>
          <p:sp>
            <p:nvSpPr>
              <p:cNvPr id="448" name="Google Shape;448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50" name="Google Shape;450;p21"/>
            <p:cNvGrpSpPr/>
            <p:nvPr/>
          </p:nvGrpSpPr>
          <p:grpSpPr>
            <a:xfrm>
              <a:off x="6697382" y="1467887"/>
              <a:ext cx="2294571" cy="3112758"/>
              <a:chOff x="4256307" y="1467887"/>
              <a:chExt cx="2294571" cy="3112758"/>
            </a:xfrm>
          </p:grpSpPr>
          <p:sp>
            <p:nvSpPr>
              <p:cNvPr id="451" name="Google Shape;451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52" name="Google Shape;452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53" name="Google Shape;453;p21"/>
            <p:cNvGrpSpPr/>
            <p:nvPr/>
          </p:nvGrpSpPr>
          <p:grpSpPr>
            <a:xfrm>
              <a:off x="6964724" y="1467887"/>
              <a:ext cx="2294571" cy="3112758"/>
              <a:chOff x="4256307" y="1467887"/>
              <a:chExt cx="2294571" cy="3112758"/>
            </a:xfrm>
          </p:grpSpPr>
          <p:sp>
            <p:nvSpPr>
              <p:cNvPr id="454" name="Google Shape;454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55" name="Google Shape;455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456" name="Google Shape;456;p21"/>
            <p:cNvSpPr/>
            <p:nvPr/>
          </p:nvSpPr>
          <p:spPr>
            <a:xfrm>
              <a:off x="4980475" y="2539250"/>
              <a:ext cx="3333900" cy="970500"/>
            </a:xfrm>
            <a:prstGeom prst="parallelogram">
              <a:avLst>
                <a:gd name="adj" fmla="val 12607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7" name="Google Shape;457;p21"/>
          <p:cNvGrpSpPr/>
          <p:nvPr/>
        </p:nvGrpSpPr>
        <p:grpSpPr>
          <a:xfrm>
            <a:off x="4807743" y="5382980"/>
            <a:ext cx="2383512" cy="1418172"/>
            <a:chOff x="4027707" y="1467887"/>
            <a:chExt cx="5231589" cy="3112758"/>
          </a:xfrm>
        </p:grpSpPr>
        <p:grpSp>
          <p:nvGrpSpPr>
            <p:cNvPr id="458" name="Google Shape;458;p21"/>
            <p:cNvGrpSpPr/>
            <p:nvPr/>
          </p:nvGrpSpPr>
          <p:grpSpPr>
            <a:xfrm>
              <a:off x="4027707" y="1467887"/>
              <a:ext cx="2294571" cy="3112758"/>
              <a:chOff x="4256307" y="1467887"/>
              <a:chExt cx="2294571" cy="3112758"/>
            </a:xfrm>
          </p:grpSpPr>
          <p:sp>
            <p:nvSpPr>
              <p:cNvPr id="459" name="Google Shape;459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60" name="Google Shape;460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61" name="Google Shape;461;p21"/>
            <p:cNvGrpSpPr/>
            <p:nvPr/>
          </p:nvGrpSpPr>
          <p:grpSpPr>
            <a:xfrm>
              <a:off x="4295049" y="1467887"/>
              <a:ext cx="2294571" cy="3112758"/>
              <a:chOff x="4256307" y="1467887"/>
              <a:chExt cx="2294571" cy="3112758"/>
            </a:xfrm>
          </p:grpSpPr>
          <p:sp>
            <p:nvSpPr>
              <p:cNvPr id="462" name="Google Shape;462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63" name="Google Shape;463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64" name="Google Shape;464;p21"/>
            <p:cNvGrpSpPr/>
            <p:nvPr/>
          </p:nvGrpSpPr>
          <p:grpSpPr>
            <a:xfrm>
              <a:off x="4563782" y="1467887"/>
              <a:ext cx="2294571" cy="3112758"/>
              <a:chOff x="4256307" y="1467887"/>
              <a:chExt cx="2294571" cy="3112758"/>
            </a:xfrm>
          </p:grpSpPr>
          <p:sp>
            <p:nvSpPr>
              <p:cNvPr id="465" name="Google Shape;465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66" name="Google Shape;466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67" name="Google Shape;467;p21"/>
            <p:cNvGrpSpPr/>
            <p:nvPr/>
          </p:nvGrpSpPr>
          <p:grpSpPr>
            <a:xfrm>
              <a:off x="4831124" y="1467887"/>
              <a:ext cx="2294571" cy="3112758"/>
              <a:chOff x="4256307" y="1467887"/>
              <a:chExt cx="2294571" cy="3112758"/>
            </a:xfrm>
          </p:grpSpPr>
          <p:sp>
            <p:nvSpPr>
              <p:cNvPr id="468" name="Google Shape;468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69" name="Google Shape;469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70" name="Google Shape;470;p21"/>
            <p:cNvGrpSpPr/>
            <p:nvPr/>
          </p:nvGrpSpPr>
          <p:grpSpPr>
            <a:xfrm>
              <a:off x="5094507" y="1467887"/>
              <a:ext cx="2294571" cy="3112758"/>
              <a:chOff x="4256307" y="1467887"/>
              <a:chExt cx="2294571" cy="3112758"/>
            </a:xfrm>
          </p:grpSpPr>
          <p:sp>
            <p:nvSpPr>
              <p:cNvPr id="471" name="Google Shape;471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72" name="Google Shape;472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73" name="Google Shape;473;p21"/>
            <p:cNvGrpSpPr/>
            <p:nvPr/>
          </p:nvGrpSpPr>
          <p:grpSpPr>
            <a:xfrm>
              <a:off x="5361849" y="1467887"/>
              <a:ext cx="2294571" cy="3112758"/>
              <a:chOff x="4256307" y="1467887"/>
              <a:chExt cx="2294571" cy="3112758"/>
            </a:xfrm>
          </p:grpSpPr>
          <p:sp>
            <p:nvSpPr>
              <p:cNvPr id="474" name="Google Shape;474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75" name="Google Shape;475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76" name="Google Shape;476;p21"/>
            <p:cNvGrpSpPr/>
            <p:nvPr/>
          </p:nvGrpSpPr>
          <p:grpSpPr>
            <a:xfrm>
              <a:off x="5630582" y="1467887"/>
              <a:ext cx="2294571" cy="3112758"/>
              <a:chOff x="4256307" y="1467887"/>
              <a:chExt cx="2294571" cy="3112758"/>
            </a:xfrm>
          </p:grpSpPr>
          <p:sp>
            <p:nvSpPr>
              <p:cNvPr id="477" name="Google Shape;477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78" name="Google Shape;478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79" name="Google Shape;479;p21"/>
            <p:cNvGrpSpPr/>
            <p:nvPr/>
          </p:nvGrpSpPr>
          <p:grpSpPr>
            <a:xfrm>
              <a:off x="5897924" y="1467887"/>
              <a:ext cx="2294571" cy="3112758"/>
              <a:chOff x="4256307" y="1467887"/>
              <a:chExt cx="2294571" cy="3112758"/>
            </a:xfrm>
          </p:grpSpPr>
          <p:sp>
            <p:nvSpPr>
              <p:cNvPr id="480" name="Google Shape;480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81" name="Google Shape;481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82" name="Google Shape;482;p21"/>
            <p:cNvGrpSpPr/>
            <p:nvPr/>
          </p:nvGrpSpPr>
          <p:grpSpPr>
            <a:xfrm>
              <a:off x="6161307" y="1467887"/>
              <a:ext cx="2294571" cy="3112758"/>
              <a:chOff x="4256307" y="1467887"/>
              <a:chExt cx="2294571" cy="3112758"/>
            </a:xfrm>
          </p:grpSpPr>
          <p:sp>
            <p:nvSpPr>
              <p:cNvPr id="483" name="Google Shape;483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84" name="Google Shape;484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85" name="Google Shape;485;p21"/>
            <p:cNvGrpSpPr/>
            <p:nvPr/>
          </p:nvGrpSpPr>
          <p:grpSpPr>
            <a:xfrm>
              <a:off x="6428649" y="1467887"/>
              <a:ext cx="2294571" cy="3112758"/>
              <a:chOff x="4256307" y="1467887"/>
              <a:chExt cx="2294571" cy="3112758"/>
            </a:xfrm>
          </p:grpSpPr>
          <p:sp>
            <p:nvSpPr>
              <p:cNvPr id="486" name="Google Shape;486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87" name="Google Shape;487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88" name="Google Shape;488;p21"/>
            <p:cNvGrpSpPr/>
            <p:nvPr/>
          </p:nvGrpSpPr>
          <p:grpSpPr>
            <a:xfrm>
              <a:off x="6697382" y="1467887"/>
              <a:ext cx="2294571" cy="3112758"/>
              <a:chOff x="4256307" y="1467887"/>
              <a:chExt cx="2294571" cy="3112758"/>
            </a:xfrm>
          </p:grpSpPr>
          <p:sp>
            <p:nvSpPr>
              <p:cNvPr id="489" name="Google Shape;489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90" name="Google Shape;490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91" name="Google Shape;491;p21"/>
            <p:cNvGrpSpPr/>
            <p:nvPr/>
          </p:nvGrpSpPr>
          <p:grpSpPr>
            <a:xfrm>
              <a:off x="6964724" y="1467887"/>
              <a:ext cx="2294571" cy="3112758"/>
              <a:chOff x="4256307" y="1467887"/>
              <a:chExt cx="2294571" cy="3112758"/>
            </a:xfrm>
          </p:grpSpPr>
          <p:sp>
            <p:nvSpPr>
              <p:cNvPr id="492" name="Google Shape;492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93" name="Google Shape;493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494" name="Google Shape;494;p21"/>
            <p:cNvSpPr/>
            <p:nvPr/>
          </p:nvSpPr>
          <p:spPr>
            <a:xfrm>
              <a:off x="4980475" y="2539250"/>
              <a:ext cx="3333900" cy="970500"/>
            </a:xfrm>
            <a:prstGeom prst="parallelogram">
              <a:avLst>
                <a:gd name="adj" fmla="val 12607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21"/>
          <p:cNvGrpSpPr/>
          <p:nvPr/>
        </p:nvGrpSpPr>
        <p:grpSpPr>
          <a:xfrm>
            <a:off x="5410859" y="6594921"/>
            <a:ext cx="1241601" cy="1241601"/>
            <a:chOff x="779296" y="1224286"/>
            <a:chExt cx="2725200" cy="2725200"/>
          </a:xfrm>
        </p:grpSpPr>
        <p:grpSp>
          <p:nvGrpSpPr>
            <p:cNvPr id="496" name="Google Shape;496;p21"/>
            <p:cNvGrpSpPr/>
            <p:nvPr/>
          </p:nvGrpSpPr>
          <p:grpSpPr>
            <a:xfrm>
              <a:off x="779296" y="1224286"/>
              <a:ext cx="2725200" cy="2725200"/>
              <a:chOff x="779296" y="1224286"/>
              <a:chExt cx="2725200" cy="2725200"/>
            </a:xfrm>
          </p:grpSpPr>
          <p:sp>
            <p:nvSpPr>
              <p:cNvPr id="497" name="Google Shape;497;p21"/>
              <p:cNvSpPr/>
              <p:nvPr/>
            </p:nvSpPr>
            <p:spPr>
              <a:xfrm rot="897609">
                <a:off x="1176539" y="1625244"/>
                <a:ext cx="1926808" cy="1926808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98" name="Google Shape;498;p21"/>
              <p:cNvSpPr/>
              <p:nvPr/>
            </p:nvSpPr>
            <p:spPr>
              <a:xfrm rot="1802750">
                <a:off x="1176541" y="1623366"/>
                <a:ext cx="1926931" cy="1926931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99" name="Google Shape;499;p21"/>
              <p:cNvSpPr/>
              <p:nvPr/>
            </p:nvSpPr>
            <p:spPr>
              <a:xfrm rot="2700000">
                <a:off x="1178393" y="1623382"/>
                <a:ext cx="1927007" cy="1927007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00" name="Google Shape;500;p21"/>
              <p:cNvSpPr/>
              <p:nvPr/>
            </p:nvSpPr>
            <p:spPr>
              <a:xfrm rot="3598713">
                <a:off x="1182074" y="1623408"/>
                <a:ext cx="1927150" cy="192715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01" name="Google Shape;501;p21"/>
              <p:cNvSpPr/>
              <p:nvPr/>
            </p:nvSpPr>
            <p:spPr>
              <a:xfrm rot="4499806">
                <a:off x="1181934" y="1623354"/>
                <a:ext cx="1927196" cy="1927196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02" name="Google Shape;502;p21"/>
              <p:cNvSpPr/>
              <p:nvPr/>
            </p:nvSpPr>
            <p:spPr>
              <a:xfrm rot="5400000">
                <a:off x="1181930" y="1623354"/>
                <a:ext cx="1927200" cy="192720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03" name="Google Shape;503;p21"/>
              <p:cNvSpPr/>
              <p:nvPr/>
            </p:nvSpPr>
            <p:spPr>
              <a:xfrm rot="-897609" flipH="1">
                <a:off x="1180446" y="1625244"/>
                <a:ext cx="1926808" cy="1926808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04" name="Google Shape;504;p21"/>
              <p:cNvSpPr/>
              <p:nvPr/>
            </p:nvSpPr>
            <p:spPr>
              <a:xfrm rot="-1802750" flipH="1">
                <a:off x="1180321" y="1623366"/>
                <a:ext cx="1926931" cy="1926931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05" name="Google Shape;505;p21"/>
              <p:cNvSpPr/>
              <p:nvPr/>
            </p:nvSpPr>
            <p:spPr>
              <a:xfrm rot="-2700000" flipH="1">
                <a:off x="1178393" y="1623382"/>
                <a:ext cx="1927007" cy="1927007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06" name="Google Shape;506;p21"/>
              <p:cNvSpPr/>
              <p:nvPr/>
            </p:nvSpPr>
            <p:spPr>
              <a:xfrm rot="-3598713" flipH="1">
                <a:off x="1174569" y="1623408"/>
                <a:ext cx="1927150" cy="192715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07" name="Google Shape;507;p21"/>
              <p:cNvSpPr/>
              <p:nvPr/>
            </p:nvSpPr>
            <p:spPr>
              <a:xfrm rot="-4499806" flipH="1">
                <a:off x="1174663" y="1623354"/>
                <a:ext cx="1927196" cy="1927196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08" name="Google Shape;508;p21"/>
              <p:cNvSpPr/>
              <p:nvPr/>
            </p:nvSpPr>
            <p:spPr>
              <a:xfrm rot="-5400000" flipH="1">
                <a:off x="1174663" y="1623354"/>
                <a:ext cx="1927200" cy="192720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509" name="Google Shape;509;p21"/>
            <p:cNvGrpSpPr/>
            <p:nvPr/>
          </p:nvGrpSpPr>
          <p:grpSpPr>
            <a:xfrm rot="10800000" flipH="1">
              <a:off x="779296" y="1224286"/>
              <a:ext cx="2725200" cy="2725200"/>
              <a:chOff x="779296" y="1224286"/>
              <a:chExt cx="2725200" cy="2725200"/>
            </a:xfrm>
          </p:grpSpPr>
          <p:sp>
            <p:nvSpPr>
              <p:cNvPr id="510" name="Google Shape;510;p21"/>
              <p:cNvSpPr/>
              <p:nvPr/>
            </p:nvSpPr>
            <p:spPr>
              <a:xfrm rot="897609">
                <a:off x="1176539" y="1625244"/>
                <a:ext cx="1926808" cy="1926808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11" name="Google Shape;511;p21"/>
              <p:cNvSpPr/>
              <p:nvPr/>
            </p:nvSpPr>
            <p:spPr>
              <a:xfrm rot="1802750">
                <a:off x="1176541" y="1623366"/>
                <a:ext cx="1926931" cy="1926931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12" name="Google Shape;512;p21"/>
              <p:cNvSpPr/>
              <p:nvPr/>
            </p:nvSpPr>
            <p:spPr>
              <a:xfrm rot="2700000">
                <a:off x="1178393" y="1623382"/>
                <a:ext cx="1927007" cy="1927007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13" name="Google Shape;513;p21"/>
              <p:cNvSpPr/>
              <p:nvPr/>
            </p:nvSpPr>
            <p:spPr>
              <a:xfrm rot="3598713">
                <a:off x="1182074" y="1623408"/>
                <a:ext cx="1927150" cy="192715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14" name="Google Shape;514;p21"/>
              <p:cNvSpPr/>
              <p:nvPr/>
            </p:nvSpPr>
            <p:spPr>
              <a:xfrm rot="4499806">
                <a:off x="1181934" y="1623354"/>
                <a:ext cx="1927196" cy="1927196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15" name="Google Shape;515;p21"/>
              <p:cNvSpPr/>
              <p:nvPr/>
            </p:nvSpPr>
            <p:spPr>
              <a:xfrm rot="5400000">
                <a:off x="1181930" y="1623354"/>
                <a:ext cx="1927200" cy="192720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16" name="Google Shape;516;p21"/>
              <p:cNvSpPr/>
              <p:nvPr/>
            </p:nvSpPr>
            <p:spPr>
              <a:xfrm rot="-897609" flipH="1">
                <a:off x="1180446" y="1625244"/>
                <a:ext cx="1926808" cy="1926808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17" name="Google Shape;517;p21"/>
              <p:cNvSpPr/>
              <p:nvPr/>
            </p:nvSpPr>
            <p:spPr>
              <a:xfrm rot="-1802750" flipH="1">
                <a:off x="1180321" y="1623366"/>
                <a:ext cx="1926931" cy="1926931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18" name="Google Shape;518;p21"/>
              <p:cNvSpPr/>
              <p:nvPr/>
            </p:nvSpPr>
            <p:spPr>
              <a:xfrm rot="-2700000" flipH="1">
                <a:off x="1178393" y="1623382"/>
                <a:ext cx="1927007" cy="1927007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19" name="Google Shape;519;p21"/>
              <p:cNvSpPr/>
              <p:nvPr/>
            </p:nvSpPr>
            <p:spPr>
              <a:xfrm rot="-3598713" flipH="1">
                <a:off x="1174569" y="1623408"/>
                <a:ext cx="1927150" cy="192715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20" name="Google Shape;520;p21"/>
              <p:cNvSpPr/>
              <p:nvPr/>
            </p:nvSpPr>
            <p:spPr>
              <a:xfrm rot="-4499806" flipH="1">
                <a:off x="1174663" y="1623354"/>
                <a:ext cx="1927196" cy="1927196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21" name="Google Shape;521;p21"/>
              <p:cNvSpPr/>
              <p:nvPr/>
            </p:nvSpPr>
            <p:spPr>
              <a:xfrm rot="-5400000" flipH="1">
                <a:off x="1174663" y="1623354"/>
                <a:ext cx="1927200" cy="192720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522" name="Google Shape;522;p21"/>
            <p:cNvSpPr/>
            <p:nvPr/>
          </p:nvSpPr>
          <p:spPr>
            <a:xfrm>
              <a:off x="1189500" y="1634475"/>
              <a:ext cx="1904700" cy="19047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23" name="Google Shape;523;p21"/>
          <p:cNvSpPr txBox="1"/>
          <p:nvPr/>
        </p:nvSpPr>
        <p:spPr>
          <a:xfrm>
            <a:off x="473329" y="8037861"/>
            <a:ext cx="6402000" cy="5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Match each parallelogram with the circle of the same approximate area.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Find the area of each circle in terms of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24" name="Google Shape;524;p21"/>
          <p:cNvCxnSpPr/>
          <p:nvPr/>
        </p:nvCxnSpPr>
        <p:spPr>
          <a:xfrm>
            <a:off x="603580" y="6395653"/>
            <a:ext cx="1471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25" name="Google Shape;525;p21"/>
          <p:cNvCxnSpPr/>
          <p:nvPr/>
        </p:nvCxnSpPr>
        <p:spPr>
          <a:xfrm rot="10800000" flipH="1">
            <a:off x="4550715" y="5865107"/>
            <a:ext cx="0" cy="449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26" name="Google Shape;526;p21"/>
          <p:cNvCxnSpPr/>
          <p:nvPr/>
        </p:nvCxnSpPr>
        <p:spPr>
          <a:xfrm rot="10800000" flipH="1">
            <a:off x="1924095" y="6776631"/>
            <a:ext cx="0" cy="42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27" name="Google Shape;527;p21"/>
          <p:cNvCxnSpPr/>
          <p:nvPr/>
        </p:nvCxnSpPr>
        <p:spPr>
          <a:xfrm flipH="1">
            <a:off x="3794130" y="6777341"/>
            <a:ext cx="212400" cy="19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8" name="Google Shape;528;p21"/>
          <p:cNvCxnSpPr/>
          <p:nvPr/>
        </p:nvCxnSpPr>
        <p:spPr>
          <a:xfrm rot="10800000" flipH="1">
            <a:off x="2304941" y="5865107"/>
            <a:ext cx="0" cy="449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29" name="Google Shape;529;p21"/>
          <p:cNvCxnSpPr/>
          <p:nvPr/>
        </p:nvCxnSpPr>
        <p:spPr>
          <a:xfrm>
            <a:off x="5231836" y="6395653"/>
            <a:ext cx="1471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30" name="Google Shape;530;p21"/>
          <p:cNvCxnSpPr/>
          <p:nvPr/>
        </p:nvCxnSpPr>
        <p:spPr>
          <a:xfrm rot="10800000" flipH="1">
            <a:off x="5512895" y="6800952"/>
            <a:ext cx="0" cy="848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31" name="Google Shape;531;p21"/>
          <p:cNvCxnSpPr/>
          <p:nvPr/>
        </p:nvCxnSpPr>
        <p:spPr>
          <a:xfrm rot="10800000" flipH="1">
            <a:off x="4470003" y="6234778"/>
            <a:ext cx="0" cy="72000"/>
          </a:xfrm>
          <a:prstGeom prst="straightConnector1">
            <a:avLst/>
          </a:prstGeom>
          <a:noFill/>
          <a:ln w="9525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2" name="Google Shape;532;p21"/>
          <p:cNvSpPr txBox="1"/>
          <p:nvPr/>
        </p:nvSpPr>
        <p:spPr>
          <a:xfrm>
            <a:off x="2327089" y="5993579"/>
            <a:ext cx="4020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3" name="Google Shape;533;p21"/>
          <p:cNvSpPr txBox="1"/>
          <p:nvPr/>
        </p:nvSpPr>
        <p:spPr>
          <a:xfrm>
            <a:off x="1180185" y="6363700"/>
            <a:ext cx="4575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4" name="Google Shape;534;p21"/>
          <p:cNvSpPr txBox="1"/>
          <p:nvPr/>
        </p:nvSpPr>
        <p:spPr>
          <a:xfrm>
            <a:off x="4574356" y="5988040"/>
            <a:ext cx="4020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5" name="Google Shape;535;p21"/>
          <p:cNvSpPr txBox="1"/>
          <p:nvPr/>
        </p:nvSpPr>
        <p:spPr>
          <a:xfrm>
            <a:off x="5866642" y="6364003"/>
            <a:ext cx="4575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6" name="Google Shape;536;p21"/>
          <p:cNvSpPr txBox="1"/>
          <p:nvPr/>
        </p:nvSpPr>
        <p:spPr>
          <a:xfrm>
            <a:off x="5138935" y="7093527"/>
            <a:ext cx="3783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7" name="Google Shape;537;p21"/>
          <p:cNvSpPr txBox="1"/>
          <p:nvPr/>
        </p:nvSpPr>
        <p:spPr>
          <a:xfrm>
            <a:off x="4032920" y="6666494"/>
            <a:ext cx="8133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10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8" name="Google Shape;538;p21"/>
          <p:cNvSpPr txBox="1"/>
          <p:nvPr/>
        </p:nvSpPr>
        <p:spPr>
          <a:xfrm>
            <a:off x="1956159" y="6889337"/>
            <a:ext cx="4575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Area of a circle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2024-01-08T16:55:39.288</cp:lastPrinted>
  <dcterms:created xsi:type="dcterms:W3CDTF">2024-01-08T16:55:39Z</dcterms:created>
  <dcterms:modified xsi:type="dcterms:W3CDTF">2024-01-08T16:55:32Z</dcterms:modified>
</cp:coreProperties>
</file>