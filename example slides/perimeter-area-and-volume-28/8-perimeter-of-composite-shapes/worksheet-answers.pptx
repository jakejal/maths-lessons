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  <p:sldMasterId id="2147483666" r:id="rId6"/>
  </p:sldMasterIdLst>
  <p:notesMasterIdLst>
    <p:notesMasterId r:id="rId7"/>
  </p:notesMasterIdLst>
  <p:sldIdLst>
    <p:sldId id="256" r:id="rId8"/>
    <p:sldId id="257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0AA333-60F8-4E9E-88FC-E06D3A8CFC91}">
  <a:tblStyle styleId="{FE0AA333-60F8-4E9E-88FC-E06D3A8CFC9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8c67332de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a8c67332de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4.png"/><Relationship Id="rId13" Type="http://schemas.openxmlformats.org/officeDocument/2006/relationships/image" Target="../media/image22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5.png"/><Relationship Id="rId15" Type="http://schemas.openxmlformats.org/officeDocument/2006/relationships/image" Target="../media/image20.png"/><Relationship Id="rId14" Type="http://schemas.openxmlformats.org/officeDocument/2006/relationships/image" Target="../media/image23.png"/><Relationship Id="rId17" Type="http://schemas.openxmlformats.org/officeDocument/2006/relationships/image" Target="../media/image21.png"/><Relationship Id="rId16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18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80900" y="999105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of composite shapes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446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arcs and perimeters of a sector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609071"/>
            <a:ext cx="658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sector are congruent to the one on the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each statement with both a calculation and an answer shown on the 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70246" t="48979"/>
          <a:stretch/>
        </p:blipFill>
        <p:spPr>
          <a:xfrm>
            <a:off x="4632979" y="2092739"/>
            <a:ext cx="615741" cy="61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/>
          <p:cNvPicPr preferRelativeResize="0"/>
          <p:nvPr/>
        </p:nvPicPr>
        <p:blipFill rotWithShape="1">
          <a:blip r:embed="rId3">
            <a:alphaModFix/>
          </a:blip>
          <a:srcRect b="48070" l="0" r="70246" t="0"/>
          <a:stretch/>
        </p:blipFill>
        <p:spPr>
          <a:xfrm>
            <a:off x="2785082" y="2093727"/>
            <a:ext cx="615741" cy="62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42116" r="0" t="0"/>
          <a:stretch/>
        </p:blipFill>
        <p:spPr>
          <a:xfrm>
            <a:off x="468000" y="2075180"/>
            <a:ext cx="1198799" cy="119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20"/>
          <p:cNvGrpSpPr/>
          <p:nvPr/>
        </p:nvGrpSpPr>
        <p:grpSpPr>
          <a:xfrm>
            <a:off x="1051574" y="2702202"/>
            <a:ext cx="582749" cy="160222"/>
            <a:chOff x="7309296" y="2202115"/>
            <a:chExt cx="1102230" cy="320700"/>
          </a:xfrm>
        </p:grpSpPr>
        <p:sp>
          <p:nvSpPr>
            <p:cNvPr id="179" name="Google Shape;179;p20"/>
            <p:cNvSpPr/>
            <p:nvPr/>
          </p:nvSpPr>
          <p:spPr>
            <a:xfrm>
              <a:off x="7309326" y="2202115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b="0" i="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0" name="Google Shape;180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81" name="Google Shape;181;p20"/>
          <p:cNvSpPr/>
          <p:nvPr/>
        </p:nvSpPr>
        <p:spPr>
          <a:xfrm>
            <a:off x="2760370" y="2618414"/>
            <a:ext cx="279300" cy="1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5059000" y="2020732"/>
            <a:ext cx="279300" cy="1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3269664"/>
            <a:ext cx="14448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circumference of this circle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</a:rPr>
              <a:t>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</a:rPr>
              <a:t> 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467565" y="3275629"/>
            <a:ext cx="1444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length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rgbClr val="000000"/>
                </a:solidFill>
              </a:rPr>
              <a:t> </a:t>
            </a:r>
            <a:endParaRPr sz="1200">
              <a:solidFill>
                <a:srgbClr val="000000"/>
              </a:solidFill>
            </a:endParaRPr>
          </a:p>
        </p:txBody>
      </p:sp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5" name="Google Shape;185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-398" r="94251" t="20358"/>
          <a:stretch/>
        </p:blipFill>
        <p:spPr>
          <a:xfrm>
            <a:off x="6233981" y="4007045"/>
            <a:ext cx="344925" cy="23438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6" name="Google Shape;186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15944" r="77907" t="20358"/>
          <a:stretch/>
        </p:blipFill>
        <p:spPr>
          <a:xfrm>
            <a:off x="6609044" y="4007045"/>
            <a:ext cx="344925" cy="23438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7" name="Google Shape;187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32637" r="54531" t="0"/>
          <a:stretch/>
        </p:blipFill>
        <p:spPr>
          <a:xfrm>
            <a:off x="6233982" y="3041105"/>
            <a:ext cx="719995" cy="3953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8" name="Google Shape;188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62269" r="24897" t="0"/>
          <a:stretch/>
        </p:blipFill>
        <p:spPr>
          <a:xfrm>
            <a:off x="6233976" y="2558136"/>
            <a:ext cx="719995" cy="3953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9" name="Google Shape;189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75734" r="11433" t="0"/>
          <a:stretch/>
        </p:blipFill>
        <p:spPr>
          <a:xfrm>
            <a:off x="4534988" y="3599649"/>
            <a:ext cx="682329" cy="362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90" name="Google Shape;190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89199" r="-2029" t="0"/>
          <a:stretch/>
        </p:blipFill>
        <p:spPr>
          <a:xfrm>
            <a:off x="6233976" y="2075166"/>
            <a:ext cx="719995" cy="3953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91" name="Google Shape;191;p20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45616" r="15137" t="0"/>
          <a:stretch/>
        </p:blipFill>
        <p:spPr>
          <a:xfrm>
            <a:off x="6233976" y="3524075"/>
            <a:ext cx="719993" cy="39536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92" name="Google Shape;192;p20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0" r="60753" t="0"/>
          <a:stretch/>
        </p:blipFill>
        <p:spPr>
          <a:xfrm>
            <a:off x="716417" y="3599649"/>
            <a:ext cx="682325" cy="362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93" name="Google Shape;193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8096" r="85755" t="20358"/>
          <a:stretch/>
        </p:blipFill>
        <p:spPr>
          <a:xfrm>
            <a:off x="691143" y="3973971"/>
            <a:ext cx="326860" cy="214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94" name="Google Shape;194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48203" r="38965" t="0"/>
          <a:stretch/>
        </p:blipFill>
        <p:spPr>
          <a:xfrm>
            <a:off x="2758702" y="3599649"/>
            <a:ext cx="682329" cy="3625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95" name="Google Shape;195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23903" r="69949" t="20358"/>
          <a:stretch/>
        </p:blipFill>
        <p:spPr>
          <a:xfrm>
            <a:off x="2762893" y="3994646"/>
            <a:ext cx="326860" cy="21495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4320372" y="3247054"/>
            <a:ext cx="144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 of this sector is</a:t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68000" y="4324750"/>
            <a:ext cx="662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table. Leave your answers in terms of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8" name="Google Shape;198;p20"/>
          <p:cNvGraphicFramePr/>
          <p:nvPr/>
        </p:nvGraphicFramePr>
        <p:xfrm>
          <a:off x="467988" y="46021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{FE0AA333-60F8-4E9E-88FC-E06D3A8CFC91}</a:tableStyleId>
              </a:tblPr>
              <a:tblGrid>
                <a:gridCol w="1137500"/>
                <a:gridCol w="1137500"/>
                <a:gridCol w="867625"/>
                <a:gridCol w="1740700"/>
                <a:gridCol w="1740700"/>
              </a:tblGrid>
              <a:tr h="48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corresponding sector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 of a full circle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</a:t>
                      </a:r>
                      <a:r>
                        <a:rPr b="1"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length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perimeter of sector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1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075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Complete the table. Round your answers to 1 decimal place.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80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9" name="Google Shape;199;p20"/>
          <p:cNvPicPr preferRelativeResize="0"/>
          <p:nvPr/>
        </p:nvPicPr>
        <p:blipFill rotWithShape="1">
          <a:blip r:embed="rId6">
            <a:alphaModFix/>
          </a:blip>
          <a:srcRect b="76798" l="0" r="60279" t="0"/>
          <a:stretch/>
        </p:blipFill>
        <p:spPr>
          <a:xfrm>
            <a:off x="1662878" y="5091401"/>
            <a:ext cx="1005905" cy="54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6">
            <a:alphaModFix/>
          </a:blip>
          <a:srcRect b="26969" l="0" r="60279" t="49828"/>
          <a:stretch/>
        </p:blipFill>
        <p:spPr>
          <a:xfrm>
            <a:off x="540676" y="5091397"/>
            <a:ext cx="827022" cy="451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 rotWithShape="1">
          <a:blip r:embed="rId6">
            <a:alphaModFix/>
          </a:blip>
          <a:srcRect b="77736" l="40789" r="27547" t="-937"/>
          <a:stretch/>
        </p:blipFill>
        <p:spPr>
          <a:xfrm>
            <a:off x="1764910" y="5803455"/>
            <a:ext cx="801846" cy="54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 rotWithShape="1">
          <a:blip r:embed="rId6">
            <a:alphaModFix/>
          </a:blip>
          <a:srcRect b="26969" l="40789" r="27547" t="49828"/>
          <a:stretch/>
        </p:blipFill>
        <p:spPr>
          <a:xfrm>
            <a:off x="636689" y="5880429"/>
            <a:ext cx="798181" cy="54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 rotWithShape="1">
          <a:blip r:embed="rId6">
            <a:alphaModFix/>
          </a:blip>
          <a:srcRect b="77736" l="72149" r="-3812" t="-937"/>
          <a:stretch/>
        </p:blipFill>
        <p:spPr>
          <a:xfrm>
            <a:off x="1745860" y="6577975"/>
            <a:ext cx="801846" cy="54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6">
            <a:alphaModFix/>
          </a:blip>
          <a:srcRect b="26082" l="72149" r="-3812" t="50714"/>
          <a:stretch/>
        </p:blipFill>
        <p:spPr>
          <a:xfrm>
            <a:off x="636689" y="6765961"/>
            <a:ext cx="798181" cy="546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0"/>
          <p:cNvGrpSpPr/>
          <p:nvPr/>
        </p:nvGrpSpPr>
        <p:grpSpPr>
          <a:xfrm>
            <a:off x="2168640" y="5604393"/>
            <a:ext cx="445191" cy="200412"/>
            <a:chOff x="7309296" y="2227128"/>
            <a:chExt cx="1102230" cy="330332"/>
          </a:xfrm>
        </p:grpSpPr>
        <p:sp>
          <p:nvSpPr>
            <p:cNvPr id="206" name="Google Shape;206;p20"/>
            <p:cNvSpPr/>
            <p:nvPr/>
          </p:nvSpPr>
          <p:spPr>
            <a:xfrm>
              <a:off x="7309326" y="2236760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7" name="Google Shape;207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08" name="Google Shape;208;p20"/>
          <p:cNvSpPr txBox="1"/>
          <p:nvPr/>
        </p:nvSpPr>
        <p:spPr>
          <a:xfrm>
            <a:off x="1959493" y="5182758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2010264" y="6814244"/>
            <a:ext cx="38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0"/>
          <p:cNvGrpSpPr/>
          <p:nvPr/>
        </p:nvGrpSpPr>
        <p:grpSpPr>
          <a:xfrm>
            <a:off x="1971597" y="6341714"/>
            <a:ext cx="522727" cy="200411"/>
            <a:chOff x="7213342" y="2227128"/>
            <a:chExt cx="1294200" cy="330330"/>
          </a:xfrm>
        </p:grpSpPr>
        <p:sp>
          <p:nvSpPr>
            <p:cNvPr id="211" name="Google Shape;211;p20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2" name="Google Shape;212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13" name="Google Shape;213;p20"/>
          <p:cNvGrpSpPr/>
          <p:nvPr/>
        </p:nvGrpSpPr>
        <p:grpSpPr>
          <a:xfrm>
            <a:off x="1923269" y="7138625"/>
            <a:ext cx="633719" cy="200411"/>
            <a:chOff x="7213313" y="2227128"/>
            <a:chExt cx="1569000" cy="330329"/>
          </a:xfrm>
        </p:grpSpPr>
        <p:sp>
          <p:nvSpPr>
            <p:cNvPr id="214" name="Google Shape;214;p20"/>
            <p:cNvSpPr/>
            <p:nvPr/>
          </p:nvSpPr>
          <p:spPr>
            <a:xfrm>
              <a:off x="7213313" y="2236757"/>
              <a:ext cx="1569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5" name="Google Shape;215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72}{360}=\frac{1}{5}&quot;&gt;&lt;mfrac&gt;&lt;mn&gt;72&lt;/mn&gt;&lt;mn&gt;360&lt;/mn&gt;&lt;/mfrac&gt;&lt;mo&gt;=&lt;/mo&gt;&lt;mfrac&gt;&lt;mn&gt;1&lt;/mn&gt;&lt;mn&gt;5&lt;/mn&gt;&lt;/mfrac&gt;&lt;/math&gt;" id="216" name="Google Shape;216;p20" title="72 over 360 equals one fifth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20552" y="6769526"/>
            <a:ext cx="720000" cy="404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217" name="Google Shape;217;p20" title="one fifth times 2 times pi times 10 equals 4 pi"/>
          <p:cNvPicPr preferRelativeResize="0"/>
          <p:nvPr/>
        </p:nvPicPr>
        <p:blipFill rotWithShape="1">
          <a:blip r:embed="rId8">
            <a:alphaModFix/>
          </a:blip>
          <a:srcRect b="0" l="0" r="26253" t="0"/>
          <a:stretch/>
        </p:blipFill>
        <p:spPr>
          <a:xfrm>
            <a:off x="3848780" y="6712995"/>
            <a:ext cx="1123105" cy="376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218" name="Google Shape;218;p20" title="one fifth times 2 times pi times 10 equals 4 pi"/>
          <p:cNvPicPr preferRelativeResize="0"/>
          <p:nvPr/>
        </p:nvPicPr>
        <p:blipFill rotWithShape="1">
          <a:blip r:embed="rId8">
            <a:alphaModFix/>
          </a:blip>
          <a:srcRect b="0" l="75560" r="0" t="0"/>
          <a:stretch/>
        </p:blipFill>
        <p:spPr>
          <a:xfrm>
            <a:off x="4224237" y="7003503"/>
            <a:ext cx="372197" cy="37618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/>
          <p:nvPr/>
        </p:nvSpPr>
        <p:spPr>
          <a:xfrm>
            <a:off x="5557300" y="5561900"/>
            <a:ext cx="13206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20" name="Google Shape;220;p20" title="one half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18761" y="5294460"/>
            <a:ext cx="123582" cy="404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221" name="Google Shape;221;p20" title="one fourth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118761" y="6065726"/>
            <a:ext cx="123582" cy="404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\times2\times\pi\times6=6\pi&quot;&gt;&lt;mfrac&gt;&lt;mn&gt;1&lt;/mn&gt;&lt;mn&gt;2&lt;/mn&gt;&lt;/mfrac&gt;&lt;mo&gt;×&lt;/mo&gt;&lt;mn&gt;2&lt;/mn&gt;&lt;mo&gt;×&lt;/mo&gt;&lt;mi&gt;π&lt;/mi&gt;&lt;mo&gt;×&lt;/mo&gt;&lt;mn&gt;6&lt;/mn&gt;&lt;mo&gt;=&lt;/mo&gt;&lt;mn&gt;6&lt;/mn&gt;&lt;mi&gt;π&lt;/mi&gt;&lt;/math&gt;" id="222" name="Google Shape;222;p20" title="one half times 2 times pi times 6 equals 6 pi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738685" y="5294443"/>
            <a:ext cx="1443600" cy="37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2\times\pi\times16=8\pi&quot;&gt;&lt;mfrac&gt;&lt;mn&gt;1&lt;/mn&gt;&lt;mn&gt;4&lt;/mn&gt;&lt;/mfrac&gt;&lt;mo&gt;×&lt;/mo&gt;&lt;mn&gt;2&lt;/mn&gt;&lt;mo&gt;×&lt;/mo&gt;&lt;mi&gt;π&lt;/mi&gt;&lt;mo&gt;×&lt;/mo&gt;&lt;mn&gt;16&lt;/mn&gt;&lt;mo&gt;=&lt;/mo&gt;&lt;mn&gt;8&lt;/mn&gt;&lt;mi&gt;π&lt;/mi&gt;&lt;/math&gt;" id="223" name="Google Shape;223;p20" title="one fourth times 2 times pi times 16 equals 8 pi"/>
          <p:cNvPicPr preferRelativeResize="0"/>
          <p:nvPr/>
        </p:nvPicPr>
        <p:blipFill rotWithShape="1">
          <a:blip r:embed="rId12">
            <a:alphaModFix/>
          </a:blip>
          <a:srcRect b="0" l="0" r="26739" t="0"/>
          <a:stretch/>
        </p:blipFill>
        <p:spPr>
          <a:xfrm>
            <a:off x="3807088" y="5977605"/>
            <a:ext cx="1123107" cy="37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4}\times2\times\pi\times16=8\pi&quot;&gt;&lt;mfrac&gt;&lt;mn&gt;1&lt;/mn&gt;&lt;mn&gt;4&lt;/mn&gt;&lt;/mfrac&gt;&lt;mo&gt;×&lt;/mo&gt;&lt;mn&gt;2&lt;/mn&gt;&lt;mo&gt;×&lt;/mo&gt;&lt;mi&gt;π&lt;/mi&gt;&lt;mo&gt;×&lt;/mo&gt;&lt;mn&gt;16&lt;/mn&gt;&lt;mo&gt;=&lt;/mo&gt;&lt;mn&gt;8&lt;/mn&gt;&lt;mi&gt;π&lt;/mi&gt;&lt;/math&gt;" id="224" name="Google Shape;224;p20" title="one fourth times 2 times pi times 16 equals 8 pi"/>
          <p:cNvPicPr preferRelativeResize="0"/>
          <p:nvPr/>
        </p:nvPicPr>
        <p:blipFill rotWithShape="1">
          <a:blip r:embed="rId12">
            <a:alphaModFix/>
          </a:blip>
          <a:srcRect b="0" l="75721" r="0" t="0"/>
          <a:stretch/>
        </p:blipFill>
        <p:spPr>
          <a:xfrm>
            <a:off x="4160116" y="6229996"/>
            <a:ext cx="372196" cy="37618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5557300" y="5268376"/>
            <a:ext cx="13206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 + 6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351776" y="6335016"/>
            <a:ext cx="1740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+ 32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351776" y="6052858"/>
            <a:ext cx="1740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+ 16 + 16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347151" y="7062909"/>
            <a:ext cx="1740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89975" y="5054450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73738" y="5865536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73738" y="6615721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380401" y="6784309"/>
            <a:ext cx="1740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10 + 10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73738" y="7585888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473738" y="8372000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473738" y="9150760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6">
            <a:alphaModFix/>
          </a:blip>
          <a:srcRect b="922" l="-4928" r="74257" t="81160"/>
          <a:stretch/>
        </p:blipFill>
        <p:spPr>
          <a:xfrm>
            <a:off x="725103" y="7737220"/>
            <a:ext cx="871735" cy="475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/>
          <p:cNvPicPr preferRelativeResize="0"/>
          <p:nvPr/>
        </p:nvPicPr>
        <p:blipFill rotWithShape="1">
          <a:blip r:embed="rId6">
            <a:alphaModFix/>
          </a:blip>
          <a:srcRect b="-589" l="31834" r="36501" t="77387"/>
          <a:stretch/>
        </p:blipFill>
        <p:spPr>
          <a:xfrm>
            <a:off x="835778" y="8463905"/>
            <a:ext cx="694901" cy="475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/>
          <p:cNvPicPr preferRelativeResize="0"/>
          <p:nvPr/>
        </p:nvPicPr>
        <p:blipFill rotWithShape="1">
          <a:blip r:embed="rId6">
            <a:alphaModFix/>
          </a:blip>
          <a:srcRect b="-272" l="71208" r="9181" t="84174"/>
          <a:stretch/>
        </p:blipFill>
        <p:spPr>
          <a:xfrm>
            <a:off x="878307" y="9410977"/>
            <a:ext cx="565328" cy="43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/>
          <p:cNvPicPr preferRelativeResize="0"/>
          <p:nvPr/>
        </p:nvPicPr>
        <p:blipFill rotWithShape="1">
          <a:blip r:embed="rId6">
            <a:alphaModFix/>
          </a:blip>
          <a:srcRect b="51648" l="-4928" r="74257" t="30435"/>
          <a:stretch/>
        </p:blipFill>
        <p:spPr>
          <a:xfrm>
            <a:off x="1669302" y="7580903"/>
            <a:ext cx="905174" cy="493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/>
          <p:cNvPicPr preferRelativeResize="0"/>
          <p:nvPr/>
        </p:nvPicPr>
        <p:blipFill rotWithShape="1">
          <a:blip r:embed="rId6">
            <a:alphaModFix/>
          </a:blip>
          <a:srcRect b="49944" l="31834" r="36501" t="26853"/>
          <a:stretch/>
        </p:blipFill>
        <p:spPr>
          <a:xfrm>
            <a:off x="1795878" y="8400856"/>
            <a:ext cx="721559" cy="493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6">
            <a:alphaModFix/>
          </a:blip>
          <a:srcRect b="49942" l="71208" r="9181" t="33960"/>
          <a:stretch/>
        </p:blipFill>
        <p:spPr>
          <a:xfrm>
            <a:off x="1808578" y="9221592"/>
            <a:ext cx="587014" cy="45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20"/>
          <p:cNvGrpSpPr/>
          <p:nvPr/>
        </p:nvGrpSpPr>
        <p:grpSpPr>
          <a:xfrm>
            <a:off x="1898832" y="8096369"/>
            <a:ext cx="698162" cy="209332"/>
            <a:chOff x="7309296" y="2227128"/>
            <a:chExt cx="1448469" cy="383391"/>
          </a:xfrm>
        </p:grpSpPr>
        <p:sp>
          <p:nvSpPr>
            <p:cNvPr id="243" name="Google Shape;243;p20"/>
            <p:cNvSpPr/>
            <p:nvPr/>
          </p:nvSpPr>
          <p:spPr>
            <a:xfrm>
              <a:off x="7309365" y="2289819"/>
              <a:ext cx="1448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4" name="Google Shape;244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5" name="Google Shape;245;p20"/>
          <p:cNvSpPr txBox="1"/>
          <p:nvPr/>
        </p:nvSpPr>
        <p:spPr>
          <a:xfrm>
            <a:off x="1961314" y="7824971"/>
            <a:ext cx="4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2000192" y="9378322"/>
            <a:ext cx="34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7" name="Google Shape;247;p20"/>
          <p:cNvGrpSpPr/>
          <p:nvPr/>
        </p:nvGrpSpPr>
        <p:grpSpPr>
          <a:xfrm>
            <a:off x="1982895" y="8885349"/>
            <a:ext cx="587941" cy="215116"/>
            <a:chOff x="7213352" y="2227128"/>
            <a:chExt cx="1617000" cy="393985"/>
          </a:xfrm>
        </p:grpSpPr>
        <p:sp>
          <p:nvSpPr>
            <p:cNvPr id="248" name="Google Shape;248;p20"/>
            <p:cNvSpPr/>
            <p:nvPr/>
          </p:nvSpPr>
          <p:spPr>
            <a:xfrm>
              <a:off x="7213352" y="2300413"/>
              <a:ext cx="1617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27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9" name="Google Shape;249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50" name="Google Shape;250;p20"/>
          <p:cNvGrpSpPr/>
          <p:nvPr/>
        </p:nvGrpSpPr>
        <p:grpSpPr>
          <a:xfrm>
            <a:off x="1758295" y="9650645"/>
            <a:ext cx="749052" cy="252376"/>
            <a:chOff x="6974350" y="2137687"/>
            <a:chExt cx="2060100" cy="462227"/>
          </a:xfrm>
        </p:grpSpPr>
        <p:sp>
          <p:nvSpPr>
            <p:cNvPr id="251" name="Google Shape;251;p20"/>
            <p:cNvSpPr/>
            <p:nvPr/>
          </p:nvSpPr>
          <p:spPr>
            <a:xfrm>
              <a:off x="6974350" y="2279214"/>
              <a:ext cx="20601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45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52" name="Google Shape;252;p20"/>
            <p:cNvCxnSpPr/>
            <p:nvPr/>
          </p:nvCxnSpPr>
          <p:spPr>
            <a:xfrm>
              <a:off x="7217250" y="2137687"/>
              <a:ext cx="1329900" cy="120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53" name="Google Shape;253;p20"/>
          <p:cNvSpPr txBox="1"/>
          <p:nvPr/>
        </p:nvSpPr>
        <p:spPr>
          <a:xfrm>
            <a:off x="1953439" y="8544049"/>
            <a:ext cx="63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324305" y="8007125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73.1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3602817" y="8906664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56.5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256" name="Google Shape;256;p20" title="one sixth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104250" y="7714045"/>
            <a:ext cx="124625" cy="4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257" name="Google Shape;257;p20" title="one third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3104250" y="8510036"/>
            <a:ext cx="131016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&quot;&gt;&lt;mfrac&gt;&lt;mn&gt;1&lt;/mn&gt;&lt;mn&gt;9&lt;/mn&gt;&lt;/mfrac&gt;&lt;/math&gt;" id="258" name="Google Shape;258;p20" title="one ninth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104250" y="9319522"/>
            <a:ext cx="124625" cy="4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\times2\times\pi\times24=&quot;&gt;&lt;mfrac&gt;&lt;mn&gt;1&lt;/mn&gt;&lt;mn&gt;6&lt;/mn&gt;&lt;/mfrac&gt;&lt;mo&gt;×&lt;/mo&gt;&lt;mn&gt;2&lt;/mn&gt;&lt;mo&gt;×&lt;/mo&gt;&lt;mi&gt;π&lt;/mi&gt;&lt;mo&gt;×&lt;/mo&gt;&lt;mn&gt;24&lt;/mn&gt;&lt;mo&gt;=&lt;/mo&gt;&lt;/math&gt;" id="259" name="Google Shape;259;p20" title="one sixth times 2 times pi times 24 equals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788875" y="7695923"/>
            <a:ext cx="1436073" cy="428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\times2\times\pi\times27=&quot;&gt;&lt;mfrac&gt;&lt;mn&gt;1&lt;/mn&gt;&lt;mn&gt;3&lt;/mn&gt;&lt;/mfrac&gt;&lt;mo&gt;×&lt;/mo&gt;&lt;mn&gt;2&lt;/mn&gt;&lt;mo&gt;×&lt;/mo&gt;&lt;mi&gt;π&lt;/mi&gt;&lt;mo&gt;×&lt;/mo&gt;&lt;mn&gt;27&lt;/mn&gt;&lt;mo&gt;=&lt;/mo&gt;&lt;/math&gt;" id="260" name="Google Shape;260;p20" title="one third times 2 times pi times 27 equals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765100" y="8471664"/>
            <a:ext cx="1483626" cy="441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9}\times2\times\pi\times45=&quot;&gt;&lt;mfrac&gt;&lt;mn&gt;1&lt;/mn&gt;&lt;mn&gt;9&lt;/mn&gt;&lt;/mfrac&gt;&lt;mo&gt;×&lt;/mo&gt;&lt;mn&gt;2&lt;/mn&gt;&lt;mo&gt;×&lt;/mo&gt;&lt;mi&gt;π&lt;/mi&gt;&lt;mo&gt;×&lt;/mo&gt;&lt;mn&gt;45&lt;/mn&gt;&lt;mo&gt;=&lt;/mo&gt;&lt;/math&gt;" id="261" name="Google Shape;261;p20" title="one ninth times 2 times pi times 45 equals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88875" y="9204999"/>
            <a:ext cx="1436073" cy="428851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0"/>
          <p:cNvSpPr/>
          <p:nvPr/>
        </p:nvSpPr>
        <p:spPr>
          <a:xfrm>
            <a:off x="3602817" y="9695096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31.4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324305" y="9244428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31.4 + 45 + 45 =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3602817" y="8100669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25.1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5324305" y="8455996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56.5 + 27 + 27 =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5324305" y="7650001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25.1 + 24 + 24 =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5324305" y="8827209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110.5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5324305" y="9546219"/>
            <a:ext cx="1840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121.4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of composite shapes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482862" y="9971996"/>
            <a:ext cx="3657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pic>
        <p:nvPicPr>
          <p:cNvPr id="275" name="Google Shape;275;p21"/>
          <p:cNvPicPr preferRelativeResize="0"/>
          <p:nvPr/>
        </p:nvPicPr>
        <p:blipFill rotWithShape="1">
          <a:blip r:embed="rId3">
            <a:alphaModFix/>
          </a:blip>
          <a:srcRect b="0" l="58718" r="2377" t="0"/>
          <a:stretch/>
        </p:blipFill>
        <p:spPr>
          <a:xfrm>
            <a:off x="515625" y="4265533"/>
            <a:ext cx="1104199" cy="1186672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468001" y="6349950"/>
            <a:ext cx="44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68000" y="4018871"/>
            <a:ext cx="652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composite shape has been broken down into its component lengths.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8" name="Google Shape;278;p21"/>
          <p:cNvGrpSpPr/>
          <p:nvPr/>
        </p:nvGrpSpPr>
        <p:grpSpPr>
          <a:xfrm flipH="1" rot="10800000">
            <a:off x="530104" y="5353267"/>
            <a:ext cx="641491" cy="167644"/>
            <a:chOff x="7158699" y="2236752"/>
            <a:chExt cx="1403700" cy="390506"/>
          </a:xfrm>
        </p:grpSpPr>
        <p:sp>
          <p:nvSpPr>
            <p:cNvPr id="279" name="Google Shape;279;p21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0" name="Google Shape;280;p21"/>
            <p:cNvCxnSpPr/>
            <p:nvPr/>
          </p:nvCxnSpPr>
          <p:spPr>
            <a:xfrm>
              <a:off x="7309296" y="262725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81" name="Google Shape;281;p21"/>
          <p:cNvSpPr txBox="1"/>
          <p:nvPr/>
        </p:nvSpPr>
        <p:spPr>
          <a:xfrm>
            <a:off x="1742249" y="4310275"/>
            <a:ext cx="3209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Write down the length of all four of these straight lines.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2" name="Google Shape;282;p21"/>
          <p:cNvCxnSpPr/>
          <p:nvPr/>
        </p:nvCxnSpPr>
        <p:spPr>
          <a:xfrm>
            <a:off x="845872" y="5261734"/>
            <a:ext cx="0" cy="67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1"/>
          <p:cNvCxnSpPr/>
          <p:nvPr/>
        </p:nvCxnSpPr>
        <p:spPr>
          <a:xfrm rot="10800000">
            <a:off x="593022" y="5014135"/>
            <a:ext cx="0" cy="67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1"/>
          <p:cNvCxnSpPr/>
          <p:nvPr/>
        </p:nvCxnSpPr>
        <p:spPr>
          <a:xfrm>
            <a:off x="1377124" y="5168378"/>
            <a:ext cx="0" cy="92027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1"/>
          <p:cNvCxnSpPr/>
          <p:nvPr/>
        </p:nvCxnSpPr>
        <p:spPr>
          <a:xfrm>
            <a:off x="674091" y="4494499"/>
            <a:ext cx="0" cy="67833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86" name="Google Shape;286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>
            <a:off x="5384715" y="4270165"/>
            <a:ext cx="174307" cy="58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1080008">
            <a:off x="5081155" y="4262819"/>
            <a:ext cx="174307" cy="58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3719945">
            <a:off x="6445668" y="4220828"/>
            <a:ext cx="174306" cy="58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5400000">
            <a:off x="5808522" y="4565090"/>
            <a:ext cx="174309" cy="58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>
            <a:off x="4994575" y="5174983"/>
            <a:ext cx="421975" cy="531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 flipH="1" rot="5400000">
            <a:off x="5572151" y="5154236"/>
            <a:ext cx="421957" cy="53149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1"/>
          <p:cNvSpPr txBox="1"/>
          <p:nvPr/>
        </p:nvSpPr>
        <p:spPr>
          <a:xfrm>
            <a:off x="722755" y="4531148"/>
            <a:ext cx="30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138328" y="4966406"/>
            <a:ext cx="30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1742243" y="4750381"/>
            <a:ext cx="249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15 cm each or 60 cm total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1742243" y="5626372"/>
            <a:ext cx="249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⅕ each, or ⅖ for both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198273" y="6388873"/>
            <a:ext cx="128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+ 60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468001" y="5952000"/>
            <a:ext cx="494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length of each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1742249" y="5189863"/>
            <a:ext cx="3068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fraction of a full circle do each of these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represent?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491952" y="668375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Finding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perimeters of closed composite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476498" y="3400901"/>
            <a:ext cx="418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476459" y="2602076"/>
            <a:ext cx="3794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length of this semicircle.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2106392" y="2171410"/>
            <a:ext cx="30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radius of this semicircle?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476459" y="943051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The composite shape has been broken down into its component lengths.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4" name="Google Shape;304;p21"/>
          <p:cNvPicPr preferRelativeResize="0"/>
          <p:nvPr/>
        </p:nvPicPr>
        <p:blipFill rotWithShape="1">
          <a:blip r:embed="rId4">
            <a:alphaModFix/>
          </a:blip>
          <a:srcRect b="0" l="0" r="64997" t="14632"/>
          <a:stretch/>
        </p:blipFill>
        <p:spPr>
          <a:xfrm>
            <a:off x="1044377" y="1251000"/>
            <a:ext cx="840469" cy="91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1"/>
          <p:cNvPicPr preferRelativeResize="0"/>
          <p:nvPr/>
        </p:nvPicPr>
        <p:blipFill rotWithShape="1">
          <a:blip r:embed="rId4">
            <a:alphaModFix/>
          </a:blip>
          <a:srcRect b="0" l="51724" r="965" t="49675"/>
          <a:stretch/>
        </p:blipFill>
        <p:spPr>
          <a:xfrm>
            <a:off x="5493700" y="1368400"/>
            <a:ext cx="1098001" cy="51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/>
          <p:cNvPicPr preferRelativeResize="0"/>
          <p:nvPr/>
        </p:nvPicPr>
        <p:blipFill rotWithShape="1">
          <a:blip r:embed="rId4">
            <a:alphaModFix/>
          </a:blip>
          <a:srcRect b="58629" l="57473" r="6714" t="-2072"/>
          <a:stretch/>
        </p:blipFill>
        <p:spPr>
          <a:xfrm>
            <a:off x="5503654" y="2079492"/>
            <a:ext cx="1198381" cy="64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1"/>
          <p:cNvGrpSpPr/>
          <p:nvPr/>
        </p:nvGrpSpPr>
        <p:grpSpPr>
          <a:xfrm flipH="1" rot="10800000">
            <a:off x="949952" y="2183480"/>
            <a:ext cx="1017542" cy="146413"/>
            <a:chOff x="7158699" y="2236752"/>
            <a:chExt cx="1403700" cy="346131"/>
          </a:xfrm>
        </p:grpSpPr>
        <p:sp>
          <p:nvSpPr>
            <p:cNvPr id="308" name="Google Shape;308;p21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9" name="Google Shape;309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10" name="Google Shape;310;p21"/>
          <p:cNvSpPr/>
          <p:nvPr/>
        </p:nvSpPr>
        <p:spPr>
          <a:xfrm>
            <a:off x="503873" y="1730775"/>
            <a:ext cx="483362" cy="300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2106392" y="1356959"/>
            <a:ext cx="30168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Write down the length of all three of these straight lines.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636651" y="1647912"/>
            <a:ext cx="81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8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5334976" y="1423525"/>
            <a:ext cx="81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6393901" y="1423525"/>
            <a:ext cx="81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10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696789" y="2453050"/>
            <a:ext cx="81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 cm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2\times\pi\times\ \ \ \ \ \ \ \ \ =&quot;&gt;&lt;mfrac&gt;&lt;mn&gt;1&lt;/mn&gt;&lt;mn&gt;2&lt;/mn&gt;&lt;/mfrac&gt;&lt;mo&gt;×&lt;/mo&gt;&lt;mn&gt;2&lt;/mn&gt;&lt;mo&gt;×&lt;/mo&gt;&lt;mi&gt;π&lt;/mi&gt;&lt;mo&gt;×&lt;/mo&gt;&lt;mtext&gt;&lt;/mtext&gt;&lt;mtext&gt;&lt;/mtext&gt;&lt;mtext&gt;&lt;/mtext&gt;&lt;mtext&gt;&lt;/mtext&gt;&lt;mtext&gt;&lt;/mtext&gt;&lt;mtext&gt;&lt;/mtext&gt;&lt;mtext&gt;&lt;/mtext&gt;&lt;mtext&gt;&lt;/mtext&gt;&lt;mtext&gt;&lt;/mtext&gt;&lt;mo&gt;=&lt;/mo&gt;&lt;/math&gt;" id="316" name="Google Shape;316;p21" title="one half times 2 times pi times equal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0800" y="2849650"/>
            <a:ext cx="1357818" cy="34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 txBox="1"/>
          <p:nvPr/>
        </p:nvSpPr>
        <p:spPr>
          <a:xfrm>
            <a:off x="3852426" y="2919300"/>
            <a:ext cx="39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____</a:t>
            </a:r>
            <a:endParaRPr/>
          </a:p>
        </p:txBody>
      </p:sp>
      <p:sp>
        <p:nvSpPr>
          <p:cNvPr id="318" name="Google Shape;318;p21"/>
          <p:cNvSpPr txBox="1"/>
          <p:nvPr/>
        </p:nvSpPr>
        <p:spPr>
          <a:xfrm>
            <a:off x="4395690" y="2921844"/>
            <a:ext cx="66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____</a:t>
            </a:r>
            <a:endParaRPr/>
          </a:p>
        </p:txBody>
      </p:sp>
      <p:sp>
        <p:nvSpPr>
          <p:cNvPr id="319" name="Google Shape;319;p21"/>
          <p:cNvSpPr txBox="1"/>
          <p:nvPr/>
        </p:nvSpPr>
        <p:spPr>
          <a:xfrm>
            <a:off x="3843296" y="2905900"/>
            <a:ext cx="35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4394456" y="2896375"/>
            <a:ext cx="356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4406125" y="3400901"/>
            <a:ext cx="101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 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+ 28 cm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5}\times2\times\pi\times15\ =\ 6\pi&quot;&gt;&lt;mfrac&gt;&lt;mn&gt;1&lt;/mn&gt;&lt;mn&gt;5&lt;/mn&gt;&lt;/mfrac&gt;&lt;mo&gt;×&lt;/mo&gt;&lt;mn&gt;2&lt;/mn&gt;&lt;mo&gt;×&lt;/mo&gt;&lt;mi&gt;π&lt;/mi&gt;&lt;mo&gt;×&lt;/mo&gt;&lt;mn&gt;15&lt;/mn&gt;&lt;mtext&gt;&lt;/mtext&gt;&lt;mo&gt;=&lt;/mo&gt;&lt;mtext&gt;&lt;/mtext&gt;&lt;mn&gt;6&lt;/mn&gt;&lt;mi&gt;π&lt;/mi&gt;&lt;/math&gt;" id="322" name="Google Shape;322;p21" title="one fifth times 2 times pi times 15 equals 6 pi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52532" y="5831199"/>
            <a:ext cx="1834344" cy="42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1827464" y="7585288"/>
            <a:ext cx="1430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25.1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82025" y="7003101"/>
            <a:ext cx="66099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Starting with the smallest perimeter, sort these shapes in terms of the size of their perimeters.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5" name="Google Shape;325;p21"/>
          <p:cNvPicPr preferRelativeResize="0"/>
          <p:nvPr/>
        </p:nvPicPr>
        <p:blipFill rotWithShape="1">
          <a:blip r:embed="rId7">
            <a:alphaModFix/>
          </a:blip>
          <a:srcRect b="44706" l="251" r="72151" t="2937"/>
          <a:stretch/>
        </p:blipFill>
        <p:spPr>
          <a:xfrm>
            <a:off x="488087" y="7600054"/>
            <a:ext cx="982254" cy="99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1"/>
          <p:cNvPicPr preferRelativeResize="0"/>
          <p:nvPr/>
        </p:nvPicPr>
        <p:blipFill rotWithShape="1">
          <a:blip r:embed="rId7">
            <a:alphaModFix/>
          </a:blip>
          <a:srcRect b="67974" l="33172" r="39230" t="2937"/>
          <a:stretch/>
        </p:blipFill>
        <p:spPr>
          <a:xfrm>
            <a:off x="5729953" y="7557932"/>
            <a:ext cx="982254" cy="55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1"/>
          <p:cNvPicPr preferRelativeResize="0"/>
          <p:nvPr/>
        </p:nvPicPr>
        <p:blipFill rotWithShape="1">
          <a:blip r:embed="rId7">
            <a:alphaModFix/>
          </a:blip>
          <a:srcRect b="1937" l="33172" r="39230" t="45706"/>
          <a:stretch/>
        </p:blipFill>
        <p:spPr>
          <a:xfrm>
            <a:off x="5729953" y="8448818"/>
            <a:ext cx="982254" cy="99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1"/>
          <p:cNvPicPr preferRelativeResize="0"/>
          <p:nvPr/>
        </p:nvPicPr>
        <p:blipFill rotWithShape="1">
          <a:blip r:embed="rId7">
            <a:alphaModFix/>
          </a:blip>
          <a:srcRect b="51359" l="69750" r="2652" t="2232"/>
          <a:stretch/>
        </p:blipFill>
        <p:spPr>
          <a:xfrm>
            <a:off x="488087" y="8816222"/>
            <a:ext cx="982254" cy="8817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9" name="Google Shape;329;p21"/>
          <p:cNvGrpSpPr/>
          <p:nvPr/>
        </p:nvGrpSpPr>
        <p:grpSpPr>
          <a:xfrm>
            <a:off x="1470295" y="7573134"/>
            <a:ext cx="258638" cy="239710"/>
            <a:chOff x="1020916" y="1442088"/>
            <a:chExt cx="457200" cy="457200"/>
          </a:xfrm>
        </p:grpSpPr>
        <p:pic>
          <p:nvPicPr>
            <p:cNvPr id="330" name="Google Shape;330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1" name="Google Shape;33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2" name="Google Shape;332;p21"/>
          <p:cNvGrpSpPr/>
          <p:nvPr/>
        </p:nvGrpSpPr>
        <p:grpSpPr>
          <a:xfrm>
            <a:off x="1470350" y="8944826"/>
            <a:ext cx="263545" cy="239710"/>
            <a:chOff x="1020916" y="1442088"/>
            <a:chExt cx="465875" cy="457200"/>
          </a:xfrm>
        </p:grpSpPr>
        <p:pic>
          <p:nvPicPr>
            <p:cNvPr id="333" name="Google Shape;333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4" name="Google Shape;334;p21"/>
            <p:cNvSpPr txBox="1"/>
            <p:nvPr/>
          </p:nvSpPr>
          <p:spPr>
            <a:xfrm>
              <a:off x="1028691" y="1508233"/>
              <a:ext cx="4581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5" name="Google Shape;335;p21"/>
          <p:cNvGrpSpPr/>
          <p:nvPr/>
        </p:nvGrpSpPr>
        <p:grpSpPr>
          <a:xfrm>
            <a:off x="6513405" y="8268151"/>
            <a:ext cx="259187" cy="259187"/>
            <a:chOff x="1020916" y="1442088"/>
            <a:chExt cx="457200" cy="457200"/>
          </a:xfrm>
        </p:grpSpPr>
        <p:pic>
          <p:nvPicPr>
            <p:cNvPr id="336" name="Google Shape;336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38" name="Google Shape;338;p21"/>
          <p:cNvGrpSpPr/>
          <p:nvPr/>
        </p:nvGrpSpPr>
        <p:grpSpPr>
          <a:xfrm>
            <a:off x="6589574" y="7415854"/>
            <a:ext cx="258638" cy="239710"/>
            <a:chOff x="1020916" y="1442088"/>
            <a:chExt cx="457200" cy="457200"/>
          </a:xfrm>
        </p:grpSpPr>
        <p:pic>
          <p:nvPicPr>
            <p:cNvPr id="339" name="Google Shape;339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0" name="Google Shape;340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1" name="Google Shape;341;p21"/>
          <p:cNvGrpSpPr/>
          <p:nvPr/>
        </p:nvGrpSpPr>
        <p:grpSpPr>
          <a:xfrm rot="10800000">
            <a:off x="975424" y="8093177"/>
            <a:ext cx="486829" cy="168796"/>
            <a:chOff x="7249889" y="2204756"/>
            <a:chExt cx="1161607" cy="378128"/>
          </a:xfrm>
        </p:grpSpPr>
        <p:sp>
          <p:nvSpPr>
            <p:cNvPr id="342" name="Google Shape;342;p21"/>
            <p:cNvSpPr/>
            <p:nvPr/>
          </p:nvSpPr>
          <p:spPr>
            <a:xfrm rot="10800000">
              <a:off x="7249889" y="2204756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3" name="Google Shape;343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44" name="Google Shape;344;p21"/>
          <p:cNvGrpSpPr/>
          <p:nvPr/>
        </p:nvGrpSpPr>
        <p:grpSpPr>
          <a:xfrm rot="10800000">
            <a:off x="5753306" y="8093082"/>
            <a:ext cx="958804" cy="154504"/>
            <a:chOff x="7309296" y="2236773"/>
            <a:chExt cx="1102200" cy="346111"/>
          </a:xfrm>
        </p:grpSpPr>
        <p:sp>
          <p:nvSpPr>
            <p:cNvPr id="345" name="Google Shape;345;p21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6" name="Google Shape;346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47" name="Google Shape;347;p21"/>
          <p:cNvGrpSpPr/>
          <p:nvPr/>
        </p:nvGrpSpPr>
        <p:grpSpPr>
          <a:xfrm rot="10800000">
            <a:off x="499887" y="9505704"/>
            <a:ext cx="958804" cy="154504"/>
            <a:chOff x="7309296" y="2236773"/>
            <a:chExt cx="1102200" cy="346111"/>
          </a:xfrm>
        </p:grpSpPr>
        <p:sp>
          <p:nvSpPr>
            <p:cNvPr id="348" name="Google Shape;348;p21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49" name="Google Shape;349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50" name="Google Shape;350;p21"/>
          <p:cNvGrpSpPr/>
          <p:nvPr/>
        </p:nvGrpSpPr>
        <p:grpSpPr>
          <a:xfrm rot="5400000">
            <a:off x="1417323" y="9407522"/>
            <a:ext cx="388195" cy="192608"/>
            <a:chOff x="7309296" y="2151413"/>
            <a:chExt cx="1102200" cy="431470"/>
          </a:xfrm>
        </p:grpSpPr>
        <p:sp>
          <p:nvSpPr>
            <p:cNvPr id="351" name="Google Shape;351;p21"/>
            <p:cNvSpPr/>
            <p:nvPr/>
          </p:nvSpPr>
          <p:spPr>
            <a:xfrm rot="10800000">
              <a:off x="7332573" y="2151413"/>
              <a:ext cx="1056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2" name="Google Shape;352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53" name="Google Shape;353;p21"/>
          <p:cNvGrpSpPr/>
          <p:nvPr/>
        </p:nvGrpSpPr>
        <p:grpSpPr>
          <a:xfrm rot="-5400000">
            <a:off x="5379750" y="8645944"/>
            <a:ext cx="470010" cy="164031"/>
            <a:chOff x="7290021" y="2215430"/>
            <a:chExt cx="1121474" cy="367454"/>
          </a:xfrm>
        </p:grpSpPr>
        <p:sp>
          <p:nvSpPr>
            <p:cNvPr id="354" name="Google Shape;354;p21"/>
            <p:cNvSpPr/>
            <p:nvPr/>
          </p:nvSpPr>
          <p:spPr>
            <a:xfrm rot="10800000">
              <a:off x="7290021" y="2215430"/>
              <a:ext cx="993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5" name="Google Shape;355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56" name="Google Shape;356;p21"/>
          <p:cNvGrpSpPr/>
          <p:nvPr/>
        </p:nvGrpSpPr>
        <p:grpSpPr>
          <a:xfrm rot="10800000">
            <a:off x="5703681" y="9017093"/>
            <a:ext cx="511295" cy="164017"/>
            <a:chOff x="7309296" y="2215461"/>
            <a:chExt cx="1219983" cy="367422"/>
          </a:xfrm>
        </p:grpSpPr>
        <p:sp>
          <p:nvSpPr>
            <p:cNvPr id="357" name="Google Shape;357;p21"/>
            <p:cNvSpPr/>
            <p:nvPr/>
          </p:nvSpPr>
          <p:spPr>
            <a:xfrm rot="10800000">
              <a:off x="7346379" y="2215461"/>
              <a:ext cx="1182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58" name="Google Shape;358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59" name="Google Shape;359;p21"/>
          <p:cNvGrpSpPr/>
          <p:nvPr/>
        </p:nvGrpSpPr>
        <p:grpSpPr>
          <a:xfrm rot="-5400000">
            <a:off x="6209082" y="9113233"/>
            <a:ext cx="475072" cy="175063"/>
            <a:chOff x="7509840" y="2236773"/>
            <a:chExt cx="901465" cy="392078"/>
          </a:xfrm>
        </p:grpSpPr>
        <p:sp>
          <p:nvSpPr>
            <p:cNvPr id="360" name="Google Shape;360;p21"/>
            <p:cNvSpPr/>
            <p:nvPr/>
          </p:nvSpPr>
          <p:spPr>
            <a:xfrm rot="10800000">
              <a:off x="7509840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61" name="Google Shape;361;p21"/>
            <p:cNvCxnSpPr/>
            <p:nvPr/>
          </p:nvCxnSpPr>
          <p:spPr>
            <a:xfrm rot="-5400000">
              <a:off x="7960105" y="2177651"/>
              <a:ext cx="8100" cy="89430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62" name="Google Shape;362;p21"/>
          <p:cNvSpPr txBox="1"/>
          <p:nvPr/>
        </p:nvSpPr>
        <p:spPr>
          <a:xfrm>
            <a:off x="3856199" y="7585288"/>
            <a:ext cx="159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+ 8 = 20.6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1827479" y="8956975"/>
            <a:ext cx="16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+ 14 = 26.6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3856199" y="8944675"/>
            <a:ext cx="159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+ 24 = 30.3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365" name="Google Shape;365;p21"/>
          <p:cNvGrpSpPr/>
          <p:nvPr/>
        </p:nvGrpSpPr>
        <p:grpSpPr>
          <a:xfrm>
            <a:off x="2758709" y="9423652"/>
            <a:ext cx="338465" cy="365074"/>
            <a:chOff x="1020916" y="1442088"/>
            <a:chExt cx="457200" cy="457200"/>
          </a:xfrm>
        </p:grpSpPr>
        <p:pic>
          <p:nvPicPr>
            <p:cNvPr id="366" name="Google Shape;366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8" name="Google Shape;368;p21"/>
          <p:cNvGrpSpPr/>
          <p:nvPr/>
        </p:nvGrpSpPr>
        <p:grpSpPr>
          <a:xfrm>
            <a:off x="3392333" y="9423650"/>
            <a:ext cx="338465" cy="365074"/>
            <a:chOff x="1020916" y="1442088"/>
            <a:chExt cx="457200" cy="457200"/>
          </a:xfrm>
        </p:grpSpPr>
        <p:pic>
          <p:nvPicPr>
            <p:cNvPr id="369" name="Google Shape;369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0" name="Google Shape;370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1" name="Google Shape;371;p21"/>
          <p:cNvGrpSpPr/>
          <p:nvPr/>
        </p:nvGrpSpPr>
        <p:grpSpPr>
          <a:xfrm>
            <a:off x="4025956" y="9423636"/>
            <a:ext cx="338465" cy="365074"/>
            <a:chOff x="1020916" y="1442088"/>
            <a:chExt cx="457200" cy="457200"/>
          </a:xfrm>
        </p:grpSpPr>
        <p:pic>
          <p:nvPicPr>
            <p:cNvPr id="372" name="Google Shape;372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4" name="Google Shape;374;p21"/>
          <p:cNvGrpSpPr/>
          <p:nvPr/>
        </p:nvGrpSpPr>
        <p:grpSpPr>
          <a:xfrm>
            <a:off x="4659579" y="9423650"/>
            <a:ext cx="338465" cy="365074"/>
            <a:chOff x="1020916" y="1442088"/>
            <a:chExt cx="457200" cy="457200"/>
          </a:xfrm>
        </p:grpSpPr>
        <p:pic>
          <p:nvPicPr>
            <p:cNvPr id="375" name="Google Shape;375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77" name="Google Shape;377;p21"/>
          <p:cNvCxnSpPr>
            <a:stCxn id="366" idx="3"/>
            <a:endCxn id="370" idx="1"/>
          </p:cNvCxnSpPr>
          <p:nvPr/>
        </p:nvCxnSpPr>
        <p:spPr>
          <a:xfrm flipH="1" rot="10800000">
            <a:off x="3097174" y="9601689"/>
            <a:ext cx="313500" cy="4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21"/>
          <p:cNvCxnSpPr/>
          <p:nvPr/>
        </p:nvCxnSpPr>
        <p:spPr>
          <a:xfrm flipH="1" rot="10800000">
            <a:off x="3721772" y="9601360"/>
            <a:ext cx="313200" cy="4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1"/>
          <p:cNvCxnSpPr/>
          <p:nvPr/>
        </p:nvCxnSpPr>
        <p:spPr>
          <a:xfrm flipH="1" rot="10800000">
            <a:off x="4346343" y="9601360"/>
            <a:ext cx="313200" cy="45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cxnSp>
        <p:nvCxnSpPr>
          <p:cNvPr id="381" name="Google Shape;381;p21"/>
          <p:cNvCxnSpPr/>
          <p:nvPr/>
        </p:nvCxnSpPr>
        <p:spPr>
          <a:xfrm>
            <a:off x="405075" y="6787925"/>
            <a:ext cx="6755100" cy="11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21"/>
          <p:cNvCxnSpPr/>
          <p:nvPr/>
        </p:nvCxnSpPr>
        <p:spPr>
          <a:xfrm>
            <a:off x="405075" y="3816125"/>
            <a:ext cx="6755100" cy="11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21"/>
          <p:cNvCxnSpPr/>
          <p:nvPr/>
        </p:nvCxnSpPr>
        <p:spPr>
          <a:xfrm flipH="1">
            <a:off x="1008000" y="1580025"/>
            <a:ext cx="3600" cy="5379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