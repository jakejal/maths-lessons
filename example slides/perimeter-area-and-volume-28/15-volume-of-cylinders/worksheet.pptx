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4" name="Shape 224"/>
        <p:cNvGrpSpPr/>
        <p:nvPr/>
      </p:nvGrpSpPr>
      <p:grpSpPr>
        <a:xfrm>
          <a:off x="0" y="0"/>
          <a:ext cx="0" cy="0"/>
        </a:xfrm>
      </p:grpSpPr>
      <p:sp>
        <p:nvSpPr>
          <p:cNvPr id="225" name="Google Shape;22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2889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Relationship Id="rId8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Volume of cylinders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730856" y="4571214"/>
            <a:ext cx="6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1354723" y="4694213"/>
            <a:ext cx="6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81791" y="42689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volume of the following cylinders. Leave in terms of 𝜋.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82891" y="1806925"/>
            <a:ext cx="662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is the formula for volume of a cylinder 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𝜋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where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 radius and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 height. Which of the following are equivalent?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 flipH="1">
            <a:off x="986683" y="2496002"/>
            <a:ext cx="198013" cy="197145"/>
            <a:chOff x="1020916" y="1442088"/>
            <a:chExt cx="457200" cy="457200"/>
          </a:xfrm>
        </p:grpSpPr>
        <p:pic>
          <p:nvPicPr>
            <p:cNvPr id="166" name="Google Shape;16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" name="Google Shape;168;p20"/>
          <p:cNvGrpSpPr/>
          <p:nvPr/>
        </p:nvGrpSpPr>
        <p:grpSpPr>
          <a:xfrm flipH="1">
            <a:off x="986683" y="2898647"/>
            <a:ext cx="198013" cy="197145"/>
            <a:chOff x="1020916" y="1442088"/>
            <a:chExt cx="457200" cy="457200"/>
          </a:xfrm>
        </p:grpSpPr>
        <p:pic>
          <p:nvPicPr>
            <p:cNvPr id="169" name="Google Shape;16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 flipH="1">
            <a:off x="986683" y="3301293"/>
            <a:ext cx="198013" cy="197145"/>
            <a:chOff x="1020916" y="1442088"/>
            <a:chExt cx="457200" cy="457200"/>
          </a:xfrm>
        </p:grpSpPr>
        <p:pic>
          <p:nvPicPr>
            <p:cNvPr id="172" name="Google Shape;17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4" name="Google Shape;174;p20"/>
          <p:cNvGrpSpPr/>
          <p:nvPr/>
        </p:nvGrpSpPr>
        <p:grpSpPr>
          <a:xfrm flipH="1">
            <a:off x="986683" y="3703938"/>
            <a:ext cx="198013" cy="197145"/>
            <a:chOff x="1020916" y="1442088"/>
            <a:chExt cx="457200" cy="457200"/>
          </a:xfrm>
        </p:grpSpPr>
        <p:pic>
          <p:nvPicPr>
            <p:cNvPr id="175" name="Google Shape;17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" name="Google Shape;177;p20"/>
          <p:cNvSpPr txBox="1"/>
          <p:nvPr/>
        </p:nvSpPr>
        <p:spPr>
          <a:xfrm>
            <a:off x="1219891" y="2388500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(𝜋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219891" y="2791400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hr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219891" y="3194300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rh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219891" y="3614875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𝜋(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rh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568691" y="2406200"/>
            <a:ext cx="250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 ×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h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568691" y="3212000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rh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568691" y="3632575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𝜋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568691" y="2773675"/>
            <a:ext cx="250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 ×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r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 flipH="1">
            <a:off x="3196483" y="2500514"/>
            <a:ext cx="198013" cy="197145"/>
            <a:chOff x="1020916" y="1442088"/>
            <a:chExt cx="457200" cy="457200"/>
          </a:xfrm>
        </p:grpSpPr>
        <p:pic>
          <p:nvPicPr>
            <p:cNvPr id="186" name="Google Shape;18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20"/>
            <p:cNvSpPr txBox="1"/>
            <p:nvPr/>
          </p:nvSpPr>
          <p:spPr>
            <a:xfrm>
              <a:off x="1045518" y="1526387"/>
              <a:ext cx="408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 flipH="1">
            <a:off x="3196483" y="2898647"/>
            <a:ext cx="198013" cy="197145"/>
            <a:chOff x="1020916" y="1442088"/>
            <a:chExt cx="457200" cy="457200"/>
          </a:xfrm>
        </p:grpSpPr>
        <p:pic>
          <p:nvPicPr>
            <p:cNvPr id="189" name="Google Shape;18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" name="Google Shape;191;p20"/>
          <p:cNvGrpSpPr/>
          <p:nvPr/>
        </p:nvGrpSpPr>
        <p:grpSpPr>
          <a:xfrm flipH="1">
            <a:off x="3196483" y="3301293"/>
            <a:ext cx="198013" cy="197145"/>
            <a:chOff x="1020916" y="1442088"/>
            <a:chExt cx="457200" cy="457200"/>
          </a:xfrm>
        </p:grpSpPr>
        <p:pic>
          <p:nvPicPr>
            <p:cNvPr id="192" name="Google Shape;19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 flipH="1">
            <a:off x="3196483" y="3703938"/>
            <a:ext cx="198013" cy="197145"/>
            <a:chOff x="1020916" y="1442088"/>
            <a:chExt cx="457200" cy="457200"/>
          </a:xfrm>
        </p:grpSpPr>
        <p:pic>
          <p:nvPicPr>
            <p:cNvPr id="195" name="Google Shape;19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" name="Google Shape;197;p20"/>
          <p:cNvSpPr txBox="1"/>
          <p:nvPr/>
        </p:nvSpPr>
        <p:spPr>
          <a:xfrm>
            <a:off x="3357272" y="4571213"/>
            <a:ext cx="6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90783" y="4820250"/>
            <a:ext cx="43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642817" y="4820250"/>
            <a:ext cx="483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36873" y="4820250"/>
            <a:ext cx="50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90783" y="6404875"/>
            <a:ext cx="652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 cylinder with a radius of 8 mm and a depth of 12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90783" y="7013506"/>
            <a:ext cx="656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A cylinder with a diameter of 4.8 cm and a height of 12 cm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133373" y="5072574"/>
            <a:ext cx="562248" cy="971405"/>
          </a:xfrm>
          <a:prstGeom prst="flowChartMagneticDisk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411" y="4883365"/>
            <a:ext cx="501960" cy="1209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2340" y="4922193"/>
            <a:ext cx="693288" cy="681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0"/>
          <p:cNvCxnSpPr/>
          <p:nvPr/>
        </p:nvCxnSpPr>
        <p:spPr>
          <a:xfrm flipH="1">
            <a:off x="1775941" y="5211590"/>
            <a:ext cx="0" cy="672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7" name="Google Shape;207;p20"/>
          <p:cNvCxnSpPr/>
          <p:nvPr/>
        </p:nvCxnSpPr>
        <p:spPr>
          <a:xfrm rot="10800000" flipH="1">
            <a:off x="1414496" y="5011087"/>
            <a:ext cx="0" cy="225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0"/>
          <p:cNvCxnSpPr/>
          <p:nvPr/>
        </p:nvCxnSpPr>
        <p:spPr>
          <a:xfrm rot="10800000" flipH="1">
            <a:off x="1695620" y="5033671"/>
            <a:ext cx="0" cy="198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0"/>
          <p:cNvCxnSpPr/>
          <p:nvPr/>
        </p:nvCxnSpPr>
        <p:spPr>
          <a:xfrm rot="10800000">
            <a:off x="1414456" y="5033729"/>
            <a:ext cx="266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0" name="Google Shape;210;p20"/>
          <p:cNvSpPr txBox="1"/>
          <p:nvPr/>
        </p:nvSpPr>
        <p:spPr>
          <a:xfrm>
            <a:off x="1775941" y="5406175"/>
            <a:ext cx="75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 flipH="1">
            <a:off x="3230727" y="4960446"/>
            <a:ext cx="0" cy="1054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2" name="Google Shape;212;p20"/>
          <p:cNvSpPr txBox="1"/>
          <p:nvPr/>
        </p:nvSpPr>
        <p:spPr>
          <a:xfrm>
            <a:off x="2740391" y="5346300"/>
            <a:ext cx="56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>
            <a:off x="3296592" y="4832251"/>
            <a:ext cx="491700" cy="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4" name="Google Shape;214;p20"/>
          <p:cNvCxnSpPr/>
          <p:nvPr/>
        </p:nvCxnSpPr>
        <p:spPr>
          <a:xfrm>
            <a:off x="5788360" y="4883365"/>
            <a:ext cx="381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5" name="Google Shape;215;p20"/>
          <p:cNvCxnSpPr/>
          <p:nvPr/>
        </p:nvCxnSpPr>
        <p:spPr>
          <a:xfrm flipH="1">
            <a:off x="5788360" y="4945744"/>
            <a:ext cx="0" cy="321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6" name="Google Shape;216;p20"/>
          <p:cNvSpPr txBox="1"/>
          <p:nvPr/>
        </p:nvSpPr>
        <p:spPr>
          <a:xfrm>
            <a:off x="5011966" y="4922200"/>
            <a:ext cx="6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81791" y="7619933"/>
            <a:ext cx="642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metal washer factory forms a long metal pipe before slicing them into individual washers. What volume of metal is used to create this section of pipe?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515" y="8189425"/>
            <a:ext cx="982675" cy="681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20"/>
          <p:cNvCxnSpPr/>
          <p:nvPr/>
        </p:nvCxnSpPr>
        <p:spPr>
          <a:xfrm rot="10559789" flipH="1">
            <a:off x="931117" y="8641057"/>
            <a:ext cx="790629" cy="2369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0" name="Google Shape;220;p20"/>
          <p:cNvSpPr txBox="1"/>
          <p:nvPr/>
        </p:nvSpPr>
        <p:spPr>
          <a:xfrm>
            <a:off x="553028" y="9282942"/>
            <a:ext cx="251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internal diameter = 12 mm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external diameter = 35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031527" y="8735768"/>
            <a:ext cx="251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= 360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2" name="Google Shape;222;p20"/>
          <p:cNvCxnSpPr/>
          <p:nvPr/>
        </p:nvCxnSpPr>
        <p:spPr>
          <a:xfrm>
            <a:off x="489649" y="98804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0"/>
          <p:cNvSpPr txBox="1"/>
          <p:nvPr/>
        </p:nvSpPr>
        <p:spPr>
          <a:xfrm>
            <a:off x="482891" y="14213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Calculating the volume of a cylinder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7" name="Shape 227"/>
        <p:cNvGrpSpPr/>
        <p:nvPr/>
      </p:nvGrpSpPr>
      <p:grpSpPr>
        <a:xfrm>
          <a:off x="0" y="0"/>
          <a:ext cx="0" cy="0"/>
        </a:xfrm>
      </p:grpSpPr>
      <p:sp>
        <p:nvSpPr>
          <p:cNvPr id="228" name="Google Shape;22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9" name="Google Shape;22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Volume of cylinders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>
            <p:ph type="subTitle" idx="2"/>
          </p:nvPr>
        </p:nvSpPr>
        <p:spPr>
          <a:xfrm>
            <a:off x="3902889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2383069" y="3278895"/>
            <a:ext cx="78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717525" y="4168416"/>
            <a:ext cx="109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078383" y="4324958"/>
            <a:ext cx="78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82900" y="1414100"/>
            <a:ext cx="6610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All of these cylinders have the same volume. Calculate the missing lengths.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78" y="2598750"/>
            <a:ext cx="879719" cy="106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4680" y="2190062"/>
            <a:ext cx="1202111" cy="40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922" y="4227548"/>
            <a:ext cx="2919002" cy="255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2530" y="2247848"/>
            <a:ext cx="1750243" cy="777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6600" y="2892509"/>
            <a:ext cx="1146714" cy="979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56290" y="3154830"/>
            <a:ext cx="428086" cy="11701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21"/>
          <p:cNvCxnSpPr/>
          <p:nvPr/>
        </p:nvCxnSpPr>
        <p:spPr>
          <a:xfrm>
            <a:off x="759726" y="4547229"/>
            <a:ext cx="2858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3" name="Google Shape;243;p21"/>
          <p:cNvCxnSpPr/>
          <p:nvPr/>
        </p:nvCxnSpPr>
        <p:spPr>
          <a:xfrm flipH="1">
            <a:off x="1662471" y="2716259"/>
            <a:ext cx="300" cy="827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4" name="Google Shape;244;p21"/>
          <p:cNvCxnSpPr/>
          <p:nvPr/>
        </p:nvCxnSpPr>
        <p:spPr>
          <a:xfrm flipH="1">
            <a:off x="3631190" y="2230766"/>
            <a:ext cx="0" cy="3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5" name="Google Shape;245;p21"/>
          <p:cNvCxnSpPr/>
          <p:nvPr/>
        </p:nvCxnSpPr>
        <p:spPr>
          <a:xfrm>
            <a:off x="4967358" y="2172317"/>
            <a:ext cx="1453500" cy="246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6" name="Google Shape;246;p21"/>
          <p:cNvCxnSpPr/>
          <p:nvPr/>
        </p:nvCxnSpPr>
        <p:spPr>
          <a:xfrm flipH="1">
            <a:off x="5194291" y="3203771"/>
            <a:ext cx="6900" cy="1072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7" name="Google Shape;247;p21"/>
          <p:cNvCxnSpPr/>
          <p:nvPr/>
        </p:nvCxnSpPr>
        <p:spPr>
          <a:xfrm flipH="1">
            <a:off x="3309189" y="3571332"/>
            <a:ext cx="667800" cy="34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8" name="Google Shape;248;p21"/>
          <p:cNvCxnSpPr/>
          <p:nvPr/>
        </p:nvCxnSpPr>
        <p:spPr>
          <a:xfrm>
            <a:off x="1165258" y="2714993"/>
            <a:ext cx="420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49" name="Google Shape;249;p21"/>
          <p:cNvCxnSpPr/>
          <p:nvPr/>
        </p:nvCxnSpPr>
        <p:spPr>
          <a:xfrm>
            <a:off x="2374687" y="2145272"/>
            <a:ext cx="1163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0" name="Google Shape;250;p21"/>
          <p:cNvCxnSpPr/>
          <p:nvPr/>
        </p:nvCxnSpPr>
        <p:spPr>
          <a:xfrm flipH="1">
            <a:off x="3718210" y="4224489"/>
            <a:ext cx="0" cy="261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1" name="Google Shape;251;p21"/>
          <p:cNvCxnSpPr/>
          <p:nvPr/>
        </p:nvCxnSpPr>
        <p:spPr>
          <a:xfrm>
            <a:off x="2946764" y="3320863"/>
            <a:ext cx="153600" cy="266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2" name="Google Shape;252;p21"/>
          <p:cNvCxnSpPr/>
          <p:nvPr/>
        </p:nvCxnSpPr>
        <p:spPr>
          <a:xfrm flipH="1">
            <a:off x="4830300" y="2265309"/>
            <a:ext cx="76800" cy="507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53" name="Google Shape;253;p21"/>
          <p:cNvSpPr txBox="1"/>
          <p:nvPr/>
        </p:nvSpPr>
        <p:spPr>
          <a:xfrm>
            <a:off x="3578033" y="3681908"/>
            <a:ext cx="78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4266429" y="2301263"/>
            <a:ext cx="59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1829770" y="4523322"/>
            <a:ext cx="59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2663371" y="1883246"/>
            <a:ext cx="87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1677106" y="2927060"/>
            <a:ext cx="78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189812" y="2269774"/>
            <a:ext cx="78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3676866" y="2170425"/>
            <a:ext cx="102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442325" y="1960613"/>
            <a:ext cx="109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558398" y="3540524"/>
            <a:ext cx="109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5204116" y="4361350"/>
            <a:ext cx="293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3" name="Google Shape;263;p21"/>
          <p:cNvSpPr txBox="1"/>
          <p:nvPr/>
        </p:nvSpPr>
        <p:spPr>
          <a:xfrm>
            <a:off x="488393" y="909425"/>
            <a:ext cx="62856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the volume of a cylinder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>
            <a:off x="489649" y="52790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Times</vt:lpstr>
      <vt:lpstr>simple-light-2</vt:lpstr>
      <vt:lpstr>Volume of cylinders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2024-01-09T11:40:15.784</cp:lastPrinted>
  <dcterms:created xsi:type="dcterms:W3CDTF">2024-01-09T11:40:15Z</dcterms:created>
  <dcterms:modified xsi:type="dcterms:W3CDTF">2024-01-09T11:41:46Z</dcterms:modified>
</cp:coreProperties>
</file>