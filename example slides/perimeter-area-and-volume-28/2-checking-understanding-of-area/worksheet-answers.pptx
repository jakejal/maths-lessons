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ed6f151843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ed6f1518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 rotWithShape="1">
          <a:blip r:embed="rId3">
            <a:alphaModFix/>
          </a:blip>
          <a:srcRect b="7886" l="36485" r="41176" t="49114"/>
          <a:stretch/>
        </p:blipFill>
        <p:spPr>
          <a:xfrm>
            <a:off x="619125" y="7226775"/>
            <a:ext cx="1662900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4020" l="4150" r="73798" t="52979"/>
          <a:stretch/>
        </p:blipFill>
        <p:spPr>
          <a:xfrm>
            <a:off x="4460125" y="4771725"/>
            <a:ext cx="1641602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 rotWithShape="1">
          <a:blip r:embed="rId3">
            <a:alphaModFix/>
          </a:blip>
          <a:srcRect b="61339" l="36487" r="36908" t="3009"/>
          <a:stretch/>
        </p:blipFill>
        <p:spPr>
          <a:xfrm>
            <a:off x="4200525" y="2351699"/>
            <a:ext cx="1980598" cy="12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69864" l="4518" r="76178" t="3008"/>
          <a:stretch/>
        </p:blipFill>
        <p:spPr>
          <a:xfrm>
            <a:off x="829975" y="2351700"/>
            <a:ext cx="14369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4020" l="72038" r="1356" t="52979"/>
          <a:stretch/>
        </p:blipFill>
        <p:spPr>
          <a:xfrm>
            <a:off x="4408750" y="7210125"/>
            <a:ext cx="1980598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59283" l="74693" r="0" t="0"/>
          <a:stretch/>
        </p:blipFill>
        <p:spPr>
          <a:xfrm>
            <a:off x="796375" y="4684500"/>
            <a:ext cx="1883999" cy="142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8000" y="177015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area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1391250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Areas of rectangles, triangles and parallelograms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593905" y="2658657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04303" y="3576341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100645" y="2894805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166670" y="5217646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142303" y="5812966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1120055" y="4895745"/>
            <a:ext cx="941400" cy="2289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87" name="Google Shape;187;p20"/>
          <p:cNvSpPr txBox="1"/>
          <p:nvPr/>
        </p:nvSpPr>
        <p:spPr>
          <a:xfrm>
            <a:off x="1249803" y="5005780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5111639" y="4906284"/>
            <a:ext cx="0" cy="1036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89" name="Google Shape;189;p20"/>
          <p:cNvSpPr txBox="1"/>
          <p:nvPr/>
        </p:nvSpPr>
        <p:spPr>
          <a:xfrm>
            <a:off x="4185349" y="5025893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495720" y="4760861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118789" y="5365094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145950" y="7495516"/>
            <a:ext cx="6744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783964" y="7479533"/>
            <a:ext cx="0" cy="799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4" name="Google Shape;194;p20"/>
          <p:cNvSpPr txBox="1"/>
          <p:nvPr/>
        </p:nvSpPr>
        <p:spPr>
          <a:xfrm>
            <a:off x="1408466" y="8245011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110273" y="7228672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5521680" y="7374849"/>
            <a:ext cx="227400" cy="10581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5734250" y="8509238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998186" y="7545718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rot="-688615">
            <a:off x="5320071" y="7904989"/>
            <a:ext cx="363366" cy="30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 flipH="1">
            <a:off x="4832503" y="7361997"/>
            <a:ext cx="665100" cy="5397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01" name="Google Shape;201;p20"/>
          <p:cNvSpPr txBox="1"/>
          <p:nvPr/>
        </p:nvSpPr>
        <p:spPr>
          <a:xfrm rot="-2289684">
            <a:off x="4813891" y="7427932"/>
            <a:ext cx="694797" cy="301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1942355" y="5113386"/>
            <a:ext cx="90397" cy="129329"/>
            <a:chOff x="7468500" y="1536950"/>
            <a:chExt cx="96300" cy="137775"/>
          </a:xfrm>
        </p:grpSpPr>
        <p:cxnSp>
          <p:nvCxnSpPr>
            <p:cNvPr id="203" name="Google Shape;203;p20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0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5" name="Google Shape;205;p20"/>
          <p:cNvGrpSpPr/>
          <p:nvPr/>
        </p:nvGrpSpPr>
        <p:grpSpPr>
          <a:xfrm rot="3855398">
            <a:off x="5637692" y="8326566"/>
            <a:ext cx="90393" cy="129324"/>
            <a:chOff x="7468500" y="1536950"/>
            <a:chExt cx="96300" cy="137775"/>
          </a:xfrm>
        </p:grpSpPr>
        <p:cxnSp>
          <p:nvCxnSpPr>
            <p:cNvPr id="206" name="Google Shape;206;p20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20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8" name="Google Shape;208;p20"/>
          <p:cNvGrpSpPr/>
          <p:nvPr/>
        </p:nvGrpSpPr>
        <p:grpSpPr>
          <a:xfrm flipH="1" rot="-1467274">
            <a:off x="4867023" y="7848505"/>
            <a:ext cx="90398" cy="129331"/>
            <a:chOff x="7468500" y="1536950"/>
            <a:chExt cx="96300" cy="137775"/>
          </a:xfrm>
        </p:grpSpPr>
        <p:cxnSp>
          <p:nvCxnSpPr>
            <p:cNvPr id="209" name="Google Shape;209;p20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0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11" name="Google Shape;211;p20"/>
          <p:cNvCxnSpPr/>
          <p:nvPr/>
        </p:nvCxnSpPr>
        <p:spPr>
          <a:xfrm>
            <a:off x="774796" y="7455934"/>
            <a:ext cx="122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12" name="Google Shape;212;p20"/>
          <p:cNvGrpSpPr/>
          <p:nvPr/>
        </p:nvGrpSpPr>
        <p:grpSpPr>
          <a:xfrm>
            <a:off x="787940" y="7469871"/>
            <a:ext cx="168403" cy="161644"/>
            <a:chOff x="3397534" y="3193326"/>
            <a:chExt cx="179400" cy="172200"/>
          </a:xfrm>
        </p:grpSpPr>
        <p:cxnSp>
          <p:nvCxnSpPr>
            <p:cNvPr id="213" name="Google Shape;213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15" name="Google Shape;215;p20"/>
          <p:cNvCxnSpPr/>
          <p:nvPr/>
        </p:nvCxnSpPr>
        <p:spPr>
          <a:xfrm>
            <a:off x="5530554" y="3440410"/>
            <a:ext cx="5514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16" name="Google Shape;216;p20"/>
          <p:cNvGrpSpPr/>
          <p:nvPr/>
        </p:nvGrpSpPr>
        <p:grpSpPr>
          <a:xfrm rot="10800000">
            <a:off x="5916070" y="3271584"/>
            <a:ext cx="168403" cy="161644"/>
            <a:chOff x="3397534" y="3193326"/>
            <a:chExt cx="179400" cy="172200"/>
          </a:xfrm>
        </p:grpSpPr>
        <p:cxnSp>
          <p:nvCxnSpPr>
            <p:cNvPr id="217" name="Google Shape;217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2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19" name="Google Shape;219;p20"/>
          <p:cNvCxnSpPr/>
          <p:nvPr/>
        </p:nvCxnSpPr>
        <p:spPr>
          <a:xfrm>
            <a:off x="6078213" y="2436886"/>
            <a:ext cx="0" cy="99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0" name="Google Shape;220;p20"/>
          <p:cNvSpPr txBox="1"/>
          <p:nvPr/>
        </p:nvSpPr>
        <p:spPr>
          <a:xfrm>
            <a:off x="493625" y="2347394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124509" y="2347394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22781" y="4785794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151225" y="4619329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43109" y="7210129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180381" y="7210129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829974" y="3871699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411374" y="3871699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906174" y="6233899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 cm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411374" y="8872324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54 m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933389" y="8872324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362389" y="6281524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 mm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2" name="Google Shape;232;p20"/>
          <p:cNvCxnSpPr/>
          <p:nvPr/>
        </p:nvCxnSpPr>
        <p:spPr>
          <a:xfrm flipH="1">
            <a:off x="4276819" y="2381562"/>
            <a:ext cx="1662900" cy="95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3" name="Google Shape;233;p20"/>
          <p:cNvCxnSpPr/>
          <p:nvPr/>
        </p:nvCxnSpPr>
        <p:spPr>
          <a:xfrm rot="10800000">
            <a:off x="4363850" y="3533575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4" name="Google Shape;234;p20"/>
          <p:cNvCxnSpPr/>
          <p:nvPr/>
        </p:nvCxnSpPr>
        <p:spPr>
          <a:xfrm rot="10800000">
            <a:off x="894142" y="5831891"/>
            <a:ext cx="104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5" name="Google Shape;235;p20"/>
          <p:cNvCxnSpPr/>
          <p:nvPr/>
        </p:nvCxnSpPr>
        <p:spPr>
          <a:xfrm flipH="1">
            <a:off x="2039202" y="4863875"/>
            <a:ext cx="210000" cy="86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6" name="Google Shape;236;p20"/>
          <p:cNvCxnSpPr/>
          <p:nvPr/>
        </p:nvCxnSpPr>
        <p:spPr>
          <a:xfrm flipH="1" rot="10800000">
            <a:off x="4506928" y="4800786"/>
            <a:ext cx="499800" cy="82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7" name="Google Shape;237;p20"/>
          <p:cNvCxnSpPr/>
          <p:nvPr/>
        </p:nvCxnSpPr>
        <p:spPr>
          <a:xfrm rot="10800000">
            <a:off x="5138762" y="4768732"/>
            <a:ext cx="879900" cy="50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8" name="Google Shape;238;p20"/>
          <p:cNvCxnSpPr/>
          <p:nvPr/>
        </p:nvCxnSpPr>
        <p:spPr>
          <a:xfrm rot="10800000">
            <a:off x="2101450" y="7482590"/>
            <a:ext cx="0" cy="28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9" name="Google Shape;239;p20"/>
          <p:cNvCxnSpPr/>
          <p:nvPr/>
        </p:nvCxnSpPr>
        <p:spPr>
          <a:xfrm flipH="1" rot="10800000">
            <a:off x="813395" y="7881863"/>
            <a:ext cx="1194600" cy="80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0" name="Google Shape;240;p20"/>
          <p:cNvCxnSpPr/>
          <p:nvPr/>
        </p:nvCxnSpPr>
        <p:spPr>
          <a:xfrm rot="10800000">
            <a:off x="5605400" y="7269000"/>
            <a:ext cx="791100" cy="99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1" name="Google Shape;241;p20"/>
          <p:cNvCxnSpPr/>
          <p:nvPr/>
        </p:nvCxnSpPr>
        <p:spPr>
          <a:xfrm flipH="1">
            <a:off x="5373250" y="8417088"/>
            <a:ext cx="1007100" cy="2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2" name="Google Shape;242;p20"/>
          <p:cNvCxnSpPr/>
          <p:nvPr/>
        </p:nvCxnSpPr>
        <p:spPr>
          <a:xfrm>
            <a:off x="474757" y="9654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/>
        </p:nvSpPr>
        <p:spPr>
          <a:xfrm>
            <a:off x="343650" y="3664000"/>
            <a:ext cx="251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other alternatives, find the area of each shape and check that all the calculations give 15.</a:t>
            </a:r>
            <a:endParaRPr sz="1200"/>
          </a:p>
        </p:txBody>
      </p:sp>
      <p:sp>
        <p:nvSpPr>
          <p:cNvPr id="248" name="Google Shape;24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76400" y="1574040"/>
            <a:ext cx="6528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each letter once to fill in the gaps in the calculations.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Multiple solutions exist.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Possible solution: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= F + B + 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= C + 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= G + H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= A ÷ 2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</a:blip>
          <a:srcRect b="67814" l="6524" r="75660" t="0"/>
          <a:stretch/>
        </p:blipFill>
        <p:spPr>
          <a:xfrm rot="10800000">
            <a:off x="5919457" y="3752881"/>
            <a:ext cx="786289" cy="81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2184" r="40936" t="70500"/>
          <a:stretch/>
        </p:blipFill>
        <p:spPr>
          <a:xfrm rot="10800000">
            <a:off x="4440941" y="1948686"/>
            <a:ext cx="2510461" cy="74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62338" r="0" t="70500"/>
          <a:stretch/>
        </p:blipFill>
        <p:spPr>
          <a:xfrm rot="10800000">
            <a:off x="2691095" y="1948686"/>
            <a:ext cx="1662287" cy="74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3">
            <a:alphaModFix/>
          </a:blip>
          <a:srcRect b="36814" l="0" r="0" t="32529"/>
          <a:stretch/>
        </p:blipFill>
        <p:spPr>
          <a:xfrm rot="10800000">
            <a:off x="2634142" y="2874804"/>
            <a:ext cx="4413659" cy="77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 rotWithShape="1">
          <a:blip r:embed="rId3">
            <a:alphaModFix/>
          </a:blip>
          <a:srcRect b="67814" l="32405" r="0" t="0"/>
          <a:stretch/>
        </p:blipFill>
        <p:spPr>
          <a:xfrm rot="10800000">
            <a:off x="2637154" y="3603378"/>
            <a:ext cx="2983299" cy="81423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476400" y="1308937"/>
            <a:ext cx="66153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letters inside each shape represents its area.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76401" y="830000"/>
            <a:ext cx="6307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Areas of trapezia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548899" y="219876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aseline="30000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483076" y="219876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3011784" y="306790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044232" y="3072240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997676" y="315124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6343599" y="309393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314364" y="3946508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572606" y="392481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157695" y="3866779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579093" y="1716906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433402" y="258497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>
            <a:off x="4240974" y="208691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9" name="Google Shape;269;p21"/>
          <p:cNvSpPr txBox="1"/>
          <p:nvPr/>
        </p:nvSpPr>
        <p:spPr>
          <a:xfrm>
            <a:off x="4185264" y="220400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" name="Google Shape;270;p21"/>
          <p:cNvCxnSpPr/>
          <p:nvPr/>
        </p:nvCxnSpPr>
        <p:spPr>
          <a:xfrm>
            <a:off x="6929736" y="208691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1" name="Google Shape;271;p21"/>
          <p:cNvSpPr txBox="1"/>
          <p:nvPr/>
        </p:nvSpPr>
        <p:spPr>
          <a:xfrm>
            <a:off x="6882704" y="220400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>
            <a:off x="6921058" y="2956055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3" name="Google Shape;273;p21"/>
          <p:cNvSpPr txBox="1"/>
          <p:nvPr/>
        </p:nvSpPr>
        <p:spPr>
          <a:xfrm>
            <a:off x="6869687" y="307314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3791541" y="294737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5" name="Google Shape;275;p21"/>
          <p:cNvSpPr txBox="1"/>
          <p:nvPr/>
        </p:nvSpPr>
        <p:spPr>
          <a:xfrm>
            <a:off x="3609893" y="3056082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>
            <a:off x="4853945" y="3739203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77" name="Google Shape;277;p21"/>
          <p:cNvSpPr txBox="1"/>
          <p:nvPr/>
        </p:nvSpPr>
        <p:spPr>
          <a:xfrm>
            <a:off x="4811252" y="3887562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8" name="Google Shape;278;p21"/>
          <p:cNvCxnSpPr/>
          <p:nvPr/>
        </p:nvCxnSpPr>
        <p:spPr>
          <a:xfrm>
            <a:off x="5944956" y="3888706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9" name="Google Shape;279;p21"/>
          <p:cNvSpPr txBox="1"/>
          <p:nvPr/>
        </p:nvSpPr>
        <p:spPr>
          <a:xfrm>
            <a:off x="5769736" y="400579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271044" y="2590318"/>
            <a:ext cx="4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2708415" y="3047152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66136" y="3076850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675635" y="387005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021198" y="345658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216892" y="345658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5064398" y="345658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6286431" y="3439229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195244" y="424036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721491" y="4243469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038775" y="3531108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76400" y="4432700"/>
            <a:ext cx="2371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value of 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783915" y="4798635"/>
            <a:ext cx="1152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 = 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>
            <a:off x="2892519" y="2949755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>
            <a:off x="4938657" y="294737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5" name="Google Shape;295;p21"/>
          <p:cNvCxnSpPr/>
          <p:nvPr/>
        </p:nvCxnSpPr>
        <p:spPr>
          <a:xfrm rot="10800000">
            <a:off x="2959616" y="3530908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6" name="Google Shape;296;p21"/>
          <p:cNvCxnSpPr/>
          <p:nvPr/>
        </p:nvCxnSpPr>
        <p:spPr>
          <a:xfrm rot="10800000">
            <a:off x="4167707" y="3530908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7" name="Google Shape;297;p21"/>
          <p:cNvCxnSpPr/>
          <p:nvPr/>
        </p:nvCxnSpPr>
        <p:spPr>
          <a:xfrm rot="10800000">
            <a:off x="5013323" y="3530908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8" name="Google Shape;298;p21"/>
          <p:cNvCxnSpPr/>
          <p:nvPr/>
        </p:nvCxnSpPr>
        <p:spPr>
          <a:xfrm rot="10800000">
            <a:off x="5863632" y="3530903"/>
            <a:ext cx="104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9" name="Google Shape;299;p21"/>
          <p:cNvCxnSpPr/>
          <p:nvPr/>
        </p:nvCxnSpPr>
        <p:spPr>
          <a:xfrm rot="10800000">
            <a:off x="2962527" y="4329526"/>
            <a:ext cx="67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0" name="Google Shape;300;p21"/>
          <p:cNvCxnSpPr/>
          <p:nvPr/>
        </p:nvCxnSpPr>
        <p:spPr>
          <a:xfrm rot="10800000">
            <a:off x="4158562" y="4329526"/>
            <a:ext cx="137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p21"/>
          <p:cNvCxnSpPr/>
          <p:nvPr/>
        </p:nvCxnSpPr>
        <p:spPr>
          <a:xfrm rot="10800000">
            <a:off x="5992403" y="3853519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2" name="Google Shape;302;p21"/>
          <p:cNvCxnSpPr/>
          <p:nvPr/>
        </p:nvCxnSpPr>
        <p:spPr>
          <a:xfrm rot="10800000">
            <a:off x="3531301" y="2040762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3" name="Google Shape;303;p21"/>
          <p:cNvCxnSpPr/>
          <p:nvPr/>
        </p:nvCxnSpPr>
        <p:spPr>
          <a:xfrm rot="10800000">
            <a:off x="4473476" y="2676971"/>
            <a:ext cx="175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21"/>
          <p:cNvCxnSpPr/>
          <p:nvPr/>
        </p:nvCxnSpPr>
        <p:spPr>
          <a:xfrm rot="10800000">
            <a:off x="2821912" y="2676973"/>
            <a:ext cx="139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3723160" y="3759443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306" name="Google Shape;306;p21"/>
          <p:cNvPicPr preferRelativeResize="0"/>
          <p:nvPr/>
        </p:nvPicPr>
        <p:blipFill rotWithShape="1">
          <a:blip r:embed="rId4">
            <a:alphaModFix/>
          </a:blip>
          <a:srcRect b="6874" l="0" r="79976" t="5436"/>
          <a:stretch/>
        </p:blipFill>
        <p:spPr>
          <a:xfrm rot="-2705260">
            <a:off x="5630297" y="6744196"/>
            <a:ext cx="983536" cy="1664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 rotWithShape="1">
          <a:blip r:embed="rId4">
            <a:alphaModFix/>
          </a:blip>
          <a:srcRect b="28714" l="28067" r="50838" t="9011"/>
          <a:stretch/>
        </p:blipFill>
        <p:spPr>
          <a:xfrm>
            <a:off x="3510687" y="6878756"/>
            <a:ext cx="1036130" cy="1053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 rotWithShape="1">
          <a:blip r:embed="rId4">
            <a:alphaModFix/>
          </a:blip>
          <a:srcRect b="28718" l="55318" r="2453" t="15766"/>
          <a:stretch/>
        </p:blipFill>
        <p:spPr>
          <a:xfrm rot="10800000">
            <a:off x="860972" y="6865565"/>
            <a:ext cx="2074223" cy="1053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21"/>
          <p:cNvCxnSpPr/>
          <p:nvPr/>
        </p:nvCxnSpPr>
        <p:spPr>
          <a:xfrm rot="5400000">
            <a:off x="5771085" y="7195964"/>
            <a:ext cx="440100" cy="4350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 txBox="1"/>
          <p:nvPr/>
        </p:nvSpPr>
        <p:spPr>
          <a:xfrm>
            <a:off x="3830252" y="7859050"/>
            <a:ext cx="6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021029" y="7207500"/>
            <a:ext cx="7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565885" y="7594283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196226" y="6997933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303835" y="7610283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6404272" y="7032274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282653" y="7882675"/>
            <a:ext cx="7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 rot="-2769922">
            <a:off x="5833045" y="7219458"/>
            <a:ext cx="657109" cy="3696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>
            <a:off x="3627102" y="7755905"/>
            <a:ext cx="801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1"/>
          <p:cNvCxnSpPr/>
          <p:nvPr/>
        </p:nvCxnSpPr>
        <p:spPr>
          <a:xfrm rot="10800000">
            <a:off x="3710398" y="7748575"/>
            <a:ext cx="0" cy="100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4384336" y="7755905"/>
            <a:ext cx="801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1"/>
          <p:cNvCxnSpPr/>
          <p:nvPr/>
        </p:nvCxnSpPr>
        <p:spPr>
          <a:xfrm rot="10800000">
            <a:off x="4391011" y="7748575"/>
            <a:ext cx="0" cy="100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21"/>
          <p:cNvSpPr txBox="1"/>
          <p:nvPr/>
        </p:nvSpPr>
        <p:spPr>
          <a:xfrm>
            <a:off x="908790" y="7832276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1974203" y="6546200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4" name="Google Shape;324;p21"/>
          <p:cNvCxnSpPr/>
          <p:nvPr/>
        </p:nvCxnSpPr>
        <p:spPr>
          <a:xfrm>
            <a:off x="903359" y="6946519"/>
            <a:ext cx="0" cy="86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5" name="Google Shape;325;p21"/>
          <p:cNvSpPr txBox="1"/>
          <p:nvPr/>
        </p:nvSpPr>
        <p:spPr>
          <a:xfrm>
            <a:off x="367075" y="7157150"/>
            <a:ext cx="7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 rot="10800000">
            <a:off x="899293" y="6943065"/>
            <a:ext cx="657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7" name="Google Shape;327;p21"/>
          <p:cNvSpPr txBox="1"/>
          <p:nvPr/>
        </p:nvSpPr>
        <p:spPr>
          <a:xfrm>
            <a:off x="469301" y="6625991"/>
            <a:ext cx="239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232621" y="6625991"/>
            <a:ext cx="239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201538" y="6625983"/>
            <a:ext cx="232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68501" y="5407500"/>
            <a:ext cx="64692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of the shapes below are trapezia.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formula or any other method to calculate the area of each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75899" y="5718498"/>
            <a:ext cx="3825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a trapezium with parallel sides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332" name="Google Shape;332;p21" title="A equals one half times open paren a plus b close paren times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374" y="5657900"/>
            <a:ext cx="1067400" cy="328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21"/>
          <p:cNvCxnSpPr/>
          <p:nvPr/>
        </p:nvCxnSpPr>
        <p:spPr>
          <a:xfrm flipH="1" rot="10800000">
            <a:off x="1577085" y="6867528"/>
            <a:ext cx="12990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" name="Google Shape;334;p21"/>
          <p:cNvCxnSpPr/>
          <p:nvPr/>
        </p:nvCxnSpPr>
        <p:spPr>
          <a:xfrm>
            <a:off x="929613" y="7884878"/>
            <a:ext cx="43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" name="Google Shape;335;p21"/>
          <p:cNvCxnSpPr/>
          <p:nvPr/>
        </p:nvCxnSpPr>
        <p:spPr>
          <a:xfrm rot="10800000">
            <a:off x="3535100" y="6901386"/>
            <a:ext cx="0" cy="96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" name="Google Shape;336;p21"/>
          <p:cNvCxnSpPr/>
          <p:nvPr/>
        </p:nvCxnSpPr>
        <p:spPr>
          <a:xfrm rot="10800000">
            <a:off x="4551852" y="7660386"/>
            <a:ext cx="0" cy="20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" name="Google Shape;337;p21"/>
          <p:cNvCxnSpPr/>
          <p:nvPr/>
        </p:nvCxnSpPr>
        <p:spPr>
          <a:xfrm rot="10800000">
            <a:off x="3684936" y="6846330"/>
            <a:ext cx="854400" cy="75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" name="Google Shape;338;p21"/>
          <p:cNvCxnSpPr/>
          <p:nvPr/>
        </p:nvCxnSpPr>
        <p:spPr>
          <a:xfrm flipH="1">
            <a:off x="3623829" y="7936500"/>
            <a:ext cx="8544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" name="Google Shape;339;p21"/>
          <p:cNvCxnSpPr/>
          <p:nvPr/>
        </p:nvCxnSpPr>
        <p:spPr>
          <a:xfrm rot="10800000">
            <a:off x="5899798" y="6750066"/>
            <a:ext cx="1067400" cy="1058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" name="Google Shape;340;p21"/>
          <p:cNvCxnSpPr/>
          <p:nvPr/>
        </p:nvCxnSpPr>
        <p:spPr>
          <a:xfrm flipH="1">
            <a:off x="6008961" y="7966868"/>
            <a:ext cx="891000" cy="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" name="Google Shape;341;p21"/>
          <p:cNvCxnSpPr/>
          <p:nvPr/>
        </p:nvCxnSpPr>
        <p:spPr>
          <a:xfrm>
            <a:off x="5474331" y="7484735"/>
            <a:ext cx="445800" cy="44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" name="Google Shape;342;p21"/>
          <p:cNvCxnSpPr/>
          <p:nvPr/>
        </p:nvCxnSpPr>
        <p:spPr>
          <a:xfrm>
            <a:off x="474757" y="9654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1"/>
          <p:cNvSpPr txBox="1"/>
          <p:nvPr/>
        </p:nvSpPr>
        <p:spPr>
          <a:xfrm>
            <a:off x="1080750" y="8291500"/>
            <a:ext cx="8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3693890" y="8291500"/>
            <a:ext cx="8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5954932" y="8291500"/>
            <a:ext cx="8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2" name="Google Shape;35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355" name="Google Shape;3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05" y="5474250"/>
            <a:ext cx="1416950" cy="2003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/>
          <p:cNvPicPr preferRelativeResize="0"/>
          <p:nvPr/>
        </p:nvPicPr>
        <p:blipFill rotWithShape="1">
          <a:blip r:embed="rId4">
            <a:alphaModFix/>
          </a:blip>
          <a:srcRect b="0" l="40095" r="29217" t="0"/>
          <a:stretch/>
        </p:blipFill>
        <p:spPr>
          <a:xfrm>
            <a:off x="4496328" y="2169502"/>
            <a:ext cx="1974198" cy="196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"/>
          <p:cNvPicPr preferRelativeResize="0"/>
          <p:nvPr/>
        </p:nvPicPr>
        <p:blipFill rotWithShape="1">
          <a:blip r:embed="rId4">
            <a:alphaModFix/>
          </a:blip>
          <a:srcRect b="0" l="0" r="71415" t="0"/>
          <a:stretch/>
        </p:blipFill>
        <p:spPr>
          <a:xfrm flipH="1">
            <a:off x="923055" y="2028258"/>
            <a:ext cx="1838964" cy="196066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 txBox="1"/>
          <p:nvPr/>
        </p:nvSpPr>
        <p:spPr>
          <a:xfrm>
            <a:off x="499425" y="1262700"/>
            <a:ext cx="658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area of each composite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503225" y="896975"/>
            <a:ext cx="6588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Areas of composite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0" name="Google Shape;360;p22"/>
          <p:cNvCxnSpPr/>
          <p:nvPr/>
        </p:nvCxnSpPr>
        <p:spPr>
          <a:xfrm>
            <a:off x="924712" y="2210175"/>
            <a:ext cx="0" cy="160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1" name="Google Shape;361;p22"/>
          <p:cNvSpPr txBox="1"/>
          <p:nvPr/>
        </p:nvSpPr>
        <p:spPr>
          <a:xfrm>
            <a:off x="385325" y="2898962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2617265" y="3197947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1705450" y="3808720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3832204" y="2740085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5073986" y="3516366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5102371" y="2388938"/>
            <a:ext cx="7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2"/>
          <p:cNvCxnSpPr/>
          <p:nvPr/>
        </p:nvCxnSpPr>
        <p:spPr>
          <a:xfrm rot="10800000">
            <a:off x="5024644" y="2292275"/>
            <a:ext cx="0" cy="469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2"/>
          <p:cNvCxnSpPr/>
          <p:nvPr/>
        </p:nvCxnSpPr>
        <p:spPr>
          <a:xfrm>
            <a:off x="4559570" y="2309307"/>
            <a:ext cx="48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9" name="Google Shape;369;p22"/>
          <p:cNvSpPr txBox="1"/>
          <p:nvPr/>
        </p:nvSpPr>
        <p:spPr>
          <a:xfrm>
            <a:off x="4477360" y="1984155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0" name="Google Shape;370;p22"/>
          <p:cNvCxnSpPr/>
          <p:nvPr/>
        </p:nvCxnSpPr>
        <p:spPr>
          <a:xfrm>
            <a:off x="6470524" y="2786707"/>
            <a:ext cx="0" cy="69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1" name="Google Shape;371;p22"/>
          <p:cNvSpPr txBox="1"/>
          <p:nvPr/>
        </p:nvSpPr>
        <p:spPr>
          <a:xfrm>
            <a:off x="6415306" y="2945672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2" name="Google Shape;372;p22"/>
          <p:cNvCxnSpPr/>
          <p:nvPr/>
        </p:nvCxnSpPr>
        <p:spPr>
          <a:xfrm>
            <a:off x="2044513" y="5585649"/>
            <a:ext cx="0" cy="31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3" name="Google Shape;373;p22"/>
          <p:cNvSpPr txBox="1"/>
          <p:nvPr/>
        </p:nvSpPr>
        <p:spPr>
          <a:xfrm>
            <a:off x="2017616" y="5530201"/>
            <a:ext cx="6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4" name="Google Shape;374;p22"/>
          <p:cNvCxnSpPr/>
          <p:nvPr/>
        </p:nvCxnSpPr>
        <p:spPr>
          <a:xfrm>
            <a:off x="1750350" y="5593300"/>
            <a:ext cx="30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5" name="Google Shape;375;p22"/>
          <p:cNvSpPr txBox="1"/>
          <p:nvPr/>
        </p:nvSpPr>
        <p:spPr>
          <a:xfrm>
            <a:off x="1629975" y="5244528"/>
            <a:ext cx="6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469918" y="1826100"/>
            <a:ext cx="283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183474" y="1826100"/>
            <a:ext cx="283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519978" y="5178900"/>
            <a:ext cx="3048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9" name="Google Shape;379;p22"/>
          <p:cNvGrpSpPr/>
          <p:nvPr/>
        </p:nvGrpSpPr>
        <p:grpSpPr>
          <a:xfrm>
            <a:off x="1442520" y="3694133"/>
            <a:ext cx="71031" cy="81188"/>
            <a:chOff x="1342546" y="2743301"/>
            <a:chExt cx="76477" cy="87600"/>
          </a:xfrm>
        </p:grpSpPr>
        <p:cxnSp>
          <p:nvCxnSpPr>
            <p:cNvPr id="380" name="Google Shape;380;p22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22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2" name="Google Shape;382;p22"/>
          <p:cNvGrpSpPr/>
          <p:nvPr/>
        </p:nvGrpSpPr>
        <p:grpSpPr>
          <a:xfrm flipH="1">
            <a:off x="2463857" y="3694133"/>
            <a:ext cx="71031" cy="81188"/>
            <a:chOff x="1342546" y="2743301"/>
            <a:chExt cx="76477" cy="87600"/>
          </a:xfrm>
        </p:grpSpPr>
        <p:cxnSp>
          <p:nvCxnSpPr>
            <p:cNvPr id="383" name="Google Shape;383;p22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22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5" name="Google Shape;385;p22"/>
          <p:cNvGrpSpPr/>
          <p:nvPr/>
        </p:nvGrpSpPr>
        <p:grpSpPr>
          <a:xfrm>
            <a:off x="4589206" y="3386423"/>
            <a:ext cx="71031" cy="81188"/>
            <a:chOff x="1342546" y="2743301"/>
            <a:chExt cx="76477" cy="87600"/>
          </a:xfrm>
        </p:grpSpPr>
        <p:cxnSp>
          <p:nvCxnSpPr>
            <p:cNvPr id="386" name="Google Shape;386;p22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22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8" name="Google Shape;388;p22"/>
          <p:cNvGrpSpPr/>
          <p:nvPr/>
        </p:nvGrpSpPr>
        <p:grpSpPr>
          <a:xfrm>
            <a:off x="1577945" y="2227116"/>
            <a:ext cx="159939" cy="0"/>
            <a:chOff x="1459229" y="1496787"/>
            <a:chExt cx="172200" cy="0"/>
          </a:xfrm>
        </p:grpSpPr>
        <p:cxnSp>
          <p:nvCxnSpPr>
            <p:cNvPr id="389" name="Google Shape;389;p22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90" name="Google Shape;390;p22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391" name="Google Shape;391;p22"/>
          <p:cNvGrpSpPr/>
          <p:nvPr/>
        </p:nvGrpSpPr>
        <p:grpSpPr>
          <a:xfrm>
            <a:off x="1917215" y="3789208"/>
            <a:ext cx="159939" cy="0"/>
            <a:chOff x="1459229" y="1496787"/>
            <a:chExt cx="172200" cy="0"/>
          </a:xfrm>
        </p:grpSpPr>
        <p:cxnSp>
          <p:nvCxnSpPr>
            <p:cNvPr id="392" name="Google Shape;392;p22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93" name="Google Shape;393;p22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394" name="Google Shape;394;p22"/>
          <p:cNvCxnSpPr/>
          <p:nvPr/>
        </p:nvCxnSpPr>
        <p:spPr>
          <a:xfrm rot="10800000">
            <a:off x="1197870" y="2542682"/>
            <a:ext cx="116400" cy="16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" name="Google Shape;395;p22"/>
          <p:cNvCxnSpPr/>
          <p:nvPr/>
        </p:nvCxnSpPr>
        <p:spPr>
          <a:xfrm rot="10800000">
            <a:off x="1424632" y="3913066"/>
            <a:ext cx="113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6" name="Google Shape;396;p22"/>
          <p:cNvCxnSpPr/>
          <p:nvPr/>
        </p:nvCxnSpPr>
        <p:spPr>
          <a:xfrm rot="10800000">
            <a:off x="2289208" y="2503164"/>
            <a:ext cx="37800" cy="6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" name="Google Shape;397;p22"/>
          <p:cNvCxnSpPr/>
          <p:nvPr/>
        </p:nvCxnSpPr>
        <p:spPr>
          <a:xfrm rot="10800000">
            <a:off x="2683433" y="2905289"/>
            <a:ext cx="0" cy="8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8" name="Google Shape;398;p22"/>
          <p:cNvCxnSpPr/>
          <p:nvPr/>
        </p:nvCxnSpPr>
        <p:spPr>
          <a:xfrm rot="10800000">
            <a:off x="4452030" y="2398996"/>
            <a:ext cx="0" cy="110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9" name="Google Shape;399;p22"/>
          <p:cNvCxnSpPr/>
          <p:nvPr/>
        </p:nvCxnSpPr>
        <p:spPr>
          <a:xfrm rot="10800000">
            <a:off x="4579972" y="3609448"/>
            <a:ext cx="1782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0" name="Google Shape;400;p22"/>
          <p:cNvCxnSpPr/>
          <p:nvPr/>
        </p:nvCxnSpPr>
        <p:spPr>
          <a:xfrm rot="10800000">
            <a:off x="5018721" y="2702304"/>
            <a:ext cx="89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1" name="Google Shape;401;p22"/>
          <p:cNvSpPr txBox="1"/>
          <p:nvPr/>
        </p:nvSpPr>
        <p:spPr>
          <a:xfrm>
            <a:off x="1501078" y="4139825"/>
            <a:ext cx="11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930078" y="4139825"/>
            <a:ext cx="11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1265491" y="7811350"/>
            <a:ext cx="11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