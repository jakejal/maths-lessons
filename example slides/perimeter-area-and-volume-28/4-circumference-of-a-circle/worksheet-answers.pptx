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8" name="Shape 258"/>
        <p:cNvGrpSpPr/>
        <p:nvPr/>
      </p:nvGrpSpPr>
      <p:grpSpPr>
        <a:xfrm>
          <a:off x="0" y="0"/>
          <a:ext cx="0" cy="0"/>
        </a:xfrm>
      </p:grpSpPr>
      <p:sp>
        <p:nvSpPr>
          <p:cNvPr id="259" name="Google Shape;25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Circumference of a circle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87739" y="1354175"/>
            <a:ext cx="55125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Using a formula to calculate the circumference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861525"/>
            <a:ext cx="6624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Calculate the circumference of each circle.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Give each answer: i) in terms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; ii) rounded to 3 significant figures.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4361504" y="4094019"/>
            <a:ext cx="1109380" cy="1124549"/>
            <a:chOff x="7175525" y="1625315"/>
            <a:chExt cx="1204800" cy="1205175"/>
          </a:xfrm>
        </p:grpSpPr>
        <p:sp>
          <p:nvSpPr>
            <p:cNvPr id="176" name="Google Shape;176;p20"/>
            <p:cNvSpPr/>
            <p:nvPr/>
          </p:nvSpPr>
          <p:spPr>
            <a:xfrm>
              <a:off x="7175525" y="1625690"/>
              <a:ext cx="1204800" cy="1204800"/>
            </a:xfrm>
            <a:prstGeom prst="rect">
              <a:avLst/>
            </a:prstGeom>
            <a:noFill/>
            <a:ln w="28575" cap="flat" cmpd="sng">
              <a:solidFill>
                <a:srgbClr val="845AD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7175525" y="1625315"/>
              <a:ext cx="1204800" cy="12048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8" name="Google Shape;178;p20"/>
          <p:cNvGrpSpPr/>
          <p:nvPr/>
        </p:nvGrpSpPr>
        <p:grpSpPr>
          <a:xfrm>
            <a:off x="871724" y="2605712"/>
            <a:ext cx="796443" cy="807128"/>
            <a:chOff x="1288934" y="1608461"/>
            <a:chExt cx="797400" cy="797400"/>
          </a:xfrm>
        </p:grpSpPr>
        <p:sp>
          <p:nvSpPr>
            <p:cNvPr id="179" name="Google Shape;179;p20"/>
            <p:cNvSpPr/>
            <p:nvPr/>
          </p:nvSpPr>
          <p:spPr>
            <a:xfrm>
              <a:off x="1288934" y="1608461"/>
              <a:ext cx="797400" cy="7974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0" name="Google Shape;180;p20"/>
            <p:cNvCxnSpPr>
              <a:stCxn id="179" idx="3"/>
              <a:endCxn id="179" idx="7"/>
            </p:cNvCxnSpPr>
            <p:nvPr/>
          </p:nvCxnSpPr>
          <p:spPr>
            <a:xfrm rot="10800000" flipH="1">
              <a:off x="1405711" y="1725384"/>
              <a:ext cx="563700" cy="5637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81" name="Google Shape;181;p20"/>
            <p:cNvSpPr/>
            <p:nvPr/>
          </p:nvSpPr>
          <p:spPr>
            <a:xfrm>
              <a:off x="1647546" y="1967073"/>
              <a:ext cx="80100" cy="80100"/>
            </a:xfrm>
            <a:prstGeom prst="ellipse">
              <a:avLst/>
            </a:prstGeom>
            <a:solidFill>
              <a:srgbClr val="00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" name="Google Shape;182;p20"/>
          <p:cNvGrpSpPr/>
          <p:nvPr/>
        </p:nvGrpSpPr>
        <p:grpSpPr>
          <a:xfrm>
            <a:off x="4418403" y="2559465"/>
            <a:ext cx="996003" cy="1009366"/>
            <a:chOff x="2870094" y="1609830"/>
            <a:chExt cx="997200" cy="997200"/>
          </a:xfrm>
        </p:grpSpPr>
        <p:sp>
          <p:nvSpPr>
            <p:cNvPr id="183" name="Google Shape;183;p20"/>
            <p:cNvSpPr/>
            <p:nvPr/>
          </p:nvSpPr>
          <p:spPr>
            <a:xfrm>
              <a:off x="2870094" y="1609830"/>
              <a:ext cx="997200" cy="9972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4" name="Google Shape;184;p20"/>
            <p:cNvCxnSpPr>
              <a:endCxn id="183" idx="5"/>
            </p:cNvCxnSpPr>
            <p:nvPr/>
          </p:nvCxnSpPr>
          <p:spPr>
            <a:xfrm>
              <a:off x="3365457" y="2112093"/>
              <a:ext cx="355800" cy="348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85" name="Google Shape;185;p20"/>
            <p:cNvSpPr/>
            <p:nvPr/>
          </p:nvSpPr>
          <p:spPr>
            <a:xfrm>
              <a:off x="3318436" y="2058171"/>
              <a:ext cx="100200" cy="100200"/>
            </a:xfrm>
            <a:prstGeom prst="ellipse">
              <a:avLst/>
            </a:prstGeom>
            <a:solidFill>
              <a:srgbClr val="00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6" name="Google Shape;186;p20"/>
          <p:cNvSpPr txBox="1"/>
          <p:nvPr/>
        </p:nvSpPr>
        <p:spPr>
          <a:xfrm>
            <a:off x="1244042" y="3035833"/>
            <a:ext cx="4146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736566" y="3242835"/>
            <a:ext cx="4146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902593" y="4622056"/>
            <a:ext cx="5643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653496" y="3783075"/>
            <a:ext cx="5631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0" name="Google Shape;190;p20"/>
          <p:cNvGrpSpPr/>
          <p:nvPr/>
        </p:nvGrpSpPr>
        <p:grpSpPr>
          <a:xfrm flipH="1">
            <a:off x="621686" y="3883332"/>
            <a:ext cx="1237017" cy="1176440"/>
            <a:chOff x="4731425" y="1166097"/>
            <a:chExt cx="1238503" cy="1162260"/>
          </a:xfrm>
        </p:grpSpPr>
        <p:grpSp>
          <p:nvGrpSpPr>
            <p:cNvPr id="191" name="Google Shape;191;p20"/>
            <p:cNvGrpSpPr/>
            <p:nvPr/>
          </p:nvGrpSpPr>
          <p:grpSpPr>
            <a:xfrm>
              <a:off x="4808928" y="1166097"/>
              <a:ext cx="1161000" cy="1162260"/>
              <a:chOff x="5183440" y="1623297"/>
              <a:chExt cx="1161000" cy="1162260"/>
            </a:xfrm>
          </p:grpSpPr>
          <p:sp>
            <p:nvSpPr>
              <p:cNvPr id="192" name="Google Shape;192;p20"/>
              <p:cNvSpPr/>
              <p:nvPr/>
            </p:nvSpPr>
            <p:spPr>
              <a:xfrm>
                <a:off x="5183441" y="2200857"/>
                <a:ext cx="584700" cy="584700"/>
              </a:xfrm>
              <a:prstGeom prst="rect">
                <a:avLst/>
              </a:prstGeom>
              <a:noFill/>
              <a:ln w="28575" cap="flat" cmpd="sng">
                <a:solidFill>
                  <a:srgbClr val="845AD9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3" name="Google Shape;193;p20"/>
              <p:cNvSpPr/>
              <p:nvPr/>
            </p:nvSpPr>
            <p:spPr>
              <a:xfrm>
                <a:off x="5183440" y="1623297"/>
                <a:ext cx="1161000" cy="1161000"/>
              </a:xfrm>
              <a:prstGeom prst="ellipse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4" name="Google Shape;194;p20"/>
              <p:cNvSpPr/>
              <p:nvPr/>
            </p:nvSpPr>
            <p:spPr>
              <a:xfrm>
                <a:off x="5705506" y="2145362"/>
                <a:ext cx="116700" cy="116700"/>
              </a:xfrm>
              <a:prstGeom prst="ellipse">
                <a:avLst/>
              </a:prstGeom>
              <a:solidFill>
                <a:srgbClr val="00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95" name="Google Shape;195;p20"/>
            <p:cNvCxnSpPr/>
            <p:nvPr/>
          </p:nvCxnSpPr>
          <p:spPr>
            <a:xfrm rot="10800000" flipH="1">
              <a:off x="4731425" y="1744725"/>
              <a:ext cx="0" cy="579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cxnSp>
        <p:nvCxnSpPr>
          <p:cNvPr id="196" name="Google Shape;196;p20"/>
          <p:cNvCxnSpPr/>
          <p:nvPr/>
        </p:nvCxnSpPr>
        <p:spPr>
          <a:xfrm rot="10800000">
            <a:off x="4361168" y="4012193"/>
            <a:ext cx="1114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7" name="Google Shape;197;p20"/>
          <p:cNvSpPr txBox="1"/>
          <p:nvPr/>
        </p:nvSpPr>
        <p:spPr>
          <a:xfrm>
            <a:off x="2532318" y="2657995"/>
            <a:ext cx="9744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2532318" y="3134005"/>
            <a:ext cx="10713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28.3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813912" y="2657995"/>
            <a:ext cx="9744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10π cm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813912" y="3134005"/>
            <a:ext cx="10713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31.4 cm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2537486" y="4178455"/>
            <a:ext cx="9744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11π cm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2537486" y="4654465"/>
            <a:ext cx="10713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34.6 cm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5813912" y="4179351"/>
            <a:ext cx="9744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12π cm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5813912" y="4654465"/>
            <a:ext cx="10713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37.7 cm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83496" y="2511881"/>
            <a:ext cx="2661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098605" y="2511881"/>
            <a:ext cx="2661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76407" y="3712368"/>
            <a:ext cx="2661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101308" y="3770146"/>
            <a:ext cx="2661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476400" y="5788500"/>
            <a:ext cx="6540900" cy="23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Calculate the circumference of each circle.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Give each answer rounded to 1 decimal place.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0" name="Google Shape;210;p20"/>
          <p:cNvGrpSpPr/>
          <p:nvPr/>
        </p:nvGrpSpPr>
        <p:grpSpPr>
          <a:xfrm>
            <a:off x="5887160" y="6552669"/>
            <a:ext cx="1213408" cy="1217425"/>
            <a:chOff x="7134875" y="3138800"/>
            <a:chExt cx="1336500" cy="1340776"/>
          </a:xfrm>
        </p:grpSpPr>
        <p:grpSp>
          <p:nvGrpSpPr>
            <p:cNvPr id="211" name="Google Shape;211;p20"/>
            <p:cNvGrpSpPr/>
            <p:nvPr/>
          </p:nvGrpSpPr>
          <p:grpSpPr>
            <a:xfrm>
              <a:off x="7134875" y="3138800"/>
              <a:ext cx="1336350" cy="1340776"/>
              <a:chOff x="6794225" y="3247925"/>
              <a:chExt cx="1336350" cy="1340776"/>
            </a:xfrm>
          </p:grpSpPr>
          <p:sp>
            <p:nvSpPr>
              <p:cNvPr id="212" name="Google Shape;212;p20"/>
              <p:cNvSpPr/>
              <p:nvPr/>
            </p:nvSpPr>
            <p:spPr>
              <a:xfrm>
                <a:off x="6794225" y="3247925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3" name="Google Shape;213;p20"/>
              <p:cNvSpPr/>
              <p:nvPr/>
            </p:nvSpPr>
            <p:spPr>
              <a:xfrm>
                <a:off x="7128275" y="3247925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4" name="Google Shape;214;p20"/>
              <p:cNvSpPr/>
              <p:nvPr/>
            </p:nvSpPr>
            <p:spPr>
              <a:xfrm>
                <a:off x="7462325" y="3247925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5" name="Google Shape;215;p20"/>
              <p:cNvSpPr/>
              <p:nvPr/>
            </p:nvSpPr>
            <p:spPr>
              <a:xfrm>
                <a:off x="7796375" y="3247925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6" name="Google Shape;216;p20"/>
              <p:cNvSpPr/>
              <p:nvPr/>
            </p:nvSpPr>
            <p:spPr>
              <a:xfrm>
                <a:off x="6794225" y="3584340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7" name="Google Shape;217;p20"/>
              <p:cNvSpPr/>
              <p:nvPr/>
            </p:nvSpPr>
            <p:spPr>
              <a:xfrm>
                <a:off x="7128275" y="3584340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8" name="Google Shape;218;p20"/>
              <p:cNvSpPr/>
              <p:nvPr/>
            </p:nvSpPr>
            <p:spPr>
              <a:xfrm>
                <a:off x="7462325" y="3584340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9" name="Google Shape;219;p20"/>
              <p:cNvSpPr/>
              <p:nvPr/>
            </p:nvSpPr>
            <p:spPr>
              <a:xfrm>
                <a:off x="7796375" y="3584340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0" name="Google Shape;220;p20"/>
              <p:cNvSpPr/>
              <p:nvPr/>
            </p:nvSpPr>
            <p:spPr>
              <a:xfrm>
                <a:off x="6794225" y="3918386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1" name="Google Shape;221;p20"/>
              <p:cNvSpPr/>
              <p:nvPr/>
            </p:nvSpPr>
            <p:spPr>
              <a:xfrm>
                <a:off x="7128275" y="3918386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2" name="Google Shape;222;p20"/>
              <p:cNvSpPr/>
              <p:nvPr/>
            </p:nvSpPr>
            <p:spPr>
              <a:xfrm>
                <a:off x="7462325" y="3918386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3" name="Google Shape;223;p20"/>
              <p:cNvSpPr/>
              <p:nvPr/>
            </p:nvSpPr>
            <p:spPr>
              <a:xfrm>
                <a:off x="7796375" y="3918386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4" name="Google Shape;224;p20"/>
              <p:cNvSpPr/>
              <p:nvPr/>
            </p:nvSpPr>
            <p:spPr>
              <a:xfrm>
                <a:off x="6794225" y="4254801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5" name="Google Shape;225;p20"/>
              <p:cNvSpPr/>
              <p:nvPr/>
            </p:nvSpPr>
            <p:spPr>
              <a:xfrm>
                <a:off x="7128275" y="4254801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6" name="Google Shape;226;p20"/>
              <p:cNvSpPr/>
              <p:nvPr/>
            </p:nvSpPr>
            <p:spPr>
              <a:xfrm>
                <a:off x="7462325" y="4254801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7" name="Google Shape;227;p20"/>
              <p:cNvSpPr/>
              <p:nvPr/>
            </p:nvSpPr>
            <p:spPr>
              <a:xfrm>
                <a:off x="7796375" y="4254801"/>
                <a:ext cx="334200" cy="333900"/>
              </a:xfrm>
              <a:prstGeom prst="rect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28" name="Google Shape;228;p20"/>
            <p:cNvSpPr/>
            <p:nvPr/>
          </p:nvSpPr>
          <p:spPr>
            <a:xfrm>
              <a:off x="7134875" y="3141013"/>
              <a:ext cx="1336500" cy="13365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9" name="Google Shape;229;p20"/>
          <p:cNvSpPr txBox="1"/>
          <p:nvPr/>
        </p:nvSpPr>
        <p:spPr>
          <a:xfrm rot="2431">
            <a:off x="5884326" y="7837363"/>
            <a:ext cx="4242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0" name="Google Shape;230;p20"/>
          <p:cNvCxnSpPr/>
          <p:nvPr/>
        </p:nvCxnSpPr>
        <p:spPr>
          <a:xfrm rot="10800000">
            <a:off x="5886862" y="7826388"/>
            <a:ext cx="304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1" name="Google Shape;231;p20"/>
          <p:cNvSpPr txBox="1"/>
          <p:nvPr/>
        </p:nvSpPr>
        <p:spPr>
          <a:xfrm>
            <a:off x="5700541" y="6312374"/>
            <a:ext cx="26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934789" y="8136671"/>
            <a:ext cx="6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71.6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2783948" y="8136671"/>
            <a:ext cx="6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71.6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4478065" y="8136671"/>
            <a:ext cx="6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25.8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6232685" y="8136671"/>
            <a:ext cx="67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12.6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609855" y="6547954"/>
            <a:ext cx="1274100" cy="12744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7" name="Google Shape;237;p20"/>
          <p:cNvCxnSpPr/>
          <p:nvPr/>
        </p:nvCxnSpPr>
        <p:spPr>
          <a:xfrm>
            <a:off x="653482" y="6955129"/>
            <a:ext cx="1189500" cy="453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8" name="Google Shape;238;p20"/>
          <p:cNvSpPr/>
          <p:nvPr/>
        </p:nvSpPr>
        <p:spPr>
          <a:xfrm>
            <a:off x="1182661" y="7120758"/>
            <a:ext cx="128400" cy="128400"/>
          </a:xfrm>
          <a:prstGeom prst="ellipse">
            <a:avLst/>
          </a:prstGeom>
          <a:solidFill>
            <a:srgbClr val="0000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9" name="Google Shape;239;p20"/>
          <p:cNvCxnSpPr>
            <a:endCxn id="236" idx="7"/>
          </p:cNvCxnSpPr>
          <p:nvPr/>
        </p:nvCxnSpPr>
        <p:spPr>
          <a:xfrm rot="10800000" flipH="1">
            <a:off x="993567" y="6734586"/>
            <a:ext cx="703800" cy="34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0" name="Google Shape;240;p20"/>
          <p:cNvSpPr/>
          <p:nvPr/>
        </p:nvSpPr>
        <p:spPr>
          <a:xfrm>
            <a:off x="2413188" y="6540895"/>
            <a:ext cx="1274100" cy="12744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1" name="Google Shape;241;p20"/>
          <p:cNvCxnSpPr>
            <a:stCxn id="240" idx="2"/>
            <a:endCxn id="240" idx="7"/>
          </p:cNvCxnSpPr>
          <p:nvPr/>
        </p:nvCxnSpPr>
        <p:spPr>
          <a:xfrm rot="10800000" flipH="1">
            <a:off x="2413188" y="6727495"/>
            <a:ext cx="1087500" cy="450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2" name="Google Shape;242;p20"/>
          <p:cNvSpPr/>
          <p:nvPr/>
        </p:nvSpPr>
        <p:spPr>
          <a:xfrm>
            <a:off x="2985994" y="7113699"/>
            <a:ext cx="128400" cy="128400"/>
          </a:xfrm>
          <a:prstGeom prst="ellipse">
            <a:avLst/>
          </a:prstGeom>
          <a:solidFill>
            <a:srgbClr val="0000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3" name="Google Shape;243;p20"/>
          <p:cNvCxnSpPr/>
          <p:nvPr/>
        </p:nvCxnSpPr>
        <p:spPr>
          <a:xfrm rot="10800000">
            <a:off x="3046858" y="7177507"/>
            <a:ext cx="17100" cy="637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4" name="Google Shape;244;p20"/>
          <p:cNvSpPr/>
          <p:nvPr/>
        </p:nvSpPr>
        <p:spPr>
          <a:xfrm>
            <a:off x="4226565" y="6564615"/>
            <a:ext cx="1138800" cy="1138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5" name="Google Shape;245;p20"/>
          <p:cNvCxnSpPr>
            <a:stCxn id="244" idx="1"/>
            <a:endCxn id="246" idx="1"/>
          </p:cNvCxnSpPr>
          <p:nvPr/>
        </p:nvCxnSpPr>
        <p:spPr>
          <a:xfrm>
            <a:off x="4393339" y="6731388"/>
            <a:ext cx="362100" cy="362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6" name="Google Shape;246;p20"/>
          <p:cNvSpPr/>
          <p:nvPr/>
        </p:nvSpPr>
        <p:spPr>
          <a:xfrm>
            <a:off x="4738707" y="7076743"/>
            <a:ext cx="114600" cy="114600"/>
          </a:xfrm>
          <a:prstGeom prst="ellipse">
            <a:avLst/>
          </a:prstGeom>
          <a:solidFill>
            <a:srgbClr val="0000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7" name="Google Shape;247;p20"/>
          <p:cNvCxnSpPr>
            <a:stCxn id="244" idx="6"/>
            <a:endCxn id="244" idx="2"/>
          </p:cNvCxnSpPr>
          <p:nvPr/>
        </p:nvCxnSpPr>
        <p:spPr>
          <a:xfrm rot="10800000">
            <a:off x="4226565" y="7134015"/>
            <a:ext cx="1138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8" name="Google Shape;248;p20"/>
          <p:cNvSpPr txBox="1"/>
          <p:nvPr/>
        </p:nvSpPr>
        <p:spPr>
          <a:xfrm rot="1320547">
            <a:off x="905839" y="7334891"/>
            <a:ext cx="783714" cy="301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22.8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 rot="-1569625">
            <a:off x="899575" y="6674508"/>
            <a:ext cx="702903" cy="30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 rot="-1334149">
            <a:off x="2758947" y="6605692"/>
            <a:ext cx="602506" cy="301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 rot="3277">
            <a:off x="3137321" y="7317694"/>
            <a:ext cx="6294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11.4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 rot="2023">
            <a:off x="4641052" y="7237674"/>
            <a:ext cx="509700" cy="2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8.2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 rot="2700000">
            <a:off x="4532236" y="6818464"/>
            <a:ext cx="509965" cy="268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4.1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483407" y="6312374"/>
            <a:ext cx="26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2238028" y="6312374"/>
            <a:ext cx="26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4066658" y="6312374"/>
            <a:ext cx="26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7" name="Google Shape;257;p20"/>
          <p:cNvCxnSpPr/>
          <p:nvPr/>
        </p:nvCxnSpPr>
        <p:spPr>
          <a:xfrm>
            <a:off x="483157" y="90136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61" name="Shape 261"/>
        <p:cNvGrpSpPr/>
        <p:nvPr/>
      </p:nvGrpSpPr>
      <p:grpSpPr>
        <a:xfrm>
          <a:off x="0" y="0"/>
          <a:ext cx="0" cy="0"/>
        </a:xfrm>
      </p:grpSpPr>
      <p:sp>
        <p:nvSpPr>
          <p:cNvPr id="262" name="Google Shape;26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63" name="Google Shape;263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Circumference of a circle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476400" y="1165725"/>
            <a:ext cx="66075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Calculate the length labelled in each diagram. Round decimals to 1 decimal place.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478400" y="820775"/>
            <a:ext cx="5999700" cy="2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Using a formula to calculate the diameter and radius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8" name="Google Shape;268;p21"/>
          <p:cNvGrpSpPr/>
          <p:nvPr/>
        </p:nvGrpSpPr>
        <p:grpSpPr>
          <a:xfrm>
            <a:off x="981244" y="1835678"/>
            <a:ext cx="686721" cy="686721"/>
            <a:chOff x="1288934" y="1608461"/>
            <a:chExt cx="797400" cy="797400"/>
          </a:xfrm>
        </p:grpSpPr>
        <p:sp>
          <p:nvSpPr>
            <p:cNvPr id="269" name="Google Shape;269;p21"/>
            <p:cNvSpPr/>
            <p:nvPr/>
          </p:nvSpPr>
          <p:spPr>
            <a:xfrm>
              <a:off x="1288934" y="1608461"/>
              <a:ext cx="797400" cy="7974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0" name="Google Shape;270;p21"/>
            <p:cNvCxnSpPr/>
            <p:nvPr/>
          </p:nvCxnSpPr>
          <p:spPr>
            <a:xfrm rot="10800000">
              <a:off x="1409424" y="1736173"/>
              <a:ext cx="571200" cy="566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71" name="Google Shape;271;p21"/>
            <p:cNvSpPr/>
            <p:nvPr/>
          </p:nvSpPr>
          <p:spPr>
            <a:xfrm>
              <a:off x="1647546" y="1967073"/>
              <a:ext cx="80100" cy="801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1"/>
          <p:cNvGrpSpPr/>
          <p:nvPr/>
        </p:nvGrpSpPr>
        <p:grpSpPr>
          <a:xfrm>
            <a:off x="3121565" y="1818097"/>
            <a:ext cx="832662" cy="891018"/>
            <a:chOff x="2870094" y="1609830"/>
            <a:chExt cx="997200" cy="1067087"/>
          </a:xfrm>
        </p:grpSpPr>
        <p:sp>
          <p:nvSpPr>
            <p:cNvPr id="273" name="Google Shape;273;p21"/>
            <p:cNvSpPr/>
            <p:nvPr/>
          </p:nvSpPr>
          <p:spPr>
            <a:xfrm>
              <a:off x="2870094" y="1609830"/>
              <a:ext cx="997200" cy="9972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4" name="Google Shape;274;p21"/>
            <p:cNvCxnSpPr/>
            <p:nvPr/>
          </p:nvCxnSpPr>
          <p:spPr>
            <a:xfrm>
              <a:off x="2870094" y="2676917"/>
              <a:ext cx="9972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75" name="Google Shape;275;p21"/>
          <p:cNvSpPr txBox="1"/>
          <p:nvPr/>
        </p:nvSpPr>
        <p:spPr>
          <a:xfrm>
            <a:off x="1365791" y="1999997"/>
            <a:ext cx="1110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21"/>
          <p:cNvSpPr/>
          <p:nvPr/>
        </p:nvSpPr>
        <p:spPr>
          <a:xfrm flipH="1">
            <a:off x="1991290" y="3340167"/>
            <a:ext cx="489900" cy="972600"/>
          </a:xfrm>
          <a:prstGeom prst="rect">
            <a:avLst/>
          </a:prstGeom>
          <a:noFill/>
          <a:ln w="2857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/>
          <p:nvPr/>
        </p:nvSpPr>
        <p:spPr>
          <a:xfrm flipH="1">
            <a:off x="1508586" y="3339122"/>
            <a:ext cx="972600" cy="972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/>
          <p:nvPr/>
        </p:nvSpPr>
        <p:spPr>
          <a:xfrm flipH="1">
            <a:off x="1958832" y="3789159"/>
            <a:ext cx="72300" cy="72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9" name="Google Shape;279;p21"/>
          <p:cNvCxnSpPr/>
          <p:nvPr/>
        </p:nvCxnSpPr>
        <p:spPr>
          <a:xfrm rot="10800000" flipH="1">
            <a:off x="2557456" y="3348325"/>
            <a:ext cx="0" cy="960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80" name="Google Shape;280;p21"/>
          <p:cNvSpPr txBox="1"/>
          <p:nvPr/>
        </p:nvSpPr>
        <p:spPr>
          <a:xfrm>
            <a:off x="483430" y="1581059"/>
            <a:ext cx="2637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2455589" y="1581059"/>
            <a:ext cx="2637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694777" y="1581059"/>
            <a:ext cx="2637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3504331" y="2666049"/>
            <a:ext cx="1077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84" name="Google Shape;284;p21"/>
          <p:cNvGrpSpPr/>
          <p:nvPr/>
        </p:nvGrpSpPr>
        <p:grpSpPr>
          <a:xfrm>
            <a:off x="5498076" y="1834139"/>
            <a:ext cx="784961" cy="784961"/>
            <a:chOff x="1288934" y="1608461"/>
            <a:chExt cx="797400" cy="797400"/>
          </a:xfrm>
        </p:grpSpPr>
        <p:sp>
          <p:nvSpPr>
            <p:cNvPr id="285" name="Google Shape;285;p21"/>
            <p:cNvSpPr/>
            <p:nvPr/>
          </p:nvSpPr>
          <p:spPr>
            <a:xfrm>
              <a:off x="1288934" y="1608461"/>
              <a:ext cx="797400" cy="7974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6" name="Google Shape;286;p21"/>
            <p:cNvCxnSpPr>
              <a:stCxn id="287" idx="3"/>
              <a:endCxn id="285" idx="3"/>
            </p:cNvCxnSpPr>
            <p:nvPr/>
          </p:nvCxnSpPr>
          <p:spPr>
            <a:xfrm flipH="1">
              <a:off x="1405561" y="2021410"/>
              <a:ext cx="267900" cy="2676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87" name="Google Shape;287;p21"/>
            <p:cNvSpPr/>
            <p:nvPr/>
          </p:nvSpPr>
          <p:spPr>
            <a:xfrm>
              <a:off x="1667574" y="1987098"/>
              <a:ext cx="40200" cy="40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8" name="Google Shape;288;p21"/>
          <p:cNvSpPr txBox="1"/>
          <p:nvPr/>
        </p:nvSpPr>
        <p:spPr>
          <a:xfrm>
            <a:off x="5615207" y="2031638"/>
            <a:ext cx="127200" cy="2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9" name="Google Shape;289;p21"/>
          <p:cNvCxnSpPr/>
          <p:nvPr/>
        </p:nvCxnSpPr>
        <p:spPr>
          <a:xfrm>
            <a:off x="1994892" y="4401264"/>
            <a:ext cx="482700" cy="1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0" name="Google Shape;290;p21"/>
          <p:cNvSpPr txBox="1"/>
          <p:nvPr/>
        </p:nvSpPr>
        <p:spPr>
          <a:xfrm>
            <a:off x="2214088" y="4368299"/>
            <a:ext cx="108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2595099" y="3749174"/>
            <a:ext cx="1083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21"/>
          <p:cNvSpPr/>
          <p:nvPr/>
        </p:nvSpPr>
        <p:spPr>
          <a:xfrm rot="-5400000" flipH="1">
            <a:off x="4849901" y="3608670"/>
            <a:ext cx="915900" cy="9159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/>
          <p:nvPr/>
        </p:nvSpPr>
        <p:spPr>
          <a:xfrm rot="-5400000" flipH="1">
            <a:off x="5273625" y="4032404"/>
            <a:ext cx="68100" cy="681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/>
          <p:nvPr/>
        </p:nvSpPr>
        <p:spPr>
          <a:xfrm rot="-5400000" flipH="1">
            <a:off x="5080279" y="3153033"/>
            <a:ext cx="455100" cy="4551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/>
          <p:nvPr/>
        </p:nvSpPr>
        <p:spPr>
          <a:xfrm rot="-5400000" flipH="1">
            <a:off x="5290819" y="3370779"/>
            <a:ext cx="33600" cy="33600"/>
          </a:xfrm>
          <a:prstGeom prst="ellipse">
            <a:avLst/>
          </a:prstGeom>
          <a:solidFill>
            <a:srgbClr val="0000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6" name="Google Shape;296;p21"/>
          <p:cNvCxnSpPr>
            <a:stCxn id="292" idx="6"/>
            <a:endCxn id="294" idx="2"/>
          </p:cNvCxnSpPr>
          <p:nvPr/>
        </p:nvCxnSpPr>
        <p:spPr>
          <a:xfrm rot="10800000" flipH="1">
            <a:off x="5307851" y="3152970"/>
            <a:ext cx="0" cy="1371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7" name="Google Shape;297;p21"/>
          <p:cNvSpPr txBox="1"/>
          <p:nvPr/>
        </p:nvSpPr>
        <p:spPr>
          <a:xfrm>
            <a:off x="938047" y="3118440"/>
            <a:ext cx="2637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788870" y="1576578"/>
            <a:ext cx="785100" cy="2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2761030" y="1576578"/>
            <a:ext cx="785100" cy="2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5006992" y="1576578"/>
            <a:ext cx="981600" cy="2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21.2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1238528" y="3118919"/>
            <a:ext cx="785100" cy="2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3791027" y="3118440"/>
            <a:ext cx="2637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5346506" y="3790093"/>
            <a:ext cx="1509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4157169" y="3179620"/>
            <a:ext cx="981600" cy="2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3957060" y="3644144"/>
            <a:ext cx="981600" cy="2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36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6" name="Google Shape;306;p21"/>
          <p:cNvCxnSpPr/>
          <p:nvPr/>
        </p:nvCxnSpPr>
        <p:spPr>
          <a:xfrm>
            <a:off x="1327569" y="1755797"/>
            <a:ext cx="100200" cy="73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21"/>
          <p:cNvCxnSpPr/>
          <p:nvPr/>
        </p:nvCxnSpPr>
        <p:spPr>
          <a:xfrm>
            <a:off x="3546089" y="1755797"/>
            <a:ext cx="100200" cy="73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21"/>
          <p:cNvCxnSpPr/>
          <p:nvPr/>
        </p:nvCxnSpPr>
        <p:spPr>
          <a:xfrm>
            <a:off x="5904175" y="1761593"/>
            <a:ext cx="100200" cy="73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21"/>
          <p:cNvCxnSpPr/>
          <p:nvPr/>
        </p:nvCxnSpPr>
        <p:spPr>
          <a:xfrm rot="10800000" flipH="1">
            <a:off x="4993291" y="3216057"/>
            <a:ext cx="134400" cy="7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21"/>
          <p:cNvCxnSpPr/>
          <p:nvPr/>
        </p:nvCxnSpPr>
        <p:spPr>
          <a:xfrm rot="10800000" flipH="1">
            <a:off x="4792812" y="3747511"/>
            <a:ext cx="164400" cy="3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1" name="Google Shape;311;p21"/>
          <p:cNvCxnSpPr/>
          <p:nvPr/>
        </p:nvCxnSpPr>
        <p:spPr>
          <a:xfrm>
            <a:off x="1603889" y="3318817"/>
            <a:ext cx="2100" cy="185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2" name="Google Shape;312;p21"/>
          <p:cNvSpPr txBox="1"/>
          <p:nvPr/>
        </p:nvSpPr>
        <p:spPr>
          <a:xfrm>
            <a:off x="5735711" y="3174183"/>
            <a:ext cx="12378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total height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1669276" y="2424911"/>
            <a:ext cx="785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4.8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4097344" y="2424911"/>
            <a:ext cx="785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6298673" y="2424911"/>
            <a:ext cx="785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3.4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2756947" y="4063858"/>
            <a:ext cx="9159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1.4 mm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2756947" y="4306665"/>
            <a:ext cx="8865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2.9 mm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5852733" y="4306665"/>
            <a:ext cx="8865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15.9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9" name="Google Shape;319;p21"/>
          <p:cNvSpPr/>
          <p:nvPr/>
        </p:nvSpPr>
        <p:spPr>
          <a:xfrm rot="5891355">
            <a:off x="5295708" y="6659093"/>
            <a:ext cx="1684881" cy="1684881"/>
          </a:xfrm>
          <a:prstGeom prst="arc">
            <a:avLst>
              <a:gd name="adj1" fmla="val 10833709"/>
              <a:gd name="adj2" fmla="val 9658571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20" name="Google Shape;320;p21"/>
          <p:cNvSpPr txBox="1"/>
          <p:nvPr/>
        </p:nvSpPr>
        <p:spPr>
          <a:xfrm>
            <a:off x="476400" y="5331300"/>
            <a:ext cx="66075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diagram is a 2D representation of the International Space Station orbiting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Earth. The diagram is not drawn to scale.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478679" y="6073785"/>
            <a:ext cx="5764500" cy="3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circumference of Earth is approximately 40 075 km.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Calculate the radius of Earth (to the nearest km).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circumference of the space station’s orbit is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approximately 42 590 km.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Calculate the distance between the space station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and the centre of the Earth (to the nearest km).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How far is the space station above the ground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(to the nearest km)?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2" name="Google Shape;3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9375" y="6969519"/>
            <a:ext cx="1105811" cy="109972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1"/>
          <p:cNvSpPr/>
          <p:nvPr/>
        </p:nvSpPr>
        <p:spPr>
          <a:xfrm>
            <a:off x="6013199" y="6606822"/>
            <a:ext cx="205200" cy="124800"/>
          </a:xfrm>
          <a:prstGeom prst="rect">
            <a:avLst/>
          </a:prstGeom>
          <a:solidFill>
            <a:srgbClr val="80808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5691614" y="5953174"/>
            <a:ext cx="12138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International Space Station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5" name="Google Shape;325;p21"/>
          <p:cNvCxnSpPr>
            <a:endCxn id="323" idx="0"/>
          </p:cNvCxnSpPr>
          <p:nvPr/>
        </p:nvCxnSpPr>
        <p:spPr>
          <a:xfrm flipH="1">
            <a:off x="6115799" y="6389622"/>
            <a:ext cx="96900" cy="217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6" name="Google Shape;326;p21"/>
          <p:cNvSpPr txBox="1"/>
          <p:nvPr/>
        </p:nvSpPr>
        <p:spPr>
          <a:xfrm>
            <a:off x="4528154" y="6443869"/>
            <a:ext cx="9855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6378 km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4571879" y="7979164"/>
            <a:ext cx="9855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6778 km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4614402" y="9079642"/>
            <a:ext cx="9855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400 km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Circumference of a circle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2024-01-08T16:54:54.167</cp:lastPrinted>
  <dcterms:created xsi:type="dcterms:W3CDTF">2024-01-08T16:54:54Z</dcterms:created>
  <dcterms:modified xsi:type="dcterms:W3CDTF">2024-01-08T16:55:21Z</dcterms:modified>
</cp:coreProperties>
</file>