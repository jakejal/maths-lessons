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F3D553-92F5-4233-BF33-3019B2D0A0BC}">
  <a:tblStyle styleId="{23F3D553-92F5-4233-BF33-3019B2D0A0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in circles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6400" y="1932401"/>
            <a:ext cx="6624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For each diagram, explain why the length of the line segment is not the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87739" y="1430375"/>
            <a:ext cx="5512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Parts of a circle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766294" y="2357461"/>
            <a:ext cx="759875" cy="759874"/>
            <a:chOff x="913125" y="1287925"/>
            <a:chExt cx="945000" cy="945000"/>
          </a:xfrm>
        </p:grpSpPr>
        <p:sp>
          <p:nvSpPr>
            <p:cNvPr id="164" name="Google Shape;164;p20"/>
            <p:cNvSpPr/>
            <p:nvPr/>
          </p:nvSpPr>
          <p:spPr>
            <a:xfrm>
              <a:off x="913125" y="1287925"/>
              <a:ext cx="945000" cy="945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5" name="Google Shape;165;p20"/>
            <p:cNvCxnSpPr/>
            <p:nvPr/>
          </p:nvCxnSpPr>
          <p:spPr>
            <a:xfrm flipH="1" rot="10800000">
              <a:off x="1275505" y="1794849"/>
              <a:ext cx="201900" cy="4179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" name="Google Shape;166;p20"/>
            <p:cNvSpPr/>
            <p:nvPr/>
          </p:nvSpPr>
          <p:spPr>
            <a:xfrm>
              <a:off x="1364542" y="1739338"/>
              <a:ext cx="42000" cy="420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7" name="Google Shape;167;p20"/>
          <p:cNvGrpSpPr/>
          <p:nvPr/>
        </p:nvGrpSpPr>
        <p:grpSpPr>
          <a:xfrm>
            <a:off x="766294" y="3309065"/>
            <a:ext cx="759875" cy="759875"/>
            <a:chOff x="913125" y="2395165"/>
            <a:chExt cx="945000" cy="945000"/>
          </a:xfrm>
        </p:grpSpPr>
        <p:sp>
          <p:nvSpPr>
            <p:cNvPr id="168" name="Google Shape;168;p20"/>
            <p:cNvSpPr/>
            <p:nvPr/>
          </p:nvSpPr>
          <p:spPr>
            <a:xfrm>
              <a:off x="913125" y="2395165"/>
              <a:ext cx="945000" cy="945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9" name="Google Shape;169;p20"/>
            <p:cNvCxnSpPr>
              <a:endCxn id="170" idx="0"/>
            </p:cNvCxnSpPr>
            <p:nvPr/>
          </p:nvCxnSpPr>
          <p:spPr>
            <a:xfrm flipH="1" rot="10800000">
              <a:off x="1303342" y="2846578"/>
              <a:ext cx="82200" cy="3642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" name="Google Shape;170;p20"/>
            <p:cNvSpPr/>
            <p:nvPr/>
          </p:nvSpPr>
          <p:spPr>
            <a:xfrm>
              <a:off x="1364542" y="2846578"/>
              <a:ext cx="42000" cy="420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766294" y="4260668"/>
            <a:ext cx="759875" cy="895014"/>
            <a:chOff x="913125" y="3654804"/>
            <a:chExt cx="945000" cy="1113063"/>
          </a:xfrm>
        </p:grpSpPr>
        <p:sp>
          <p:nvSpPr>
            <p:cNvPr id="172" name="Google Shape;172;p20"/>
            <p:cNvSpPr/>
            <p:nvPr/>
          </p:nvSpPr>
          <p:spPr>
            <a:xfrm>
              <a:off x="913125" y="3654804"/>
              <a:ext cx="945000" cy="9450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" name="Google Shape;173;p20"/>
            <p:cNvCxnSpPr>
              <a:endCxn id="174" idx="3"/>
            </p:cNvCxnSpPr>
            <p:nvPr/>
          </p:nvCxnSpPr>
          <p:spPr>
            <a:xfrm flipH="1" rot="10800000">
              <a:off x="1169993" y="4142067"/>
              <a:ext cx="200700" cy="6258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" name="Google Shape;174;p20"/>
            <p:cNvSpPr/>
            <p:nvPr/>
          </p:nvSpPr>
          <p:spPr>
            <a:xfrm>
              <a:off x="1364542" y="4106218"/>
              <a:ext cx="42000" cy="42000"/>
            </a:xfrm>
            <a:prstGeom prst="ellipse">
              <a:avLst/>
            </a:prstGeom>
            <a:solidFill>
              <a:srgbClr val="000000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5" name="Google Shape;175;p20"/>
          <p:cNvSpPr txBox="1"/>
          <p:nvPr/>
        </p:nvSpPr>
        <p:spPr>
          <a:xfrm>
            <a:off x="476400" y="2434426"/>
            <a:ext cx="231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6400" y="3353523"/>
            <a:ext cx="231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6400" y="4211347"/>
            <a:ext cx="231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76400" y="5331300"/>
            <a:ext cx="6422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Fill in the blanks with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5777710"/>
            <a:ext cx="6624000" cy="3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a circle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times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circle with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6 cm has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circle with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6 cm has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distance from the centre of a circle to its edge is 10 m.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 and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The furthest distance between two points on the edge of a circle is 24 m.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radius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 and its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83157" y="894963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Multiplicative relationships in circles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117878" y="5089925"/>
            <a:ext cx="1440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 :  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76400" y="1216500"/>
            <a:ext cx="6736500" cy="19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in the table.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503225" y="8969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The relationship between circumference and diameter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2" name="Google Shape;192;p21"/>
          <p:cNvGraphicFramePr/>
          <p:nvPr/>
        </p:nvGraphicFramePr>
        <p:xfrm>
          <a:off x="532900" y="170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{23F3D553-92F5-4233-BF33-3019B2D0A0BC}</a:tableStyleId>
              </a:tblPr>
              <a:tblGrid>
                <a:gridCol w="1904100"/>
                <a:gridCol w="775825"/>
                <a:gridCol w="775825"/>
                <a:gridCol w="775825"/>
                <a:gridCol w="775825"/>
                <a:gridCol w="775825"/>
                <a:gridCol w="775825"/>
              </a:tblGrid>
              <a:tr h="4178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radius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8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diameter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7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circumference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π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21"/>
          <p:cNvSpPr txBox="1"/>
          <p:nvPr/>
        </p:nvSpPr>
        <p:spPr>
          <a:xfrm>
            <a:off x="476400" y="4171300"/>
            <a:ext cx="6615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length in each circle, giving your answer to 3 significant figures.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51100" y="4767725"/>
            <a:ext cx="1121400" cy="11214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1"/>
          <p:cNvCxnSpPr>
            <a:stCxn id="194" idx="1"/>
            <a:endCxn id="194" idx="5"/>
          </p:cNvCxnSpPr>
          <p:nvPr/>
        </p:nvCxnSpPr>
        <p:spPr>
          <a:xfrm>
            <a:off x="815325" y="4931950"/>
            <a:ext cx="792900" cy="792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" name="Google Shape;196;p21"/>
          <p:cNvSpPr/>
          <p:nvPr/>
        </p:nvSpPr>
        <p:spPr>
          <a:xfrm>
            <a:off x="1190540" y="5307165"/>
            <a:ext cx="42300" cy="42300"/>
          </a:xfrm>
          <a:prstGeom prst="ellipse">
            <a:avLst/>
          </a:prstGeom>
          <a:solidFill>
            <a:srgbClr val="00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1102652" y="5018623"/>
            <a:ext cx="5865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76400" y="4653500"/>
            <a:ext cx="260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134000" y="4653500"/>
            <a:ext cx="237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1761950" y="4691925"/>
            <a:ext cx="22266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circumference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058579" y="5089925"/>
            <a:ext cx="1645200" cy="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 cm : </a:t>
            </a:r>
            <a:r>
              <a:rPr lang="en-GB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239156" y="4841038"/>
            <a:ext cx="723600" cy="7053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566282" y="5661610"/>
            <a:ext cx="6219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105250" y="4687675"/>
            <a:ext cx="2030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diameter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: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circumference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1"/>
          <p:cNvCxnSpPr/>
          <p:nvPr/>
        </p:nvCxnSpPr>
        <p:spPr>
          <a:xfrm>
            <a:off x="4312395" y="5443034"/>
            <a:ext cx="177600" cy="326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