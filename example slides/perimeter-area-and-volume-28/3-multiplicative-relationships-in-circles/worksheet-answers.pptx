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681BB7-734B-44FF-BD54-16F83F94B3D9}">
  <a:tblStyle styleId="{B3681BB7-734B-44FF-BD54-16F83F94B3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 in circles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1932401"/>
            <a:ext cx="6624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For each diagram, explain why the length of the line segment is not the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87739" y="1430375"/>
            <a:ext cx="5512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Parts of a circle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5" name="Google Shape;175;p20"/>
          <p:cNvGrpSpPr/>
          <p:nvPr/>
        </p:nvGrpSpPr>
        <p:grpSpPr>
          <a:xfrm>
            <a:off x="766294" y="2357461"/>
            <a:ext cx="759875" cy="759874"/>
            <a:chOff x="913125" y="1287925"/>
            <a:chExt cx="945000" cy="945000"/>
          </a:xfrm>
        </p:grpSpPr>
        <p:sp>
          <p:nvSpPr>
            <p:cNvPr id="176" name="Google Shape;176;p20"/>
            <p:cNvSpPr/>
            <p:nvPr/>
          </p:nvSpPr>
          <p:spPr>
            <a:xfrm>
              <a:off x="913125" y="1287925"/>
              <a:ext cx="945000" cy="945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7" name="Google Shape;177;p20"/>
            <p:cNvCxnSpPr/>
            <p:nvPr/>
          </p:nvCxnSpPr>
          <p:spPr>
            <a:xfrm flipH="1" rot="10800000">
              <a:off x="1275505" y="1794849"/>
              <a:ext cx="201900" cy="4179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8" name="Google Shape;178;p20"/>
            <p:cNvSpPr/>
            <p:nvPr/>
          </p:nvSpPr>
          <p:spPr>
            <a:xfrm>
              <a:off x="1364542" y="1739338"/>
              <a:ext cx="42000" cy="42000"/>
            </a:xfrm>
            <a:prstGeom prst="ellipse">
              <a:avLst/>
            </a:prstGeom>
            <a:solidFill>
              <a:srgbClr val="00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766294" y="3309065"/>
            <a:ext cx="759875" cy="759875"/>
            <a:chOff x="913125" y="2395165"/>
            <a:chExt cx="945000" cy="945000"/>
          </a:xfrm>
        </p:grpSpPr>
        <p:sp>
          <p:nvSpPr>
            <p:cNvPr id="180" name="Google Shape;180;p20"/>
            <p:cNvSpPr/>
            <p:nvPr/>
          </p:nvSpPr>
          <p:spPr>
            <a:xfrm>
              <a:off x="913125" y="2395165"/>
              <a:ext cx="945000" cy="945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1" name="Google Shape;181;p20"/>
            <p:cNvCxnSpPr>
              <a:endCxn id="182" idx="0"/>
            </p:cNvCxnSpPr>
            <p:nvPr/>
          </p:nvCxnSpPr>
          <p:spPr>
            <a:xfrm flipH="1" rot="10800000">
              <a:off x="1303342" y="2846578"/>
              <a:ext cx="82200" cy="3642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2" name="Google Shape;182;p20"/>
            <p:cNvSpPr/>
            <p:nvPr/>
          </p:nvSpPr>
          <p:spPr>
            <a:xfrm>
              <a:off x="1364542" y="2846578"/>
              <a:ext cx="42000" cy="42000"/>
            </a:xfrm>
            <a:prstGeom prst="ellipse">
              <a:avLst/>
            </a:prstGeom>
            <a:solidFill>
              <a:srgbClr val="00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" name="Google Shape;183;p20"/>
          <p:cNvGrpSpPr/>
          <p:nvPr/>
        </p:nvGrpSpPr>
        <p:grpSpPr>
          <a:xfrm>
            <a:off x="766294" y="4260668"/>
            <a:ext cx="759875" cy="895014"/>
            <a:chOff x="913125" y="3654804"/>
            <a:chExt cx="945000" cy="1113063"/>
          </a:xfrm>
        </p:grpSpPr>
        <p:sp>
          <p:nvSpPr>
            <p:cNvPr id="184" name="Google Shape;184;p20"/>
            <p:cNvSpPr/>
            <p:nvPr/>
          </p:nvSpPr>
          <p:spPr>
            <a:xfrm>
              <a:off x="913125" y="3654804"/>
              <a:ext cx="945000" cy="945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" name="Google Shape;185;p20"/>
            <p:cNvCxnSpPr>
              <a:endCxn id="186" idx="3"/>
            </p:cNvCxnSpPr>
            <p:nvPr/>
          </p:nvCxnSpPr>
          <p:spPr>
            <a:xfrm flipH="1" rot="10800000">
              <a:off x="1169993" y="4142067"/>
              <a:ext cx="200700" cy="6258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6" name="Google Shape;186;p20"/>
            <p:cNvSpPr/>
            <p:nvPr/>
          </p:nvSpPr>
          <p:spPr>
            <a:xfrm>
              <a:off x="1364542" y="4106218"/>
              <a:ext cx="42000" cy="42000"/>
            </a:xfrm>
            <a:prstGeom prst="ellipse">
              <a:avLst/>
            </a:prstGeom>
            <a:solidFill>
              <a:srgbClr val="00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7" name="Google Shape;187;p20"/>
          <p:cNvSpPr txBox="1"/>
          <p:nvPr/>
        </p:nvSpPr>
        <p:spPr>
          <a:xfrm>
            <a:off x="476400" y="2434426"/>
            <a:ext cx="231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76400" y="3353523"/>
            <a:ext cx="231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76400" y="4211347"/>
            <a:ext cx="231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76400" y="5864700"/>
            <a:ext cx="642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 with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76400" y="6311110"/>
            <a:ext cx="66240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a circle is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times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circle with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6 cm has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circle with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6 cm has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 distance from the centre of a circle to its edge is 10 m.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 and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The furthest distance between two points on the edge of a circle is 24 m.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 and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2" name="Google Shape;192;p20"/>
          <p:cNvCxnSpPr/>
          <p:nvPr/>
        </p:nvCxnSpPr>
        <p:spPr>
          <a:xfrm>
            <a:off x="483157" y="94830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p20"/>
          <p:cNvSpPr txBox="1"/>
          <p:nvPr/>
        </p:nvSpPr>
        <p:spPr>
          <a:xfrm>
            <a:off x="1828600" y="2506225"/>
            <a:ext cx="5263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line segment does not go to the centre of the circle.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828600" y="3525886"/>
            <a:ext cx="5263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line segment does not go to the edge of the circle.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1828600" y="4545548"/>
            <a:ext cx="5263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line segment goes beyond the edge of the circle.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1" name="Google Shape;20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 in circles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5117878" y="4708925"/>
            <a:ext cx="14406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mm :  80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76400" y="1216500"/>
            <a:ext cx="6736500" cy="1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03225" y="896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The relationship between circumference and diameter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7" name="Google Shape;207;p21"/>
          <p:cNvGraphicFramePr/>
          <p:nvPr/>
        </p:nvGraphicFramePr>
        <p:xfrm>
          <a:off x="532900" y="170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{B3681BB7-734B-44FF-BD54-16F83F94B3D9}</a:tableStyleId>
              </a:tblPr>
              <a:tblGrid>
                <a:gridCol w="1904100"/>
                <a:gridCol w="775825"/>
                <a:gridCol w="775825"/>
                <a:gridCol w="775825"/>
                <a:gridCol w="775825"/>
                <a:gridCol w="775825"/>
                <a:gridCol w="775825"/>
              </a:tblGrid>
              <a:tr h="4178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radius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8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diameter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circumference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21"/>
          <p:cNvSpPr txBox="1"/>
          <p:nvPr/>
        </p:nvSpPr>
        <p:spPr>
          <a:xfrm>
            <a:off x="476400" y="3790300"/>
            <a:ext cx="6615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missing length in each circle, giving your answer to 3 significant figures.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51100" y="4386725"/>
            <a:ext cx="1121400" cy="1121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0" name="Google Shape;210;p21"/>
          <p:cNvCxnSpPr>
            <a:stCxn id="209" idx="1"/>
            <a:endCxn id="209" idx="5"/>
          </p:cNvCxnSpPr>
          <p:nvPr/>
        </p:nvCxnSpPr>
        <p:spPr>
          <a:xfrm>
            <a:off x="815325" y="4550950"/>
            <a:ext cx="792900" cy="792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1" name="Google Shape;211;p21"/>
          <p:cNvSpPr/>
          <p:nvPr/>
        </p:nvSpPr>
        <p:spPr>
          <a:xfrm>
            <a:off x="1190540" y="4926165"/>
            <a:ext cx="42300" cy="423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1102652" y="4637623"/>
            <a:ext cx="586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76400" y="4272500"/>
            <a:ext cx="260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134000" y="4272500"/>
            <a:ext cx="23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761950" y="4310925"/>
            <a:ext cx="22266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circumference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058579" y="4708925"/>
            <a:ext cx="1645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 :          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369422" y="1782522"/>
            <a:ext cx="438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817222" y="1782522"/>
            <a:ext cx="438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5105909" y="2197540"/>
            <a:ext cx="438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5800213" y="2197540"/>
            <a:ext cx="438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6621404" y="2197540"/>
            <a:ext cx="438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6621404" y="2646236"/>
            <a:ext cx="438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301387" y="2646236"/>
            <a:ext cx="438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505709" y="2646236"/>
            <a:ext cx="438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2686675" y="4732400"/>
            <a:ext cx="4383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34.6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5164014" y="4685906"/>
            <a:ext cx="438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4239156" y="4460038"/>
            <a:ext cx="723600" cy="7053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566282" y="5280610"/>
            <a:ext cx="6219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105250" y="4306675"/>
            <a:ext cx="2030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circumference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1"/>
          <p:cNvCxnSpPr/>
          <p:nvPr/>
        </p:nvCxnSpPr>
        <p:spPr>
          <a:xfrm>
            <a:off x="4312395" y="5062034"/>
            <a:ext cx="177600" cy="326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