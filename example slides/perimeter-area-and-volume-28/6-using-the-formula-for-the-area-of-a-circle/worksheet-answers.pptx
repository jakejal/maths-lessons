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6" name="Shape 296"/>
        <p:cNvGrpSpPr/>
        <p:nvPr/>
      </p:nvGrpSpPr>
      <p:grpSpPr>
        <a:xfrm>
          <a:off x="0" y="0"/>
          <a:ext cx="0" cy="0"/>
        </a:xfrm>
      </p:grpSpPr>
      <p:sp>
        <p:nvSpPr>
          <p:cNvPr id="297" name="Google Shape;29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cxnSp>
        <p:nvCxnSpPr>
          <p:cNvPr id="173" name="Google Shape;173;p20"/>
          <p:cNvCxnSpPr/>
          <p:nvPr/>
        </p:nvCxnSpPr>
        <p:spPr>
          <a:xfrm>
            <a:off x="474757" y="99053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" name="Google Shape;174;p20"/>
          <p:cNvSpPr/>
          <p:nvPr/>
        </p:nvSpPr>
        <p:spPr>
          <a:xfrm>
            <a:off x="5735981" y="4064435"/>
            <a:ext cx="657300" cy="3258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743038" y="4067053"/>
            <a:ext cx="639600" cy="639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2752" y="1788093"/>
            <a:ext cx="66117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area of each circle, giving your answers as decimals rounded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3 significant figures.  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60525" y="1354175"/>
            <a:ext cx="66117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Finding areas of circles by using the formula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071088" y="3892000"/>
            <a:ext cx="440400" cy="440400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39168" y="3893287"/>
            <a:ext cx="864000" cy="8646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 flipH="1">
            <a:off x="1585478" y="3893284"/>
            <a:ext cx="0" cy="44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1" name="Google Shape;181;p20"/>
          <p:cNvSpPr txBox="1"/>
          <p:nvPr/>
        </p:nvSpPr>
        <p:spPr>
          <a:xfrm>
            <a:off x="1606712" y="4024725"/>
            <a:ext cx="707100" cy="1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6.2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057371" y="4311520"/>
            <a:ext cx="27600" cy="27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168403" y="2346549"/>
            <a:ext cx="826500" cy="826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>
            <a:endCxn id="183" idx="3"/>
          </p:cNvCxnSpPr>
          <p:nvPr/>
        </p:nvCxnSpPr>
        <p:spPr>
          <a:xfrm flipH="1">
            <a:off x="4289441" y="2763067"/>
            <a:ext cx="285000" cy="28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5" name="Google Shape;185;p20"/>
          <p:cNvSpPr txBox="1"/>
          <p:nvPr/>
        </p:nvSpPr>
        <p:spPr>
          <a:xfrm>
            <a:off x="4446360" y="2857799"/>
            <a:ext cx="4674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4568298" y="2746473"/>
            <a:ext cx="26700" cy="26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823521" y="2402225"/>
            <a:ext cx="673200" cy="673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" name="Google Shape;188;p20"/>
          <p:cNvCxnSpPr>
            <a:stCxn id="187" idx="5"/>
            <a:endCxn id="187" idx="1"/>
          </p:cNvCxnSpPr>
          <p:nvPr/>
        </p:nvCxnSpPr>
        <p:spPr>
          <a:xfrm rot="10800000">
            <a:off x="5922033" y="2500949"/>
            <a:ext cx="476100" cy="476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89" name="Google Shape;189;p20"/>
          <p:cNvSpPr txBox="1"/>
          <p:nvPr/>
        </p:nvSpPr>
        <p:spPr>
          <a:xfrm rot="2700000">
            <a:off x="5981063" y="2608338"/>
            <a:ext cx="582090" cy="135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6149402" y="2728128"/>
            <a:ext cx="21600" cy="216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 rot="2767766">
            <a:off x="4078977" y="4016714"/>
            <a:ext cx="699535" cy="699535"/>
          </a:xfrm>
          <a:prstGeom prst="rect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093117" y="4031679"/>
            <a:ext cx="684900" cy="685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 flipH="1">
            <a:off x="4709301" y="4321001"/>
            <a:ext cx="0" cy="70166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94" name="Google Shape;194;p20"/>
          <p:cNvSpPr txBox="1"/>
          <p:nvPr/>
        </p:nvSpPr>
        <p:spPr>
          <a:xfrm>
            <a:off x="4686923" y="4672581"/>
            <a:ext cx="3873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424443" y="4363025"/>
            <a:ext cx="21900" cy="219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2818859" y="4232633"/>
            <a:ext cx="20700" cy="20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" name="Google Shape;197;p20"/>
          <p:cNvGrpSpPr/>
          <p:nvPr/>
        </p:nvGrpSpPr>
        <p:grpSpPr>
          <a:xfrm rot="5400000">
            <a:off x="2601300" y="4134879"/>
            <a:ext cx="454730" cy="658527"/>
            <a:chOff x="5274852" y="2420160"/>
            <a:chExt cx="662100" cy="577909"/>
          </a:xfrm>
        </p:grpSpPr>
        <p:cxnSp>
          <p:nvCxnSpPr>
            <p:cNvPr id="198" name="Google Shape;198;p20"/>
            <p:cNvCxnSpPr/>
            <p:nvPr/>
          </p:nvCxnSpPr>
          <p:spPr>
            <a:xfrm rot="10800000">
              <a:off x="5274852" y="2998069"/>
              <a:ext cx="662100" cy="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20"/>
            <p:cNvCxnSpPr/>
            <p:nvPr/>
          </p:nvCxnSpPr>
          <p:spPr>
            <a:xfrm rot="10800000">
              <a:off x="5274852" y="2420160"/>
              <a:ext cx="662100" cy="0"/>
            </a:xfrm>
            <a:prstGeom prst="straightConnector1">
              <a:avLst/>
            </a:prstGeom>
            <a:noFill/>
            <a:ln w="19050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00" name="Google Shape;200;p20"/>
          <p:cNvSpPr/>
          <p:nvPr/>
        </p:nvSpPr>
        <p:spPr>
          <a:xfrm>
            <a:off x="2508869" y="3922631"/>
            <a:ext cx="640800" cy="6408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" name="Google Shape;201;p20"/>
          <p:cNvCxnSpPr/>
          <p:nvPr/>
        </p:nvCxnSpPr>
        <p:spPr>
          <a:xfrm>
            <a:off x="2503058" y="4699204"/>
            <a:ext cx="64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2" name="Google Shape;202;p20"/>
          <p:cNvSpPr txBox="1"/>
          <p:nvPr/>
        </p:nvSpPr>
        <p:spPr>
          <a:xfrm>
            <a:off x="2590744" y="4705514"/>
            <a:ext cx="5604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8.4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69931" y="2409230"/>
            <a:ext cx="1140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circle with radius 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2475898" y="2409230"/>
            <a:ext cx="11760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circle with diameter 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>
            <a:off x="5732675" y="4024718"/>
            <a:ext cx="662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0"/>
          <p:cNvSpPr txBox="1"/>
          <p:nvPr/>
        </p:nvSpPr>
        <p:spPr>
          <a:xfrm>
            <a:off x="6489083" y="4132732"/>
            <a:ext cx="5955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052406" y="4376443"/>
            <a:ext cx="20700" cy="207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0"/>
          <p:cNvCxnSpPr/>
          <p:nvPr/>
        </p:nvCxnSpPr>
        <p:spPr>
          <a:xfrm rot="10800000" flipH="1">
            <a:off x="6444789" y="4066946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0"/>
          <p:cNvSpPr txBox="1"/>
          <p:nvPr/>
        </p:nvSpPr>
        <p:spPr>
          <a:xfrm>
            <a:off x="5798979" y="3828744"/>
            <a:ext cx="595500" cy="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60525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5448929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3786127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2240700" y="2401227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60525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5448929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786127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240700" y="3838875"/>
            <a:ext cx="190500" cy="2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669936" y="2975175"/>
            <a:ext cx="12969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113 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2489236" y="2975175"/>
            <a:ext cx="1449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28.3 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4015101" y="3209924"/>
            <a:ext cx="1497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50.3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5631528" y="3182003"/>
            <a:ext cx="1449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380 mm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3869268" y="4941003"/>
            <a:ext cx="1497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63.6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5415081" y="4772548"/>
            <a:ext cx="1449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616 mm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2313732" y="4879120"/>
            <a:ext cx="14493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55.4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460526" y="4806955"/>
            <a:ext cx="14190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area = 121 cm</a:t>
            </a:r>
            <a:r>
              <a:rPr lang="en-GB" sz="1200" baseline="30000"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473047" y="5712300"/>
            <a:ext cx="64974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area of each circle, giving your answers in terms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674979" y="6120052"/>
            <a:ext cx="28464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distance from the centre of the circle to the circumference is 12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460525" y="6111853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238010" y="6120052"/>
            <a:ext cx="28464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furthest distance from one side of the circle to the other is 12 cm.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0"/>
          <p:cNvSpPr txBox="1"/>
          <p:nvPr/>
        </p:nvSpPr>
        <p:spPr>
          <a:xfrm>
            <a:off x="4023556" y="6111853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60525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0"/>
          <p:cNvSpPr txBox="1"/>
          <p:nvPr/>
        </p:nvSpPr>
        <p:spPr>
          <a:xfrm>
            <a:off x="2628428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4976634" y="7387146"/>
            <a:ext cx="195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489760" y="7821075"/>
            <a:ext cx="859200" cy="8592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5" name="Google Shape;235;p20"/>
          <p:cNvCxnSpPr/>
          <p:nvPr/>
        </p:nvCxnSpPr>
        <p:spPr>
          <a:xfrm rot="10800000" flipH="1">
            <a:off x="3025775" y="7453605"/>
            <a:ext cx="0" cy="1347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36" name="Google Shape;236;p20"/>
          <p:cNvCxnSpPr/>
          <p:nvPr/>
        </p:nvCxnSpPr>
        <p:spPr>
          <a:xfrm>
            <a:off x="3021758" y="8797827"/>
            <a:ext cx="1531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7" name="Google Shape;237;p20"/>
          <p:cNvSpPr txBox="1"/>
          <p:nvPr/>
        </p:nvSpPr>
        <p:spPr>
          <a:xfrm>
            <a:off x="3058256" y="8064399"/>
            <a:ext cx="49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2913183" y="7386529"/>
            <a:ext cx="193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i="1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333618" y="8237611"/>
            <a:ext cx="31200" cy="312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3475227" y="8237611"/>
            <a:ext cx="31200" cy="31200"/>
          </a:xfrm>
          <a:prstGeom prst="ellipse">
            <a:avLst/>
          </a:prstGeom>
          <a:solidFill>
            <a:srgbClr val="000000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4374094" y="8055231"/>
            <a:ext cx="4932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(14, 4)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2" name="Google Shape;242;p20"/>
          <p:cNvCxnSpPr>
            <a:stCxn id="240" idx="6"/>
            <a:endCxn id="239" idx="2"/>
          </p:cNvCxnSpPr>
          <p:nvPr/>
        </p:nvCxnSpPr>
        <p:spPr>
          <a:xfrm>
            <a:off x="3506427" y="8253211"/>
            <a:ext cx="8271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3" name="Google Shape;243;p20"/>
          <p:cNvSpPr/>
          <p:nvPr/>
        </p:nvSpPr>
        <p:spPr>
          <a:xfrm>
            <a:off x="3901934" y="8237611"/>
            <a:ext cx="31200" cy="31200"/>
          </a:xfrm>
          <a:prstGeom prst="ellipse">
            <a:avLst/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505519" y="8768851"/>
            <a:ext cx="1932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 i="1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16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666875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894892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122909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1350926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666875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894892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1122909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1350926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666875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894892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1122909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350926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666875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894892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1122909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1350926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1578943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1578943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1578943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1578943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1806960" y="7457419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1806960" y="768543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806960" y="7913452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1806960" y="8141468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666875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894892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1122909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350926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66875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894892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1122909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1350926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1578943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1578943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806960" y="8369485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1806960" y="8597501"/>
            <a:ext cx="228000" cy="2280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670895" y="7457413"/>
            <a:ext cx="1364100" cy="13641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325534" y="8115689"/>
            <a:ext cx="49800" cy="49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0"/>
          <p:cNvPicPr preferRelativeResize="0"/>
          <p:nvPr/>
        </p:nvPicPr>
        <p:blipFill>
          <a:blip r:embed="rId3">
            <a:alphaModFix/>
          </a:blip>
          <a:srcRect l="456" r="386"/>
          <a:stretch>
            <a:fillRect/>
          </a:stretch>
        </p:blipFill>
        <p:spPr>
          <a:xfrm>
            <a:off x="5272606" y="7446627"/>
            <a:ext cx="1416139" cy="137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0"/>
          <p:cNvSpPr/>
          <p:nvPr/>
        </p:nvSpPr>
        <p:spPr>
          <a:xfrm>
            <a:off x="5965055" y="8120485"/>
            <a:ext cx="31200" cy="31200"/>
          </a:xfrm>
          <a:prstGeom prst="ellipse">
            <a:avLst/>
          </a:prstGeom>
          <a:solidFill>
            <a:srgbClr val="000000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437477" y="7593453"/>
            <a:ext cx="1082400" cy="1082400"/>
          </a:xfrm>
          <a:prstGeom prst="ellips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665338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 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3009276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    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293113" y="9102212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 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665338" y="6665760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          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235336" y="6671770"/>
            <a:ext cx="1562700" cy="2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          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1251950" y="6633517"/>
            <a:ext cx="4479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4845988" y="6633517"/>
            <a:ext cx="4479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36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1269980" y="9093418"/>
            <a:ext cx="4479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3655989" y="9103237"/>
            <a:ext cx="4479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5891744" y="9093418"/>
            <a:ext cx="4479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99" name="Shape 299"/>
        <p:cNvGrpSpPr/>
        <p:nvPr/>
      </p:nvGrpSpPr>
      <p:grpSpPr>
        <a:xfrm>
          <a:off x="0" y="0"/>
          <a:ext cx="0" cy="0"/>
        </a:xfrm>
      </p:grpSpPr>
      <p:sp>
        <p:nvSpPr>
          <p:cNvPr id="300" name="Google Shape;300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1" name="Google Shape;301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Using the formula for the area of a circle</a:t>
            </a:r>
            <a:endParaRPr/>
          </a:p>
        </p:txBody>
      </p:sp>
      <p:sp>
        <p:nvSpPr>
          <p:cNvPr id="302" name="Google Shape;3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476400" y="1406803"/>
            <a:ext cx="4726500" cy="27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area of the circle is 500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For each question, give your answer to 1 decimal place.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Calculate the radius.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Calculate the diameter.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Calculate circumference.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468002" y="896975"/>
            <a:ext cx="6624000" cy="2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Finding the radius or diameter when the area is known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/>
          <p:nvPr/>
        </p:nvSpPr>
        <p:spPr>
          <a:xfrm>
            <a:off x="5319337" y="2200505"/>
            <a:ext cx="1451100" cy="14514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4423552" y="2406575"/>
            <a:ext cx="779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00 cm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8" name="Google Shape;308;p21"/>
          <p:cNvCxnSpPr/>
          <p:nvPr/>
        </p:nvCxnSpPr>
        <p:spPr>
          <a:xfrm>
            <a:off x="4920539" y="2635123"/>
            <a:ext cx="789000" cy="30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9" name="Google Shape;309;p21"/>
          <p:cNvSpPr txBox="1"/>
          <p:nvPr/>
        </p:nvSpPr>
        <p:spPr>
          <a:xfrm>
            <a:off x="2830291" y="2145128"/>
            <a:ext cx="779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12.6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2830291" y="3565088"/>
            <a:ext cx="779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25.2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2830291" y="5042430"/>
            <a:ext cx="7794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79.3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63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Using the formula for the area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2024-01-09T11:00:14.640</cp:lastPrinted>
  <dcterms:created xsi:type="dcterms:W3CDTF">2024-01-09T11:00:14Z</dcterms:created>
  <dcterms:modified xsi:type="dcterms:W3CDTF">2024-01-09T11:02:45Z</dcterms:modified>
</cp:coreProperties>
</file>