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formula for the area of a circle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62" name="Google Shape;162;p20"/>
          <p:cNvCxnSpPr/>
          <p:nvPr/>
        </p:nvCxnSpPr>
        <p:spPr>
          <a:xfrm>
            <a:off x="474757" y="99053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20"/>
          <p:cNvSpPr/>
          <p:nvPr/>
        </p:nvSpPr>
        <p:spPr>
          <a:xfrm>
            <a:off x="5735981" y="4064435"/>
            <a:ext cx="657300" cy="3258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743038" y="4067053"/>
            <a:ext cx="639600" cy="639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2752" y="1788093"/>
            <a:ext cx="66117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area of each circle, giving your answers as decimals rounded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3 significant figures.  Diagrams are not drawn to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0525" y="1354175"/>
            <a:ext cx="6611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areas of circles by using the formula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071088" y="3892000"/>
            <a:ext cx="440400" cy="4404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39168" y="3893287"/>
            <a:ext cx="864000" cy="864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 flipH="1">
            <a:off x="1585478" y="3893284"/>
            <a:ext cx="0" cy="44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0" name="Google Shape;170;p20"/>
          <p:cNvSpPr txBox="1"/>
          <p:nvPr/>
        </p:nvSpPr>
        <p:spPr>
          <a:xfrm>
            <a:off x="1606712" y="4024725"/>
            <a:ext cx="7071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057371" y="4311520"/>
            <a:ext cx="27600" cy="276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168403" y="2346549"/>
            <a:ext cx="826500" cy="826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" name="Google Shape;173;p20"/>
          <p:cNvCxnSpPr>
            <a:endCxn id="172" idx="3"/>
          </p:cNvCxnSpPr>
          <p:nvPr/>
        </p:nvCxnSpPr>
        <p:spPr>
          <a:xfrm flipH="1">
            <a:off x="4289441" y="2763067"/>
            <a:ext cx="285000" cy="28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446360" y="2857799"/>
            <a:ext cx="4674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568298" y="2746473"/>
            <a:ext cx="26700" cy="267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823521" y="2402225"/>
            <a:ext cx="673200" cy="673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>
            <a:stCxn id="176" idx="5"/>
            <a:endCxn id="176" idx="1"/>
          </p:cNvCxnSpPr>
          <p:nvPr/>
        </p:nvCxnSpPr>
        <p:spPr>
          <a:xfrm rot="10800000">
            <a:off x="5922033" y="2500949"/>
            <a:ext cx="476100" cy="476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" name="Google Shape;178;p20"/>
          <p:cNvSpPr txBox="1"/>
          <p:nvPr/>
        </p:nvSpPr>
        <p:spPr>
          <a:xfrm rot="2700000">
            <a:off x="5981063" y="2608338"/>
            <a:ext cx="582090" cy="13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149402" y="2728128"/>
            <a:ext cx="21600" cy="216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 rot="2767766">
            <a:off x="4078977" y="4016714"/>
            <a:ext cx="699535" cy="699535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093117" y="4031679"/>
            <a:ext cx="684900" cy="685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 flipH="1">
            <a:off x="4709301" y="4321001"/>
            <a:ext cx="0" cy="70166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4686923" y="4672581"/>
            <a:ext cx="3873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424443" y="4363025"/>
            <a:ext cx="21900" cy="219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818859" y="4232633"/>
            <a:ext cx="20700" cy="207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 rot="5400000">
            <a:off x="2601300" y="4134879"/>
            <a:ext cx="454730" cy="658527"/>
            <a:chOff x="5274852" y="2420160"/>
            <a:chExt cx="662100" cy="577909"/>
          </a:xfrm>
        </p:grpSpPr>
        <p:cxnSp>
          <p:nvCxnSpPr>
            <p:cNvPr id="187" name="Google Shape;187;p20"/>
            <p:cNvCxnSpPr/>
            <p:nvPr/>
          </p:nvCxnSpPr>
          <p:spPr>
            <a:xfrm rot="10800000">
              <a:off x="5274852" y="2998069"/>
              <a:ext cx="662100" cy="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0"/>
            <p:cNvCxnSpPr/>
            <p:nvPr/>
          </p:nvCxnSpPr>
          <p:spPr>
            <a:xfrm rot="10800000">
              <a:off x="5274852" y="2420160"/>
              <a:ext cx="662100" cy="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89" name="Google Shape;189;p20"/>
          <p:cNvSpPr/>
          <p:nvPr/>
        </p:nvSpPr>
        <p:spPr>
          <a:xfrm>
            <a:off x="2508869" y="3922631"/>
            <a:ext cx="640800" cy="640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2503058" y="4699204"/>
            <a:ext cx="64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2590744" y="4705514"/>
            <a:ext cx="5604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69931" y="2409230"/>
            <a:ext cx="11403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circle with radius 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475898" y="2409230"/>
            <a:ext cx="11760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circle with diameter 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5732675" y="4024718"/>
            <a:ext cx="662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6489083" y="4132732"/>
            <a:ext cx="595500" cy="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052406" y="4376443"/>
            <a:ext cx="20700" cy="207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rot="10800000" flipH="1">
            <a:off x="6444789" y="4066946"/>
            <a:ext cx="0" cy="32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8" name="Google Shape;198;p20"/>
          <p:cNvSpPr txBox="1"/>
          <p:nvPr/>
        </p:nvSpPr>
        <p:spPr>
          <a:xfrm>
            <a:off x="5798979" y="3828744"/>
            <a:ext cx="595500" cy="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0525" y="2401227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448929" y="2401227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786127" y="2401227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240700" y="2401227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60525" y="3838875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448929" y="3838875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786127" y="3838875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240700" y="3838875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3047" y="5712300"/>
            <a:ext cx="64974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area of each circle, giving your answers in terms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74979" y="6120052"/>
            <a:ext cx="28464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distance from the centre of the circle to the circumference is 12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60525" y="6111853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238010" y="6120052"/>
            <a:ext cx="28464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furthest distance from one side of the circle to the other is 12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023556" y="6111853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60525" y="7387146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628428" y="7387146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976634" y="7387146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489760" y="7821075"/>
            <a:ext cx="859200" cy="859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 rot="10800000" flipH="1">
            <a:off x="3025775" y="7453605"/>
            <a:ext cx="0" cy="134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20"/>
          <p:cNvCxnSpPr/>
          <p:nvPr/>
        </p:nvCxnSpPr>
        <p:spPr>
          <a:xfrm>
            <a:off x="3021758" y="8797827"/>
            <a:ext cx="15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20"/>
          <p:cNvSpPr txBox="1"/>
          <p:nvPr/>
        </p:nvSpPr>
        <p:spPr>
          <a:xfrm>
            <a:off x="3058256" y="8064399"/>
            <a:ext cx="493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2913183" y="7386529"/>
            <a:ext cx="193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6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333618" y="8237611"/>
            <a:ext cx="31200" cy="312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475227" y="8237611"/>
            <a:ext cx="31200" cy="312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374094" y="8055231"/>
            <a:ext cx="493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(14, 4)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" name="Google Shape;223;p20"/>
          <p:cNvCxnSpPr>
            <a:stCxn id="221" idx="6"/>
            <a:endCxn id="220" idx="2"/>
          </p:cNvCxnSpPr>
          <p:nvPr/>
        </p:nvCxnSpPr>
        <p:spPr>
          <a:xfrm>
            <a:off x="3506427" y="8253211"/>
            <a:ext cx="8271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4" name="Google Shape;224;p20"/>
          <p:cNvSpPr/>
          <p:nvPr/>
        </p:nvSpPr>
        <p:spPr>
          <a:xfrm>
            <a:off x="3901934" y="8237611"/>
            <a:ext cx="31200" cy="31200"/>
          </a:xfrm>
          <a:prstGeom prst="ellipse">
            <a:avLst/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505519" y="8768851"/>
            <a:ext cx="193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6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666875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894892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1122909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1350926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666875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894892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122909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350926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66875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894892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122909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1350926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666875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94892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1122909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350926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578943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578943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578943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578943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1806960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1806960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1806960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806960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666875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894892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1122909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1350926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666875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894892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1122909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1350926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1578943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1578943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806960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1806960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670895" y="7457413"/>
            <a:ext cx="1364100" cy="13641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1325534" y="8115689"/>
            <a:ext cx="49800" cy="49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4" name="Google Shape;264;p20"/>
          <p:cNvPicPr preferRelativeResize="0"/>
          <p:nvPr/>
        </p:nvPicPr>
        <p:blipFill>
          <a:blip r:embed="rId3">
            <a:alphaModFix/>
          </a:blip>
          <a:srcRect l="456" r="386"/>
          <a:stretch>
            <a:fillRect/>
          </a:stretch>
        </p:blipFill>
        <p:spPr>
          <a:xfrm>
            <a:off x="5272606" y="7446627"/>
            <a:ext cx="1416139" cy="137897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/>
          <p:nvPr/>
        </p:nvSpPr>
        <p:spPr>
          <a:xfrm>
            <a:off x="5965055" y="8120485"/>
            <a:ext cx="31200" cy="31200"/>
          </a:xfrm>
          <a:prstGeom prst="ellipse">
            <a:avLst/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5437477" y="7593453"/>
            <a:ext cx="1082400" cy="1082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665338" y="9102212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3009276" y="9102212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5293113" y="9102212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665338" y="6665760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4235336" y="6671770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77" name="Google Shape;27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formula for the area of a circle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476400" y="1406803"/>
            <a:ext cx="4726500" cy="27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area of the circle is 500 cm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For each question, give your answer to 1 decimal place.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radius.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Calculate the diameter.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Calculate circumference.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68002" y="896975"/>
            <a:ext cx="66240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Finding the radius or diameter when the area is known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5319337" y="2200505"/>
            <a:ext cx="1451100" cy="1451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423552" y="2406575"/>
            <a:ext cx="779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cm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4" name="Google Shape;284;p21"/>
          <p:cNvCxnSpPr/>
          <p:nvPr/>
        </p:nvCxnSpPr>
        <p:spPr>
          <a:xfrm>
            <a:off x="4920539" y="2635123"/>
            <a:ext cx="789000" cy="30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Using the formula for the area of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2024-01-09T10:59:36.731</cp:lastPrinted>
  <dcterms:created xsi:type="dcterms:W3CDTF">2024-01-09T10:59:36Z</dcterms:created>
  <dcterms:modified xsi:type="dcterms:W3CDTF">2024-01-09T11:00:45Z</dcterms:modified>
</cp:coreProperties>
</file>