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62.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1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313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13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279955a40ae_0_8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8" name="Google Shape;748;g279955a40ae_0_8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4" name="Google Shape;754;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9" name="Google Shape;759;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g1ea92c39243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4" name="Google Shape;764;g1ea92c39243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g1ea92c39243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2" name="Google Shape;772;g1ea92c39243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8" name="Shape 778"/>
        <p:cNvGrpSpPr/>
        <p:nvPr/>
      </p:nvGrpSpPr>
      <p:grpSpPr>
        <a:xfrm>
          <a:off x="0" y="0"/>
          <a:ext cx="0" cy="0"/>
          <a:chOff x="0" y="0"/>
          <a:chExt cx="0" cy="0"/>
        </a:xfrm>
      </p:grpSpPr>
      <p:sp>
        <p:nvSpPr>
          <p:cNvPr id="779" name="Google Shape;779;g1ea92c3924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0" name="Google Shape;780;g1ea92c3924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4" name="Shape 804"/>
        <p:cNvGrpSpPr/>
        <p:nvPr/>
      </p:nvGrpSpPr>
      <p:grpSpPr>
        <a:xfrm>
          <a:off x="0" y="0"/>
          <a:ext cx="0" cy="0"/>
          <a:chOff x="0" y="0"/>
          <a:chExt cx="0" cy="0"/>
        </a:xfrm>
      </p:grpSpPr>
      <p:sp>
        <p:nvSpPr>
          <p:cNvPr id="805" name="Google Shape;805;g299a076a280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6" name="Google Shape;806;g299a076a280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299a076a280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5" name="Google Shape;845;g299a076a280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g299a076a280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8" name="Google Shape;908;g299a076a280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g299a076a280_0_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9" name="Google Shape;969;g299a076a280_0_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9" name="Shape 979"/>
        <p:cNvGrpSpPr/>
        <p:nvPr/>
      </p:nvGrpSpPr>
      <p:grpSpPr>
        <a:xfrm>
          <a:off x="0" y="0"/>
          <a:ext cx="0" cy="0"/>
          <a:chOff x="0" y="0"/>
          <a:chExt cx="0" cy="0"/>
        </a:xfrm>
      </p:grpSpPr>
      <p:sp>
        <p:nvSpPr>
          <p:cNvPr id="980" name="Google Shape;980;g1ea92c39243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1" name="Google Shape;981;g1ea92c39243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0" name="Shape 990"/>
        <p:cNvGrpSpPr/>
        <p:nvPr/>
      </p:nvGrpSpPr>
      <p:grpSpPr>
        <a:xfrm>
          <a:off x="0" y="0"/>
          <a:ext cx="0" cy="0"/>
          <a:chOff x="0" y="0"/>
          <a:chExt cx="0" cy="0"/>
        </a:xfrm>
      </p:grpSpPr>
      <p:sp>
        <p:nvSpPr>
          <p:cNvPr id="991" name="Google Shape;991;g299a076a280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2" name="Google Shape;992;g299a076a280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g299a076a280_0_9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9" name="Google Shape;1019;g299a076a280_0_9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2" name="Shape 1032"/>
        <p:cNvGrpSpPr/>
        <p:nvPr/>
      </p:nvGrpSpPr>
      <p:grpSpPr>
        <a:xfrm>
          <a:off x="0" y="0"/>
          <a:ext cx="0" cy="0"/>
          <a:chOff x="0" y="0"/>
          <a:chExt cx="0" cy="0"/>
        </a:xfrm>
      </p:grpSpPr>
      <p:sp>
        <p:nvSpPr>
          <p:cNvPr id="1033" name="Google Shape;1033;g2a2f1fdd1e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4" name="Google Shape;1034;g2a2f1fdd1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299a076a280_0_9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299a076a280_0_9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g299a076a280_0_10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7" name="Google Shape;1067;g299a076a280_0_10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299a076a280_0_10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299a076a280_0_10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299a076a280_0_10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299a076a280_0_10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9" name="Shape 1099"/>
        <p:cNvGrpSpPr/>
        <p:nvPr/>
      </p:nvGrpSpPr>
      <p:grpSpPr>
        <a:xfrm>
          <a:off x="0" y="0"/>
          <a:ext cx="0" cy="0"/>
          <a:chOff x="0" y="0"/>
          <a:chExt cx="0" cy="0"/>
        </a:xfrm>
      </p:grpSpPr>
      <p:sp>
        <p:nvSpPr>
          <p:cNvPr id="1100" name="Google Shape;1100;g299a076a280_0_9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1" name="Google Shape;1101;g299a076a280_0_9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3" name="Shape 1113"/>
        <p:cNvGrpSpPr/>
        <p:nvPr/>
      </p:nvGrpSpPr>
      <p:grpSpPr>
        <a:xfrm>
          <a:off x="0" y="0"/>
          <a:ext cx="0" cy="0"/>
          <a:chOff x="0" y="0"/>
          <a:chExt cx="0" cy="0"/>
        </a:xfrm>
      </p:grpSpPr>
      <p:sp>
        <p:nvSpPr>
          <p:cNvPr id="1114" name="Google Shape;1114;g2a2f1fdd1ef_0_7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5" name="Google Shape;1115;g2a2f1fdd1ef_0_7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4" name="Shape 1124"/>
        <p:cNvGrpSpPr/>
        <p:nvPr/>
      </p:nvGrpSpPr>
      <p:grpSpPr>
        <a:xfrm>
          <a:off x="0" y="0"/>
          <a:ext cx="0" cy="0"/>
          <a:chOff x="0" y="0"/>
          <a:chExt cx="0" cy="0"/>
        </a:xfrm>
      </p:grpSpPr>
      <p:sp>
        <p:nvSpPr>
          <p:cNvPr id="1125" name="Google Shape;1125;g299a076a280_0_9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6" name="Google Shape;1126;g299a076a280_0_9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5" name="Shape 1135"/>
        <p:cNvGrpSpPr/>
        <p:nvPr/>
      </p:nvGrpSpPr>
      <p:grpSpPr>
        <a:xfrm>
          <a:off x="0" y="0"/>
          <a:ext cx="0" cy="0"/>
          <a:chOff x="0" y="0"/>
          <a:chExt cx="0" cy="0"/>
        </a:xfrm>
      </p:grpSpPr>
      <p:sp>
        <p:nvSpPr>
          <p:cNvPr id="1136" name="Google Shape;1136;g1ea92c39243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7" name="Google Shape;1137;g1ea92c39243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5" name="Shape 1165"/>
        <p:cNvGrpSpPr/>
        <p:nvPr/>
      </p:nvGrpSpPr>
      <p:grpSpPr>
        <a:xfrm>
          <a:off x="0" y="0"/>
          <a:ext cx="0" cy="0"/>
          <a:chOff x="0" y="0"/>
          <a:chExt cx="0" cy="0"/>
        </a:xfrm>
      </p:grpSpPr>
      <p:sp>
        <p:nvSpPr>
          <p:cNvPr id="1166" name="Google Shape;1166;g29a7434f72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7" name="Google Shape;1167;g29a7434f72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5" name="Shape 1215"/>
        <p:cNvGrpSpPr/>
        <p:nvPr/>
      </p:nvGrpSpPr>
      <p:grpSpPr>
        <a:xfrm>
          <a:off x="0" y="0"/>
          <a:ext cx="0" cy="0"/>
          <a:chOff x="0" y="0"/>
          <a:chExt cx="0" cy="0"/>
        </a:xfrm>
      </p:grpSpPr>
      <p:sp>
        <p:nvSpPr>
          <p:cNvPr id="1216" name="Google Shape;1216;g29a7434f722_1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7" name="Google Shape;1217;g29a7434f722_1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2" name="Shape 1222"/>
        <p:cNvGrpSpPr/>
        <p:nvPr/>
      </p:nvGrpSpPr>
      <p:grpSpPr>
        <a:xfrm>
          <a:off x="0" y="0"/>
          <a:ext cx="0" cy="0"/>
          <a:chOff x="0" y="0"/>
          <a:chExt cx="0" cy="0"/>
        </a:xfrm>
      </p:grpSpPr>
      <p:sp>
        <p:nvSpPr>
          <p:cNvPr id="1223" name="Google Shape;1223;g29a7434f722_1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4" name="Google Shape;1224;g29a7434f722_1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g29a7434f722_1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8" name="Google Shape;1258;g29a7434f722_1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6" name="Shape 1316"/>
        <p:cNvGrpSpPr/>
        <p:nvPr/>
      </p:nvGrpSpPr>
      <p:grpSpPr>
        <a:xfrm>
          <a:off x="0" y="0"/>
          <a:ext cx="0" cy="0"/>
          <a:chOff x="0" y="0"/>
          <a:chExt cx="0" cy="0"/>
        </a:xfrm>
      </p:grpSpPr>
      <p:sp>
        <p:nvSpPr>
          <p:cNvPr id="1317" name="Google Shape;1317;g1ea92c39243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8" name="Google Shape;1318;g1ea92c39243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4" name="Shape 1324"/>
        <p:cNvGrpSpPr/>
        <p:nvPr/>
      </p:nvGrpSpPr>
      <p:grpSpPr>
        <a:xfrm>
          <a:off x="0" y="0"/>
          <a:ext cx="0" cy="0"/>
          <a:chOff x="0" y="0"/>
          <a:chExt cx="0" cy="0"/>
        </a:xfrm>
      </p:grpSpPr>
      <p:sp>
        <p:nvSpPr>
          <p:cNvPr id="1325" name="Google Shape;1325;g1ea92c39243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6" name="Google Shape;1326;g1ea92c39243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1" name="Shape 1331"/>
        <p:cNvGrpSpPr/>
        <p:nvPr/>
      </p:nvGrpSpPr>
      <p:grpSpPr>
        <a:xfrm>
          <a:off x="0" y="0"/>
          <a:ext cx="0" cy="0"/>
          <a:chOff x="0" y="0"/>
          <a:chExt cx="0" cy="0"/>
        </a:xfrm>
      </p:grpSpPr>
      <p:sp>
        <p:nvSpPr>
          <p:cNvPr id="1332" name="Google Shape;1332;g299a076a280_0_10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3" name="Google Shape;1333;g299a076a280_0_10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6" name="Shape 1346"/>
        <p:cNvGrpSpPr/>
        <p:nvPr/>
      </p:nvGrpSpPr>
      <p:grpSpPr>
        <a:xfrm>
          <a:off x="0" y="0"/>
          <a:ext cx="0" cy="0"/>
          <a:chOff x="0" y="0"/>
          <a:chExt cx="0" cy="0"/>
        </a:xfrm>
      </p:grpSpPr>
      <p:sp>
        <p:nvSpPr>
          <p:cNvPr id="1347" name="Google Shape;1347;g1ea92c39243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8" name="Google Shape;1348;g1ea92c39243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29a7434f722_1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2" name="Google Shape;1362;g29a7434f722_1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6" name="Shape 1376"/>
        <p:cNvGrpSpPr/>
        <p:nvPr/>
      </p:nvGrpSpPr>
      <p:grpSpPr>
        <a:xfrm>
          <a:off x="0" y="0"/>
          <a:ext cx="0" cy="0"/>
          <a:chOff x="0" y="0"/>
          <a:chExt cx="0" cy="0"/>
        </a:xfrm>
      </p:grpSpPr>
      <p:sp>
        <p:nvSpPr>
          <p:cNvPr id="1377" name="Google Shape;1377;g29a7434f722_1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8" name="Google Shape;1378;g29a7434f722_1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2" name="Shape 1392"/>
        <p:cNvGrpSpPr/>
        <p:nvPr/>
      </p:nvGrpSpPr>
      <p:grpSpPr>
        <a:xfrm>
          <a:off x="0" y="0"/>
          <a:ext cx="0" cy="0"/>
          <a:chOff x="0" y="0"/>
          <a:chExt cx="0" cy="0"/>
        </a:xfrm>
      </p:grpSpPr>
      <p:sp>
        <p:nvSpPr>
          <p:cNvPr id="1393" name="Google Shape;1393;g29a7434f722_1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4" name="Google Shape;1394;g29a7434f722_1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1" name="Shape 1411"/>
        <p:cNvGrpSpPr/>
        <p:nvPr/>
      </p:nvGrpSpPr>
      <p:grpSpPr>
        <a:xfrm>
          <a:off x="0" y="0"/>
          <a:ext cx="0" cy="0"/>
          <a:chOff x="0" y="0"/>
          <a:chExt cx="0" cy="0"/>
        </a:xfrm>
      </p:grpSpPr>
      <p:sp>
        <p:nvSpPr>
          <p:cNvPr id="1412" name="Google Shape;1412;g29a7434f722_1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3" name="Google Shape;1413;g29a7434f722_1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5" name="Shape 1435"/>
        <p:cNvGrpSpPr/>
        <p:nvPr/>
      </p:nvGrpSpPr>
      <p:grpSpPr>
        <a:xfrm>
          <a:off x="0" y="0"/>
          <a:ext cx="0" cy="0"/>
          <a:chOff x="0" y="0"/>
          <a:chExt cx="0" cy="0"/>
        </a:xfrm>
      </p:grpSpPr>
      <p:sp>
        <p:nvSpPr>
          <p:cNvPr id="1436" name="Google Shape;1436;g29a7434f722_1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7" name="Google Shape;1437;g29a7434f722_1_3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7" name="Shape 1457"/>
        <p:cNvGrpSpPr/>
        <p:nvPr/>
      </p:nvGrpSpPr>
      <p:grpSpPr>
        <a:xfrm>
          <a:off x="0" y="0"/>
          <a:ext cx="0" cy="0"/>
          <a:chOff x="0" y="0"/>
          <a:chExt cx="0" cy="0"/>
        </a:xfrm>
      </p:grpSpPr>
      <p:sp>
        <p:nvSpPr>
          <p:cNvPr id="1458" name="Google Shape;1458;g29a7434f722_1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9" name="Google Shape;1459;g29a7434f722_1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5" name="Shape 1485"/>
        <p:cNvGrpSpPr/>
        <p:nvPr/>
      </p:nvGrpSpPr>
      <p:grpSpPr>
        <a:xfrm>
          <a:off x="0" y="0"/>
          <a:ext cx="0" cy="0"/>
          <a:chOff x="0" y="0"/>
          <a:chExt cx="0" cy="0"/>
        </a:xfrm>
      </p:grpSpPr>
      <p:sp>
        <p:nvSpPr>
          <p:cNvPr id="1486" name="Google Shape;1486;g29e18071924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7" name="Google Shape;1487;g29e18071924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29a7434f722_1_3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5" name="Google Shape;1515;g29a7434f722_1_3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7" name="Shape 1527"/>
        <p:cNvGrpSpPr/>
        <p:nvPr/>
      </p:nvGrpSpPr>
      <p:grpSpPr>
        <a:xfrm>
          <a:off x="0" y="0"/>
          <a:ext cx="0" cy="0"/>
          <a:chOff x="0" y="0"/>
          <a:chExt cx="0" cy="0"/>
        </a:xfrm>
      </p:grpSpPr>
      <p:sp>
        <p:nvSpPr>
          <p:cNvPr id="1528" name="Google Shape;1528;g29a7434f722_1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9" name="Google Shape;1529;g29a7434f722_1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3" name="Shape 1543"/>
        <p:cNvGrpSpPr/>
        <p:nvPr/>
      </p:nvGrpSpPr>
      <p:grpSpPr>
        <a:xfrm>
          <a:off x="0" y="0"/>
          <a:ext cx="0" cy="0"/>
          <a:chOff x="0" y="0"/>
          <a:chExt cx="0" cy="0"/>
        </a:xfrm>
      </p:grpSpPr>
      <p:sp>
        <p:nvSpPr>
          <p:cNvPr id="1544" name="Google Shape;1544;g29a7434f722_1_4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5" name="Google Shape;1545;g29a7434f722_1_4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1" name="Shape 1571"/>
        <p:cNvGrpSpPr/>
        <p:nvPr/>
      </p:nvGrpSpPr>
      <p:grpSpPr>
        <a:xfrm>
          <a:off x="0" y="0"/>
          <a:ext cx="0" cy="0"/>
          <a:chOff x="0" y="0"/>
          <a:chExt cx="0" cy="0"/>
        </a:xfrm>
      </p:grpSpPr>
      <p:sp>
        <p:nvSpPr>
          <p:cNvPr id="1572" name="Google Shape;1572;g29a7434f722_1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3" name="Google Shape;1573;g29a7434f722_1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0" name="Shape 1580"/>
        <p:cNvGrpSpPr/>
        <p:nvPr/>
      </p:nvGrpSpPr>
      <p:grpSpPr>
        <a:xfrm>
          <a:off x="0" y="0"/>
          <a:ext cx="0" cy="0"/>
          <a:chOff x="0" y="0"/>
          <a:chExt cx="0" cy="0"/>
        </a:xfrm>
      </p:grpSpPr>
      <p:sp>
        <p:nvSpPr>
          <p:cNvPr id="1581" name="Google Shape;1581;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2" name="Google Shape;1582;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6" name="Shape 1586"/>
        <p:cNvGrpSpPr/>
        <p:nvPr/>
      </p:nvGrpSpPr>
      <p:grpSpPr>
        <a:xfrm>
          <a:off x="0" y="0"/>
          <a:ext cx="0" cy="0"/>
          <a:chOff x="0" y="0"/>
          <a:chExt cx="0" cy="0"/>
        </a:xfrm>
      </p:grpSpPr>
      <p:sp>
        <p:nvSpPr>
          <p:cNvPr id="1587" name="Google Shape;1587;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8" name="Google Shape;1588;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0.png"/><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4.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6.png"/><Relationship Id="rId5" Type="http://schemas.openxmlformats.org/officeDocument/2006/relationships/image" Target="../media/image1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9.pn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2.png"/><Relationship Id="rId4" Type="http://schemas.openxmlformats.org/officeDocument/2006/relationships/image" Target="../media/image12.png"/><Relationship Id="rId5" Type="http://schemas.openxmlformats.org/officeDocument/2006/relationships/image" Target="../media/image1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16.png"/><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3.png"/><Relationship Id="rId4" Type="http://schemas.openxmlformats.org/officeDocument/2006/relationships/image" Target="../media/image18.png"/><Relationship Id="rId5" Type="http://schemas.openxmlformats.org/officeDocument/2006/relationships/image" Target="../media/image21.png"/><Relationship Id="rId6" Type="http://schemas.openxmlformats.org/officeDocument/2006/relationships/image" Target="../media/image11.png"/><Relationship Id="rId7" Type="http://schemas.openxmlformats.org/officeDocument/2006/relationships/image" Target="../media/image2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94.png"/><Relationship Id="rId5" Type="http://schemas.openxmlformats.org/officeDocument/2006/relationships/image" Target="../media/image30.png"/><Relationship Id="rId6" Type="http://schemas.openxmlformats.org/officeDocument/2006/relationships/image" Target="../media/image32.png"/><Relationship Id="rId7" Type="http://schemas.openxmlformats.org/officeDocument/2006/relationships/image" Target="../media/image1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94.png"/><Relationship Id="rId4" Type="http://schemas.openxmlformats.org/officeDocument/2006/relationships/image" Target="../media/image24.png"/><Relationship Id="rId9" Type="http://schemas.openxmlformats.org/officeDocument/2006/relationships/image" Target="../media/image13.png"/><Relationship Id="rId5" Type="http://schemas.openxmlformats.org/officeDocument/2006/relationships/image" Target="../media/image25.png"/><Relationship Id="rId6" Type="http://schemas.openxmlformats.org/officeDocument/2006/relationships/image" Target="../media/image33.png"/><Relationship Id="rId7" Type="http://schemas.openxmlformats.org/officeDocument/2006/relationships/image" Target="../media/image30.png"/><Relationship Id="rId8" Type="http://schemas.openxmlformats.org/officeDocument/2006/relationships/image" Target="../media/image3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94.png"/><Relationship Id="rId4" Type="http://schemas.openxmlformats.org/officeDocument/2006/relationships/image" Target="../media/image26.png"/><Relationship Id="rId11" Type="http://schemas.openxmlformats.org/officeDocument/2006/relationships/image" Target="../media/image13.png"/><Relationship Id="rId10" Type="http://schemas.openxmlformats.org/officeDocument/2006/relationships/image" Target="../media/image40.png"/><Relationship Id="rId9" Type="http://schemas.openxmlformats.org/officeDocument/2006/relationships/image" Target="../media/image32.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33.png"/><Relationship Id="rId8" Type="http://schemas.openxmlformats.org/officeDocument/2006/relationships/image" Target="../media/image30.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7.pn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2.png"/><Relationship Id="rId3" Type="http://schemas.openxmlformats.org/officeDocument/2006/relationships/image" Target="../media/image35.png"/><Relationship Id="rId4" Type="http://schemas.openxmlformats.org/officeDocument/2006/relationships/image" Target="../media/image41.png"/><Relationship Id="rId5" Type="http://schemas.openxmlformats.org/officeDocument/2006/relationships/image" Target="../media/image43.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 Id="rId5" Type="http://schemas.openxmlformats.org/officeDocument/2006/relationships/image" Target="../media/image4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 Id="rId4" Type="http://schemas.openxmlformats.org/officeDocument/2006/relationships/image" Target="../media/image43.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1.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1.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1.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4.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6.png"/><Relationship Id="rId3" Type="http://schemas.openxmlformats.org/officeDocument/2006/relationships/image" Target="../media/image44.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4.png"/><Relationship Id="rId3" Type="http://schemas.openxmlformats.org/officeDocument/2006/relationships/image" Target="../media/image44.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4.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177375" y="7248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a:t>
            </a:r>
            <a:r>
              <a:rPr lang="en-GB" sz="1200">
                <a:latin typeface="Lexend"/>
                <a:ea typeface="Lexend"/>
                <a:cs typeface="Lexend"/>
                <a:sym typeface="Lexend"/>
              </a:rPr>
              <a:t>These are indicated through colour in the slide deck:</a:t>
            </a:r>
            <a:endParaRPr sz="1200">
              <a:latin typeface="Lexend"/>
              <a:ea typeface="Lexend"/>
              <a:cs typeface="Lexend"/>
              <a:sym typeface="Lexend"/>
            </a:endParaRPr>
          </a:p>
        </p:txBody>
      </p:sp>
      <p:sp>
        <p:nvSpPr>
          <p:cNvPr id="96" name="Google Shape;96;p12"/>
          <p:cNvSpPr txBox="1"/>
          <p:nvPr/>
        </p:nvSpPr>
        <p:spPr>
          <a:xfrm>
            <a:off x="177375" y="248475"/>
            <a:ext cx="4241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Oak’s lesson structure</a:t>
            </a:r>
            <a:endParaRPr b="1" sz="1800">
              <a:latin typeface="Lexend"/>
              <a:ea typeface="Lexend"/>
              <a:cs typeface="Lexend"/>
              <a:sym typeface="Lexend"/>
            </a:endParaRPr>
          </a:p>
        </p:txBody>
      </p:sp>
      <p:sp>
        <p:nvSpPr>
          <p:cNvPr id="97" name="Google Shape;97;p12"/>
          <p:cNvSpPr txBox="1"/>
          <p:nvPr/>
        </p:nvSpPr>
        <p:spPr>
          <a:xfrm>
            <a:off x="4825725" y="248475"/>
            <a:ext cx="4012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800">
                <a:latin typeface="Lexend"/>
                <a:ea typeface="Lexend"/>
                <a:cs typeface="Lexend"/>
                <a:sym typeface="Lexend"/>
              </a:rPr>
              <a:t>Useful links</a:t>
            </a:r>
            <a:endParaRPr b="1" sz="1800">
              <a:latin typeface="Lexend"/>
              <a:ea typeface="Lexend"/>
              <a:cs typeface="Lexend"/>
              <a:sym typeface="Lexend"/>
            </a:endParaRPr>
          </a:p>
        </p:txBody>
      </p:sp>
      <p:sp>
        <p:nvSpPr>
          <p:cNvPr id="98" name="Google Shape;98;p12"/>
          <p:cNvSpPr txBox="1"/>
          <p:nvPr/>
        </p:nvSpPr>
        <p:spPr>
          <a:xfrm>
            <a:off x="177375" y="30535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825725" y="724875"/>
            <a:ext cx="40128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a:latin typeface="Lexend"/>
                <a:ea typeface="Lexend"/>
                <a:cs typeface="Lexend"/>
                <a:sym typeface="Lexend"/>
              </a:rPr>
              <a:t>Advice</a:t>
            </a:r>
            <a:r>
              <a:rPr lang="en-GB" sz="1200">
                <a:latin typeface="Lexend"/>
                <a:ea typeface="Lexend"/>
                <a:cs typeface="Lexend"/>
                <a:sym typeface="Lexend"/>
              </a:rPr>
              <a:t> on</a:t>
            </a:r>
            <a:r>
              <a:rPr lang="en-GB" sz="1200">
                <a:latin typeface="Lexend"/>
                <a:ea typeface="Lexend"/>
                <a:cs typeface="Lexend"/>
                <a:sym typeface="Lexend"/>
              </a:rPr>
              <a:t>                                          </a:t>
            </a:r>
            <a:r>
              <a:rPr lang="en-GB" sz="1200">
                <a:latin typeface="Lexend"/>
                <a:ea typeface="Lexend"/>
                <a:cs typeface="Lexend"/>
                <a:sym typeface="Lexend"/>
              </a:rPr>
              <a:t>to </a:t>
            </a:r>
            <a:r>
              <a:rPr lang="en-GB" sz="1200">
                <a:solidFill>
                  <a:schemeClr val="dk1"/>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498516" y="1415817"/>
            <a:ext cx="1745270" cy="1430724"/>
            <a:chOff x="2642961" y="1644312"/>
            <a:chExt cx="1454634" cy="1195657"/>
          </a:xfrm>
        </p:grpSpPr>
        <p:pic>
          <p:nvPicPr>
            <p:cNvPr id="101" name="Google Shape;101;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4" name="Google Shape;104;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5" name="Google Shape;105;p12"/>
          <p:cNvPicPr preferRelativeResize="0"/>
          <p:nvPr/>
        </p:nvPicPr>
        <p:blipFill rotWithShape="1">
          <a:blip r:embed="rId6">
            <a:alphaModFix/>
          </a:blip>
          <a:srcRect b="5222" l="3910" r="0" t="0"/>
          <a:stretch/>
        </p:blipFill>
        <p:spPr>
          <a:xfrm>
            <a:off x="1252313" y="3417350"/>
            <a:ext cx="2057336" cy="1195675"/>
          </a:xfrm>
          <a:prstGeom prst="rect">
            <a:avLst/>
          </a:prstGeom>
          <a:noFill/>
          <a:ln>
            <a:noFill/>
          </a:ln>
        </p:spPr>
      </p:pic>
      <p:pic>
        <p:nvPicPr>
          <p:cNvPr id="106" name="Google Shape;106;p12"/>
          <p:cNvPicPr preferRelativeResize="0"/>
          <p:nvPr/>
        </p:nvPicPr>
        <p:blipFill>
          <a:blip r:embed="rId7">
            <a:alphaModFix/>
          </a:blip>
          <a:stretch>
            <a:fillRect/>
          </a:stretch>
        </p:blipFill>
        <p:spPr>
          <a:xfrm>
            <a:off x="246350" y="1549488"/>
            <a:ext cx="2057324" cy="116339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3994" y="99364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323994" y="223873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3994" y="3483820"/>
            <a:ext cx="7215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
    <p:spTree>
      <p:nvGrpSpPr>
        <p:cNvPr id="114" name="Shape 114"/>
        <p:cNvGrpSpPr/>
        <p:nvPr/>
      </p:nvGrpSpPr>
      <p:grpSpPr>
        <a:xfrm>
          <a:off x="0" y="0"/>
          <a:ext cx="0" cy="0"/>
          <a:chOff x="0" y="0"/>
          <a:chExt cx="0" cy="0"/>
        </a:xfrm>
      </p:grpSpPr>
      <p:sp>
        <p:nvSpPr>
          <p:cNvPr id="115" name="Google Shape;115;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6" name="Google Shape;116;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7" name="Google Shape;117;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8" name="Google Shape;118;p14"/>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19" name="Google Shape;119;p14"/>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0" name="Google Shape;120;p14"/>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 Keyword (4)">
  <p:cSld name="CUSTOM_27_1">
    <p:spTree>
      <p:nvGrpSpPr>
        <p:cNvPr id="121" name="Shape 121"/>
        <p:cNvGrpSpPr/>
        <p:nvPr/>
      </p:nvGrpSpPr>
      <p:grpSpPr>
        <a:xfrm>
          <a:off x="0" y="0"/>
          <a:ext cx="0" cy="0"/>
          <a:chOff x="0" y="0"/>
          <a:chExt cx="0" cy="0"/>
        </a:xfrm>
      </p:grpSpPr>
      <p:sp>
        <p:nvSpPr>
          <p:cNvPr id="122" name="Google Shape;122;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3" name="Google Shape;123;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4" name="Google Shape;124;p15"/>
          <p:cNvSpPr txBox="1"/>
          <p:nvPr>
            <p:ph idx="1" type="subTitle"/>
          </p:nvPr>
        </p:nvSpPr>
        <p:spPr>
          <a:xfrm>
            <a:off x="324000" y="9084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5" name="Google Shape;125;p15"/>
          <p:cNvSpPr txBox="1"/>
          <p:nvPr>
            <p:ph idx="2" type="subTitle"/>
          </p:nvPr>
        </p:nvSpPr>
        <p:spPr>
          <a:xfrm>
            <a:off x="324000" y="190562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6" name="Google Shape;126;p15"/>
          <p:cNvSpPr txBox="1"/>
          <p:nvPr>
            <p:ph idx="3" type="subTitle"/>
          </p:nvPr>
        </p:nvSpPr>
        <p:spPr>
          <a:xfrm>
            <a:off x="324000" y="2897675"/>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7" name="Google Shape;127;p15"/>
          <p:cNvSpPr txBox="1"/>
          <p:nvPr>
            <p:ph idx="4" type="subTitle"/>
          </p:nvPr>
        </p:nvSpPr>
        <p:spPr>
          <a:xfrm>
            <a:off x="324000" y="3887250"/>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Font typeface="Lexend"/>
              <a:buNone/>
              <a:defRPr b="1">
                <a:solidFill>
                  <a:srgbClr val="282828"/>
                </a:solidFill>
                <a:latin typeface="Lexend"/>
                <a:ea typeface="Lexend"/>
                <a:cs typeface="Lexend"/>
                <a:sym typeface="Lexend"/>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128" name="Google Shape;128;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1.1 Keyword definitions (4)">
  <p:cSld name="CUSTOM_27_1_2">
    <p:spTree>
      <p:nvGrpSpPr>
        <p:cNvPr id="129" name="Shape 129"/>
        <p:cNvGrpSpPr/>
        <p:nvPr/>
      </p:nvGrpSpPr>
      <p:grpSpPr>
        <a:xfrm>
          <a:off x="0" y="0"/>
          <a:ext cx="0" cy="0"/>
          <a:chOff x="0" y="0"/>
          <a:chExt cx="0" cy="0"/>
        </a:xfrm>
      </p:grpSpPr>
      <p:sp>
        <p:nvSpPr>
          <p:cNvPr id="130" name="Google Shape;130;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6"/>
          <p:cNvSpPr txBox="1"/>
          <p:nvPr>
            <p:ph idx="1" type="subTitle"/>
          </p:nvPr>
        </p:nvSpPr>
        <p:spPr>
          <a:xfrm>
            <a:off x="324000" y="9084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3" name="Google Shape;133;p16"/>
          <p:cNvSpPr txBox="1"/>
          <p:nvPr>
            <p:ph idx="2" type="subTitle"/>
          </p:nvPr>
        </p:nvSpPr>
        <p:spPr>
          <a:xfrm>
            <a:off x="324000" y="190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6"/>
          <p:cNvSpPr txBox="1"/>
          <p:nvPr>
            <p:ph idx="3" type="subTitle"/>
          </p:nvPr>
        </p:nvSpPr>
        <p:spPr>
          <a:xfrm>
            <a:off x="324000" y="289767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6"/>
          <p:cNvSpPr txBox="1"/>
          <p:nvPr>
            <p:ph idx="4" type="subTitle"/>
          </p:nvPr>
        </p:nvSpPr>
        <p:spPr>
          <a:xfrm>
            <a:off x="324000" y="38872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 Keywords (5)">
  <p:cSld name="CUSTOM_27_1_1">
    <p:spTree>
      <p:nvGrpSpPr>
        <p:cNvPr id="137" name="Shape 137"/>
        <p:cNvGrpSpPr/>
        <p:nvPr/>
      </p:nvGrpSpPr>
      <p:grpSpPr>
        <a:xfrm>
          <a:off x="0" y="0"/>
          <a:ext cx="0" cy="0"/>
          <a:chOff x="0" y="0"/>
          <a:chExt cx="0" cy="0"/>
        </a:xfrm>
      </p:grpSpPr>
      <p:sp>
        <p:nvSpPr>
          <p:cNvPr id="138" name="Google Shape;138;p17"/>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9" name="Google Shape;139;p17"/>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0" name="Google Shape;140;p17"/>
          <p:cNvSpPr txBox="1"/>
          <p:nvPr>
            <p:ph idx="1" type="subTitle"/>
          </p:nvPr>
        </p:nvSpPr>
        <p:spPr>
          <a:xfrm>
            <a:off x="324000" y="74403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7"/>
          <p:cNvSpPr txBox="1"/>
          <p:nvPr>
            <p:ph idx="2" type="subTitle"/>
          </p:nvPr>
        </p:nvSpPr>
        <p:spPr>
          <a:xfrm>
            <a:off x="324000" y="1588788"/>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7"/>
          <p:cNvSpPr txBox="1"/>
          <p:nvPr>
            <p:ph idx="3" type="subTitle"/>
          </p:nvPr>
        </p:nvSpPr>
        <p:spPr>
          <a:xfrm>
            <a:off x="324000" y="2428437"/>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7"/>
          <p:cNvSpPr txBox="1"/>
          <p:nvPr>
            <p:ph idx="4" type="subTitle"/>
          </p:nvPr>
        </p:nvSpPr>
        <p:spPr>
          <a:xfrm>
            <a:off x="324000" y="32656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4" name="Google Shape;144;p17"/>
          <p:cNvSpPr txBox="1"/>
          <p:nvPr>
            <p:ph idx="5" type="subTitle"/>
          </p:nvPr>
        </p:nvSpPr>
        <p:spPr>
          <a:xfrm>
            <a:off x="324000" y="4103813"/>
            <a:ext cx="72159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5" name="Google Shape;145;p17"/>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2.1 Keywords definitions (5)">
  <p:cSld name="CUSTOM_27_1_1_1">
    <p:spTree>
      <p:nvGrpSpPr>
        <p:cNvPr id="146" name="Shape 146"/>
        <p:cNvGrpSpPr/>
        <p:nvPr/>
      </p:nvGrpSpPr>
      <p:grpSpPr>
        <a:xfrm>
          <a:off x="0" y="0"/>
          <a:ext cx="0" cy="0"/>
          <a:chOff x="0" y="0"/>
          <a:chExt cx="0" cy="0"/>
        </a:xfrm>
      </p:grpSpPr>
      <p:sp>
        <p:nvSpPr>
          <p:cNvPr id="147" name="Google Shape;147;p18"/>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8" name="Google Shape;148;p18"/>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9" name="Google Shape;149;p18"/>
          <p:cNvSpPr txBox="1"/>
          <p:nvPr>
            <p:ph idx="1" type="subTitle"/>
          </p:nvPr>
        </p:nvSpPr>
        <p:spPr>
          <a:xfrm>
            <a:off x="324000" y="74405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8"/>
          <p:cNvSpPr txBox="1"/>
          <p:nvPr>
            <p:ph idx="2" type="subTitle"/>
          </p:nvPr>
        </p:nvSpPr>
        <p:spPr>
          <a:xfrm>
            <a:off x="324000" y="1588800"/>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8"/>
          <p:cNvSpPr txBox="1"/>
          <p:nvPr>
            <p:ph idx="3" type="subTitle"/>
          </p:nvPr>
        </p:nvSpPr>
        <p:spPr>
          <a:xfrm>
            <a:off x="324000" y="24284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2" name="Google Shape;152;p18"/>
          <p:cNvSpPr txBox="1"/>
          <p:nvPr>
            <p:ph idx="4" type="subTitle"/>
          </p:nvPr>
        </p:nvSpPr>
        <p:spPr>
          <a:xfrm>
            <a:off x="324000" y="32656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None/>
              <a:defRPr sz="2000">
                <a:solidFill>
                  <a:srgbClr val="282828"/>
                </a:solidFill>
              </a:defRPr>
            </a:lvl2pPr>
            <a:lvl3pPr lvl="2" rtl="0">
              <a:spcBef>
                <a:spcPts val="1000"/>
              </a:spcBef>
              <a:spcAft>
                <a:spcPts val="0"/>
              </a:spcAft>
              <a:buClr>
                <a:srgbClr val="282828"/>
              </a:buClr>
              <a:buSzPts val="2000"/>
              <a:buNone/>
              <a:defRPr>
                <a:solidFill>
                  <a:srgbClr val="282828"/>
                </a:solidFill>
              </a:defRPr>
            </a:lvl3pPr>
            <a:lvl4pPr lvl="3" rtl="0">
              <a:spcBef>
                <a:spcPts val="800"/>
              </a:spcBef>
              <a:spcAft>
                <a:spcPts val="0"/>
              </a:spcAft>
              <a:buClr>
                <a:srgbClr val="282828"/>
              </a:buClr>
              <a:buSzPts val="2000"/>
              <a:buNone/>
              <a:defRPr sz="2000">
                <a:solidFill>
                  <a:srgbClr val="282828"/>
                </a:solidFill>
              </a:defRPr>
            </a:lvl4pPr>
            <a:lvl5pPr lvl="4" rtl="0">
              <a:spcBef>
                <a:spcPts val="800"/>
              </a:spcBef>
              <a:spcAft>
                <a:spcPts val="0"/>
              </a:spcAft>
              <a:buClr>
                <a:srgbClr val="282828"/>
              </a:buClr>
              <a:buSzPts val="2000"/>
              <a:buNone/>
              <a:defRPr sz="2000">
                <a:solidFill>
                  <a:srgbClr val="282828"/>
                </a:solidFill>
              </a:defRPr>
            </a:lvl5pPr>
            <a:lvl6pPr lvl="5" rtl="0">
              <a:spcBef>
                <a:spcPts val="600"/>
              </a:spcBef>
              <a:spcAft>
                <a:spcPts val="0"/>
              </a:spcAft>
              <a:buClr>
                <a:srgbClr val="282828"/>
              </a:buClr>
              <a:buSzPts val="2000"/>
              <a:buNone/>
              <a:defRPr sz="2000">
                <a:solidFill>
                  <a:srgbClr val="282828"/>
                </a:solidFill>
              </a:defRPr>
            </a:lvl6pPr>
            <a:lvl7pPr lvl="6" rtl="0">
              <a:spcBef>
                <a:spcPts val="600"/>
              </a:spcBef>
              <a:spcAft>
                <a:spcPts val="0"/>
              </a:spcAft>
              <a:buClr>
                <a:srgbClr val="282828"/>
              </a:buClr>
              <a:buSzPts val="2000"/>
              <a:buNone/>
              <a:defRPr sz="2000">
                <a:solidFill>
                  <a:srgbClr val="282828"/>
                </a:solidFill>
              </a:defRPr>
            </a:lvl7pPr>
            <a:lvl8pPr lvl="7" rtl="0">
              <a:spcBef>
                <a:spcPts val="400"/>
              </a:spcBef>
              <a:spcAft>
                <a:spcPts val="0"/>
              </a:spcAft>
              <a:buClr>
                <a:srgbClr val="282828"/>
              </a:buClr>
              <a:buSzPts val="2000"/>
              <a:buNone/>
              <a:defRPr sz="2000">
                <a:solidFill>
                  <a:srgbClr val="282828"/>
                </a:solidFill>
              </a:defRPr>
            </a:lvl8pPr>
            <a:lvl9pPr lvl="8" rtl="0">
              <a:spcBef>
                <a:spcPts val="400"/>
              </a:spcBef>
              <a:spcAft>
                <a:spcPts val="200"/>
              </a:spcAft>
              <a:buClr>
                <a:srgbClr val="282828"/>
              </a:buClr>
              <a:buSzPts val="2000"/>
              <a:buNone/>
              <a:defRPr sz="2000">
                <a:solidFill>
                  <a:srgbClr val="282828"/>
                </a:solidFill>
              </a:defRPr>
            </a:lvl9pPr>
          </a:lstStyle>
          <a:p/>
        </p:txBody>
      </p:sp>
      <p:sp>
        <p:nvSpPr>
          <p:cNvPr id="153" name="Google Shape;153;p18"/>
          <p:cNvSpPr txBox="1"/>
          <p:nvPr>
            <p:ph idx="5" type="subTitle"/>
          </p:nvPr>
        </p:nvSpPr>
        <p:spPr>
          <a:xfrm>
            <a:off x="324000" y="4103825"/>
            <a:ext cx="8496000" cy="3897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None/>
              <a:defRPr sz="2000">
                <a:solidFill>
                  <a:srgbClr val="282828"/>
                </a:solidFill>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4" name="Google Shape;154;p18"/>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5" name="Shape 155"/>
        <p:cNvGrpSpPr/>
        <p:nvPr/>
      </p:nvGrpSpPr>
      <p:grpSpPr>
        <a:xfrm>
          <a:off x="0" y="0"/>
          <a:ext cx="0" cy="0"/>
          <a:chOff x="0" y="0"/>
          <a:chExt cx="0" cy="0"/>
        </a:xfrm>
      </p:grpSpPr>
      <p:sp>
        <p:nvSpPr>
          <p:cNvPr id="156" name="Google Shape;156;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7" name="Google Shape;157;p19"/>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8" name="Google Shape;158;p19"/>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9" name="Google Shape;159;p19"/>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60" name="Google Shape;160;p19"/>
          <p:cNvCxnSpPr>
            <a:endCxn id="161"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62" name="Google Shape;162;p19"/>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63" name="Google Shape;163;p19"/>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4" name="Google Shape;164;p19"/>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61" name="Google Shape;161;p19"/>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5" name="Google Shape;165;p19"/>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6" name="Google Shape;166;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7" name="Google Shape;167;p19"/>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8" name="Shape 168"/>
        <p:cNvGrpSpPr/>
        <p:nvPr/>
      </p:nvGrpSpPr>
      <p:grpSpPr>
        <a:xfrm>
          <a:off x="0" y="0"/>
          <a:ext cx="0" cy="0"/>
          <a:chOff x="0" y="0"/>
          <a:chExt cx="0" cy="0"/>
        </a:xfrm>
      </p:grpSpPr>
      <p:pic>
        <p:nvPicPr>
          <p:cNvPr id="169" name="Google Shape;169;p20"/>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70" name="Google Shape;170;p20"/>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71" name="Google Shape;171;p20"/>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72" name="Google Shape;172;p20"/>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73" name="Google Shape;173;p20"/>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4" name="Google Shape;174;p20"/>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5" name="Google Shape;175;p20"/>
          <p:cNvCxnSpPr>
            <a:endCxn id="176"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6" name="Google Shape;176;p20"/>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7" name="Google Shape;177;p20"/>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8" name="Google Shape;178;p20"/>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9" name="Google Shape;179;p20"/>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80" name="Google Shape;180;p20"/>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81" name="Google Shape;181;p20"/>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82" name="Google Shape;182;p20"/>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83" name="Google Shape;183;p20"/>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4" name="Google Shape;184;p20"/>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5" name="Google Shape;185;p20"/>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6" name="Shape 186"/>
        <p:cNvGrpSpPr/>
        <p:nvPr/>
      </p:nvGrpSpPr>
      <p:grpSpPr>
        <a:xfrm>
          <a:off x="0" y="0"/>
          <a:ext cx="0" cy="0"/>
          <a:chOff x="0" y="0"/>
          <a:chExt cx="0" cy="0"/>
        </a:xfrm>
      </p:grpSpPr>
      <p:pic>
        <p:nvPicPr>
          <p:cNvPr id="187" name="Google Shape;187;p21"/>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8" name="Google Shape;188;p21"/>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9" name="Google Shape;189;p21"/>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90" name="Google Shape;190;p21"/>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91" name="Google Shape;191;p21"/>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92" name="Google Shape;192;p21"/>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93" name="Google Shape;193;p21"/>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4" name="Google Shape;194;p21"/>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5" name="Google Shape;195;p21"/>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6" name="Google Shape;196;p21"/>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7" name="Google Shape;197;p21"/>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8" name="Google Shape;198;p21"/>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9" name="Google Shape;199;p21"/>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0" name="Google Shape;200;p21"/>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1" name="Google Shape;201;p21"/>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202" name="Google Shape;202;p21"/>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203" name="Google Shape;203;p21"/>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4" name="Google Shape;204;p21"/>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5" name="Google Shape;205;p21"/>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6" name="Google Shape;206;p21"/>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7" name="Google Shape;207;p21"/>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8" name="Shape 208"/>
        <p:cNvGrpSpPr/>
        <p:nvPr/>
      </p:nvGrpSpPr>
      <p:grpSpPr>
        <a:xfrm>
          <a:off x="0" y="0"/>
          <a:ext cx="0" cy="0"/>
          <a:chOff x="0" y="0"/>
          <a:chExt cx="0" cy="0"/>
        </a:xfrm>
      </p:grpSpPr>
      <p:pic>
        <p:nvPicPr>
          <p:cNvPr id="209" name="Google Shape;209;p22"/>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10" name="Google Shape;210;p22"/>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2" name="Google Shape;212;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3" name="Google Shape;213;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4" name="Google Shape;214;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5" name="Shape 215"/>
        <p:cNvGrpSpPr/>
        <p:nvPr/>
      </p:nvGrpSpPr>
      <p:grpSpPr>
        <a:xfrm>
          <a:off x="0" y="0"/>
          <a:ext cx="0" cy="0"/>
          <a:chOff x="0" y="0"/>
          <a:chExt cx="0" cy="0"/>
        </a:xfrm>
      </p:grpSpPr>
      <p:pic>
        <p:nvPicPr>
          <p:cNvPr id="216" name="Google Shape;21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7" name="Google Shape;217;p2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9" name="Google Shape;21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20" name="Google Shape;22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1" name="Google Shape;22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22" name="Shape 222"/>
        <p:cNvGrpSpPr/>
        <p:nvPr/>
      </p:nvGrpSpPr>
      <p:grpSpPr>
        <a:xfrm>
          <a:off x="0" y="0"/>
          <a:ext cx="0" cy="0"/>
          <a:chOff x="0" y="0"/>
          <a:chExt cx="0" cy="0"/>
        </a:xfrm>
      </p:grpSpPr>
      <p:pic>
        <p:nvPicPr>
          <p:cNvPr id="223" name="Google Shape;223;p2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4" name="Google Shape;224;p2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6" name="Google Shape;226;p24"/>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7" name="Google Shape;227;p2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8" name="Google Shape;228;p24"/>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9" name="Shape 229"/>
        <p:cNvGrpSpPr/>
        <p:nvPr/>
      </p:nvGrpSpPr>
      <p:grpSpPr>
        <a:xfrm>
          <a:off x="0" y="0"/>
          <a:ext cx="0" cy="0"/>
          <a:chOff x="0" y="0"/>
          <a:chExt cx="0" cy="0"/>
        </a:xfrm>
      </p:grpSpPr>
      <p:pic>
        <p:nvPicPr>
          <p:cNvPr id="230" name="Google Shape;230;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31" name="Google Shape;231;p2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33" name="Google Shape;233;p25"/>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4" name="Google Shape;234;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5" name="Google Shape;235;p25"/>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6" name="Shape 236"/>
        <p:cNvGrpSpPr/>
        <p:nvPr/>
      </p:nvGrpSpPr>
      <p:grpSpPr>
        <a:xfrm>
          <a:off x="0" y="0"/>
          <a:ext cx="0" cy="0"/>
          <a:chOff x="0" y="0"/>
          <a:chExt cx="0" cy="0"/>
        </a:xfrm>
      </p:grpSpPr>
      <p:sp>
        <p:nvSpPr>
          <p:cNvPr id="237" name="Google Shape;237;p26"/>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8" name="Google Shape;238;p26"/>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9" name="Google Shape;239;p2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1" name="Google Shape;241;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42" name="Google Shape;242;p26"/>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43" name="Google Shape;243;p26"/>
          <p:cNvGrpSpPr/>
          <p:nvPr/>
        </p:nvGrpSpPr>
        <p:grpSpPr>
          <a:xfrm>
            <a:off x="7834231" y="1285"/>
            <a:ext cx="828900" cy="576065"/>
            <a:chOff x="7801496" y="1285"/>
            <a:chExt cx="828900" cy="576065"/>
          </a:xfrm>
        </p:grpSpPr>
        <p:pic>
          <p:nvPicPr>
            <p:cNvPr id="244" name="Google Shape;244;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5" name="Google Shape;245;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6" name="Google Shape;246;p26"/>
          <p:cNvGrpSpPr/>
          <p:nvPr/>
        </p:nvGrpSpPr>
        <p:grpSpPr>
          <a:xfrm>
            <a:off x="8635663" y="1285"/>
            <a:ext cx="499700" cy="576065"/>
            <a:chOff x="8635663" y="1285"/>
            <a:chExt cx="499700" cy="576065"/>
          </a:xfrm>
        </p:grpSpPr>
        <p:pic>
          <p:nvPicPr>
            <p:cNvPr id="247" name="Google Shape;247;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8" name="Google Shape;248;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9" name="Shape 249"/>
        <p:cNvGrpSpPr/>
        <p:nvPr/>
      </p:nvGrpSpPr>
      <p:grpSpPr>
        <a:xfrm>
          <a:off x="0" y="0"/>
          <a:ext cx="0" cy="0"/>
          <a:chOff x="0" y="0"/>
          <a:chExt cx="0" cy="0"/>
        </a:xfrm>
      </p:grpSpPr>
      <p:sp>
        <p:nvSpPr>
          <p:cNvPr id="250" name="Google Shape;250;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1" name="Google Shape;251;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52" name="Google Shape;252;p2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4" name="Google Shape;254;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5" name="Google Shape;255;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6" name="Google Shape;256;p27"/>
          <p:cNvGrpSpPr/>
          <p:nvPr/>
        </p:nvGrpSpPr>
        <p:grpSpPr>
          <a:xfrm>
            <a:off x="7834231" y="1285"/>
            <a:ext cx="828900" cy="576065"/>
            <a:chOff x="7801496" y="1285"/>
            <a:chExt cx="828900" cy="576065"/>
          </a:xfrm>
        </p:grpSpPr>
        <p:pic>
          <p:nvPicPr>
            <p:cNvPr id="257" name="Google Shape;257;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8" name="Google Shape;258;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9" name="Google Shape;259;p27"/>
          <p:cNvGrpSpPr/>
          <p:nvPr/>
        </p:nvGrpSpPr>
        <p:grpSpPr>
          <a:xfrm>
            <a:off x="8635663" y="1285"/>
            <a:ext cx="499700" cy="576065"/>
            <a:chOff x="8635663" y="1285"/>
            <a:chExt cx="499700" cy="576065"/>
          </a:xfrm>
        </p:grpSpPr>
        <p:pic>
          <p:nvPicPr>
            <p:cNvPr id="260" name="Google Shape;260;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61" name="Google Shape;261;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62" name="Shape 262"/>
        <p:cNvGrpSpPr/>
        <p:nvPr/>
      </p:nvGrpSpPr>
      <p:grpSpPr>
        <a:xfrm>
          <a:off x="0" y="0"/>
          <a:ext cx="0" cy="0"/>
          <a:chOff x="0" y="0"/>
          <a:chExt cx="0" cy="0"/>
        </a:xfrm>
      </p:grpSpPr>
      <p:sp>
        <p:nvSpPr>
          <p:cNvPr id="263" name="Google Shape;263;p28"/>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4" name="Google Shape;264;p2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5" name="Google Shape;265;p2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8"/>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7" name="Google Shape;267;p28"/>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8" name="Google Shape;268;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9" name="Google Shape;269;p28"/>
          <p:cNvGrpSpPr/>
          <p:nvPr/>
        </p:nvGrpSpPr>
        <p:grpSpPr>
          <a:xfrm>
            <a:off x="7834231" y="1285"/>
            <a:ext cx="828900" cy="576065"/>
            <a:chOff x="7801496" y="1285"/>
            <a:chExt cx="828900" cy="576065"/>
          </a:xfrm>
        </p:grpSpPr>
        <p:pic>
          <p:nvPicPr>
            <p:cNvPr id="270" name="Google Shape;270;p28"/>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71" name="Google Shape;271;p28"/>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72" name="Google Shape;272;p28"/>
          <p:cNvGrpSpPr/>
          <p:nvPr/>
        </p:nvGrpSpPr>
        <p:grpSpPr>
          <a:xfrm>
            <a:off x="8635663" y="1285"/>
            <a:ext cx="499700" cy="576065"/>
            <a:chOff x="8635663" y="1285"/>
            <a:chExt cx="499700" cy="576065"/>
          </a:xfrm>
        </p:grpSpPr>
        <p:pic>
          <p:nvPicPr>
            <p:cNvPr id="273" name="Google Shape;273;p28"/>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4" name="Google Shape;274;p28"/>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5" name="Shape 275"/>
        <p:cNvGrpSpPr/>
        <p:nvPr/>
      </p:nvGrpSpPr>
      <p:grpSpPr>
        <a:xfrm>
          <a:off x="0" y="0"/>
          <a:ext cx="0" cy="0"/>
          <a:chOff x="0" y="0"/>
          <a:chExt cx="0" cy="0"/>
        </a:xfrm>
      </p:grpSpPr>
      <p:sp>
        <p:nvSpPr>
          <p:cNvPr id="276" name="Google Shape;276;p29"/>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7" name="Google Shape;277;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8" name="Google Shape;278;p2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29"/>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0" name="Google Shape;280;p29"/>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81" name="Google Shape;281;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82" name="Google Shape;282;p29"/>
          <p:cNvGrpSpPr/>
          <p:nvPr/>
        </p:nvGrpSpPr>
        <p:grpSpPr>
          <a:xfrm>
            <a:off x="7834231" y="1285"/>
            <a:ext cx="828900" cy="576065"/>
            <a:chOff x="7801496" y="1285"/>
            <a:chExt cx="828900" cy="576065"/>
          </a:xfrm>
        </p:grpSpPr>
        <p:pic>
          <p:nvPicPr>
            <p:cNvPr id="283" name="Google Shape;283;p29"/>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4" name="Google Shape;284;p29"/>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5" name="Google Shape;285;p29"/>
          <p:cNvGrpSpPr/>
          <p:nvPr/>
        </p:nvGrpSpPr>
        <p:grpSpPr>
          <a:xfrm>
            <a:off x="8635663" y="1285"/>
            <a:ext cx="499700" cy="576065"/>
            <a:chOff x="8635663" y="1285"/>
            <a:chExt cx="499700" cy="576065"/>
          </a:xfrm>
        </p:grpSpPr>
        <p:pic>
          <p:nvPicPr>
            <p:cNvPr id="286" name="Google Shape;286;p29"/>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7" name="Google Shape;287;p29"/>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8" name="Shape 288"/>
        <p:cNvGrpSpPr/>
        <p:nvPr/>
      </p:nvGrpSpPr>
      <p:grpSpPr>
        <a:xfrm>
          <a:off x="0" y="0"/>
          <a:ext cx="0" cy="0"/>
          <a:chOff x="0" y="0"/>
          <a:chExt cx="0" cy="0"/>
        </a:xfrm>
      </p:grpSpPr>
      <p:pic>
        <p:nvPicPr>
          <p:cNvPr id="289" name="Google Shape;289;p30"/>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90" name="Google Shape;290;p30"/>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91" name="Google Shape;291;p30"/>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92" name="Google Shape;292;p3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4" name="Google Shape;29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5" name="Google Shape;29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6" name="Google Shape;296;p30"/>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7" name="Google Shape;297;p30"/>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8" name="Google Shape;298;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9" name="Google Shape;299;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00" name="Google Shape;300;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01" name="Google Shape;301;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302" name="Google Shape;302;p30"/>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303" name="Google Shape;303;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4" name="Google Shape;304;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5" name="Google Shape;305;p30"/>
          <p:cNvGrpSpPr/>
          <p:nvPr/>
        </p:nvGrpSpPr>
        <p:grpSpPr>
          <a:xfrm>
            <a:off x="324128" y="3139463"/>
            <a:ext cx="457200" cy="457200"/>
            <a:chOff x="1020916" y="1442088"/>
            <a:chExt cx="457200" cy="457200"/>
          </a:xfrm>
        </p:grpSpPr>
        <p:pic>
          <p:nvPicPr>
            <p:cNvPr id="306" name="Google Shape;306;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7" name="Google Shape;307;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8" name="Google Shape;308;p30"/>
          <p:cNvGrpSpPr/>
          <p:nvPr/>
        </p:nvGrpSpPr>
        <p:grpSpPr>
          <a:xfrm>
            <a:off x="324128" y="3987825"/>
            <a:ext cx="457200" cy="457200"/>
            <a:chOff x="1020916" y="1442088"/>
            <a:chExt cx="457200" cy="457200"/>
          </a:xfrm>
        </p:grpSpPr>
        <p:pic>
          <p:nvPicPr>
            <p:cNvPr id="309" name="Google Shape;309;p30"/>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10" name="Google Shape;310;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11" name="Shape 311"/>
        <p:cNvGrpSpPr/>
        <p:nvPr/>
      </p:nvGrpSpPr>
      <p:grpSpPr>
        <a:xfrm>
          <a:off x="0" y="0"/>
          <a:ext cx="0" cy="0"/>
          <a:chOff x="0" y="0"/>
          <a:chExt cx="0" cy="0"/>
        </a:xfrm>
      </p:grpSpPr>
      <p:pic>
        <p:nvPicPr>
          <p:cNvPr id="312" name="Google Shape;312;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13" name="Google Shape;313;p3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5" name="Google Shape;315;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6" name="Google Shape;316;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7" name="Google Shape;317;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8" name="Google Shape;318;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9" name="Google Shape;319;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20" name="Google Shape;320;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21" name="Google Shape;321;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2" name="Google Shape;322;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23" name="Google Shape;323;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4" name="Google Shape;324;p31"/>
          <p:cNvGrpSpPr/>
          <p:nvPr/>
        </p:nvGrpSpPr>
        <p:grpSpPr>
          <a:xfrm>
            <a:off x="324128" y="3139463"/>
            <a:ext cx="457200" cy="457200"/>
            <a:chOff x="1020916" y="1442088"/>
            <a:chExt cx="457200" cy="457200"/>
          </a:xfrm>
        </p:grpSpPr>
        <p:pic>
          <p:nvPicPr>
            <p:cNvPr id="325" name="Google Shape;325;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6" name="Google Shape;326;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7" name="Google Shape;327;p31"/>
          <p:cNvGrpSpPr/>
          <p:nvPr/>
        </p:nvGrpSpPr>
        <p:grpSpPr>
          <a:xfrm>
            <a:off x="324128" y="3987825"/>
            <a:ext cx="457200" cy="457200"/>
            <a:chOff x="1020916" y="1442088"/>
            <a:chExt cx="457200" cy="457200"/>
          </a:xfrm>
        </p:grpSpPr>
        <p:pic>
          <p:nvPicPr>
            <p:cNvPr id="328" name="Google Shape;328;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9" name="Google Shape;329;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30" name="Google Shape;330;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31" name="Google Shape;331;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32" name="Google Shape;332;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33" name="Google Shape;333;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4" name="Shape 334"/>
        <p:cNvGrpSpPr/>
        <p:nvPr/>
      </p:nvGrpSpPr>
      <p:grpSpPr>
        <a:xfrm>
          <a:off x="0" y="0"/>
          <a:ext cx="0" cy="0"/>
          <a:chOff x="0" y="0"/>
          <a:chExt cx="0" cy="0"/>
        </a:xfrm>
      </p:grpSpPr>
      <p:pic>
        <p:nvPicPr>
          <p:cNvPr id="335" name="Google Shape;335;p3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6" name="Google Shape;336;p3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7" name="Google Shape;337;p32"/>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8" name="Google Shape;338;p32"/>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9" name="Google Shape;339;p32"/>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40" name="Google Shape;340;p32"/>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1" name="Google Shape;341;p32"/>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42" name="Google Shape;342;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43" name="Google Shape;343;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4" name="Google Shape;344;p3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5" name="Google Shape;345;p32"/>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6" name="Google Shape;346;p32"/>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7" name="Google Shape;347;p32"/>
          <p:cNvGrpSpPr/>
          <p:nvPr/>
        </p:nvGrpSpPr>
        <p:grpSpPr>
          <a:xfrm>
            <a:off x="324128" y="3139463"/>
            <a:ext cx="457200" cy="457200"/>
            <a:chOff x="1020916" y="1442088"/>
            <a:chExt cx="457200" cy="457200"/>
          </a:xfrm>
        </p:grpSpPr>
        <p:pic>
          <p:nvPicPr>
            <p:cNvPr id="348" name="Google Shape;348;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9" name="Google Shape;349;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50" name="Google Shape;350;p32"/>
          <p:cNvGrpSpPr/>
          <p:nvPr/>
        </p:nvGrpSpPr>
        <p:grpSpPr>
          <a:xfrm>
            <a:off x="324128" y="3987825"/>
            <a:ext cx="457200" cy="457200"/>
            <a:chOff x="1020916" y="1442088"/>
            <a:chExt cx="457200" cy="457200"/>
          </a:xfrm>
        </p:grpSpPr>
        <p:pic>
          <p:nvPicPr>
            <p:cNvPr id="351" name="Google Shape;351;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52" name="Google Shape;352;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53" name="Google Shape;353;p32"/>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4" name="Google Shape;354;p32"/>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5" name="Google Shape;355;p32"/>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6" name="Google Shape;356;p32"/>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7" name="Shape 357"/>
        <p:cNvGrpSpPr/>
        <p:nvPr/>
      </p:nvGrpSpPr>
      <p:grpSpPr>
        <a:xfrm>
          <a:off x="0" y="0"/>
          <a:ext cx="0" cy="0"/>
          <a:chOff x="0" y="0"/>
          <a:chExt cx="0" cy="0"/>
        </a:xfrm>
      </p:grpSpPr>
      <p:pic>
        <p:nvPicPr>
          <p:cNvPr id="358" name="Google Shape;358;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9" name="Google Shape;359;p3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3"/>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61" name="Google Shape;361;p33"/>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62" name="Google Shape;362;p33"/>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63" name="Google Shape;363;p33"/>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4" name="Google Shape;364;p33"/>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5" name="Google Shape;365;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6" name="Google Shape;366;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7" name="Google Shape;367;p3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8" name="Google Shape;368;p33"/>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9" name="Google Shape;369;p33"/>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70" name="Google Shape;370;p33"/>
          <p:cNvGrpSpPr/>
          <p:nvPr/>
        </p:nvGrpSpPr>
        <p:grpSpPr>
          <a:xfrm>
            <a:off x="324128" y="3139463"/>
            <a:ext cx="457200" cy="457200"/>
            <a:chOff x="1020916" y="1442088"/>
            <a:chExt cx="457200" cy="457200"/>
          </a:xfrm>
        </p:grpSpPr>
        <p:pic>
          <p:nvPicPr>
            <p:cNvPr id="371" name="Google Shape;371;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2" name="Google Shape;372;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73" name="Google Shape;373;p33"/>
          <p:cNvGrpSpPr/>
          <p:nvPr/>
        </p:nvGrpSpPr>
        <p:grpSpPr>
          <a:xfrm>
            <a:off x="324128" y="3987825"/>
            <a:ext cx="457200" cy="457200"/>
            <a:chOff x="1020916" y="1442088"/>
            <a:chExt cx="457200" cy="457200"/>
          </a:xfrm>
        </p:grpSpPr>
        <p:pic>
          <p:nvPicPr>
            <p:cNvPr id="374" name="Google Shape;374;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5" name="Google Shape;375;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6" name="Google Shape;376;p33"/>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7" name="Google Shape;377;p33"/>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8" name="Google Shape;378;p33"/>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9" name="Google Shape;379;p33"/>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80" name="Shape 380"/>
        <p:cNvGrpSpPr/>
        <p:nvPr/>
      </p:nvGrpSpPr>
      <p:grpSpPr>
        <a:xfrm>
          <a:off x="0" y="0"/>
          <a:ext cx="0" cy="0"/>
          <a:chOff x="0" y="0"/>
          <a:chExt cx="0" cy="0"/>
        </a:xfrm>
      </p:grpSpPr>
      <p:pic>
        <p:nvPicPr>
          <p:cNvPr id="381" name="Google Shape;381;p3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82" name="Google Shape;382;p3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4" name="Google Shape;384;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5" name="Google Shape;385;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6" name="Google Shape;386;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7" name="Google Shape;387;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8" name="Google Shape;388;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9" name="Google Shape;389;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90" name="Google Shape;390;p34"/>
          <p:cNvGrpSpPr/>
          <p:nvPr/>
        </p:nvGrpSpPr>
        <p:grpSpPr>
          <a:xfrm>
            <a:off x="323653" y="1804438"/>
            <a:ext cx="457200" cy="457200"/>
            <a:chOff x="1020916" y="1442088"/>
            <a:chExt cx="457200" cy="457200"/>
          </a:xfrm>
        </p:grpSpPr>
        <p:pic>
          <p:nvPicPr>
            <p:cNvPr id="391" name="Google Shape;39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2" name="Google Shape;39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93" name="Google Shape;393;p34"/>
          <p:cNvGrpSpPr/>
          <p:nvPr/>
        </p:nvGrpSpPr>
        <p:grpSpPr>
          <a:xfrm>
            <a:off x="323653" y="2766575"/>
            <a:ext cx="457200" cy="457200"/>
            <a:chOff x="1020916" y="1442088"/>
            <a:chExt cx="457200" cy="457200"/>
          </a:xfrm>
        </p:grpSpPr>
        <p:pic>
          <p:nvPicPr>
            <p:cNvPr id="394" name="Google Shape;394;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5" name="Google Shape;395;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6" name="Google Shape;396;p34"/>
          <p:cNvGrpSpPr/>
          <p:nvPr/>
        </p:nvGrpSpPr>
        <p:grpSpPr>
          <a:xfrm>
            <a:off x="323641" y="3729038"/>
            <a:ext cx="457200" cy="457200"/>
            <a:chOff x="1020916" y="1442088"/>
            <a:chExt cx="457200" cy="457200"/>
          </a:xfrm>
        </p:grpSpPr>
        <p:pic>
          <p:nvPicPr>
            <p:cNvPr id="397" name="Google Shape;397;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8" name="Google Shape;398;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9" name="Shape 399"/>
        <p:cNvGrpSpPr/>
        <p:nvPr/>
      </p:nvGrpSpPr>
      <p:grpSpPr>
        <a:xfrm>
          <a:off x="0" y="0"/>
          <a:ext cx="0" cy="0"/>
          <a:chOff x="0" y="0"/>
          <a:chExt cx="0" cy="0"/>
        </a:xfrm>
      </p:grpSpPr>
      <p:pic>
        <p:nvPicPr>
          <p:cNvPr id="400" name="Google Shape;400;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01" name="Google Shape;401;p3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03" name="Google Shape;403;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4" name="Google Shape;404;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5" name="Google Shape;405;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6" name="Google Shape;406;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7" name="Google Shape;407;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8" name="Google Shape;408;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9" name="Google Shape;409;p35"/>
          <p:cNvGrpSpPr/>
          <p:nvPr/>
        </p:nvGrpSpPr>
        <p:grpSpPr>
          <a:xfrm>
            <a:off x="323653" y="1804438"/>
            <a:ext cx="457200" cy="457200"/>
            <a:chOff x="1020916" y="1442088"/>
            <a:chExt cx="457200" cy="457200"/>
          </a:xfrm>
        </p:grpSpPr>
        <p:pic>
          <p:nvPicPr>
            <p:cNvPr id="410" name="Google Shape;41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1" name="Google Shape;41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12" name="Google Shape;412;p35"/>
          <p:cNvGrpSpPr/>
          <p:nvPr/>
        </p:nvGrpSpPr>
        <p:grpSpPr>
          <a:xfrm>
            <a:off x="323653" y="2766575"/>
            <a:ext cx="457200" cy="457200"/>
            <a:chOff x="1020916" y="1442088"/>
            <a:chExt cx="457200" cy="457200"/>
          </a:xfrm>
        </p:grpSpPr>
        <p:pic>
          <p:nvPicPr>
            <p:cNvPr id="413" name="Google Shape;413;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4" name="Google Shape;414;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5" name="Google Shape;415;p35"/>
          <p:cNvGrpSpPr/>
          <p:nvPr/>
        </p:nvGrpSpPr>
        <p:grpSpPr>
          <a:xfrm>
            <a:off x="323641" y="3729038"/>
            <a:ext cx="457200" cy="457200"/>
            <a:chOff x="1020916" y="1442088"/>
            <a:chExt cx="457200" cy="457200"/>
          </a:xfrm>
        </p:grpSpPr>
        <p:pic>
          <p:nvPicPr>
            <p:cNvPr id="416" name="Google Shape;416;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7" name="Google Shape;417;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8" name="Shape 418"/>
        <p:cNvGrpSpPr/>
        <p:nvPr/>
      </p:nvGrpSpPr>
      <p:grpSpPr>
        <a:xfrm>
          <a:off x="0" y="0"/>
          <a:ext cx="0" cy="0"/>
          <a:chOff x="0" y="0"/>
          <a:chExt cx="0" cy="0"/>
        </a:xfrm>
      </p:grpSpPr>
      <p:pic>
        <p:nvPicPr>
          <p:cNvPr id="419" name="Google Shape;419;p3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20" name="Google Shape;420;p3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6"/>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22" name="Google Shape;422;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23" name="Google Shape;423;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4" name="Google Shape;424;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5" name="Google Shape;425;p36"/>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6" name="Google Shape;426;p36"/>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7" name="Google Shape;427;p36"/>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8" name="Google Shape;428;p36"/>
          <p:cNvGrpSpPr/>
          <p:nvPr/>
        </p:nvGrpSpPr>
        <p:grpSpPr>
          <a:xfrm>
            <a:off x="323653" y="1804438"/>
            <a:ext cx="457200" cy="457200"/>
            <a:chOff x="1020916" y="1442088"/>
            <a:chExt cx="457200" cy="457200"/>
          </a:xfrm>
        </p:grpSpPr>
        <p:pic>
          <p:nvPicPr>
            <p:cNvPr id="429" name="Google Shape;429;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0" name="Google Shape;430;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31" name="Google Shape;431;p36"/>
          <p:cNvGrpSpPr/>
          <p:nvPr/>
        </p:nvGrpSpPr>
        <p:grpSpPr>
          <a:xfrm>
            <a:off x="323653" y="2766575"/>
            <a:ext cx="457200" cy="457200"/>
            <a:chOff x="1020916" y="1442088"/>
            <a:chExt cx="457200" cy="457200"/>
          </a:xfrm>
        </p:grpSpPr>
        <p:pic>
          <p:nvPicPr>
            <p:cNvPr id="432" name="Google Shape;432;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3" name="Google Shape;433;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4" name="Google Shape;434;p36"/>
          <p:cNvGrpSpPr/>
          <p:nvPr/>
        </p:nvGrpSpPr>
        <p:grpSpPr>
          <a:xfrm>
            <a:off x="323641" y="3729038"/>
            <a:ext cx="457200" cy="457200"/>
            <a:chOff x="1020916" y="1442088"/>
            <a:chExt cx="457200" cy="457200"/>
          </a:xfrm>
        </p:grpSpPr>
        <p:pic>
          <p:nvPicPr>
            <p:cNvPr id="435" name="Google Shape;435;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6" name="Google Shape;436;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7" name="Shape 437"/>
        <p:cNvGrpSpPr/>
        <p:nvPr/>
      </p:nvGrpSpPr>
      <p:grpSpPr>
        <a:xfrm>
          <a:off x="0" y="0"/>
          <a:ext cx="0" cy="0"/>
          <a:chOff x="0" y="0"/>
          <a:chExt cx="0" cy="0"/>
        </a:xfrm>
      </p:grpSpPr>
      <p:pic>
        <p:nvPicPr>
          <p:cNvPr id="438" name="Google Shape;438;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9" name="Google Shape;439;p3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7"/>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41" name="Google Shape;441;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42" name="Google Shape;442;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43" name="Google Shape;443;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4" name="Google Shape;444;p37"/>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5" name="Google Shape;445;p37"/>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6" name="Google Shape;446;p37"/>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7" name="Google Shape;447;p37"/>
          <p:cNvGrpSpPr/>
          <p:nvPr/>
        </p:nvGrpSpPr>
        <p:grpSpPr>
          <a:xfrm>
            <a:off x="323653" y="1804438"/>
            <a:ext cx="457200" cy="457200"/>
            <a:chOff x="1020916" y="1442088"/>
            <a:chExt cx="457200" cy="457200"/>
          </a:xfrm>
        </p:grpSpPr>
        <p:pic>
          <p:nvPicPr>
            <p:cNvPr id="448" name="Google Shape;448;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9" name="Google Shape;449;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50" name="Google Shape;450;p37"/>
          <p:cNvGrpSpPr/>
          <p:nvPr/>
        </p:nvGrpSpPr>
        <p:grpSpPr>
          <a:xfrm>
            <a:off x="323653" y="2766575"/>
            <a:ext cx="457200" cy="457200"/>
            <a:chOff x="1020916" y="1442088"/>
            <a:chExt cx="457200" cy="457200"/>
          </a:xfrm>
        </p:grpSpPr>
        <p:pic>
          <p:nvPicPr>
            <p:cNvPr id="451" name="Google Shape;451;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2" name="Google Shape;452;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53" name="Google Shape;453;p37"/>
          <p:cNvGrpSpPr/>
          <p:nvPr/>
        </p:nvGrpSpPr>
        <p:grpSpPr>
          <a:xfrm>
            <a:off x="323641" y="3729038"/>
            <a:ext cx="457200" cy="457200"/>
            <a:chOff x="1020916" y="1442088"/>
            <a:chExt cx="457200" cy="457200"/>
          </a:xfrm>
        </p:grpSpPr>
        <p:pic>
          <p:nvPicPr>
            <p:cNvPr id="454" name="Google Shape;454;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5" name="Google Shape;455;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6" name="Shape 456"/>
        <p:cNvGrpSpPr/>
        <p:nvPr/>
      </p:nvGrpSpPr>
      <p:grpSpPr>
        <a:xfrm>
          <a:off x="0" y="0"/>
          <a:ext cx="0" cy="0"/>
          <a:chOff x="0" y="0"/>
          <a:chExt cx="0" cy="0"/>
        </a:xfrm>
      </p:grpSpPr>
      <p:pic>
        <p:nvPicPr>
          <p:cNvPr id="457" name="Google Shape;457;p3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8" name="Google Shape;458;p3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60" name="Google Shape;460;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61" name="Google Shape;461;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62" name="Google Shape;462;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3" name="Google Shape;463;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4" name="Google Shape;464;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5" name="Google Shape;465;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6" name="Google Shape;466;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7" name="Google Shape;467;p38"/>
          <p:cNvGrpSpPr/>
          <p:nvPr/>
        </p:nvGrpSpPr>
        <p:grpSpPr>
          <a:xfrm>
            <a:off x="323653" y="1652038"/>
            <a:ext cx="457200" cy="457200"/>
            <a:chOff x="1020916" y="1442088"/>
            <a:chExt cx="457200" cy="457200"/>
          </a:xfrm>
        </p:grpSpPr>
        <p:pic>
          <p:nvPicPr>
            <p:cNvPr id="468" name="Google Shape;468;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9" name="Google Shape;469;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70" name="Google Shape;470;p38"/>
          <p:cNvGrpSpPr/>
          <p:nvPr/>
        </p:nvGrpSpPr>
        <p:grpSpPr>
          <a:xfrm>
            <a:off x="323653" y="2461775"/>
            <a:ext cx="457200" cy="457200"/>
            <a:chOff x="1020916" y="1442088"/>
            <a:chExt cx="457200" cy="457200"/>
          </a:xfrm>
        </p:grpSpPr>
        <p:pic>
          <p:nvPicPr>
            <p:cNvPr id="471" name="Google Shape;471;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2" name="Google Shape;472;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73" name="Google Shape;473;p38"/>
          <p:cNvGrpSpPr/>
          <p:nvPr/>
        </p:nvGrpSpPr>
        <p:grpSpPr>
          <a:xfrm>
            <a:off x="323641" y="3271838"/>
            <a:ext cx="457200" cy="457200"/>
            <a:chOff x="1020916" y="1442088"/>
            <a:chExt cx="457200" cy="457200"/>
          </a:xfrm>
        </p:grpSpPr>
        <p:pic>
          <p:nvPicPr>
            <p:cNvPr id="474" name="Google Shape;474;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5" name="Google Shape;475;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6" name="Google Shape;476;p38"/>
          <p:cNvGrpSpPr/>
          <p:nvPr/>
        </p:nvGrpSpPr>
        <p:grpSpPr>
          <a:xfrm>
            <a:off x="323641" y="4081763"/>
            <a:ext cx="457200" cy="457200"/>
            <a:chOff x="1020916" y="1442088"/>
            <a:chExt cx="457200" cy="457200"/>
          </a:xfrm>
        </p:grpSpPr>
        <p:pic>
          <p:nvPicPr>
            <p:cNvPr id="477" name="Google Shape;477;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8" name="Google Shape;478;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9" name="Shape 479"/>
        <p:cNvGrpSpPr/>
        <p:nvPr/>
      </p:nvGrpSpPr>
      <p:grpSpPr>
        <a:xfrm>
          <a:off x="0" y="0"/>
          <a:ext cx="0" cy="0"/>
          <a:chOff x="0" y="0"/>
          <a:chExt cx="0" cy="0"/>
        </a:xfrm>
      </p:grpSpPr>
      <p:pic>
        <p:nvPicPr>
          <p:cNvPr id="480" name="Google Shape;480;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81" name="Google Shape;481;p3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83" name="Google Shape;483;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4" name="Google Shape;484;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5" name="Google Shape;485;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6" name="Google Shape;486;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7" name="Google Shape;487;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8" name="Google Shape;488;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9" name="Google Shape;489;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90" name="Google Shape;490;p39"/>
          <p:cNvGrpSpPr/>
          <p:nvPr/>
        </p:nvGrpSpPr>
        <p:grpSpPr>
          <a:xfrm>
            <a:off x="323653" y="1652038"/>
            <a:ext cx="457200" cy="457200"/>
            <a:chOff x="1020916" y="1442088"/>
            <a:chExt cx="457200" cy="457200"/>
          </a:xfrm>
        </p:grpSpPr>
        <p:pic>
          <p:nvPicPr>
            <p:cNvPr id="491" name="Google Shape;491;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2" name="Google Shape;492;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93" name="Google Shape;493;p39"/>
          <p:cNvGrpSpPr/>
          <p:nvPr/>
        </p:nvGrpSpPr>
        <p:grpSpPr>
          <a:xfrm>
            <a:off x="323653" y="2461775"/>
            <a:ext cx="457200" cy="457200"/>
            <a:chOff x="1020916" y="1442088"/>
            <a:chExt cx="457200" cy="457200"/>
          </a:xfrm>
        </p:grpSpPr>
        <p:pic>
          <p:nvPicPr>
            <p:cNvPr id="494" name="Google Shape;494;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5" name="Google Shape;495;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6" name="Google Shape;496;p39"/>
          <p:cNvGrpSpPr/>
          <p:nvPr/>
        </p:nvGrpSpPr>
        <p:grpSpPr>
          <a:xfrm>
            <a:off x="323641" y="3271838"/>
            <a:ext cx="457200" cy="457200"/>
            <a:chOff x="1020916" y="1442088"/>
            <a:chExt cx="457200" cy="457200"/>
          </a:xfrm>
        </p:grpSpPr>
        <p:pic>
          <p:nvPicPr>
            <p:cNvPr id="497" name="Google Shape;497;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8" name="Google Shape;498;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9" name="Google Shape;499;p39"/>
          <p:cNvGrpSpPr/>
          <p:nvPr/>
        </p:nvGrpSpPr>
        <p:grpSpPr>
          <a:xfrm>
            <a:off x="323641" y="4081763"/>
            <a:ext cx="457200" cy="457200"/>
            <a:chOff x="1020916" y="1442088"/>
            <a:chExt cx="457200" cy="457200"/>
          </a:xfrm>
        </p:grpSpPr>
        <p:pic>
          <p:nvPicPr>
            <p:cNvPr id="500" name="Google Shape;500;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01" name="Google Shape;501;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502" name="Shape 502"/>
        <p:cNvGrpSpPr/>
        <p:nvPr/>
      </p:nvGrpSpPr>
      <p:grpSpPr>
        <a:xfrm>
          <a:off x="0" y="0"/>
          <a:ext cx="0" cy="0"/>
          <a:chOff x="0" y="0"/>
          <a:chExt cx="0" cy="0"/>
        </a:xfrm>
      </p:grpSpPr>
      <p:pic>
        <p:nvPicPr>
          <p:cNvPr id="503" name="Google Shape;503;p4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4" name="Google Shape;504;p4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40"/>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6" name="Google Shape;506;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7" name="Google Shape;507;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8" name="Google Shape;508;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9" name="Google Shape;509;p40"/>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0" name="Google Shape;510;p40"/>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1" name="Google Shape;511;p40"/>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12" name="Google Shape;512;p40"/>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13" name="Google Shape;513;p40"/>
          <p:cNvGrpSpPr/>
          <p:nvPr/>
        </p:nvGrpSpPr>
        <p:grpSpPr>
          <a:xfrm>
            <a:off x="323653" y="1652038"/>
            <a:ext cx="457200" cy="457200"/>
            <a:chOff x="1020916" y="1442088"/>
            <a:chExt cx="457200" cy="457200"/>
          </a:xfrm>
        </p:grpSpPr>
        <p:pic>
          <p:nvPicPr>
            <p:cNvPr id="514" name="Google Shape;514;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5" name="Google Shape;515;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6" name="Google Shape;516;p40"/>
          <p:cNvGrpSpPr/>
          <p:nvPr/>
        </p:nvGrpSpPr>
        <p:grpSpPr>
          <a:xfrm>
            <a:off x="323653" y="2461775"/>
            <a:ext cx="457200" cy="457200"/>
            <a:chOff x="1020916" y="1442088"/>
            <a:chExt cx="457200" cy="457200"/>
          </a:xfrm>
        </p:grpSpPr>
        <p:pic>
          <p:nvPicPr>
            <p:cNvPr id="517" name="Google Shape;517;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8" name="Google Shape;518;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9" name="Google Shape;519;p40"/>
          <p:cNvGrpSpPr/>
          <p:nvPr/>
        </p:nvGrpSpPr>
        <p:grpSpPr>
          <a:xfrm>
            <a:off x="323641" y="3271838"/>
            <a:ext cx="457200" cy="457200"/>
            <a:chOff x="1020916" y="1442088"/>
            <a:chExt cx="457200" cy="457200"/>
          </a:xfrm>
        </p:grpSpPr>
        <p:pic>
          <p:nvPicPr>
            <p:cNvPr id="520" name="Google Shape;520;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1" name="Google Shape;521;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22" name="Google Shape;522;p40"/>
          <p:cNvGrpSpPr/>
          <p:nvPr/>
        </p:nvGrpSpPr>
        <p:grpSpPr>
          <a:xfrm>
            <a:off x="323641" y="4081763"/>
            <a:ext cx="457200" cy="457200"/>
            <a:chOff x="1020916" y="1442088"/>
            <a:chExt cx="457200" cy="457200"/>
          </a:xfrm>
        </p:grpSpPr>
        <p:pic>
          <p:nvPicPr>
            <p:cNvPr id="523" name="Google Shape;523;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4" name="Google Shape;524;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5" name="Shape 525"/>
        <p:cNvGrpSpPr/>
        <p:nvPr/>
      </p:nvGrpSpPr>
      <p:grpSpPr>
        <a:xfrm>
          <a:off x="0" y="0"/>
          <a:ext cx="0" cy="0"/>
          <a:chOff x="0" y="0"/>
          <a:chExt cx="0" cy="0"/>
        </a:xfrm>
      </p:grpSpPr>
      <p:pic>
        <p:nvPicPr>
          <p:cNvPr id="526" name="Google Shape;526;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7" name="Google Shape;527;p4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41"/>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9" name="Google Shape;529;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30" name="Google Shape;530;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31" name="Google Shape;531;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2" name="Google Shape;532;p41"/>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3" name="Google Shape;533;p41"/>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4" name="Google Shape;534;p41"/>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5" name="Google Shape;535;p41"/>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6" name="Google Shape;536;p41"/>
          <p:cNvGrpSpPr/>
          <p:nvPr/>
        </p:nvGrpSpPr>
        <p:grpSpPr>
          <a:xfrm>
            <a:off x="323653" y="1652038"/>
            <a:ext cx="457200" cy="457200"/>
            <a:chOff x="1020916" y="1442088"/>
            <a:chExt cx="457200" cy="457200"/>
          </a:xfrm>
        </p:grpSpPr>
        <p:pic>
          <p:nvPicPr>
            <p:cNvPr id="537" name="Google Shape;53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8" name="Google Shape;53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9" name="Google Shape;539;p41"/>
          <p:cNvGrpSpPr/>
          <p:nvPr/>
        </p:nvGrpSpPr>
        <p:grpSpPr>
          <a:xfrm>
            <a:off x="323653" y="2461775"/>
            <a:ext cx="457200" cy="457200"/>
            <a:chOff x="1020916" y="1442088"/>
            <a:chExt cx="457200" cy="457200"/>
          </a:xfrm>
        </p:grpSpPr>
        <p:pic>
          <p:nvPicPr>
            <p:cNvPr id="540" name="Google Shape;54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1" name="Google Shape;54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42" name="Google Shape;542;p41"/>
          <p:cNvGrpSpPr/>
          <p:nvPr/>
        </p:nvGrpSpPr>
        <p:grpSpPr>
          <a:xfrm>
            <a:off x="323641" y="3271838"/>
            <a:ext cx="457200" cy="457200"/>
            <a:chOff x="1020916" y="1442088"/>
            <a:chExt cx="457200" cy="457200"/>
          </a:xfrm>
        </p:grpSpPr>
        <p:pic>
          <p:nvPicPr>
            <p:cNvPr id="543" name="Google Shape;543;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4" name="Google Shape;544;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5" name="Google Shape;545;p41"/>
          <p:cNvGrpSpPr/>
          <p:nvPr/>
        </p:nvGrpSpPr>
        <p:grpSpPr>
          <a:xfrm>
            <a:off x="323641" y="4081763"/>
            <a:ext cx="457200" cy="457200"/>
            <a:chOff x="1020916" y="1442088"/>
            <a:chExt cx="457200" cy="457200"/>
          </a:xfrm>
        </p:grpSpPr>
        <p:pic>
          <p:nvPicPr>
            <p:cNvPr id="546" name="Google Shape;546;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7" name="Google Shape;547;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8" name="Shape 548"/>
        <p:cNvGrpSpPr/>
        <p:nvPr/>
      </p:nvGrpSpPr>
      <p:grpSpPr>
        <a:xfrm>
          <a:off x="0" y="0"/>
          <a:ext cx="0" cy="0"/>
          <a:chOff x="0" y="0"/>
          <a:chExt cx="0" cy="0"/>
        </a:xfrm>
      </p:grpSpPr>
      <p:pic>
        <p:nvPicPr>
          <p:cNvPr id="549" name="Google Shape;549;p4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50" name="Google Shape;550;p4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52" name="Google Shape;552;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53" name="Google Shape;553;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4" name="Google Shape;554;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5" name="Google Shape;555;p42"/>
          <p:cNvSpPr/>
          <p:nvPr>
            <p:ph idx="3" type="pic"/>
          </p:nvPr>
        </p:nvSpPr>
        <p:spPr>
          <a:xfrm>
            <a:off x="324000" y="1893950"/>
            <a:ext cx="2555400" cy="1939500"/>
          </a:xfrm>
          <a:prstGeom prst="rect">
            <a:avLst/>
          </a:prstGeom>
          <a:noFill/>
          <a:ln>
            <a:noFill/>
          </a:ln>
        </p:spPr>
      </p:sp>
      <p:sp>
        <p:nvSpPr>
          <p:cNvPr id="556" name="Google Shape;556;p42"/>
          <p:cNvSpPr/>
          <p:nvPr>
            <p:ph idx="4" type="pic"/>
          </p:nvPr>
        </p:nvSpPr>
        <p:spPr>
          <a:xfrm>
            <a:off x="6256800" y="1893950"/>
            <a:ext cx="2555400" cy="1939500"/>
          </a:xfrm>
          <a:prstGeom prst="rect">
            <a:avLst/>
          </a:prstGeom>
          <a:noFill/>
          <a:ln>
            <a:noFill/>
          </a:ln>
        </p:spPr>
      </p:sp>
      <p:sp>
        <p:nvSpPr>
          <p:cNvPr id="557" name="Google Shape;557;p42"/>
          <p:cNvSpPr/>
          <p:nvPr>
            <p:ph idx="5" type="pic"/>
          </p:nvPr>
        </p:nvSpPr>
        <p:spPr>
          <a:xfrm>
            <a:off x="3294300" y="1893950"/>
            <a:ext cx="2555400" cy="1939500"/>
          </a:xfrm>
          <a:prstGeom prst="rect">
            <a:avLst/>
          </a:prstGeom>
          <a:noFill/>
          <a:ln>
            <a:noFill/>
          </a:ln>
        </p:spPr>
      </p:sp>
      <p:grpSp>
        <p:nvGrpSpPr>
          <p:cNvPr id="558" name="Google Shape;558;p42"/>
          <p:cNvGrpSpPr/>
          <p:nvPr/>
        </p:nvGrpSpPr>
        <p:grpSpPr>
          <a:xfrm>
            <a:off x="1381028" y="4148538"/>
            <a:ext cx="457200" cy="457200"/>
            <a:chOff x="1020916" y="1442088"/>
            <a:chExt cx="457200" cy="457200"/>
          </a:xfrm>
        </p:grpSpPr>
        <p:pic>
          <p:nvPicPr>
            <p:cNvPr id="559" name="Google Shape;55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0" name="Google Shape;56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61" name="Google Shape;561;p42"/>
          <p:cNvGrpSpPr/>
          <p:nvPr/>
        </p:nvGrpSpPr>
        <p:grpSpPr>
          <a:xfrm>
            <a:off x="4331066" y="4148550"/>
            <a:ext cx="457200" cy="457200"/>
            <a:chOff x="1020916" y="1442088"/>
            <a:chExt cx="457200" cy="457200"/>
          </a:xfrm>
        </p:grpSpPr>
        <p:pic>
          <p:nvPicPr>
            <p:cNvPr id="562" name="Google Shape;562;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3" name="Google Shape;563;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4" name="Google Shape;564;p42"/>
          <p:cNvGrpSpPr/>
          <p:nvPr/>
        </p:nvGrpSpPr>
        <p:grpSpPr>
          <a:xfrm>
            <a:off x="7305791" y="4148538"/>
            <a:ext cx="457200" cy="457200"/>
            <a:chOff x="1020916" y="1442088"/>
            <a:chExt cx="457200" cy="457200"/>
          </a:xfrm>
        </p:grpSpPr>
        <p:pic>
          <p:nvPicPr>
            <p:cNvPr id="565" name="Google Shape;565;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6" name="Google Shape;566;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7" name="Shape 567"/>
        <p:cNvGrpSpPr/>
        <p:nvPr/>
      </p:nvGrpSpPr>
      <p:grpSpPr>
        <a:xfrm>
          <a:off x="0" y="0"/>
          <a:ext cx="0" cy="0"/>
          <a:chOff x="0" y="0"/>
          <a:chExt cx="0" cy="0"/>
        </a:xfrm>
      </p:grpSpPr>
      <p:pic>
        <p:nvPicPr>
          <p:cNvPr id="568" name="Google Shape;568;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9" name="Google Shape;569;p4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71" name="Google Shape;571;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72" name="Google Shape;572;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73" name="Google Shape;573;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4" name="Google Shape;574;p43"/>
          <p:cNvSpPr/>
          <p:nvPr>
            <p:ph idx="3" type="pic"/>
          </p:nvPr>
        </p:nvSpPr>
        <p:spPr>
          <a:xfrm>
            <a:off x="324000" y="1893950"/>
            <a:ext cx="2555400" cy="1939500"/>
          </a:xfrm>
          <a:prstGeom prst="rect">
            <a:avLst/>
          </a:prstGeom>
          <a:noFill/>
          <a:ln>
            <a:noFill/>
          </a:ln>
        </p:spPr>
      </p:sp>
      <p:sp>
        <p:nvSpPr>
          <p:cNvPr id="575" name="Google Shape;575;p43"/>
          <p:cNvSpPr/>
          <p:nvPr>
            <p:ph idx="4" type="pic"/>
          </p:nvPr>
        </p:nvSpPr>
        <p:spPr>
          <a:xfrm>
            <a:off x="6256800" y="1893950"/>
            <a:ext cx="2555400" cy="1939500"/>
          </a:xfrm>
          <a:prstGeom prst="rect">
            <a:avLst/>
          </a:prstGeom>
          <a:noFill/>
          <a:ln>
            <a:noFill/>
          </a:ln>
        </p:spPr>
      </p:sp>
      <p:sp>
        <p:nvSpPr>
          <p:cNvPr id="576" name="Google Shape;576;p43"/>
          <p:cNvSpPr/>
          <p:nvPr>
            <p:ph idx="5" type="pic"/>
          </p:nvPr>
        </p:nvSpPr>
        <p:spPr>
          <a:xfrm>
            <a:off x="3294300" y="1893950"/>
            <a:ext cx="2555400" cy="1939500"/>
          </a:xfrm>
          <a:prstGeom prst="rect">
            <a:avLst/>
          </a:prstGeom>
          <a:noFill/>
          <a:ln>
            <a:noFill/>
          </a:ln>
        </p:spPr>
      </p:sp>
      <p:grpSp>
        <p:nvGrpSpPr>
          <p:cNvPr id="577" name="Google Shape;577;p43"/>
          <p:cNvGrpSpPr/>
          <p:nvPr/>
        </p:nvGrpSpPr>
        <p:grpSpPr>
          <a:xfrm>
            <a:off x="1381028" y="4148538"/>
            <a:ext cx="457200" cy="457200"/>
            <a:chOff x="1020916" y="1442088"/>
            <a:chExt cx="457200" cy="457200"/>
          </a:xfrm>
        </p:grpSpPr>
        <p:pic>
          <p:nvPicPr>
            <p:cNvPr id="578" name="Google Shape;57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9" name="Google Shape;57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80" name="Google Shape;580;p43"/>
          <p:cNvGrpSpPr/>
          <p:nvPr/>
        </p:nvGrpSpPr>
        <p:grpSpPr>
          <a:xfrm>
            <a:off x="4331066" y="4148550"/>
            <a:ext cx="457200" cy="457200"/>
            <a:chOff x="1020916" y="1442088"/>
            <a:chExt cx="457200" cy="457200"/>
          </a:xfrm>
        </p:grpSpPr>
        <p:pic>
          <p:nvPicPr>
            <p:cNvPr id="581" name="Google Shape;581;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2" name="Google Shape;582;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83" name="Google Shape;583;p43"/>
          <p:cNvGrpSpPr/>
          <p:nvPr/>
        </p:nvGrpSpPr>
        <p:grpSpPr>
          <a:xfrm>
            <a:off x="7305791" y="4148538"/>
            <a:ext cx="457200" cy="457200"/>
            <a:chOff x="1020916" y="1442088"/>
            <a:chExt cx="457200" cy="457200"/>
          </a:xfrm>
        </p:grpSpPr>
        <p:pic>
          <p:nvPicPr>
            <p:cNvPr id="584" name="Google Shape;584;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5" name="Google Shape;585;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6" name="Shape 586"/>
        <p:cNvGrpSpPr/>
        <p:nvPr/>
      </p:nvGrpSpPr>
      <p:grpSpPr>
        <a:xfrm>
          <a:off x="0" y="0"/>
          <a:ext cx="0" cy="0"/>
          <a:chOff x="0" y="0"/>
          <a:chExt cx="0" cy="0"/>
        </a:xfrm>
      </p:grpSpPr>
      <p:pic>
        <p:nvPicPr>
          <p:cNvPr id="587" name="Google Shape;587;p4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8" name="Google Shape;588;p4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4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90" name="Google Shape;590;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91" name="Google Shape;591;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92" name="Google Shape;592;p4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93" name="Google Shape;593;p44"/>
          <p:cNvSpPr/>
          <p:nvPr>
            <p:ph idx="3" type="pic"/>
          </p:nvPr>
        </p:nvSpPr>
        <p:spPr>
          <a:xfrm>
            <a:off x="324000" y="1893950"/>
            <a:ext cx="2555400" cy="1939500"/>
          </a:xfrm>
          <a:prstGeom prst="rect">
            <a:avLst/>
          </a:prstGeom>
          <a:noFill/>
          <a:ln>
            <a:noFill/>
          </a:ln>
        </p:spPr>
      </p:sp>
      <p:sp>
        <p:nvSpPr>
          <p:cNvPr id="594" name="Google Shape;594;p44"/>
          <p:cNvSpPr/>
          <p:nvPr>
            <p:ph idx="4" type="pic"/>
          </p:nvPr>
        </p:nvSpPr>
        <p:spPr>
          <a:xfrm>
            <a:off x="6256800" y="1893950"/>
            <a:ext cx="2555400" cy="1939500"/>
          </a:xfrm>
          <a:prstGeom prst="rect">
            <a:avLst/>
          </a:prstGeom>
          <a:noFill/>
          <a:ln>
            <a:noFill/>
          </a:ln>
        </p:spPr>
      </p:sp>
      <p:sp>
        <p:nvSpPr>
          <p:cNvPr id="595" name="Google Shape;595;p44"/>
          <p:cNvSpPr/>
          <p:nvPr>
            <p:ph idx="5" type="pic"/>
          </p:nvPr>
        </p:nvSpPr>
        <p:spPr>
          <a:xfrm>
            <a:off x="3294300" y="1893950"/>
            <a:ext cx="2555400" cy="1939500"/>
          </a:xfrm>
          <a:prstGeom prst="rect">
            <a:avLst/>
          </a:prstGeom>
          <a:noFill/>
          <a:ln>
            <a:noFill/>
          </a:ln>
        </p:spPr>
      </p:sp>
      <p:grpSp>
        <p:nvGrpSpPr>
          <p:cNvPr id="596" name="Google Shape;596;p44"/>
          <p:cNvGrpSpPr/>
          <p:nvPr/>
        </p:nvGrpSpPr>
        <p:grpSpPr>
          <a:xfrm>
            <a:off x="1381028" y="4148538"/>
            <a:ext cx="457200" cy="457200"/>
            <a:chOff x="1020916" y="1442088"/>
            <a:chExt cx="457200" cy="457200"/>
          </a:xfrm>
        </p:grpSpPr>
        <p:pic>
          <p:nvPicPr>
            <p:cNvPr id="597" name="Google Shape;597;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8" name="Google Shape;598;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9" name="Google Shape;599;p44"/>
          <p:cNvGrpSpPr/>
          <p:nvPr/>
        </p:nvGrpSpPr>
        <p:grpSpPr>
          <a:xfrm>
            <a:off x="4331066" y="4148550"/>
            <a:ext cx="457200" cy="457200"/>
            <a:chOff x="1020916" y="1442088"/>
            <a:chExt cx="457200" cy="457200"/>
          </a:xfrm>
        </p:grpSpPr>
        <p:pic>
          <p:nvPicPr>
            <p:cNvPr id="600" name="Google Shape;600;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1" name="Google Shape;601;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02" name="Google Shape;602;p44"/>
          <p:cNvGrpSpPr/>
          <p:nvPr/>
        </p:nvGrpSpPr>
        <p:grpSpPr>
          <a:xfrm>
            <a:off x="7305791" y="4148538"/>
            <a:ext cx="457200" cy="457200"/>
            <a:chOff x="1020916" y="1442088"/>
            <a:chExt cx="457200" cy="457200"/>
          </a:xfrm>
        </p:grpSpPr>
        <p:pic>
          <p:nvPicPr>
            <p:cNvPr id="603" name="Google Shape;603;p4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4" name="Google Shape;604;p4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5" name="Shape 605"/>
        <p:cNvGrpSpPr/>
        <p:nvPr/>
      </p:nvGrpSpPr>
      <p:grpSpPr>
        <a:xfrm>
          <a:off x="0" y="0"/>
          <a:ext cx="0" cy="0"/>
          <a:chOff x="0" y="0"/>
          <a:chExt cx="0" cy="0"/>
        </a:xfrm>
      </p:grpSpPr>
      <p:pic>
        <p:nvPicPr>
          <p:cNvPr id="606" name="Google Shape;606;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7" name="Google Shape;607;p4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4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9" name="Google Shape;609;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10" name="Google Shape;610;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11" name="Google Shape;611;p4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2" name="Google Shape;612;p45"/>
          <p:cNvSpPr/>
          <p:nvPr>
            <p:ph idx="3" type="pic"/>
          </p:nvPr>
        </p:nvSpPr>
        <p:spPr>
          <a:xfrm>
            <a:off x="324000" y="1893950"/>
            <a:ext cx="2555400" cy="1939500"/>
          </a:xfrm>
          <a:prstGeom prst="rect">
            <a:avLst/>
          </a:prstGeom>
          <a:noFill/>
          <a:ln>
            <a:noFill/>
          </a:ln>
        </p:spPr>
      </p:sp>
      <p:sp>
        <p:nvSpPr>
          <p:cNvPr id="613" name="Google Shape;613;p45"/>
          <p:cNvSpPr/>
          <p:nvPr>
            <p:ph idx="4" type="pic"/>
          </p:nvPr>
        </p:nvSpPr>
        <p:spPr>
          <a:xfrm>
            <a:off x="6256800" y="1893950"/>
            <a:ext cx="2555400" cy="1939500"/>
          </a:xfrm>
          <a:prstGeom prst="rect">
            <a:avLst/>
          </a:prstGeom>
          <a:noFill/>
          <a:ln>
            <a:noFill/>
          </a:ln>
        </p:spPr>
      </p:sp>
      <p:sp>
        <p:nvSpPr>
          <p:cNvPr id="614" name="Google Shape;614;p45"/>
          <p:cNvSpPr/>
          <p:nvPr>
            <p:ph idx="5" type="pic"/>
          </p:nvPr>
        </p:nvSpPr>
        <p:spPr>
          <a:xfrm>
            <a:off x="3294300" y="1893950"/>
            <a:ext cx="2555400" cy="1939500"/>
          </a:xfrm>
          <a:prstGeom prst="rect">
            <a:avLst/>
          </a:prstGeom>
          <a:noFill/>
          <a:ln>
            <a:noFill/>
          </a:ln>
        </p:spPr>
      </p:sp>
      <p:grpSp>
        <p:nvGrpSpPr>
          <p:cNvPr id="615" name="Google Shape;615;p45"/>
          <p:cNvGrpSpPr/>
          <p:nvPr/>
        </p:nvGrpSpPr>
        <p:grpSpPr>
          <a:xfrm>
            <a:off x="1381028" y="4148538"/>
            <a:ext cx="457200" cy="457200"/>
            <a:chOff x="1020916" y="1442088"/>
            <a:chExt cx="457200" cy="457200"/>
          </a:xfrm>
        </p:grpSpPr>
        <p:pic>
          <p:nvPicPr>
            <p:cNvPr id="616" name="Google Shape;616;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7" name="Google Shape;617;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8" name="Google Shape;618;p45"/>
          <p:cNvGrpSpPr/>
          <p:nvPr/>
        </p:nvGrpSpPr>
        <p:grpSpPr>
          <a:xfrm>
            <a:off x="4331066" y="4148550"/>
            <a:ext cx="457200" cy="457200"/>
            <a:chOff x="1020916" y="1442088"/>
            <a:chExt cx="457200" cy="457200"/>
          </a:xfrm>
        </p:grpSpPr>
        <p:pic>
          <p:nvPicPr>
            <p:cNvPr id="619" name="Google Shape;619;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0" name="Google Shape;620;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21" name="Google Shape;621;p45"/>
          <p:cNvGrpSpPr/>
          <p:nvPr/>
        </p:nvGrpSpPr>
        <p:grpSpPr>
          <a:xfrm>
            <a:off x="7305791" y="4148538"/>
            <a:ext cx="457200" cy="457200"/>
            <a:chOff x="1020916" y="1442088"/>
            <a:chExt cx="457200" cy="457200"/>
          </a:xfrm>
        </p:grpSpPr>
        <p:pic>
          <p:nvPicPr>
            <p:cNvPr id="622" name="Google Shape;622;p4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23" name="Google Shape;623;p4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4" name="Shape 624"/>
        <p:cNvGrpSpPr/>
        <p:nvPr/>
      </p:nvGrpSpPr>
      <p:grpSpPr>
        <a:xfrm>
          <a:off x="0" y="0"/>
          <a:ext cx="0" cy="0"/>
          <a:chOff x="0" y="0"/>
          <a:chExt cx="0" cy="0"/>
        </a:xfrm>
      </p:grpSpPr>
      <p:pic>
        <p:nvPicPr>
          <p:cNvPr id="625" name="Google Shape;625;p4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6" name="Google Shape;626;p4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8" name="Google Shape;62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9" name="Google Shape;62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30" name="Google Shape;63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31" name="Shape 631"/>
        <p:cNvGrpSpPr/>
        <p:nvPr/>
      </p:nvGrpSpPr>
      <p:grpSpPr>
        <a:xfrm>
          <a:off x="0" y="0"/>
          <a:ext cx="0" cy="0"/>
          <a:chOff x="0" y="0"/>
          <a:chExt cx="0" cy="0"/>
        </a:xfrm>
      </p:grpSpPr>
      <p:pic>
        <p:nvPicPr>
          <p:cNvPr id="632" name="Google Shape;63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3" name="Google Shape;633;p4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5" name="Google Shape;63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6" name="Google Shape;63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7" name="Google Shape;63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8" name="Shape 638"/>
        <p:cNvGrpSpPr/>
        <p:nvPr/>
      </p:nvGrpSpPr>
      <p:grpSpPr>
        <a:xfrm>
          <a:off x="0" y="0"/>
          <a:ext cx="0" cy="0"/>
          <a:chOff x="0" y="0"/>
          <a:chExt cx="0" cy="0"/>
        </a:xfrm>
      </p:grpSpPr>
      <p:pic>
        <p:nvPicPr>
          <p:cNvPr id="639" name="Google Shape;639;p4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0" name="Google Shape;640;p4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2" name="Google Shape;642;p4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3" name="Google Shape;64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4" name="Google Shape;644;p4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5" name="Shape 645"/>
        <p:cNvGrpSpPr/>
        <p:nvPr/>
      </p:nvGrpSpPr>
      <p:grpSpPr>
        <a:xfrm>
          <a:off x="0" y="0"/>
          <a:ext cx="0" cy="0"/>
          <a:chOff x="0" y="0"/>
          <a:chExt cx="0" cy="0"/>
        </a:xfrm>
      </p:grpSpPr>
      <p:pic>
        <p:nvPicPr>
          <p:cNvPr id="646" name="Google Shape;646;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7" name="Google Shape;647;p4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9" name="Google Shape;649;p4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50" name="Google Shape;65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51" name="Google Shape;651;p4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52" name="Shape 652"/>
        <p:cNvGrpSpPr/>
        <p:nvPr/>
      </p:nvGrpSpPr>
      <p:grpSpPr>
        <a:xfrm>
          <a:off x="0" y="0"/>
          <a:ext cx="0" cy="0"/>
          <a:chOff x="0" y="0"/>
          <a:chExt cx="0" cy="0"/>
        </a:xfrm>
      </p:grpSpPr>
      <p:pic>
        <p:nvPicPr>
          <p:cNvPr id="653" name="Google Shape;653;p5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4" name="Google Shape;654;p5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56" name="Google Shape;656;p50"/>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57" name="Google Shape;657;p5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58" name="Google Shape;658;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9" name="Google Shape;659;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60" name="Shape 660"/>
        <p:cNvGrpSpPr/>
        <p:nvPr/>
      </p:nvGrpSpPr>
      <p:grpSpPr>
        <a:xfrm>
          <a:off x="0" y="0"/>
          <a:ext cx="0" cy="0"/>
          <a:chOff x="0" y="0"/>
          <a:chExt cx="0" cy="0"/>
        </a:xfrm>
      </p:grpSpPr>
      <p:pic>
        <p:nvPicPr>
          <p:cNvPr id="661" name="Google Shape;661;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2" name="Google Shape;662;p5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4" name="Google Shape;664;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sp>
        <p:nvSpPr>
          <p:cNvPr id="665" name="Google Shape;665;p51"/>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66" name="Google Shape;666;p5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67" name="Google Shape;66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8" name="Shape 668"/>
        <p:cNvGrpSpPr/>
        <p:nvPr/>
      </p:nvGrpSpPr>
      <p:grpSpPr>
        <a:xfrm>
          <a:off x="0" y="0"/>
          <a:ext cx="0" cy="0"/>
          <a:chOff x="0" y="0"/>
          <a:chExt cx="0" cy="0"/>
        </a:xfrm>
      </p:grpSpPr>
      <p:pic>
        <p:nvPicPr>
          <p:cNvPr id="669" name="Google Shape;669;p5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0" name="Google Shape;670;p5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2" name="Google Shape;672;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73" name="Google Shape;673;p52"/>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674" name="Google Shape;674;p5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75" name="Google Shape;675;p52"/>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6" name="Shape 676"/>
        <p:cNvGrpSpPr/>
        <p:nvPr/>
      </p:nvGrpSpPr>
      <p:grpSpPr>
        <a:xfrm>
          <a:off x="0" y="0"/>
          <a:ext cx="0" cy="0"/>
          <a:chOff x="0" y="0"/>
          <a:chExt cx="0" cy="0"/>
        </a:xfrm>
      </p:grpSpPr>
      <p:pic>
        <p:nvPicPr>
          <p:cNvPr id="677" name="Google Shape;677;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8" name="Google Shape;678;p5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0" name="Google Shape;680;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sp>
        <p:nvSpPr>
          <p:cNvPr id="681" name="Google Shape;681;p53"/>
          <p:cNvSpPr txBox="1"/>
          <p:nvPr/>
        </p:nvSpPr>
        <p:spPr>
          <a:xfrm>
            <a:off x="324000" y="45525"/>
            <a:ext cx="11538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682" name="Google Shape;682;p5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83" name="Google Shape;683;p53"/>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4" name="Shape 684"/>
        <p:cNvGrpSpPr/>
        <p:nvPr/>
      </p:nvGrpSpPr>
      <p:grpSpPr>
        <a:xfrm>
          <a:off x="0" y="0"/>
          <a:ext cx="0" cy="0"/>
          <a:chOff x="0" y="0"/>
          <a:chExt cx="0" cy="0"/>
        </a:xfrm>
      </p:grpSpPr>
      <p:pic>
        <p:nvPicPr>
          <p:cNvPr id="685" name="Google Shape;685;p5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6" name="Google Shape;686;p5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88" name="Google Shape;688;p54"/>
          <p:cNvSpPr txBox="1"/>
          <p:nvPr/>
        </p:nvSpPr>
        <p:spPr>
          <a:xfrm>
            <a:off x="324000" y="45525"/>
            <a:ext cx="10920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A</a:t>
            </a:r>
            <a:endParaRPr b="1" sz="2000">
              <a:solidFill>
                <a:schemeClr val="lt1"/>
              </a:solidFill>
              <a:latin typeface="Lexend"/>
              <a:ea typeface="Lexend"/>
              <a:cs typeface="Lexend"/>
              <a:sym typeface="Lexend"/>
            </a:endParaRPr>
          </a:p>
        </p:txBody>
      </p:sp>
      <p:sp>
        <p:nvSpPr>
          <p:cNvPr id="689" name="Google Shape;689;p5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pic>
        <p:nvPicPr>
          <p:cNvPr id="690" name="Google Shape;690;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1" name="Google Shape;691;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92" name="Shape 692"/>
        <p:cNvGrpSpPr/>
        <p:nvPr/>
      </p:nvGrpSpPr>
      <p:grpSpPr>
        <a:xfrm>
          <a:off x="0" y="0"/>
          <a:ext cx="0" cy="0"/>
          <a:chOff x="0" y="0"/>
          <a:chExt cx="0" cy="0"/>
        </a:xfrm>
      </p:grpSpPr>
      <p:pic>
        <p:nvPicPr>
          <p:cNvPr id="693" name="Google Shape;693;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4" name="Google Shape;694;p5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6" name="Google Shape;696;p55"/>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B</a:t>
            </a:r>
            <a:endParaRPr b="1" sz="2000">
              <a:solidFill>
                <a:schemeClr val="lt1"/>
              </a:solidFill>
              <a:latin typeface="Lexend"/>
              <a:ea typeface="Lexend"/>
              <a:cs typeface="Lexend"/>
              <a:sym typeface="Lexend"/>
            </a:endParaRPr>
          </a:p>
        </p:txBody>
      </p:sp>
      <p:sp>
        <p:nvSpPr>
          <p:cNvPr id="697" name="Google Shape;697;p5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698" name="Google Shape;69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9" name="Google Shape;69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700" name="Shape 700"/>
        <p:cNvGrpSpPr/>
        <p:nvPr/>
      </p:nvGrpSpPr>
      <p:grpSpPr>
        <a:xfrm>
          <a:off x="0" y="0"/>
          <a:ext cx="0" cy="0"/>
          <a:chOff x="0" y="0"/>
          <a:chExt cx="0" cy="0"/>
        </a:xfrm>
      </p:grpSpPr>
      <p:pic>
        <p:nvPicPr>
          <p:cNvPr id="701" name="Google Shape;701;p5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2" name="Google Shape;702;p5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5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4" name="Google Shape;704;p56"/>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C</a:t>
            </a:r>
            <a:endParaRPr b="1" sz="2000">
              <a:solidFill>
                <a:schemeClr val="lt1"/>
              </a:solidFill>
              <a:latin typeface="Lexend"/>
              <a:ea typeface="Lexend"/>
              <a:cs typeface="Lexend"/>
              <a:sym typeface="Lexend"/>
            </a:endParaRPr>
          </a:p>
        </p:txBody>
      </p:sp>
      <p:sp>
        <p:nvSpPr>
          <p:cNvPr id="705" name="Google Shape;705;p56"/>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06" name="Google Shape;706;p5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7" name="Google Shape;707;p5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8" name="Shape 708"/>
        <p:cNvGrpSpPr/>
        <p:nvPr/>
      </p:nvGrpSpPr>
      <p:grpSpPr>
        <a:xfrm>
          <a:off x="0" y="0"/>
          <a:ext cx="0" cy="0"/>
          <a:chOff x="0" y="0"/>
          <a:chExt cx="0" cy="0"/>
        </a:xfrm>
      </p:grpSpPr>
      <p:pic>
        <p:nvPicPr>
          <p:cNvPr id="709" name="Google Shape;709;p5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10" name="Google Shape;710;p5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5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2" name="Google Shape;712;p57"/>
          <p:cNvSpPr txBox="1"/>
          <p:nvPr/>
        </p:nvSpPr>
        <p:spPr>
          <a:xfrm>
            <a:off x="324000" y="45525"/>
            <a:ext cx="1142700" cy="492600"/>
          </a:xfrm>
          <a:prstGeom prst="rect">
            <a:avLst/>
          </a:prstGeom>
          <a:noFill/>
          <a:ln>
            <a:noFill/>
          </a:ln>
        </p:spPr>
        <p:txBody>
          <a:bodyPr anchorCtr="0" anchor="t" bIns="91425" lIns="0" spcFirstLastPara="1" rIns="91425" wrap="square" tIns="91425">
            <a:spAutoFit/>
          </a:bodyPr>
          <a:lstStyle/>
          <a:p>
            <a:pPr indent="0" lvl="0" marL="0" rtl="0" algn="l">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3" name="Google Shape;713;p5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lvl1pPr lvl="0" rtl="0">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1000"/>
              </a:spcBef>
              <a:spcAft>
                <a:spcPts val="0"/>
              </a:spcAft>
              <a:buClr>
                <a:schemeClr val="lt1"/>
              </a:buClr>
              <a:buSzPts val="2100"/>
              <a:buNone/>
              <a:defRPr>
                <a:solidFill>
                  <a:schemeClr val="lt1"/>
                </a:solidFill>
              </a:defRPr>
            </a:lvl2pPr>
            <a:lvl3pPr lvl="2" rtl="0">
              <a:spcBef>
                <a:spcPts val="1000"/>
              </a:spcBef>
              <a:spcAft>
                <a:spcPts val="0"/>
              </a:spcAft>
              <a:buClr>
                <a:schemeClr val="lt1"/>
              </a:buClr>
              <a:buSzPts val="2000"/>
              <a:buNone/>
              <a:defRPr>
                <a:solidFill>
                  <a:schemeClr val="lt1"/>
                </a:solidFill>
              </a:defRPr>
            </a:lvl3pPr>
            <a:lvl4pPr lvl="3" rtl="0">
              <a:spcBef>
                <a:spcPts val="800"/>
              </a:spcBef>
              <a:spcAft>
                <a:spcPts val="0"/>
              </a:spcAft>
              <a:buClr>
                <a:schemeClr val="lt1"/>
              </a:buClr>
              <a:buSzPts val="1900"/>
              <a:buNone/>
              <a:defRPr>
                <a:solidFill>
                  <a:schemeClr val="lt1"/>
                </a:solidFill>
              </a:defRPr>
            </a:lvl4pPr>
            <a:lvl5pPr lvl="4" rtl="0">
              <a:spcBef>
                <a:spcPts val="800"/>
              </a:spcBef>
              <a:spcAft>
                <a:spcPts val="0"/>
              </a:spcAft>
              <a:buClr>
                <a:schemeClr val="lt1"/>
              </a:buClr>
              <a:buSzPts val="1800"/>
              <a:buNone/>
              <a:defRPr>
                <a:solidFill>
                  <a:schemeClr val="lt1"/>
                </a:solidFill>
              </a:defRPr>
            </a:lvl5pPr>
            <a:lvl6pPr lvl="5" rtl="0">
              <a:spcBef>
                <a:spcPts val="600"/>
              </a:spcBef>
              <a:spcAft>
                <a:spcPts val="0"/>
              </a:spcAft>
              <a:buClr>
                <a:schemeClr val="lt1"/>
              </a:buClr>
              <a:buSzPts val="1800"/>
              <a:buNone/>
              <a:defRPr>
                <a:solidFill>
                  <a:schemeClr val="lt1"/>
                </a:solidFill>
              </a:defRPr>
            </a:lvl6pPr>
            <a:lvl7pPr lvl="6" rtl="0">
              <a:spcBef>
                <a:spcPts val="600"/>
              </a:spcBef>
              <a:spcAft>
                <a:spcPts val="0"/>
              </a:spcAft>
              <a:buClr>
                <a:schemeClr val="lt1"/>
              </a:buClr>
              <a:buSzPts val="1800"/>
              <a:buNone/>
              <a:defRPr>
                <a:solidFill>
                  <a:schemeClr val="lt1"/>
                </a:solidFill>
              </a:defRPr>
            </a:lvl7pPr>
            <a:lvl8pPr lvl="7" rtl="0">
              <a:spcBef>
                <a:spcPts val="400"/>
              </a:spcBef>
              <a:spcAft>
                <a:spcPts val="0"/>
              </a:spcAft>
              <a:buClr>
                <a:schemeClr val="lt1"/>
              </a:buClr>
              <a:buSzPts val="1800"/>
              <a:buNone/>
              <a:defRPr>
                <a:solidFill>
                  <a:schemeClr val="lt1"/>
                </a:solidFill>
              </a:defRPr>
            </a:lvl8pPr>
            <a:lvl9pPr lvl="8" rtl="0">
              <a:spcBef>
                <a:spcPts val="400"/>
              </a:spcBef>
              <a:spcAft>
                <a:spcPts val="200"/>
              </a:spcAft>
              <a:buClr>
                <a:schemeClr val="lt1"/>
              </a:buClr>
              <a:buSzPts val="1800"/>
              <a:buNone/>
              <a:defRPr>
                <a:solidFill>
                  <a:schemeClr val="lt1"/>
                </a:solidFill>
              </a:defRPr>
            </a:lvl9pPr>
          </a:lstStyle>
          <a:p/>
        </p:txBody>
      </p:sp>
      <p:sp>
        <p:nvSpPr>
          <p:cNvPr id="714" name="Google Shape;714;p5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15" name="Google Shape;715;p5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
    <p:spTree>
      <p:nvGrpSpPr>
        <p:cNvPr id="716" name="Shape 716"/>
        <p:cNvGrpSpPr/>
        <p:nvPr/>
      </p:nvGrpSpPr>
      <p:grpSpPr>
        <a:xfrm>
          <a:off x="0" y="0"/>
          <a:ext cx="0" cy="0"/>
          <a:chOff x="0" y="0"/>
          <a:chExt cx="0" cy="0"/>
        </a:xfrm>
      </p:grpSpPr>
      <p:sp>
        <p:nvSpPr>
          <p:cNvPr id="717" name="Google Shape;717;p58"/>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8" name="Google Shape;718;p58"/>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9" name="Google Shape;719;p58"/>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0" name="Google Shape;720;p58"/>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1" name="Google Shape;721;p58"/>
          <p:cNvSpPr txBox="1"/>
          <p:nvPr>
            <p:ph type="title"/>
          </p:nvPr>
        </p:nvSpPr>
        <p:spPr>
          <a:xfrm>
            <a:off x="1684800" y="157525"/>
            <a:ext cx="5741400" cy="3828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22" name="Shape 722"/>
        <p:cNvGrpSpPr/>
        <p:nvPr/>
      </p:nvGrpSpPr>
      <p:grpSpPr>
        <a:xfrm>
          <a:off x="0" y="0"/>
          <a:ext cx="0" cy="0"/>
          <a:chOff x="0" y="0"/>
          <a:chExt cx="0" cy="0"/>
        </a:xfrm>
      </p:grpSpPr>
      <p:sp>
        <p:nvSpPr>
          <p:cNvPr id="723" name="Google Shape;723;p59"/>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4" name="Google Shape;724;p59"/>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5" name="Google Shape;725;p59"/>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6" name="Google Shape;726;p59"/>
          <p:cNvSpPr txBox="1"/>
          <p:nvPr/>
        </p:nvSpPr>
        <p:spPr>
          <a:xfrm>
            <a:off x="324000" y="112500"/>
            <a:ext cx="13167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7" name="Google Shape;727;p59"/>
          <p:cNvSpPr txBox="1"/>
          <p:nvPr>
            <p:ph type="title"/>
          </p:nvPr>
        </p:nvSpPr>
        <p:spPr>
          <a:xfrm>
            <a:off x="1684800" y="157525"/>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8" name="Shape 728"/>
        <p:cNvGrpSpPr/>
        <p:nvPr/>
      </p:nvGrpSpPr>
      <p:grpSpPr>
        <a:xfrm>
          <a:off x="0" y="0"/>
          <a:ext cx="0" cy="0"/>
          <a:chOff x="0" y="0"/>
          <a:chExt cx="0" cy="0"/>
        </a:xfrm>
      </p:grpSpPr>
      <p:pic>
        <p:nvPicPr>
          <p:cNvPr id="729" name="Google Shape;729;p60"/>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30" name="Google Shape;730;p60"/>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31" name="Shape 731"/>
        <p:cNvGrpSpPr/>
        <p:nvPr/>
      </p:nvGrpSpPr>
      <p:grpSpPr>
        <a:xfrm>
          <a:off x="0" y="0"/>
          <a:ext cx="0" cy="0"/>
          <a:chOff x="0" y="0"/>
          <a:chExt cx="0" cy="0"/>
        </a:xfrm>
      </p:grpSpPr>
      <p:sp>
        <p:nvSpPr>
          <p:cNvPr id="732" name="Google Shape;732;p61"/>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33" name="Google Shape;733;p61"/>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4" name="Google Shape;734;p61"/>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5" name="Google Shape;735;p61"/>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6" name="Google Shape;736;p61"/>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7" name="Google Shape;737;p61"/>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8" name="Google Shape;738;p61"/>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9" name="Google Shape;739;p61"/>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40" name="Google Shape;740;p61"/>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41" name="Shape 741"/>
        <p:cNvGrpSpPr/>
        <p:nvPr/>
      </p:nvGrpSpPr>
      <p:grpSpPr>
        <a:xfrm>
          <a:off x="0" y="0"/>
          <a:ext cx="0" cy="0"/>
          <a:chOff x="0" y="0"/>
          <a:chExt cx="0" cy="0"/>
        </a:xfrm>
      </p:grpSpPr>
      <p:pic>
        <p:nvPicPr>
          <p:cNvPr id="742" name="Google Shape;742;p62"/>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43" name="Google Shape;743;p62"/>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4" name="Shape 744"/>
        <p:cNvGrpSpPr/>
        <p:nvPr/>
      </p:nvGrpSpPr>
      <p:grpSpPr>
        <a:xfrm>
          <a:off x="0" y="0"/>
          <a:ext cx="0" cy="0"/>
          <a:chOff x="0" y="0"/>
          <a:chExt cx="0" cy="0"/>
        </a:xfrm>
      </p:grpSpPr>
      <p:sp>
        <p:nvSpPr>
          <p:cNvPr id="745" name="Google Shape;745;p63"/>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4" Type="http://schemas.openxmlformats.org/officeDocument/2006/relationships/theme" Target="../theme/theme2.xml"/><Relationship Id="rId63" Type="http://schemas.openxmlformats.org/officeDocument/2006/relationships/slideLayout" Target="../slideLayouts/slideLayout6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 id="2147483709" r:id="rId6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9.png"/><Relationship Id="rId4" Type="http://schemas.openxmlformats.org/officeDocument/2006/relationships/image" Target="../media/image4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image4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5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50.png"/><Relationship Id="rId6" Type="http://schemas.openxmlformats.org/officeDocument/2006/relationships/image" Target="../media/image5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50.png"/><Relationship Id="rId4" Type="http://schemas.openxmlformats.org/officeDocument/2006/relationships/image" Target="../media/image48.png"/><Relationship Id="rId5" Type="http://schemas.openxmlformats.org/officeDocument/2006/relationships/image" Target="../media/image51.png"/><Relationship Id="rId6"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48.png"/><Relationship Id="rId4" Type="http://schemas.openxmlformats.org/officeDocument/2006/relationships/image" Target="../media/image51.png"/><Relationship Id="rId5" Type="http://schemas.openxmlformats.org/officeDocument/2006/relationships/image" Target="../media/image5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0.xml"/><Relationship Id="rId3" Type="http://schemas.openxmlformats.org/officeDocument/2006/relationships/image" Target="../media/image55.png"/><Relationship Id="rId4" Type="http://schemas.openxmlformats.org/officeDocument/2006/relationships/image" Target="../media/image54.png"/><Relationship Id="rId5" Type="http://schemas.openxmlformats.org/officeDocument/2006/relationships/image" Target="../media/image56.png"/><Relationship Id="rId6" Type="http://schemas.openxmlformats.org/officeDocument/2006/relationships/image" Target="../media/image53.png"/><Relationship Id="rId7" Type="http://schemas.openxmlformats.org/officeDocument/2006/relationships/image" Target="../media/image57.png"/><Relationship Id="rId8" Type="http://schemas.openxmlformats.org/officeDocument/2006/relationships/image" Target="../media/image5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1.xml"/><Relationship Id="rId3" Type="http://schemas.openxmlformats.org/officeDocument/2006/relationships/image" Target="../media/image60.png"/><Relationship Id="rId4" Type="http://schemas.openxmlformats.org/officeDocument/2006/relationships/image" Target="../media/image61.png"/><Relationship Id="rId5" Type="http://schemas.openxmlformats.org/officeDocument/2006/relationships/image" Target="../media/image59.png"/><Relationship Id="rId6" Type="http://schemas.openxmlformats.org/officeDocument/2006/relationships/image" Target="../media/image6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63.png"/><Relationship Id="rId4" Type="http://schemas.openxmlformats.org/officeDocument/2006/relationships/image" Target="../media/image65.png"/><Relationship Id="rId5" Type="http://schemas.openxmlformats.org/officeDocument/2006/relationships/image" Target="../media/image67.png"/><Relationship Id="rId6" Type="http://schemas.openxmlformats.org/officeDocument/2006/relationships/image" Target="../media/image68.png"/><Relationship Id="rId7" Type="http://schemas.openxmlformats.org/officeDocument/2006/relationships/image" Target="../media/image64.png"/><Relationship Id="rId8" Type="http://schemas.openxmlformats.org/officeDocument/2006/relationships/image" Target="../media/image5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13.xml"/><Relationship Id="rId3" Type="http://schemas.openxmlformats.org/officeDocument/2006/relationships/image" Target="../media/image7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 Id="rId3" Type="http://schemas.openxmlformats.org/officeDocument/2006/relationships/image" Target="../media/image7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 Id="rId3" Type="http://schemas.openxmlformats.org/officeDocument/2006/relationships/image" Target="../media/image6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 Id="rId3" Type="http://schemas.openxmlformats.org/officeDocument/2006/relationships/image" Target="../media/image72.png"/><Relationship Id="rId4" Type="http://schemas.openxmlformats.org/officeDocument/2006/relationships/image" Target="../media/image69.png"/><Relationship Id="rId5" Type="http://schemas.openxmlformats.org/officeDocument/2006/relationships/image" Target="../media/image5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7.xml"/><Relationship Id="rId3" Type="http://schemas.openxmlformats.org/officeDocument/2006/relationships/image" Target="../media/image52.png"/><Relationship Id="rId4" Type="http://schemas.openxmlformats.org/officeDocument/2006/relationships/image" Target="../media/image72.png"/><Relationship Id="rId5" Type="http://schemas.openxmlformats.org/officeDocument/2006/relationships/image" Target="../media/image6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8.xml"/><Relationship Id="rId3" Type="http://schemas.openxmlformats.org/officeDocument/2006/relationships/image" Target="../media/image52.png"/><Relationship Id="rId4" Type="http://schemas.openxmlformats.org/officeDocument/2006/relationships/image" Target="../media/image72.png"/><Relationship Id="rId5" Type="http://schemas.openxmlformats.org/officeDocument/2006/relationships/image" Target="../media/image6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9.xml"/><Relationship Id="rId3" Type="http://schemas.openxmlformats.org/officeDocument/2006/relationships/image" Target="../media/image7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0.xml"/><Relationship Id="rId3" Type="http://schemas.openxmlformats.org/officeDocument/2006/relationships/image" Target="../media/image52.png"/><Relationship Id="rId4" Type="http://schemas.openxmlformats.org/officeDocument/2006/relationships/image" Target="../media/image72.png"/><Relationship Id="rId5" Type="http://schemas.openxmlformats.org/officeDocument/2006/relationships/image" Target="../media/image6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5.xml"/><Relationship Id="rId2" Type="http://schemas.openxmlformats.org/officeDocument/2006/relationships/notesSlide" Target="../notesSlides/notesSlide21.xml"/><Relationship Id="rId3" Type="http://schemas.openxmlformats.org/officeDocument/2006/relationships/image" Target="../media/image7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2.xml"/><Relationship Id="rId3" Type="http://schemas.openxmlformats.org/officeDocument/2006/relationships/image" Target="../media/image71.png"/><Relationship Id="rId4" Type="http://schemas.openxmlformats.org/officeDocument/2006/relationships/image" Target="../media/image76.png"/><Relationship Id="rId5" Type="http://schemas.openxmlformats.org/officeDocument/2006/relationships/image" Target="../media/image7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notesSlide" Target="../notesSlides/notesSlide23.xml"/><Relationship Id="rId3" Type="http://schemas.openxmlformats.org/officeDocument/2006/relationships/image" Target="../media/image74.png"/><Relationship Id="rId4" Type="http://schemas.openxmlformats.org/officeDocument/2006/relationships/image" Target="../media/image7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5.xml"/><Relationship Id="rId3" Type="http://schemas.openxmlformats.org/officeDocument/2006/relationships/image" Target="../media/image71.png"/><Relationship Id="rId4" Type="http://schemas.openxmlformats.org/officeDocument/2006/relationships/image" Target="../media/image76.png"/><Relationship Id="rId5" Type="http://schemas.openxmlformats.org/officeDocument/2006/relationships/image" Target="../media/image7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3.xml"/><Relationship Id="rId2" Type="http://schemas.openxmlformats.org/officeDocument/2006/relationships/notesSlide" Target="../notesSlides/notesSlide26.xml"/><Relationship Id="rId3" Type="http://schemas.openxmlformats.org/officeDocument/2006/relationships/image" Target="../media/image74.png"/><Relationship Id="rId4" Type="http://schemas.openxmlformats.org/officeDocument/2006/relationships/image" Target="../media/image7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7.xml"/><Relationship Id="rId3" Type="http://schemas.openxmlformats.org/officeDocument/2006/relationships/image" Target="../media/image4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9.xml"/><Relationship Id="rId3" Type="http://schemas.openxmlformats.org/officeDocument/2006/relationships/image" Target="../media/image8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0.xml"/><Relationship Id="rId3" Type="http://schemas.openxmlformats.org/officeDocument/2006/relationships/image" Target="../media/image8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1.xml"/><Relationship Id="rId3" Type="http://schemas.openxmlformats.org/officeDocument/2006/relationships/image" Target="../media/image8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6.xml"/><Relationship Id="rId2" Type="http://schemas.openxmlformats.org/officeDocument/2006/relationships/notesSlide" Target="../notesSlides/notesSlide32.xml"/><Relationship Id="rId3" Type="http://schemas.openxmlformats.org/officeDocument/2006/relationships/image" Target="../media/image8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3.xml"/><Relationship Id="rId3" Type="http://schemas.openxmlformats.org/officeDocument/2006/relationships/image" Target="../media/image85.png"/><Relationship Id="rId4" Type="http://schemas.openxmlformats.org/officeDocument/2006/relationships/image" Target="../media/image8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4.xml"/><Relationship Id="rId3" Type="http://schemas.openxmlformats.org/officeDocument/2006/relationships/image" Target="../media/image87.png"/><Relationship Id="rId4" Type="http://schemas.openxmlformats.org/officeDocument/2006/relationships/image" Target="../media/image8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5.xml"/><Relationship Id="rId3" Type="http://schemas.openxmlformats.org/officeDocument/2006/relationships/image" Target="../media/image80.png"/><Relationship Id="rId4" Type="http://schemas.openxmlformats.org/officeDocument/2006/relationships/image" Target="../media/image8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36.xml"/><Relationship Id="rId3" Type="http://schemas.openxmlformats.org/officeDocument/2006/relationships/image" Target="../media/image88.png"/><Relationship Id="rId4" Type="http://schemas.openxmlformats.org/officeDocument/2006/relationships/image" Target="../media/image9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7.xml"/><Relationship Id="rId3" Type="http://schemas.openxmlformats.org/officeDocument/2006/relationships/image" Target="../media/image87.png"/><Relationship Id="rId4" Type="http://schemas.openxmlformats.org/officeDocument/2006/relationships/image" Target="../media/image8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8.xml"/><Relationship Id="rId3" Type="http://schemas.openxmlformats.org/officeDocument/2006/relationships/image" Target="../media/image82.png"/><Relationship Id="rId4" Type="http://schemas.openxmlformats.org/officeDocument/2006/relationships/image" Target="../media/image9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39.xml"/><Relationship Id="rId3" Type="http://schemas.openxmlformats.org/officeDocument/2006/relationships/image" Target="../media/image8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0.xml"/><Relationship Id="rId3" Type="http://schemas.openxmlformats.org/officeDocument/2006/relationships/image" Target="../media/image88.png"/><Relationship Id="rId4" Type="http://schemas.openxmlformats.org/officeDocument/2006/relationships/image" Target="../media/image9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4.xml"/><Relationship Id="rId2" Type="http://schemas.openxmlformats.org/officeDocument/2006/relationships/notesSlide" Target="../notesSlides/notesSlide41.xml"/><Relationship Id="rId3" Type="http://schemas.openxmlformats.org/officeDocument/2006/relationships/image" Target="../media/image9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3.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9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p64"/>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Volume of prisms</a:t>
            </a:r>
            <a:endParaRPr/>
          </a:p>
        </p:txBody>
      </p:sp>
      <p:sp>
        <p:nvSpPr>
          <p:cNvPr id="751" name="Google Shape;751;p64"/>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Perimeter, area and volume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5" name="Shape 755"/>
        <p:cNvGrpSpPr/>
        <p:nvPr/>
      </p:nvGrpSpPr>
      <p:grpSpPr>
        <a:xfrm>
          <a:off x="0" y="0"/>
          <a:ext cx="0" cy="0"/>
          <a:chOff x="0" y="0"/>
          <a:chExt cx="0" cy="0"/>
        </a:xfrm>
      </p:grpSpPr>
      <p:sp>
        <p:nvSpPr>
          <p:cNvPr id="756" name="Google Shape;756;p65"/>
          <p:cNvSpPr txBox="1"/>
          <p:nvPr/>
        </p:nvSpPr>
        <p:spPr>
          <a:xfrm>
            <a:off x="5578975" y="724425"/>
            <a:ext cx="1928100" cy="369300"/>
          </a:xfrm>
          <a:prstGeom prst="rect">
            <a:avLst/>
          </a:prstGeom>
          <a:noFill/>
          <a:ln>
            <a:noFill/>
          </a:ln>
        </p:spPr>
        <p:txBody>
          <a:bodyPr anchorCtr="0" anchor="t" bIns="91425" lIns="91425" spcFirstLastPara="1" rIns="91425" wrap="square" tIns="91425">
            <a:spAutoFit/>
          </a:bodyPr>
          <a:lstStyle/>
          <a:p>
            <a:pPr indent="0" lvl="0" marL="0" marR="0" rtl="0" algn="ctr">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to use Oak lessons</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0" name="Shape 760"/>
        <p:cNvGrpSpPr/>
        <p:nvPr/>
      </p:nvGrpSpPr>
      <p:grpSpPr>
        <a:xfrm>
          <a:off x="0" y="0"/>
          <a:ext cx="0" cy="0"/>
          <a:chOff x="0" y="0"/>
          <a:chExt cx="0" cy="0"/>
        </a:xfrm>
      </p:grpSpPr>
      <p:sp>
        <p:nvSpPr>
          <p:cNvPr id="761" name="Google Shape;761;p66"/>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use the constant cross-sectional area property of prisms to determine their volume.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A cross-section is a 2D face made from cutting straight through any plane of a 3D object.  </a:t>
            </a:r>
            <a:endParaRPr/>
          </a:p>
          <a:p>
            <a:pPr indent="0" lvl="0" marL="0" rtl="0" algn="l">
              <a:spcBef>
                <a:spcPts val="1000"/>
              </a:spcBef>
              <a:spcAft>
                <a:spcPts val="0"/>
              </a:spcAft>
              <a:buNone/>
            </a:pPr>
            <a:r>
              <a:t/>
            </a:r>
            <a:endParaRPr/>
          </a:p>
          <a:p>
            <a:pPr indent="0" lvl="0" marL="0" rtl="0" algn="l">
              <a:spcBef>
                <a:spcPts val="1000"/>
              </a:spcBef>
              <a:spcAft>
                <a:spcPts val="1000"/>
              </a:spcAft>
              <a:buNone/>
            </a:pPr>
            <a:r>
              <a:rPr lang="en-GB"/>
              <a:t>A cross section of a prism made parallel to the base will be congruent to the base.   </a:t>
            </a:r>
            <a:endParaRPr/>
          </a:p>
        </p:txBody>
      </p:sp>
      <p:sp>
        <p:nvSpPr>
          <p:cNvPr id="767" name="Google Shape;767;p67"/>
          <p:cNvSpPr txBox="1"/>
          <p:nvPr>
            <p:ph idx="2" type="subTitle"/>
          </p:nvPr>
        </p:nvSpPr>
        <p:spPr>
          <a:xfrm>
            <a:off x="324001" y="3686525"/>
            <a:ext cx="8496000" cy="487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The volume is the amount of space occupied by a closed 3D shape. </a:t>
            </a:r>
            <a:endParaRPr/>
          </a:p>
        </p:txBody>
      </p:sp>
      <p:pic>
        <p:nvPicPr>
          <p:cNvPr id="768" name="Google Shape;768;p67"/>
          <p:cNvPicPr preferRelativeResize="0"/>
          <p:nvPr/>
        </p:nvPicPr>
        <p:blipFill>
          <a:blip r:embed="rId3">
            <a:alphaModFix/>
          </a:blip>
          <a:stretch>
            <a:fillRect/>
          </a:stretch>
        </p:blipFill>
        <p:spPr>
          <a:xfrm>
            <a:off x="5312225" y="1363900"/>
            <a:ext cx="1247775" cy="695325"/>
          </a:xfrm>
          <a:prstGeom prst="rect">
            <a:avLst/>
          </a:prstGeom>
          <a:noFill/>
          <a:ln>
            <a:noFill/>
          </a:ln>
        </p:spPr>
      </p:pic>
      <p:pic>
        <p:nvPicPr>
          <p:cNvPr id="769" name="Google Shape;769;p67"/>
          <p:cNvPicPr preferRelativeResize="0"/>
          <p:nvPr/>
        </p:nvPicPr>
        <p:blipFill>
          <a:blip r:embed="rId4">
            <a:alphaModFix/>
          </a:blip>
          <a:stretch>
            <a:fillRect/>
          </a:stretch>
        </p:blipFill>
        <p:spPr>
          <a:xfrm>
            <a:off x="3596100" y="2700000"/>
            <a:ext cx="723900" cy="676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3" name="Shape 773"/>
        <p:cNvGrpSpPr/>
        <p:nvPr/>
      </p:nvGrpSpPr>
      <p:grpSpPr>
        <a:xfrm>
          <a:off x="0" y="0"/>
          <a:ext cx="0" cy="0"/>
          <a:chOff x="0" y="0"/>
          <a:chExt cx="0" cy="0"/>
        </a:xfrm>
      </p:grpSpPr>
      <p:sp>
        <p:nvSpPr>
          <p:cNvPr id="774" name="Google Shape;774;p68"/>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775" name="Google Shape;775;p68"/>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sp>
        <p:nvSpPr>
          <p:cNvPr id="776" name="Google Shape;776;p68"/>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Volume of prisms</a:t>
            </a:r>
            <a:endParaRPr/>
          </a:p>
        </p:txBody>
      </p:sp>
      <p:pic>
        <p:nvPicPr>
          <p:cNvPr id="777" name="Google Shape;777;p68"/>
          <p:cNvPicPr preferRelativeResize="0"/>
          <p:nvPr/>
        </p:nvPicPr>
        <p:blipFill>
          <a:blip r:embed="rId3">
            <a:alphaModFix/>
          </a:blip>
          <a:stretch>
            <a:fillRect/>
          </a:stretch>
        </p:blipFill>
        <p:spPr>
          <a:xfrm>
            <a:off x="415261" y="2059664"/>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1" name="Shape 781"/>
        <p:cNvGrpSpPr/>
        <p:nvPr/>
      </p:nvGrpSpPr>
      <p:grpSpPr>
        <a:xfrm>
          <a:off x="0" y="0"/>
          <a:ext cx="0" cy="0"/>
          <a:chOff x="0" y="0"/>
          <a:chExt cx="0" cy="0"/>
        </a:xfrm>
      </p:grpSpPr>
      <p:sp>
        <p:nvSpPr>
          <p:cNvPr id="782" name="Google Shape;782;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783" name="Google Shape;783;p69"/>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and Izzy’s teacher gives them 24 cube blocks and tells them to create a cuboid using all of the blocks.</a:t>
            </a:r>
            <a:endParaRPr sz="2000"/>
          </a:p>
        </p:txBody>
      </p:sp>
      <p:pic>
        <p:nvPicPr>
          <p:cNvPr id="784" name="Google Shape;784;p69"/>
          <p:cNvPicPr preferRelativeResize="0"/>
          <p:nvPr/>
        </p:nvPicPr>
        <p:blipFill>
          <a:blip r:embed="rId3">
            <a:alphaModFix/>
          </a:blip>
          <a:stretch>
            <a:fillRect/>
          </a:stretch>
        </p:blipFill>
        <p:spPr>
          <a:xfrm>
            <a:off x="4898635" y="2419354"/>
            <a:ext cx="574426" cy="1931740"/>
          </a:xfrm>
          <a:prstGeom prst="rect">
            <a:avLst/>
          </a:prstGeom>
          <a:noFill/>
          <a:ln>
            <a:noFill/>
          </a:ln>
        </p:spPr>
      </p:pic>
      <p:pic>
        <p:nvPicPr>
          <p:cNvPr id="785" name="Google Shape;785;p69"/>
          <p:cNvPicPr preferRelativeResize="0"/>
          <p:nvPr/>
        </p:nvPicPr>
        <p:blipFill>
          <a:blip r:embed="rId4">
            <a:alphaModFix/>
          </a:blip>
          <a:stretch>
            <a:fillRect/>
          </a:stretch>
        </p:blipFill>
        <p:spPr>
          <a:xfrm>
            <a:off x="689141" y="2388481"/>
            <a:ext cx="528208" cy="1931741"/>
          </a:xfrm>
          <a:prstGeom prst="rect">
            <a:avLst/>
          </a:prstGeom>
          <a:noFill/>
          <a:ln>
            <a:noFill/>
          </a:ln>
        </p:spPr>
      </p:pic>
      <p:pic>
        <p:nvPicPr>
          <p:cNvPr id="786" name="Google Shape;786;p69"/>
          <p:cNvPicPr preferRelativeResize="0"/>
          <p:nvPr/>
        </p:nvPicPr>
        <p:blipFill>
          <a:blip r:embed="rId5">
            <a:alphaModFix/>
          </a:blip>
          <a:stretch>
            <a:fillRect/>
          </a:stretch>
        </p:blipFill>
        <p:spPr>
          <a:xfrm>
            <a:off x="4436725" y="4083250"/>
            <a:ext cx="315050" cy="363192"/>
          </a:xfrm>
          <a:prstGeom prst="rect">
            <a:avLst/>
          </a:prstGeom>
          <a:noFill/>
          <a:ln>
            <a:noFill/>
          </a:ln>
        </p:spPr>
      </p:pic>
      <p:pic>
        <p:nvPicPr>
          <p:cNvPr id="787" name="Google Shape;787;p69"/>
          <p:cNvPicPr preferRelativeResize="0"/>
          <p:nvPr/>
        </p:nvPicPr>
        <p:blipFill>
          <a:blip r:embed="rId5">
            <a:alphaModFix/>
          </a:blip>
          <a:stretch>
            <a:fillRect/>
          </a:stretch>
        </p:blipFill>
        <p:spPr>
          <a:xfrm>
            <a:off x="4917275" y="4135875"/>
            <a:ext cx="315050" cy="363192"/>
          </a:xfrm>
          <a:prstGeom prst="rect">
            <a:avLst/>
          </a:prstGeom>
          <a:noFill/>
          <a:ln>
            <a:noFill/>
          </a:ln>
        </p:spPr>
      </p:pic>
      <p:pic>
        <p:nvPicPr>
          <p:cNvPr id="788" name="Google Shape;788;p69"/>
          <p:cNvPicPr preferRelativeResize="0"/>
          <p:nvPr/>
        </p:nvPicPr>
        <p:blipFill>
          <a:blip r:embed="rId5">
            <a:alphaModFix/>
          </a:blip>
          <a:stretch>
            <a:fillRect/>
          </a:stretch>
        </p:blipFill>
        <p:spPr>
          <a:xfrm>
            <a:off x="5321525" y="4129275"/>
            <a:ext cx="315050" cy="363192"/>
          </a:xfrm>
          <a:prstGeom prst="rect">
            <a:avLst/>
          </a:prstGeom>
          <a:noFill/>
          <a:ln>
            <a:noFill/>
          </a:ln>
        </p:spPr>
      </p:pic>
      <p:pic>
        <p:nvPicPr>
          <p:cNvPr id="789" name="Google Shape;789;p69"/>
          <p:cNvPicPr preferRelativeResize="0"/>
          <p:nvPr/>
        </p:nvPicPr>
        <p:blipFill>
          <a:blip r:embed="rId5">
            <a:alphaModFix/>
          </a:blip>
          <a:stretch>
            <a:fillRect/>
          </a:stretch>
        </p:blipFill>
        <p:spPr>
          <a:xfrm>
            <a:off x="5786825" y="4083250"/>
            <a:ext cx="315050" cy="363192"/>
          </a:xfrm>
          <a:prstGeom prst="rect">
            <a:avLst/>
          </a:prstGeom>
          <a:noFill/>
          <a:ln>
            <a:noFill/>
          </a:ln>
        </p:spPr>
      </p:pic>
      <p:pic>
        <p:nvPicPr>
          <p:cNvPr id="790" name="Google Shape;790;p69"/>
          <p:cNvPicPr preferRelativeResize="0"/>
          <p:nvPr/>
        </p:nvPicPr>
        <p:blipFill>
          <a:blip r:embed="rId5">
            <a:alphaModFix/>
          </a:blip>
          <a:stretch>
            <a:fillRect/>
          </a:stretch>
        </p:blipFill>
        <p:spPr>
          <a:xfrm>
            <a:off x="5122675" y="4373000"/>
            <a:ext cx="315050" cy="363192"/>
          </a:xfrm>
          <a:prstGeom prst="rect">
            <a:avLst/>
          </a:prstGeom>
          <a:noFill/>
          <a:ln>
            <a:noFill/>
          </a:ln>
        </p:spPr>
      </p:pic>
      <p:pic>
        <p:nvPicPr>
          <p:cNvPr id="791" name="Google Shape;791;p69"/>
          <p:cNvPicPr preferRelativeResize="0"/>
          <p:nvPr/>
        </p:nvPicPr>
        <p:blipFill>
          <a:blip r:embed="rId5">
            <a:alphaModFix/>
          </a:blip>
          <a:stretch>
            <a:fillRect/>
          </a:stretch>
        </p:blipFill>
        <p:spPr>
          <a:xfrm>
            <a:off x="5603225" y="4330375"/>
            <a:ext cx="315050" cy="363192"/>
          </a:xfrm>
          <a:prstGeom prst="rect">
            <a:avLst/>
          </a:prstGeom>
          <a:noFill/>
          <a:ln>
            <a:noFill/>
          </a:ln>
        </p:spPr>
      </p:pic>
      <p:pic>
        <p:nvPicPr>
          <p:cNvPr id="792" name="Google Shape;792;p69"/>
          <p:cNvPicPr preferRelativeResize="0"/>
          <p:nvPr/>
        </p:nvPicPr>
        <p:blipFill>
          <a:blip r:embed="rId5">
            <a:alphaModFix/>
          </a:blip>
          <a:stretch>
            <a:fillRect/>
          </a:stretch>
        </p:blipFill>
        <p:spPr>
          <a:xfrm>
            <a:off x="6083775" y="4083250"/>
            <a:ext cx="315050" cy="363192"/>
          </a:xfrm>
          <a:prstGeom prst="rect">
            <a:avLst/>
          </a:prstGeom>
          <a:noFill/>
          <a:ln>
            <a:noFill/>
          </a:ln>
        </p:spPr>
      </p:pic>
      <p:pic>
        <p:nvPicPr>
          <p:cNvPr id="793" name="Google Shape;793;p69"/>
          <p:cNvPicPr preferRelativeResize="0"/>
          <p:nvPr/>
        </p:nvPicPr>
        <p:blipFill>
          <a:blip r:embed="rId5">
            <a:alphaModFix/>
          </a:blip>
          <a:stretch>
            <a:fillRect/>
          </a:stretch>
        </p:blipFill>
        <p:spPr>
          <a:xfrm>
            <a:off x="5976700" y="4373000"/>
            <a:ext cx="315050" cy="363192"/>
          </a:xfrm>
          <a:prstGeom prst="rect">
            <a:avLst/>
          </a:prstGeom>
          <a:noFill/>
          <a:ln>
            <a:noFill/>
          </a:ln>
        </p:spPr>
      </p:pic>
      <p:pic>
        <p:nvPicPr>
          <p:cNvPr id="794" name="Google Shape;794;p69"/>
          <p:cNvPicPr preferRelativeResize="0"/>
          <p:nvPr/>
        </p:nvPicPr>
        <p:blipFill>
          <a:blip r:embed="rId5">
            <a:alphaModFix/>
          </a:blip>
          <a:stretch>
            <a:fillRect/>
          </a:stretch>
        </p:blipFill>
        <p:spPr>
          <a:xfrm>
            <a:off x="6434725" y="4373000"/>
            <a:ext cx="315050" cy="363192"/>
          </a:xfrm>
          <a:prstGeom prst="rect">
            <a:avLst/>
          </a:prstGeom>
          <a:noFill/>
          <a:ln>
            <a:noFill/>
          </a:ln>
        </p:spPr>
      </p:pic>
      <p:pic>
        <p:nvPicPr>
          <p:cNvPr id="795" name="Google Shape;795;p69"/>
          <p:cNvPicPr preferRelativeResize="0"/>
          <p:nvPr/>
        </p:nvPicPr>
        <p:blipFill>
          <a:blip r:embed="rId5">
            <a:alphaModFix/>
          </a:blip>
          <a:stretch>
            <a:fillRect/>
          </a:stretch>
        </p:blipFill>
        <p:spPr>
          <a:xfrm>
            <a:off x="6686875" y="4093250"/>
            <a:ext cx="315050" cy="363192"/>
          </a:xfrm>
          <a:prstGeom prst="rect">
            <a:avLst/>
          </a:prstGeom>
          <a:noFill/>
          <a:ln>
            <a:noFill/>
          </a:ln>
        </p:spPr>
      </p:pic>
      <p:pic>
        <p:nvPicPr>
          <p:cNvPr id="796" name="Google Shape;796;p69"/>
          <p:cNvPicPr preferRelativeResize="0"/>
          <p:nvPr/>
        </p:nvPicPr>
        <p:blipFill>
          <a:blip r:embed="rId5">
            <a:alphaModFix/>
          </a:blip>
          <a:stretch>
            <a:fillRect/>
          </a:stretch>
        </p:blipFill>
        <p:spPr>
          <a:xfrm>
            <a:off x="7091125" y="4086650"/>
            <a:ext cx="315050" cy="363192"/>
          </a:xfrm>
          <a:prstGeom prst="rect">
            <a:avLst/>
          </a:prstGeom>
          <a:noFill/>
          <a:ln>
            <a:noFill/>
          </a:ln>
        </p:spPr>
      </p:pic>
      <p:pic>
        <p:nvPicPr>
          <p:cNvPr id="797" name="Google Shape;797;p69"/>
          <p:cNvPicPr preferRelativeResize="0"/>
          <p:nvPr/>
        </p:nvPicPr>
        <p:blipFill>
          <a:blip r:embed="rId5">
            <a:alphaModFix/>
          </a:blip>
          <a:stretch>
            <a:fillRect/>
          </a:stretch>
        </p:blipFill>
        <p:spPr>
          <a:xfrm>
            <a:off x="7556425" y="4040625"/>
            <a:ext cx="315050" cy="363192"/>
          </a:xfrm>
          <a:prstGeom prst="rect">
            <a:avLst/>
          </a:prstGeom>
          <a:noFill/>
          <a:ln>
            <a:noFill/>
          </a:ln>
        </p:spPr>
      </p:pic>
      <p:pic>
        <p:nvPicPr>
          <p:cNvPr id="798" name="Google Shape;798;p69"/>
          <p:cNvPicPr preferRelativeResize="0"/>
          <p:nvPr/>
        </p:nvPicPr>
        <p:blipFill>
          <a:blip r:embed="rId5">
            <a:alphaModFix/>
          </a:blip>
          <a:stretch>
            <a:fillRect/>
          </a:stretch>
        </p:blipFill>
        <p:spPr>
          <a:xfrm>
            <a:off x="6892275" y="4330375"/>
            <a:ext cx="315050" cy="363192"/>
          </a:xfrm>
          <a:prstGeom prst="rect">
            <a:avLst/>
          </a:prstGeom>
          <a:noFill/>
          <a:ln>
            <a:noFill/>
          </a:ln>
        </p:spPr>
      </p:pic>
      <p:pic>
        <p:nvPicPr>
          <p:cNvPr id="799" name="Google Shape;799;p69"/>
          <p:cNvPicPr preferRelativeResize="0"/>
          <p:nvPr/>
        </p:nvPicPr>
        <p:blipFill>
          <a:blip r:embed="rId5">
            <a:alphaModFix/>
          </a:blip>
          <a:stretch>
            <a:fillRect/>
          </a:stretch>
        </p:blipFill>
        <p:spPr>
          <a:xfrm>
            <a:off x="7372825" y="4287750"/>
            <a:ext cx="315050" cy="363192"/>
          </a:xfrm>
          <a:prstGeom prst="rect">
            <a:avLst/>
          </a:prstGeom>
          <a:noFill/>
          <a:ln>
            <a:noFill/>
          </a:ln>
        </p:spPr>
      </p:pic>
      <p:pic>
        <p:nvPicPr>
          <p:cNvPr id="800" name="Google Shape;800;p69"/>
          <p:cNvPicPr preferRelativeResize="0"/>
          <p:nvPr/>
        </p:nvPicPr>
        <p:blipFill>
          <a:blip r:embed="rId5">
            <a:alphaModFix/>
          </a:blip>
          <a:stretch>
            <a:fillRect/>
          </a:stretch>
        </p:blipFill>
        <p:spPr>
          <a:xfrm>
            <a:off x="7853375" y="4040625"/>
            <a:ext cx="315050" cy="363192"/>
          </a:xfrm>
          <a:prstGeom prst="rect">
            <a:avLst/>
          </a:prstGeom>
          <a:noFill/>
          <a:ln>
            <a:noFill/>
          </a:ln>
        </p:spPr>
      </p:pic>
      <p:pic>
        <p:nvPicPr>
          <p:cNvPr id="801" name="Google Shape;801;p69"/>
          <p:cNvPicPr preferRelativeResize="0"/>
          <p:nvPr/>
        </p:nvPicPr>
        <p:blipFill>
          <a:blip r:embed="rId5">
            <a:alphaModFix/>
          </a:blip>
          <a:stretch>
            <a:fillRect/>
          </a:stretch>
        </p:blipFill>
        <p:spPr>
          <a:xfrm>
            <a:off x="7746300" y="4330375"/>
            <a:ext cx="315050" cy="363192"/>
          </a:xfrm>
          <a:prstGeom prst="rect">
            <a:avLst/>
          </a:prstGeom>
          <a:noFill/>
          <a:ln>
            <a:noFill/>
          </a:ln>
        </p:spPr>
      </p:pic>
      <p:pic>
        <p:nvPicPr>
          <p:cNvPr id="802" name="Google Shape;802;p69"/>
          <p:cNvPicPr preferRelativeResize="0"/>
          <p:nvPr/>
        </p:nvPicPr>
        <p:blipFill>
          <a:blip r:embed="rId5">
            <a:alphaModFix/>
          </a:blip>
          <a:stretch>
            <a:fillRect/>
          </a:stretch>
        </p:blipFill>
        <p:spPr>
          <a:xfrm>
            <a:off x="8204325" y="4330375"/>
            <a:ext cx="315050" cy="363192"/>
          </a:xfrm>
          <a:prstGeom prst="rect">
            <a:avLst/>
          </a:prstGeom>
          <a:noFill/>
          <a:ln>
            <a:noFill/>
          </a:ln>
        </p:spPr>
      </p:pic>
      <p:pic>
        <p:nvPicPr>
          <p:cNvPr id="803" name="Google Shape;803;p69"/>
          <p:cNvPicPr preferRelativeResize="0"/>
          <p:nvPr/>
        </p:nvPicPr>
        <p:blipFill>
          <a:blip r:embed="rId5">
            <a:alphaModFix/>
          </a:blip>
          <a:stretch>
            <a:fillRect/>
          </a:stretch>
        </p:blipFill>
        <p:spPr>
          <a:xfrm>
            <a:off x="4787675" y="4373000"/>
            <a:ext cx="315050" cy="36319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7" name="Shape 807"/>
        <p:cNvGrpSpPr/>
        <p:nvPr/>
      </p:nvGrpSpPr>
      <p:grpSpPr>
        <a:xfrm>
          <a:off x="0" y="0"/>
          <a:ext cx="0" cy="0"/>
          <a:chOff x="0" y="0"/>
          <a:chExt cx="0" cy="0"/>
        </a:xfrm>
      </p:grpSpPr>
      <p:sp>
        <p:nvSpPr>
          <p:cNvPr id="808" name="Google Shape;808;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809" name="Google Shape;809;p70"/>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and Izzy’s teacher gives them 24 cube blocks </a:t>
            </a:r>
            <a:r>
              <a:rPr lang="en-GB" sz="2000"/>
              <a:t>and tells them to create a cuboid using all of the blocks.</a:t>
            </a:r>
            <a:endParaRPr sz="2000"/>
          </a:p>
        </p:txBody>
      </p:sp>
      <p:pic>
        <p:nvPicPr>
          <p:cNvPr id="810" name="Google Shape;810;p70"/>
          <p:cNvPicPr preferRelativeResize="0"/>
          <p:nvPr/>
        </p:nvPicPr>
        <p:blipFill>
          <a:blip r:embed="rId3">
            <a:alphaModFix/>
          </a:blip>
          <a:stretch>
            <a:fillRect/>
          </a:stretch>
        </p:blipFill>
        <p:spPr>
          <a:xfrm flipH="1">
            <a:off x="5051035" y="2419354"/>
            <a:ext cx="574426" cy="1931740"/>
          </a:xfrm>
          <a:prstGeom prst="rect">
            <a:avLst/>
          </a:prstGeom>
          <a:noFill/>
          <a:ln>
            <a:noFill/>
          </a:ln>
        </p:spPr>
      </p:pic>
      <p:pic>
        <p:nvPicPr>
          <p:cNvPr id="811" name="Google Shape;811;p70"/>
          <p:cNvPicPr preferRelativeResize="0"/>
          <p:nvPr/>
        </p:nvPicPr>
        <p:blipFill>
          <a:blip r:embed="rId4">
            <a:alphaModFix/>
          </a:blip>
          <a:stretch>
            <a:fillRect/>
          </a:stretch>
        </p:blipFill>
        <p:spPr>
          <a:xfrm>
            <a:off x="689141" y="2388481"/>
            <a:ext cx="528208" cy="1931741"/>
          </a:xfrm>
          <a:prstGeom prst="rect">
            <a:avLst/>
          </a:prstGeom>
          <a:noFill/>
          <a:ln>
            <a:noFill/>
          </a:ln>
        </p:spPr>
      </p:pic>
      <p:grpSp>
        <p:nvGrpSpPr>
          <p:cNvPr id="812" name="Google Shape;812;p70"/>
          <p:cNvGrpSpPr/>
          <p:nvPr/>
        </p:nvGrpSpPr>
        <p:grpSpPr>
          <a:xfrm>
            <a:off x="1768300" y="3262745"/>
            <a:ext cx="769391" cy="1149198"/>
            <a:chOff x="1774000" y="3178425"/>
            <a:chExt cx="769391" cy="1149198"/>
          </a:xfrm>
        </p:grpSpPr>
        <p:pic>
          <p:nvPicPr>
            <p:cNvPr id="813" name="Google Shape;813;p70"/>
            <p:cNvPicPr preferRelativeResize="0"/>
            <p:nvPr/>
          </p:nvPicPr>
          <p:blipFill>
            <a:blip r:embed="rId5">
              <a:alphaModFix/>
            </a:blip>
            <a:stretch>
              <a:fillRect/>
            </a:stretch>
          </p:blipFill>
          <p:spPr>
            <a:xfrm>
              <a:off x="2074452" y="3699490"/>
              <a:ext cx="315050" cy="363192"/>
            </a:xfrm>
            <a:prstGeom prst="rect">
              <a:avLst/>
            </a:prstGeom>
            <a:noFill/>
            <a:ln>
              <a:noFill/>
            </a:ln>
          </p:spPr>
        </p:pic>
        <p:pic>
          <p:nvPicPr>
            <p:cNvPr id="814" name="Google Shape;814;p70"/>
            <p:cNvPicPr preferRelativeResize="0"/>
            <p:nvPr/>
          </p:nvPicPr>
          <p:blipFill>
            <a:blip r:embed="rId5">
              <a:alphaModFix/>
            </a:blip>
            <a:stretch>
              <a:fillRect/>
            </a:stretch>
          </p:blipFill>
          <p:spPr>
            <a:xfrm>
              <a:off x="2226777" y="3786946"/>
              <a:ext cx="315050" cy="363192"/>
            </a:xfrm>
            <a:prstGeom prst="rect">
              <a:avLst/>
            </a:prstGeom>
            <a:noFill/>
            <a:ln>
              <a:noFill/>
            </a:ln>
          </p:spPr>
        </p:pic>
        <p:pic>
          <p:nvPicPr>
            <p:cNvPr id="815" name="Google Shape;815;p70"/>
            <p:cNvPicPr preferRelativeResize="0"/>
            <p:nvPr/>
          </p:nvPicPr>
          <p:blipFill>
            <a:blip r:embed="rId5">
              <a:alphaModFix/>
            </a:blip>
            <a:stretch>
              <a:fillRect/>
            </a:stretch>
          </p:blipFill>
          <p:spPr>
            <a:xfrm>
              <a:off x="1922052" y="3788620"/>
              <a:ext cx="315050" cy="363192"/>
            </a:xfrm>
            <a:prstGeom prst="rect">
              <a:avLst/>
            </a:prstGeom>
            <a:noFill/>
            <a:ln>
              <a:noFill/>
            </a:ln>
          </p:spPr>
        </p:pic>
        <p:pic>
          <p:nvPicPr>
            <p:cNvPr id="816" name="Google Shape;816;p70"/>
            <p:cNvPicPr preferRelativeResize="0"/>
            <p:nvPr/>
          </p:nvPicPr>
          <p:blipFill>
            <a:blip r:embed="rId5">
              <a:alphaModFix/>
            </a:blip>
            <a:stretch>
              <a:fillRect/>
            </a:stretch>
          </p:blipFill>
          <p:spPr>
            <a:xfrm>
              <a:off x="2074377" y="3876076"/>
              <a:ext cx="315050" cy="363192"/>
            </a:xfrm>
            <a:prstGeom prst="rect">
              <a:avLst/>
            </a:prstGeom>
            <a:noFill/>
            <a:ln>
              <a:noFill/>
            </a:ln>
          </p:spPr>
        </p:pic>
        <p:pic>
          <p:nvPicPr>
            <p:cNvPr id="817" name="Google Shape;817;p70"/>
            <p:cNvPicPr preferRelativeResize="0"/>
            <p:nvPr/>
          </p:nvPicPr>
          <p:blipFill>
            <a:blip r:embed="rId5">
              <a:alphaModFix/>
            </a:blip>
            <a:stretch>
              <a:fillRect/>
            </a:stretch>
          </p:blipFill>
          <p:spPr>
            <a:xfrm>
              <a:off x="1774000" y="3876975"/>
              <a:ext cx="315050" cy="363192"/>
            </a:xfrm>
            <a:prstGeom prst="rect">
              <a:avLst/>
            </a:prstGeom>
            <a:noFill/>
            <a:ln>
              <a:noFill/>
            </a:ln>
          </p:spPr>
        </p:pic>
        <p:pic>
          <p:nvPicPr>
            <p:cNvPr id="818" name="Google Shape;818;p70"/>
            <p:cNvPicPr preferRelativeResize="0"/>
            <p:nvPr/>
          </p:nvPicPr>
          <p:blipFill>
            <a:blip r:embed="rId5">
              <a:alphaModFix/>
            </a:blip>
            <a:stretch>
              <a:fillRect/>
            </a:stretch>
          </p:blipFill>
          <p:spPr>
            <a:xfrm>
              <a:off x="1926325" y="3964431"/>
              <a:ext cx="315050" cy="363192"/>
            </a:xfrm>
            <a:prstGeom prst="rect">
              <a:avLst/>
            </a:prstGeom>
            <a:noFill/>
            <a:ln>
              <a:noFill/>
            </a:ln>
          </p:spPr>
        </p:pic>
        <p:pic>
          <p:nvPicPr>
            <p:cNvPr id="819" name="Google Shape;819;p70"/>
            <p:cNvPicPr preferRelativeResize="0"/>
            <p:nvPr/>
          </p:nvPicPr>
          <p:blipFill>
            <a:blip r:embed="rId5">
              <a:alphaModFix/>
            </a:blip>
            <a:stretch>
              <a:fillRect/>
            </a:stretch>
          </p:blipFill>
          <p:spPr>
            <a:xfrm>
              <a:off x="2074465" y="3526325"/>
              <a:ext cx="315050" cy="363192"/>
            </a:xfrm>
            <a:prstGeom prst="rect">
              <a:avLst/>
            </a:prstGeom>
            <a:noFill/>
            <a:ln>
              <a:noFill/>
            </a:ln>
          </p:spPr>
        </p:pic>
        <p:pic>
          <p:nvPicPr>
            <p:cNvPr id="820" name="Google Shape;820;p70"/>
            <p:cNvPicPr preferRelativeResize="0"/>
            <p:nvPr/>
          </p:nvPicPr>
          <p:blipFill>
            <a:blip r:embed="rId5">
              <a:alphaModFix/>
            </a:blip>
            <a:stretch>
              <a:fillRect/>
            </a:stretch>
          </p:blipFill>
          <p:spPr>
            <a:xfrm>
              <a:off x="2226790" y="3613781"/>
              <a:ext cx="315050" cy="363192"/>
            </a:xfrm>
            <a:prstGeom prst="rect">
              <a:avLst/>
            </a:prstGeom>
            <a:noFill/>
            <a:ln>
              <a:noFill/>
            </a:ln>
          </p:spPr>
        </p:pic>
        <p:pic>
          <p:nvPicPr>
            <p:cNvPr id="821" name="Google Shape;821;p70"/>
            <p:cNvPicPr preferRelativeResize="0"/>
            <p:nvPr/>
          </p:nvPicPr>
          <p:blipFill>
            <a:blip r:embed="rId5">
              <a:alphaModFix/>
            </a:blip>
            <a:stretch>
              <a:fillRect/>
            </a:stretch>
          </p:blipFill>
          <p:spPr>
            <a:xfrm>
              <a:off x="1922065" y="3615455"/>
              <a:ext cx="315050" cy="363192"/>
            </a:xfrm>
            <a:prstGeom prst="rect">
              <a:avLst/>
            </a:prstGeom>
            <a:noFill/>
            <a:ln>
              <a:noFill/>
            </a:ln>
          </p:spPr>
        </p:pic>
        <p:pic>
          <p:nvPicPr>
            <p:cNvPr id="822" name="Google Shape;822;p70"/>
            <p:cNvPicPr preferRelativeResize="0"/>
            <p:nvPr/>
          </p:nvPicPr>
          <p:blipFill>
            <a:blip r:embed="rId5">
              <a:alphaModFix/>
            </a:blip>
            <a:stretch>
              <a:fillRect/>
            </a:stretch>
          </p:blipFill>
          <p:spPr>
            <a:xfrm>
              <a:off x="2074390" y="3702911"/>
              <a:ext cx="315050" cy="363192"/>
            </a:xfrm>
            <a:prstGeom prst="rect">
              <a:avLst/>
            </a:prstGeom>
            <a:noFill/>
            <a:ln>
              <a:noFill/>
            </a:ln>
          </p:spPr>
        </p:pic>
        <p:pic>
          <p:nvPicPr>
            <p:cNvPr id="823" name="Google Shape;823;p70"/>
            <p:cNvPicPr preferRelativeResize="0"/>
            <p:nvPr/>
          </p:nvPicPr>
          <p:blipFill>
            <a:blip r:embed="rId5">
              <a:alphaModFix/>
            </a:blip>
            <a:stretch>
              <a:fillRect/>
            </a:stretch>
          </p:blipFill>
          <p:spPr>
            <a:xfrm>
              <a:off x="1774012" y="3703810"/>
              <a:ext cx="315050" cy="363192"/>
            </a:xfrm>
            <a:prstGeom prst="rect">
              <a:avLst/>
            </a:prstGeom>
            <a:noFill/>
            <a:ln>
              <a:noFill/>
            </a:ln>
          </p:spPr>
        </p:pic>
        <p:pic>
          <p:nvPicPr>
            <p:cNvPr id="824" name="Google Shape;824;p70"/>
            <p:cNvPicPr preferRelativeResize="0"/>
            <p:nvPr/>
          </p:nvPicPr>
          <p:blipFill>
            <a:blip r:embed="rId5">
              <a:alphaModFix/>
            </a:blip>
            <a:stretch>
              <a:fillRect/>
            </a:stretch>
          </p:blipFill>
          <p:spPr>
            <a:xfrm>
              <a:off x="1926337" y="3791266"/>
              <a:ext cx="315050" cy="363192"/>
            </a:xfrm>
            <a:prstGeom prst="rect">
              <a:avLst/>
            </a:prstGeom>
            <a:noFill/>
            <a:ln>
              <a:noFill/>
            </a:ln>
          </p:spPr>
        </p:pic>
        <p:pic>
          <p:nvPicPr>
            <p:cNvPr id="825" name="Google Shape;825;p70"/>
            <p:cNvPicPr preferRelativeResize="0"/>
            <p:nvPr/>
          </p:nvPicPr>
          <p:blipFill>
            <a:blip r:embed="rId5">
              <a:alphaModFix/>
            </a:blip>
            <a:stretch>
              <a:fillRect/>
            </a:stretch>
          </p:blipFill>
          <p:spPr>
            <a:xfrm>
              <a:off x="2076016" y="3352375"/>
              <a:ext cx="315050" cy="363192"/>
            </a:xfrm>
            <a:prstGeom prst="rect">
              <a:avLst/>
            </a:prstGeom>
            <a:noFill/>
            <a:ln>
              <a:noFill/>
            </a:ln>
          </p:spPr>
        </p:pic>
        <p:pic>
          <p:nvPicPr>
            <p:cNvPr id="826" name="Google Shape;826;p70"/>
            <p:cNvPicPr preferRelativeResize="0"/>
            <p:nvPr/>
          </p:nvPicPr>
          <p:blipFill>
            <a:blip r:embed="rId5">
              <a:alphaModFix/>
            </a:blip>
            <a:stretch>
              <a:fillRect/>
            </a:stretch>
          </p:blipFill>
          <p:spPr>
            <a:xfrm>
              <a:off x="2228341" y="3439832"/>
              <a:ext cx="315050" cy="363192"/>
            </a:xfrm>
            <a:prstGeom prst="rect">
              <a:avLst/>
            </a:prstGeom>
            <a:noFill/>
            <a:ln>
              <a:noFill/>
            </a:ln>
          </p:spPr>
        </p:pic>
        <p:pic>
          <p:nvPicPr>
            <p:cNvPr id="827" name="Google Shape;827;p70"/>
            <p:cNvPicPr preferRelativeResize="0"/>
            <p:nvPr/>
          </p:nvPicPr>
          <p:blipFill>
            <a:blip r:embed="rId5">
              <a:alphaModFix/>
            </a:blip>
            <a:stretch>
              <a:fillRect/>
            </a:stretch>
          </p:blipFill>
          <p:spPr>
            <a:xfrm>
              <a:off x="1923616" y="3441505"/>
              <a:ext cx="315050" cy="363192"/>
            </a:xfrm>
            <a:prstGeom prst="rect">
              <a:avLst/>
            </a:prstGeom>
            <a:noFill/>
            <a:ln>
              <a:noFill/>
            </a:ln>
          </p:spPr>
        </p:pic>
        <p:pic>
          <p:nvPicPr>
            <p:cNvPr id="828" name="Google Shape;828;p70"/>
            <p:cNvPicPr preferRelativeResize="0"/>
            <p:nvPr/>
          </p:nvPicPr>
          <p:blipFill>
            <a:blip r:embed="rId5">
              <a:alphaModFix/>
            </a:blip>
            <a:stretch>
              <a:fillRect/>
            </a:stretch>
          </p:blipFill>
          <p:spPr>
            <a:xfrm>
              <a:off x="2075941" y="3528961"/>
              <a:ext cx="315050" cy="363192"/>
            </a:xfrm>
            <a:prstGeom prst="rect">
              <a:avLst/>
            </a:prstGeom>
            <a:noFill/>
            <a:ln>
              <a:noFill/>
            </a:ln>
          </p:spPr>
        </p:pic>
        <p:pic>
          <p:nvPicPr>
            <p:cNvPr id="829" name="Google Shape;829;p70"/>
            <p:cNvPicPr preferRelativeResize="0"/>
            <p:nvPr/>
          </p:nvPicPr>
          <p:blipFill>
            <a:blip r:embed="rId5">
              <a:alphaModFix/>
            </a:blip>
            <a:stretch>
              <a:fillRect/>
            </a:stretch>
          </p:blipFill>
          <p:spPr>
            <a:xfrm>
              <a:off x="1775564" y="3529860"/>
              <a:ext cx="315050" cy="363192"/>
            </a:xfrm>
            <a:prstGeom prst="rect">
              <a:avLst/>
            </a:prstGeom>
            <a:noFill/>
            <a:ln>
              <a:noFill/>
            </a:ln>
          </p:spPr>
        </p:pic>
        <p:pic>
          <p:nvPicPr>
            <p:cNvPr id="830" name="Google Shape;830;p70"/>
            <p:cNvPicPr preferRelativeResize="0"/>
            <p:nvPr/>
          </p:nvPicPr>
          <p:blipFill>
            <a:blip r:embed="rId5">
              <a:alphaModFix/>
            </a:blip>
            <a:stretch>
              <a:fillRect/>
            </a:stretch>
          </p:blipFill>
          <p:spPr>
            <a:xfrm>
              <a:off x="1927889" y="3617316"/>
              <a:ext cx="315050" cy="363192"/>
            </a:xfrm>
            <a:prstGeom prst="rect">
              <a:avLst/>
            </a:prstGeom>
            <a:noFill/>
            <a:ln>
              <a:noFill/>
            </a:ln>
          </p:spPr>
        </p:pic>
        <p:pic>
          <p:nvPicPr>
            <p:cNvPr id="831" name="Google Shape;831;p70"/>
            <p:cNvPicPr preferRelativeResize="0"/>
            <p:nvPr/>
          </p:nvPicPr>
          <p:blipFill>
            <a:blip r:embed="rId5">
              <a:alphaModFix/>
            </a:blip>
            <a:stretch>
              <a:fillRect/>
            </a:stretch>
          </p:blipFill>
          <p:spPr>
            <a:xfrm>
              <a:off x="2076016" y="3178425"/>
              <a:ext cx="315050" cy="363192"/>
            </a:xfrm>
            <a:prstGeom prst="rect">
              <a:avLst/>
            </a:prstGeom>
            <a:noFill/>
            <a:ln>
              <a:noFill/>
            </a:ln>
          </p:spPr>
        </p:pic>
        <p:pic>
          <p:nvPicPr>
            <p:cNvPr id="832" name="Google Shape;832;p70"/>
            <p:cNvPicPr preferRelativeResize="0"/>
            <p:nvPr/>
          </p:nvPicPr>
          <p:blipFill>
            <a:blip r:embed="rId5">
              <a:alphaModFix/>
            </a:blip>
            <a:stretch>
              <a:fillRect/>
            </a:stretch>
          </p:blipFill>
          <p:spPr>
            <a:xfrm>
              <a:off x="2228341" y="3265882"/>
              <a:ext cx="315050" cy="363192"/>
            </a:xfrm>
            <a:prstGeom prst="rect">
              <a:avLst/>
            </a:prstGeom>
            <a:noFill/>
            <a:ln>
              <a:noFill/>
            </a:ln>
          </p:spPr>
        </p:pic>
        <p:pic>
          <p:nvPicPr>
            <p:cNvPr id="833" name="Google Shape;833;p70"/>
            <p:cNvPicPr preferRelativeResize="0"/>
            <p:nvPr/>
          </p:nvPicPr>
          <p:blipFill>
            <a:blip r:embed="rId5">
              <a:alphaModFix/>
            </a:blip>
            <a:stretch>
              <a:fillRect/>
            </a:stretch>
          </p:blipFill>
          <p:spPr>
            <a:xfrm>
              <a:off x="1923616" y="3267555"/>
              <a:ext cx="315050" cy="363192"/>
            </a:xfrm>
            <a:prstGeom prst="rect">
              <a:avLst/>
            </a:prstGeom>
            <a:noFill/>
            <a:ln>
              <a:noFill/>
            </a:ln>
          </p:spPr>
        </p:pic>
        <p:pic>
          <p:nvPicPr>
            <p:cNvPr id="834" name="Google Shape;834;p70"/>
            <p:cNvPicPr preferRelativeResize="0"/>
            <p:nvPr/>
          </p:nvPicPr>
          <p:blipFill>
            <a:blip r:embed="rId5">
              <a:alphaModFix/>
            </a:blip>
            <a:stretch>
              <a:fillRect/>
            </a:stretch>
          </p:blipFill>
          <p:spPr>
            <a:xfrm>
              <a:off x="2075941" y="3355012"/>
              <a:ext cx="315050" cy="363192"/>
            </a:xfrm>
            <a:prstGeom prst="rect">
              <a:avLst/>
            </a:prstGeom>
            <a:noFill/>
            <a:ln>
              <a:noFill/>
            </a:ln>
          </p:spPr>
        </p:pic>
        <p:pic>
          <p:nvPicPr>
            <p:cNvPr id="835" name="Google Shape;835;p70"/>
            <p:cNvPicPr preferRelativeResize="0"/>
            <p:nvPr/>
          </p:nvPicPr>
          <p:blipFill>
            <a:blip r:embed="rId5">
              <a:alphaModFix/>
            </a:blip>
            <a:stretch>
              <a:fillRect/>
            </a:stretch>
          </p:blipFill>
          <p:spPr>
            <a:xfrm>
              <a:off x="1775564" y="3355910"/>
              <a:ext cx="315050" cy="363192"/>
            </a:xfrm>
            <a:prstGeom prst="rect">
              <a:avLst/>
            </a:prstGeom>
            <a:noFill/>
            <a:ln>
              <a:noFill/>
            </a:ln>
          </p:spPr>
        </p:pic>
        <p:pic>
          <p:nvPicPr>
            <p:cNvPr id="836" name="Google Shape;836;p70"/>
            <p:cNvPicPr preferRelativeResize="0"/>
            <p:nvPr/>
          </p:nvPicPr>
          <p:blipFill>
            <a:blip r:embed="rId5">
              <a:alphaModFix/>
            </a:blip>
            <a:stretch>
              <a:fillRect/>
            </a:stretch>
          </p:blipFill>
          <p:spPr>
            <a:xfrm>
              <a:off x="1927889" y="3443367"/>
              <a:ext cx="315050" cy="363192"/>
            </a:xfrm>
            <a:prstGeom prst="rect">
              <a:avLst/>
            </a:prstGeom>
            <a:noFill/>
            <a:ln>
              <a:noFill/>
            </a:ln>
          </p:spPr>
        </p:pic>
      </p:grpSp>
      <p:grpSp>
        <p:nvGrpSpPr>
          <p:cNvPr id="837" name="Google Shape;837;p70"/>
          <p:cNvGrpSpPr/>
          <p:nvPr/>
        </p:nvGrpSpPr>
        <p:grpSpPr>
          <a:xfrm>
            <a:off x="2757650" y="1476424"/>
            <a:ext cx="2356173" cy="1500525"/>
            <a:chOff x="2757650" y="1476424"/>
            <a:chExt cx="2356173" cy="1500525"/>
          </a:xfrm>
        </p:grpSpPr>
        <p:sp>
          <p:nvSpPr>
            <p:cNvPr id="838" name="Google Shape;838;p70"/>
            <p:cNvSpPr txBox="1"/>
            <p:nvPr/>
          </p:nvSpPr>
          <p:spPr>
            <a:xfrm>
              <a:off x="2848200" y="1543975"/>
              <a:ext cx="2249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Is that the only way we could have done it?</a:t>
              </a:r>
              <a:endParaRPr sz="2000">
                <a:solidFill>
                  <a:schemeClr val="dk1"/>
                </a:solidFill>
                <a:latin typeface="Lexend"/>
                <a:ea typeface="Lexend"/>
                <a:cs typeface="Lexend"/>
                <a:sym typeface="Lexend"/>
              </a:endParaRPr>
            </a:p>
          </p:txBody>
        </p:sp>
        <p:pic>
          <p:nvPicPr>
            <p:cNvPr id="839" name="Google Shape;839;p70"/>
            <p:cNvPicPr preferRelativeResize="0"/>
            <p:nvPr/>
          </p:nvPicPr>
          <p:blipFill rotWithShape="1">
            <a:blip r:embed="rId6">
              <a:alphaModFix/>
            </a:blip>
            <a:srcRect b="43690" l="0" r="57905" t="0"/>
            <a:stretch/>
          </p:blipFill>
          <p:spPr>
            <a:xfrm>
              <a:off x="2757650" y="1476424"/>
              <a:ext cx="2356173" cy="1500525"/>
            </a:xfrm>
            <a:prstGeom prst="rect">
              <a:avLst/>
            </a:prstGeom>
            <a:noFill/>
            <a:ln>
              <a:noFill/>
            </a:ln>
          </p:spPr>
        </p:pic>
      </p:grpSp>
      <p:grpSp>
        <p:nvGrpSpPr>
          <p:cNvPr id="840" name="Google Shape;840;p70"/>
          <p:cNvGrpSpPr/>
          <p:nvPr/>
        </p:nvGrpSpPr>
        <p:grpSpPr>
          <a:xfrm>
            <a:off x="5576502" y="1859675"/>
            <a:ext cx="2371398" cy="990149"/>
            <a:chOff x="5576502" y="1859675"/>
            <a:chExt cx="2371398" cy="990149"/>
          </a:xfrm>
        </p:grpSpPr>
        <p:pic>
          <p:nvPicPr>
            <p:cNvPr id="841" name="Google Shape;841;p70"/>
            <p:cNvPicPr preferRelativeResize="0"/>
            <p:nvPr/>
          </p:nvPicPr>
          <p:blipFill rotWithShape="1">
            <a:blip r:embed="rId6">
              <a:alphaModFix/>
            </a:blip>
            <a:srcRect b="43690" l="0" r="57905" t="0"/>
            <a:stretch/>
          </p:blipFill>
          <p:spPr>
            <a:xfrm flipH="1">
              <a:off x="5576502" y="1859675"/>
              <a:ext cx="2356173" cy="990149"/>
            </a:xfrm>
            <a:prstGeom prst="rect">
              <a:avLst/>
            </a:prstGeom>
            <a:noFill/>
            <a:ln>
              <a:noFill/>
            </a:ln>
          </p:spPr>
        </p:pic>
        <p:sp>
          <p:nvSpPr>
            <p:cNvPr id="842" name="Google Shape;842;p70"/>
            <p:cNvSpPr txBox="1"/>
            <p:nvPr/>
          </p:nvSpPr>
          <p:spPr>
            <a:xfrm flipH="1">
              <a:off x="5698200" y="1859675"/>
              <a:ext cx="2249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 think I can see another way.</a:t>
              </a:r>
              <a:endParaRPr sz="20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grpSp>
        <p:nvGrpSpPr>
          <p:cNvPr id="847" name="Google Shape;847;p71"/>
          <p:cNvGrpSpPr/>
          <p:nvPr/>
        </p:nvGrpSpPr>
        <p:grpSpPr>
          <a:xfrm>
            <a:off x="2224749" y="3263043"/>
            <a:ext cx="767840" cy="801299"/>
            <a:chOff x="1774000" y="3526325"/>
            <a:chExt cx="767840" cy="801299"/>
          </a:xfrm>
        </p:grpSpPr>
        <p:pic>
          <p:nvPicPr>
            <p:cNvPr id="848" name="Google Shape;848;p71"/>
            <p:cNvPicPr preferRelativeResize="0"/>
            <p:nvPr/>
          </p:nvPicPr>
          <p:blipFill>
            <a:blip r:embed="rId3">
              <a:alphaModFix/>
            </a:blip>
            <a:stretch>
              <a:fillRect/>
            </a:stretch>
          </p:blipFill>
          <p:spPr>
            <a:xfrm>
              <a:off x="2074452" y="3699490"/>
              <a:ext cx="315050" cy="363192"/>
            </a:xfrm>
            <a:prstGeom prst="rect">
              <a:avLst/>
            </a:prstGeom>
            <a:noFill/>
            <a:ln>
              <a:noFill/>
            </a:ln>
          </p:spPr>
        </p:pic>
        <p:pic>
          <p:nvPicPr>
            <p:cNvPr id="849" name="Google Shape;849;p71"/>
            <p:cNvPicPr preferRelativeResize="0"/>
            <p:nvPr/>
          </p:nvPicPr>
          <p:blipFill>
            <a:blip r:embed="rId3">
              <a:alphaModFix/>
            </a:blip>
            <a:stretch>
              <a:fillRect/>
            </a:stretch>
          </p:blipFill>
          <p:spPr>
            <a:xfrm>
              <a:off x="2226777" y="3786946"/>
              <a:ext cx="315050" cy="363192"/>
            </a:xfrm>
            <a:prstGeom prst="rect">
              <a:avLst/>
            </a:prstGeom>
            <a:noFill/>
            <a:ln>
              <a:noFill/>
            </a:ln>
          </p:spPr>
        </p:pic>
        <p:pic>
          <p:nvPicPr>
            <p:cNvPr id="850" name="Google Shape;850;p71"/>
            <p:cNvPicPr preferRelativeResize="0"/>
            <p:nvPr/>
          </p:nvPicPr>
          <p:blipFill>
            <a:blip r:embed="rId3">
              <a:alphaModFix/>
            </a:blip>
            <a:stretch>
              <a:fillRect/>
            </a:stretch>
          </p:blipFill>
          <p:spPr>
            <a:xfrm>
              <a:off x="1922052" y="3788620"/>
              <a:ext cx="315050" cy="363192"/>
            </a:xfrm>
            <a:prstGeom prst="rect">
              <a:avLst/>
            </a:prstGeom>
            <a:noFill/>
            <a:ln>
              <a:noFill/>
            </a:ln>
          </p:spPr>
        </p:pic>
        <p:pic>
          <p:nvPicPr>
            <p:cNvPr id="851" name="Google Shape;851;p71"/>
            <p:cNvPicPr preferRelativeResize="0"/>
            <p:nvPr/>
          </p:nvPicPr>
          <p:blipFill>
            <a:blip r:embed="rId3">
              <a:alphaModFix/>
            </a:blip>
            <a:stretch>
              <a:fillRect/>
            </a:stretch>
          </p:blipFill>
          <p:spPr>
            <a:xfrm>
              <a:off x="2074377" y="3876076"/>
              <a:ext cx="315050" cy="363192"/>
            </a:xfrm>
            <a:prstGeom prst="rect">
              <a:avLst/>
            </a:prstGeom>
            <a:noFill/>
            <a:ln>
              <a:noFill/>
            </a:ln>
          </p:spPr>
        </p:pic>
        <p:pic>
          <p:nvPicPr>
            <p:cNvPr id="852" name="Google Shape;852;p71"/>
            <p:cNvPicPr preferRelativeResize="0"/>
            <p:nvPr/>
          </p:nvPicPr>
          <p:blipFill>
            <a:blip r:embed="rId3">
              <a:alphaModFix/>
            </a:blip>
            <a:stretch>
              <a:fillRect/>
            </a:stretch>
          </p:blipFill>
          <p:spPr>
            <a:xfrm>
              <a:off x="1774000" y="3876975"/>
              <a:ext cx="315050" cy="363192"/>
            </a:xfrm>
            <a:prstGeom prst="rect">
              <a:avLst/>
            </a:prstGeom>
            <a:noFill/>
            <a:ln>
              <a:noFill/>
            </a:ln>
          </p:spPr>
        </p:pic>
        <p:pic>
          <p:nvPicPr>
            <p:cNvPr id="853" name="Google Shape;853;p71"/>
            <p:cNvPicPr preferRelativeResize="0"/>
            <p:nvPr/>
          </p:nvPicPr>
          <p:blipFill>
            <a:blip r:embed="rId3">
              <a:alphaModFix/>
            </a:blip>
            <a:stretch>
              <a:fillRect/>
            </a:stretch>
          </p:blipFill>
          <p:spPr>
            <a:xfrm>
              <a:off x="1926325" y="3964431"/>
              <a:ext cx="315050" cy="363192"/>
            </a:xfrm>
            <a:prstGeom prst="rect">
              <a:avLst/>
            </a:prstGeom>
            <a:noFill/>
            <a:ln>
              <a:noFill/>
            </a:ln>
          </p:spPr>
        </p:pic>
        <p:pic>
          <p:nvPicPr>
            <p:cNvPr id="854" name="Google Shape;854;p71"/>
            <p:cNvPicPr preferRelativeResize="0"/>
            <p:nvPr/>
          </p:nvPicPr>
          <p:blipFill>
            <a:blip r:embed="rId3">
              <a:alphaModFix/>
            </a:blip>
            <a:stretch>
              <a:fillRect/>
            </a:stretch>
          </p:blipFill>
          <p:spPr>
            <a:xfrm>
              <a:off x="2074465" y="3526325"/>
              <a:ext cx="315050" cy="363192"/>
            </a:xfrm>
            <a:prstGeom prst="rect">
              <a:avLst/>
            </a:prstGeom>
            <a:noFill/>
            <a:ln>
              <a:noFill/>
            </a:ln>
          </p:spPr>
        </p:pic>
        <p:pic>
          <p:nvPicPr>
            <p:cNvPr id="855" name="Google Shape;855;p71"/>
            <p:cNvPicPr preferRelativeResize="0"/>
            <p:nvPr/>
          </p:nvPicPr>
          <p:blipFill>
            <a:blip r:embed="rId3">
              <a:alphaModFix/>
            </a:blip>
            <a:stretch>
              <a:fillRect/>
            </a:stretch>
          </p:blipFill>
          <p:spPr>
            <a:xfrm>
              <a:off x="2226790" y="3613781"/>
              <a:ext cx="315050" cy="363192"/>
            </a:xfrm>
            <a:prstGeom prst="rect">
              <a:avLst/>
            </a:prstGeom>
            <a:noFill/>
            <a:ln>
              <a:noFill/>
            </a:ln>
          </p:spPr>
        </p:pic>
        <p:pic>
          <p:nvPicPr>
            <p:cNvPr id="856" name="Google Shape;856;p71"/>
            <p:cNvPicPr preferRelativeResize="0"/>
            <p:nvPr/>
          </p:nvPicPr>
          <p:blipFill>
            <a:blip r:embed="rId3">
              <a:alphaModFix/>
            </a:blip>
            <a:stretch>
              <a:fillRect/>
            </a:stretch>
          </p:blipFill>
          <p:spPr>
            <a:xfrm>
              <a:off x="1922065" y="3615455"/>
              <a:ext cx="315050" cy="363192"/>
            </a:xfrm>
            <a:prstGeom prst="rect">
              <a:avLst/>
            </a:prstGeom>
            <a:noFill/>
            <a:ln>
              <a:noFill/>
            </a:ln>
          </p:spPr>
        </p:pic>
        <p:pic>
          <p:nvPicPr>
            <p:cNvPr id="857" name="Google Shape;857;p71"/>
            <p:cNvPicPr preferRelativeResize="0"/>
            <p:nvPr/>
          </p:nvPicPr>
          <p:blipFill>
            <a:blip r:embed="rId3">
              <a:alphaModFix/>
            </a:blip>
            <a:stretch>
              <a:fillRect/>
            </a:stretch>
          </p:blipFill>
          <p:spPr>
            <a:xfrm>
              <a:off x="2074390" y="3702911"/>
              <a:ext cx="315050" cy="363192"/>
            </a:xfrm>
            <a:prstGeom prst="rect">
              <a:avLst/>
            </a:prstGeom>
            <a:noFill/>
            <a:ln>
              <a:noFill/>
            </a:ln>
          </p:spPr>
        </p:pic>
        <p:pic>
          <p:nvPicPr>
            <p:cNvPr id="858" name="Google Shape;858;p71"/>
            <p:cNvPicPr preferRelativeResize="0"/>
            <p:nvPr/>
          </p:nvPicPr>
          <p:blipFill>
            <a:blip r:embed="rId3">
              <a:alphaModFix/>
            </a:blip>
            <a:stretch>
              <a:fillRect/>
            </a:stretch>
          </p:blipFill>
          <p:spPr>
            <a:xfrm>
              <a:off x="1774012" y="3703810"/>
              <a:ext cx="315050" cy="363192"/>
            </a:xfrm>
            <a:prstGeom prst="rect">
              <a:avLst/>
            </a:prstGeom>
            <a:noFill/>
            <a:ln>
              <a:noFill/>
            </a:ln>
          </p:spPr>
        </p:pic>
        <p:pic>
          <p:nvPicPr>
            <p:cNvPr id="859" name="Google Shape;859;p71"/>
            <p:cNvPicPr preferRelativeResize="0"/>
            <p:nvPr/>
          </p:nvPicPr>
          <p:blipFill>
            <a:blip r:embed="rId3">
              <a:alphaModFix/>
            </a:blip>
            <a:stretch>
              <a:fillRect/>
            </a:stretch>
          </p:blipFill>
          <p:spPr>
            <a:xfrm>
              <a:off x="1926337" y="3791266"/>
              <a:ext cx="315050" cy="363192"/>
            </a:xfrm>
            <a:prstGeom prst="rect">
              <a:avLst/>
            </a:prstGeom>
            <a:noFill/>
            <a:ln>
              <a:noFill/>
            </a:ln>
          </p:spPr>
        </p:pic>
      </p:grpSp>
      <p:sp>
        <p:nvSpPr>
          <p:cNvPr id="860" name="Google Shape;860;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861" name="Google Shape;861;p71"/>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and Izzy’s teacher gives them 24 cube blocks </a:t>
            </a:r>
            <a:r>
              <a:rPr lang="en-GB" sz="2000"/>
              <a:t>and tells them to create a cuboid using all of the blocks.</a:t>
            </a:r>
            <a:endParaRPr sz="2000"/>
          </a:p>
        </p:txBody>
      </p:sp>
      <p:pic>
        <p:nvPicPr>
          <p:cNvPr id="862" name="Google Shape;862;p71"/>
          <p:cNvPicPr preferRelativeResize="0"/>
          <p:nvPr/>
        </p:nvPicPr>
        <p:blipFill>
          <a:blip r:embed="rId4">
            <a:alphaModFix/>
          </a:blip>
          <a:stretch>
            <a:fillRect/>
          </a:stretch>
        </p:blipFill>
        <p:spPr>
          <a:xfrm flipH="1">
            <a:off x="4898635" y="2571754"/>
            <a:ext cx="574426" cy="1931740"/>
          </a:xfrm>
          <a:prstGeom prst="rect">
            <a:avLst/>
          </a:prstGeom>
          <a:noFill/>
          <a:ln>
            <a:noFill/>
          </a:ln>
        </p:spPr>
      </p:pic>
      <p:pic>
        <p:nvPicPr>
          <p:cNvPr id="863" name="Google Shape;863;p71"/>
          <p:cNvPicPr preferRelativeResize="0"/>
          <p:nvPr/>
        </p:nvPicPr>
        <p:blipFill>
          <a:blip r:embed="rId5">
            <a:alphaModFix/>
          </a:blip>
          <a:stretch>
            <a:fillRect/>
          </a:stretch>
        </p:blipFill>
        <p:spPr>
          <a:xfrm>
            <a:off x="689141" y="2540881"/>
            <a:ext cx="528208" cy="1931741"/>
          </a:xfrm>
          <a:prstGeom prst="rect">
            <a:avLst/>
          </a:prstGeom>
          <a:noFill/>
          <a:ln>
            <a:noFill/>
          </a:ln>
        </p:spPr>
      </p:pic>
      <p:grpSp>
        <p:nvGrpSpPr>
          <p:cNvPr id="864" name="Google Shape;864;p71"/>
          <p:cNvGrpSpPr/>
          <p:nvPr/>
        </p:nvGrpSpPr>
        <p:grpSpPr>
          <a:xfrm>
            <a:off x="1774000" y="3526325"/>
            <a:ext cx="767840" cy="801299"/>
            <a:chOff x="1774000" y="3526325"/>
            <a:chExt cx="767840" cy="801299"/>
          </a:xfrm>
        </p:grpSpPr>
        <p:pic>
          <p:nvPicPr>
            <p:cNvPr id="865" name="Google Shape;865;p71"/>
            <p:cNvPicPr preferRelativeResize="0"/>
            <p:nvPr/>
          </p:nvPicPr>
          <p:blipFill>
            <a:blip r:embed="rId3">
              <a:alphaModFix/>
            </a:blip>
            <a:stretch>
              <a:fillRect/>
            </a:stretch>
          </p:blipFill>
          <p:spPr>
            <a:xfrm>
              <a:off x="2074452" y="3699490"/>
              <a:ext cx="315050" cy="363192"/>
            </a:xfrm>
            <a:prstGeom prst="rect">
              <a:avLst/>
            </a:prstGeom>
            <a:noFill/>
            <a:ln>
              <a:noFill/>
            </a:ln>
          </p:spPr>
        </p:pic>
        <p:pic>
          <p:nvPicPr>
            <p:cNvPr id="866" name="Google Shape;866;p71"/>
            <p:cNvPicPr preferRelativeResize="0"/>
            <p:nvPr/>
          </p:nvPicPr>
          <p:blipFill>
            <a:blip r:embed="rId3">
              <a:alphaModFix/>
            </a:blip>
            <a:stretch>
              <a:fillRect/>
            </a:stretch>
          </p:blipFill>
          <p:spPr>
            <a:xfrm>
              <a:off x="2226777" y="3786946"/>
              <a:ext cx="315050" cy="363192"/>
            </a:xfrm>
            <a:prstGeom prst="rect">
              <a:avLst/>
            </a:prstGeom>
            <a:noFill/>
            <a:ln>
              <a:noFill/>
            </a:ln>
          </p:spPr>
        </p:pic>
        <p:pic>
          <p:nvPicPr>
            <p:cNvPr id="867" name="Google Shape;867;p71"/>
            <p:cNvPicPr preferRelativeResize="0"/>
            <p:nvPr/>
          </p:nvPicPr>
          <p:blipFill>
            <a:blip r:embed="rId3">
              <a:alphaModFix/>
            </a:blip>
            <a:stretch>
              <a:fillRect/>
            </a:stretch>
          </p:blipFill>
          <p:spPr>
            <a:xfrm>
              <a:off x="1922052" y="3788620"/>
              <a:ext cx="315050" cy="363192"/>
            </a:xfrm>
            <a:prstGeom prst="rect">
              <a:avLst/>
            </a:prstGeom>
            <a:noFill/>
            <a:ln>
              <a:noFill/>
            </a:ln>
          </p:spPr>
        </p:pic>
        <p:pic>
          <p:nvPicPr>
            <p:cNvPr id="868" name="Google Shape;868;p71"/>
            <p:cNvPicPr preferRelativeResize="0"/>
            <p:nvPr/>
          </p:nvPicPr>
          <p:blipFill>
            <a:blip r:embed="rId3">
              <a:alphaModFix/>
            </a:blip>
            <a:stretch>
              <a:fillRect/>
            </a:stretch>
          </p:blipFill>
          <p:spPr>
            <a:xfrm>
              <a:off x="2074377" y="3876076"/>
              <a:ext cx="315050" cy="363192"/>
            </a:xfrm>
            <a:prstGeom prst="rect">
              <a:avLst/>
            </a:prstGeom>
            <a:noFill/>
            <a:ln>
              <a:noFill/>
            </a:ln>
          </p:spPr>
        </p:pic>
        <p:pic>
          <p:nvPicPr>
            <p:cNvPr id="869" name="Google Shape;869;p71"/>
            <p:cNvPicPr preferRelativeResize="0"/>
            <p:nvPr/>
          </p:nvPicPr>
          <p:blipFill>
            <a:blip r:embed="rId3">
              <a:alphaModFix/>
            </a:blip>
            <a:stretch>
              <a:fillRect/>
            </a:stretch>
          </p:blipFill>
          <p:spPr>
            <a:xfrm>
              <a:off x="1774000" y="3876975"/>
              <a:ext cx="315050" cy="363192"/>
            </a:xfrm>
            <a:prstGeom prst="rect">
              <a:avLst/>
            </a:prstGeom>
            <a:noFill/>
            <a:ln>
              <a:noFill/>
            </a:ln>
          </p:spPr>
        </p:pic>
        <p:pic>
          <p:nvPicPr>
            <p:cNvPr id="870" name="Google Shape;870;p71"/>
            <p:cNvPicPr preferRelativeResize="0"/>
            <p:nvPr/>
          </p:nvPicPr>
          <p:blipFill>
            <a:blip r:embed="rId3">
              <a:alphaModFix/>
            </a:blip>
            <a:stretch>
              <a:fillRect/>
            </a:stretch>
          </p:blipFill>
          <p:spPr>
            <a:xfrm>
              <a:off x="1926325" y="3964431"/>
              <a:ext cx="315050" cy="363192"/>
            </a:xfrm>
            <a:prstGeom prst="rect">
              <a:avLst/>
            </a:prstGeom>
            <a:noFill/>
            <a:ln>
              <a:noFill/>
            </a:ln>
          </p:spPr>
        </p:pic>
        <p:pic>
          <p:nvPicPr>
            <p:cNvPr id="871" name="Google Shape;871;p71"/>
            <p:cNvPicPr preferRelativeResize="0"/>
            <p:nvPr/>
          </p:nvPicPr>
          <p:blipFill>
            <a:blip r:embed="rId3">
              <a:alphaModFix/>
            </a:blip>
            <a:stretch>
              <a:fillRect/>
            </a:stretch>
          </p:blipFill>
          <p:spPr>
            <a:xfrm>
              <a:off x="2074465" y="3526325"/>
              <a:ext cx="315050" cy="363192"/>
            </a:xfrm>
            <a:prstGeom prst="rect">
              <a:avLst/>
            </a:prstGeom>
            <a:noFill/>
            <a:ln>
              <a:noFill/>
            </a:ln>
          </p:spPr>
        </p:pic>
        <p:pic>
          <p:nvPicPr>
            <p:cNvPr id="872" name="Google Shape;872;p71"/>
            <p:cNvPicPr preferRelativeResize="0"/>
            <p:nvPr/>
          </p:nvPicPr>
          <p:blipFill>
            <a:blip r:embed="rId3">
              <a:alphaModFix/>
            </a:blip>
            <a:stretch>
              <a:fillRect/>
            </a:stretch>
          </p:blipFill>
          <p:spPr>
            <a:xfrm>
              <a:off x="2226790" y="3613781"/>
              <a:ext cx="315050" cy="363192"/>
            </a:xfrm>
            <a:prstGeom prst="rect">
              <a:avLst/>
            </a:prstGeom>
            <a:noFill/>
            <a:ln>
              <a:noFill/>
            </a:ln>
          </p:spPr>
        </p:pic>
        <p:pic>
          <p:nvPicPr>
            <p:cNvPr id="873" name="Google Shape;873;p71"/>
            <p:cNvPicPr preferRelativeResize="0"/>
            <p:nvPr/>
          </p:nvPicPr>
          <p:blipFill>
            <a:blip r:embed="rId3">
              <a:alphaModFix/>
            </a:blip>
            <a:stretch>
              <a:fillRect/>
            </a:stretch>
          </p:blipFill>
          <p:spPr>
            <a:xfrm>
              <a:off x="1922065" y="3615455"/>
              <a:ext cx="315050" cy="363192"/>
            </a:xfrm>
            <a:prstGeom prst="rect">
              <a:avLst/>
            </a:prstGeom>
            <a:noFill/>
            <a:ln>
              <a:noFill/>
            </a:ln>
          </p:spPr>
        </p:pic>
        <p:pic>
          <p:nvPicPr>
            <p:cNvPr id="874" name="Google Shape;874;p71"/>
            <p:cNvPicPr preferRelativeResize="0"/>
            <p:nvPr/>
          </p:nvPicPr>
          <p:blipFill>
            <a:blip r:embed="rId3">
              <a:alphaModFix/>
            </a:blip>
            <a:stretch>
              <a:fillRect/>
            </a:stretch>
          </p:blipFill>
          <p:spPr>
            <a:xfrm>
              <a:off x="2074390" y="3702911"/>
              <a:ext cx="315050" cy="363192"/>
            </a:xfrm>
            <a:prstGeom prst="rect">
              <a:avLst/>
            </a:prstGeom>
            <a:noFill/>
            <a:ln>
              <a:noFill/>
            </a:ln>
          </p:spPr>
        </p:pic>
        <p:pic>
          <p:nvPicPr>
            <p:cNvPr id="875" name="Google Shape;875;p71"/>
            <p:cNvPicPr preferRelativeResize="0"/>
            <p:nvPr/>
          </p:nvPicPr>
          <p:blipFill>
            <a:blip r:embed="rId3">
              <a:alphaModFix/>
            </a:blip>
            <a:stretch>
              <a:fillRect/>
            </a:stretch>
          </p:blipFill>
          <p:spPr>
            <a:xfrm>
              <a:off x="1774012" y="3703810"/>
              <a:ext cx="315050" cy="363192"/>
            </a:xfrm>
            <a:prstGeom prst="rect">
              <a:avLst/>
            </a:prstGeom>
            <a:noFill/>
            <a:ln>
              <a:noFill/>
            </a:ln>
          </p:spPr>
        </p:pic>
        <p:pic>
          <p:nvPicPr>
            <p:cNvPr id="876" name="Google Shape;876;p71"/>
            <p:cNvPicPr preferRelativeResize="0"/>
            <p:nvPr/>
          </p:nvPicPr>
          <p:blipFill>
            <a:blip r:embed="rId3">
              <a:alphaModFix/>
            </a:blip>
            <a:stretch>
              <a:fillRect/>
            </a:stretch>
          </p:blipFill>
          <p:spPr>
            <a:xfrm>
              <a:off x="1926337" y="3791266"/>
              <a:ext cx="315050" cy="363192"/>
            </a:xfrm>
            <a:prstGeom prst="rect">
              <a:avLst/>
            </a:prstGeom>
            <a:noFill/>
            <a:ln>
              <a:noFill/>
            </a:ln>
          </p:spPr>
        </p:pic>
      </p:grpSp>
      <p:grpSp>
        <p:nvGrpSpPr>
          <p:cNvPr id="877" name="Google Shape;877;p71"/>
          <p:cNvGrpSpPr/>
          <p:nvPr/>
        </p:nvGrpSpPr>
        <p:grpSpPr>
          <a:xfrm>
            <a:off x="1774000" y="3178548"/>
            <a:ext cx="767840" cy="801299"/>
            <a:chOff x="1774000" y="3526325"/>
            <a:chExt cx="767840" cy="801299"/>
          </a:xfrm>
        </p:grpSpPr>
        <p:pic>
          <p:nvPicPr>
            <p:cNvPr id="878" name="Google Shape;878;p71"/>
            <p:cNvPicPr preferRelativeResize="0"/>
            <p:nvPr/>
          </p:nvPicPr>
          <p:blipFill>
            <a:blip r:embed="rId3">
              <a:alphaModFix/>
            </a:blip>
            <a:stretch>
              <a:fillRect/>
            </a:stretch>
          </p:blipFill>
          <p:spPr>
            <a:xfrm>
              <a:off x="2074452" y="3699490"/>
              <a:ext cx="315050" cy="363192"/>
            </a:xfrm>
            <a:prstGeom prst="rect">
              <a:avLst/>
            </a:prstGeom>
            <a:noFill/>
            <a:ln>
              <a:noFill/>
            </a:ln>
          </p:spPr>
        </p:pic>
        <p:pic>
          <p:nvPicPr>
            <p:cNvPr id="879" name="Google Shape;879;p71"/>
            <p:cNvPicPr preferRelativeResize="0"/>
            <p:nvPr/>
          </p:nvPicPr>
          <p:blipFill>
            <a:blip r:embed="rId3">
              <a:alphaModFix/>
            </a:blip>
            <a:stretch>
              <a:fillRect/>
            </a:stretch>
          </p:blipFill>
          <p:spPr>
            <a:xfrm>
              <a:off x="2226777" y="3786946"/>
              <a:ext cx="315050" cy="363192"/>
            </a:xfrm>
            <a:prstGeom prst="rect">
              <a:avLst/>
            </a:prstGeom>
            <a:noFill/>
            <a:ln>
              <a:noFill/>
            </a:ln>
          </p:spPr>
        </p:pic>
        <p:pic>
          <p:nvPicPr>
            <p:cNvPr id="880" name="Google Shape;880;p71"/>
            <p:cNvPicPr preferRelativeResize="0"/>
            <p:nvPr/>
          </p:nvPicPr>
          <p:blipFill>
            <a:blip r:embed="rId3">
              <a:alphaModFix/>
            </a:blip>
            <a:stretch>
              <a:fillRect/>
            </a:stretch>
          </p:blipFill>
          <p:spPr>
            <a:xfrm>
              <a:off x="1922052" y="3788620"/>
              <a:ext cx="315050" cy="363192"/>
            </a:xfrm>
            <a:prstGeom prst="rect">
              <a:avLst/>
            </a:prstGeom>
            <a:noFill/>
            <a:ln>
              <a:noFill/>
            </a:ln>
          </p:spPr>
        </p:pic>
        <p:pic>
          <p:nvPicPr>
            <p:cNvPr id="881" name="Google Shape;881;p71"/>
            <p:cNvPicPr preferRelativeResize="0"/>
            <p:nvPr/>
          </p:nvPicPr>
          <p:blipFill>
            <a:blip r:embed="rId3">
              <a:alphaModFix/>
            </a:blip>
            <a:stretch>
              <a:fillRect/>
            </a:stretch>
          </p:blipFill>
          <p:spPr>
            <a:xfrm>
              <a:off x="2074377" y="3876076"/>
              <a:ext cx="315050" cy="363192"/>
            </a:xfrm>
            <a:prstGeom prst="rect">
              <a:avLst/>
            </a:prstGeom>
            <a:noFill/>
            <a:ln>
              <a:noFill/>
            </a:ln>
          </p:spPr>
        </p:pic>
        <p:pic>
          <p:nvPicPr>
            <p:cNvPr id="882" name="Google Shape;882;p71"/>
            <p:cNvPicPr preferRelativeResize="0"/>
            <p:nvPr/>
          </p:nvPicPr>
          <p:blipFill>
            <a:blip r:embed="rId3">
              <a:alphaModFix/>
            </a:blip>
            <a:stretch>
              <a:fillRect/>
            </a:stretch>
          </p:blipFill>
          <p:spPr>
            <a:xfrm>
              <a:off x="1774000" y="3876975"/>
              <a:ext cx="315050" cy="363192"/>
            </a:xfrm>
            <a:prstGeom prst="rect">
              <a:avLst/>
            </a:prstGeom>
            <a:noFill/>
            <a:ln>
              <a:noFill/>
            </a:ln>
          </p:spPr>
        </p:pic>
        <p:pic>
          <p:nvPicPr>
            <p:cNvPr id="883" name="Google Shape;883;p71"/>
            <p:cNvPicPr preferRelativeResize="0"/>
            <p:nvPr/>
          </p:nvPicPr>
          <p:blipFill>
            <a:blip r:embed="rId3">
              <a:alphaModFix/>
            </a:blip>
            <a:stretch>
              <a:fillRect/>
            </a:stretch>
          </p:blipFill>
          <p:spPr>
            <a:xfrm>
              <a:off x="1926325" y="3964431"/>
              <a:ext cx="315050" cy="363192"/>
            </a:xfrm>
            <a:prstGeom prst="rect">
              <a:avLst/>
            </a:prstGeom>
            <a:noFill/>
            <a:ln>
              <a:noFill/>
            </a:ln>
          </p:spPr>
        </p:pic>
        <p:pic>
          <p:nvPicPr>
            <p:cNvPr id="884" name="Google Shape;884;p71"/>
            <p:cNvPicPr preferRelativeResize="0"/>
            <p:nvPr/>
          </p:nvPicPr>
          <p:blipFill>
            <a:blip r:embed="rId3">
              <a:alphaModFix/>
            </a:blip>
            <a:stretch>
              <a:fillRect/>
            </a:stretch>
          </p:blipFill>
          <p:spPr>
            <a:xfrm>
              <a:off x="2074465" y="3526325"/>
              <a:ext cx="315050" cy="363192"/>
            </a:xfrm>
            <a:prstGeom prst="rect">
              <a:avLst/>
            </a:prstGeom>
            <a:noFill/>
            <a:ln>
              <a:noFill/>
            </a:ln>
          </p:spPr>
        </p:pic>
        <p:pic>
          <p:nvPicPr>
            <p:cNvPr id="885" name="Google Shape;885;p71"/>
            <p:cNvPicPr preferRelativeResize="0"/>
            <p:nvPr/>
          </p:nvPicPr>
          <p:blipFill>
            <a:blip r:embed="rId3">
              <a:alphaModFix/>
            </a:blip>
            <a:stretch>
              <a:fillRect/>
            </a:stretch>
          </p:blipFill>
          <p:spPr>
            <a:xfrm>
              <a:off x="2226790" y="3613781"/>
              <a:ext cx="315050" cy="363192"/>
            </a:xfrm>
            <a:prstGeom prst="rect">
              <a:avLst/>
            </a:prstGeom>
            <a:noFill/>
            <a:ln>
              <a:noFill/>
            </a:ln>
          </p:spPr>
        </p:pic>
        <p:pic>
          <p:nvPicPr>
            <p:cNvPr id="886" name="Google Shape;886;p71"/>
            <p:cNvPicPr preferRelativeResize="0"/>
            <p:nvPr/>
          </p:nvPicPr>
          <p:blipFill>
            <a:blip r:embed="rId3">
              <a:alphaModFix/>
            </a:blip>
            <a:stretch>
              <a:fillRect/>
            </a:stretch>
          </p:blipFill>
          <p:spPr>
            <a:xfrm>
              <a:off x="1922065" y="3615455"/>
              <a:ext cx="315050" cy="363192"/>
            </a:xfrm>
            <a:prstGeom prst="rect">
              <a:avLst/>
            </a:prstGeom>
            <a:noFill/>
            <a:ln>
              <a:noFill/>
            </a:ln>
          </p:spPr>
        </p:pic>
        <p:pic>
          <p:nvPicPr>
            <p:cNvPr id="887" name="Google Shape;887;p71"/>
            <p:cNvPicPr preferRelativeResize="0"/>
            <p:nvPr/>
          </p:nvPicPr>
          <p:blipFill>
            <a:blip r:embed="rId3">
              <a:alphaModFix/>
            </a:blip>
            <a:stretch>
              <a:fillRect/>
            </a:stretch>
          </p:blipFill>
          <p:spPr>
            <a:xfrm>
              <a:off x="2074390" y="3702911"/>
              <a:ext cx="315050" cy="363192"/>
            </a:xfrm>
            <a:prstGeom prst="rect">
              <a:avLst/>
            </a:prstGeom>
            <a:noFill/>
            <a:ln>
              <a:noFill/>
            </a:ln>
          </p:spPr>
        </p:pic>
        <p:pic>
          <p:nvPicPr>
            <p:cNvPr id="888" name="Google Shape;888;p71"/>
            <p:cNvPicPr preferRelativeResize="0"/>
            <p:nvPr/>
          </p:nvPicPr>
          <p:blipFill>
            <a:blip r:embed="rId3">
              <a:alphaModFix/>
            </a:blip>
            <a:stretch>
              <a:fillRect/>
            </a:stretch>
          </p:blipFill>
          <p:spPr>
            <a:xfrm>
              <a:off x="1774012" y="3703810"/>
              <a:ext cx="315050" cy="363192"/>
            </a:xfrm>
            <a:prstGeom prst="rect">
              <a:avLst/>
            </a:prstGeom>
            <a:noFill/>
            <a:ln>
              <a:noFill/>
            </a:ln>
          </p:spPr>
        </p:pic>
        <p:pic>
          <p:nvPicPr>
            <p:cNvPr id="889" name="Google Shape;889;p71"/>
            <p:cNvPicPr preferRelativeResize="0"/>
            <p:nvPr/>
          </p:nvPicPr>
          <p:blipFill>
            <a:blip r:embed="rId3">
              <a:alphaModFix/>
            </a:blip>
            <a:stretch>
              <a:fillRect/>
            </a:stretch>
          </p:blipFill>
          <p:spPr>
            <a:xfrm>
              <a:off x="1926337" y="3791266"/>
              <a:ext cx="315050" cy="363192"/>
            </a:xfrm>
            <a:prstGeom prst="rect">
              <a:avLst/>
            </a:prstGeom>
            <a:noFill/>
            <a:ln>
              <a:noFill/>
            </a:ln>
          </p:spPr>
        </p:pic>
      </p:grpSp>
      <p:grpSp>
        <p:nvGrpSpPr>
          <p:cNvPr id="890" name="Google Shape;890;p71"/>
          <p:cNvGrpSpPr/>
          <p:nvPr/>
        </p:nvGrpSpPr>
        <p:grpSpPr>
          <a:xfrm>
            <a:off x="2763675" y="3069773"/>
            <a:ext cx="767840" cy="801299"/>
            <a:chOff x="1774000" y="3526325"/>
            <a:chExt cx="767840" cy="801299"/>
          </a:xfrm>
        </p:grpSpPr>
        <p:pic>
          <p:nvPicPr>
            <p:cNvPr id="891" name="Google Shape;891;p71"/>
            <p:cNvPicPr preferRelativeResize="0"/>
            <p:nvPr/>
          </p:nvPicPr>
          <p:blipFill>
            <a:blip r:embed="rId3">
              <a:alphaModFix/>
            </a:blip>
            <a:stretch>
              <a:fillRect/>
            </a:stretch>
          </p:blipFill>
          <p:spPr>
            <a:xfrm>
              <a:off x="2074452" y="3699490"/>
              <a:ext cx="315050" cy="363192"/>
            </a:xfrm>
            <a:prstGeom prst="rect">
              <a:avLst/>
            </a:prstGeom>
            <a:noFill/>
            <a:ln>
              <a:noFill/>
            </a:ln>
          </p:spPr>
        </p:pic>
        <p:pic>
          <p:nvPicPr>
            <p:cNvPr id="892" name="Google Shape;892;p71"/>
            <p:cNvPicPr preferRelativeResize="0"/>
            <p:nvPr/>
          </p:nvPicPr>
          <p:blipFill>
            <a:blip r:embed="rId3">
              <a:alphaModFix/>
            </a:blip>
            <a:stretch>
              <a:fillRect/>
            </a:stretch>
          </p:blipFill>
          <p:spPr>
            <a:xfrm>
              <a:off x="2226777" y="3786946"/>
              <a:ext cx="315050" cy="363192"/>
            </a:xfrm>
            <a:prstGeom prst="rect">
              <a:avLst/>
            </a:prstGeom>
            <a:noFill/>
            <a:ln>
              <a:noFill/>
            </a:ln>
          </p:spPr>
        </p:pic>
        <p:pic>
          <p:nvPicPr>
            <p:cNvPr id="893" name="Google Shape;893;p71"/>
            <p:cNvPicPr preferRelativeResize="0"/>
            <p:nvPr/>
          </p:nvPicPr>
          <p:blipFill>
            <a:blip r:embed="rId3">
              <a:alphaModFix/>
            </a:blip>
            <a:stretch>
              <a:fillRect/>
            </a:stretch>
          </p:blipFill>
          <p:spPr>
            <a:xfrm>
              <a:off x="1922052" y="3788620"/>
              <a:ext cx="315050" cy="363192"/>
            </a:xfrm>
            <a:prstGeom prst="rect">
              <a:avLst/>
            </a:prstGeom>
            <a:noFill/>
            <a:ln>
              <a:noFill/>
            </a:ln>
          </p:spPr>
        </p:pic>
        <p:pic>
          <p:nvPicPr>
            <p:cNvPr id="894" name="Google Shape;894;p71"/>
            <p:cNvPicPr preferRelativeResize="0"/>
            <p:nvPr/>
          </p:nvPicPr>
          <p:blipFill>
            <a:blip r:embed="rId3">
              <a:alphaModFix/>
            </a:blip>
            <a:stretch>
              <a:fillRect/>
            </a:stretch>
          </p:blipFill>
          <p:spPr>
            <a:xfrm>
              <a:off x="2074377" y="3876076"/>
              <a:ext cx="315050" cy="363192"/>
            </a:xfrm>
            <a:prstGeom prst="rect">
              <a:avLst/>
            </a:prstGeom>
            <a:noFill/>
            <a:ln>
              <a:noFill/>
            </a:ln>
          </p:spPr>
        </p:pic>
        <p:pic>
          <p:nvPicPr>
            <p:cNvPr id="895" name="Google Shape;895;p71"/>
            <p:cNvPicPr preferRelativeResize="0"/>
            <p:nvPr/>
          </p:nvPicPr>
          <p:blipFill>
            <a:blip r:embed="rId3">
              <a:alphaModFix/>
            </a:blip>
            <a:stretch>
              <a:fillRect/>
            </a:stretch>
          </p:blipFill>
          <p:spPr>
            <a:xfrm>
              <a:off x="1774000" y="3876975"/>
              <a:ext cx="315050" cy="363192"/>
            </a:xfrm>
            <a:prstGeom prst="rect">
              <a:avLst/>
            </a:prstGeom>
            <a:noFill/>
            <a:ln>
              <a:noFill/>
            </a:ln>
          </p:spPr>
        </p:pic>
        <p:pic>
          <p:nvPicPr>
            <p:cNvPr id="896" name="Google Shape;896;p71"/>
            <p:cNvPicPr preferRelativeResize="0"/>
            <p:nvPr/>
          </p:nvPicPr>
          <p:blipFill>
            <a:blip r:embed="rId3">
              <a:alphaModFix/>
            </a:blip>
            <a:stretch>
              <a:fillRect/>
            </a:stretch>
          </p:blipFill>
          <p:spPr>
            <a:xfrm>
              <a:off x="1926325" y="3964431"/>
              <a:ext cx="315050" cy="363192"/>
            </a:xfrm>
            <a:prstGeom prst="rect">
              <a:avLst/>
            </a:prstGeom>
            <a:noFill/>
            <a:ln>
              <a:noFill/>
            </a:ln>
          </p:spPr>
        </p:pic>
        <p:pic>
          <p:nvPicPr>
            <p:cNvPr id="897" name="Google Shape;897;p71"/>
            <p:cNvPicPr preferRelativeResize="0"/>
            <p:nvPr/>
          </p:nvPicPr>
          <p:blipFill>
            <a:blip r:embed="rId3">
              <a:alphaModFix/>
            </a:blip>
            <a:stretch>
              <a:fillRect/>
            </a:stretch>
          </p:blipFill>
          <p:spPr>
            <a:xfrm>
              <a:off x="2074465" y="3526325"/>
              <a:ext cx="315050" cy="363192"/>
            </a:xfrm>
            <a:prstGeom prst="rect">
              <a:avLst/>
            </a:prstGeom>
            <a:noFill/>
            <a:ln>
              <a:noFill/>
            </a:ln>
          </p:spPr>
        </p:pic>
        <p:pic>
          <p:nvPicPr>
            <p:cNvPr id="898" name="Google Shape;898;p71"/>
            <p:cNvPicPr preferRelativeResize="0"/>
            <p:nvPr/>
          </p:nvPicPr>
          <p:blipFill>
            <a:blip r:embed="rId3">
              <a:alphaModFix/>
            </a:blip>
            <a:stretch>
              <a:fillRect/>
            </a:stretch>
          </p:blipFill>
          <p:spPr>
            <a:xfrm>
              <a:off x="2226790" y="3613781"/>
              <a:ext cx="315050" cy="363192"/>
            </a:xfrm>
            <a:prstGeom prst="rect">
              <a:avLst/>
            </a:prstGeom>
            <a:noFill/>
            <a:ln>
              <a:noFill/>
            </a:ln>
          </p:spPr>
        </p:pic>
        <p:pic>
          <p:nvPicPr>
            <p:cNvPr id="899" name="Google Shape;899;p71"/>
            <p:cNvPicPr preferRelativeResize="0"/>
            <p:nvPr/>
          </p:nvPicPr>
          <p:blipFill>
            <a:blip r:embed="rId3">
              <a:alphaModFix/>
            </a:blip>
            <a:stretch>
              <a:fillRect/>
            </a:stretch>
          </p:blipFill>
          <p:spPr>
            <a:xfrm>
              <a:off x="1922065" y="3615455"/>
              <a:ext cx="315050" cy="363192"/>
            </a:xfrm>
            <a:prstGeom prst="rect">
              <a:avLst/>
            </a:prstGeom>
            <a:noFill/>
            <a:ln>
              <a:noFill/>
            </a:ln>
          </p:spPr>
        </p:pic>
        <p:pic>
          <p:nvPicPr>
            <p:cNvPr id="900" name="Google Shape;900;p71"/>
            <p:cNvPicPr preferRelativeResize="0"/>
            <p:nvPr/>
          </p:nvPicPr>
          <p:blipFill>
            <a:blip r:embed="rId3">
              <a:alphaModFix/>
            </a:blip>
            <a:stretch>
              <a:fillRect/>
            </a:stretch>
          </p:blipFill>
          <p:spPr>
            <a:xfrm>
              <a:off x="2074390" y="3702911"/>
              <a:ext cx="315050" cy="363192"/>
            </a:xfrm>
            <a:prstGeom prst="rect">
              <a:avLst/>
            </a:prstGeom>
            <a:noFill/>
            <a:ln>
              <a:noFill/>
            </a:ln>
          </p:spPr>
        </p:pic>
        <p:pic>
          <p:nvPicPr>
            <p:cNvPr id="901" name="Google Shape;901;p71"/>
            <p:cNvPicPr preferRelativeResize="0"/>
            <p:nvPr/>
          </p:nvPicPr>
          <p:blipFill>
            <a:blip r:embed="rId3">
              <a:alphaModFix/>
            </a:blip>
            <a:stretch>
              <a:fillRect/>
            </a:stretch>
          </p:blipFill>
          <p:spPr>
            <a:xfrm>
              <a:off x="1774012" y="3703810"/>
              <a:ext cx="315050" cy="363192"/>
            </a:xfrm>
            <a:prstGeom prst="rect">
              <a:avLst/>
            </a:prstGeom>
            <a:noFill/>
            <a:ln>
              <a:noFill/>
            </a:ln>
          </p:spPr>
        </p:pic>
        <p:pic>
          <p:nvPicPr>
            <p:cNvPr id="902" name="Google Shape;902;p71"/>
            <p:cNvPicPr preferRelativeResize="0"/>
            <p:nvPr/>
          </p:nvPicPr>
          <p:blipFill>
            <a:blip r:embed="rId3">
              <a:alphaModFix/>
            </a:blip>
            <a:stretch>
              <a:fillRect/>
            </a:stretch>
          </p:blipFill>
          <p:spPr>
            <a:xfrm>
              <a:off x="1926337" y="3791266"/>
              <a:ext cx="315050" cy="363192"/>
            </a:xfrm>
            <a:prstGeom prst="rect">
              <a:avLst/>
            </a:prstGeom>
            <a:noFill/>
            <a:ln>
              <a:noFill/>
            </a:ln>
          </p:spPr>
        </p:pic>
      </p:grpSp>
      <p:grpSp>
        <p:nvGrpSpPr>
          <p:cNvPr id="903" name="Google Shape;903;p71"/>
          <p:cNvGrpSpPr/>
          <p:nvPr/>
        </p:nvGrpSpPr>
        <p:grpSpPr>
          <a:xfrm>
            <a:off x="1160127" y="1861400"/>
            <a:ext cx="2419423" cy="990149"/>
            <a:chOff x="5576502" y="1859675"/>
            <a:chExt cx="2419423" cy="990149"/>
          </a:xfrm>
        </p:grpSpPr>
        <p:pic>
          <p:nvPicPr>
            <p:cNvPr id="904" name="Google Shape;904;p71"/>
            <p:cNvPicPr preferRelativeResize="0"/>
            <p:nvPr/>
          </p:nvPicPr>
          <p:blipFill rotWithShape="1">
            <a:blip r:embed="rId6">
              <a:alphaModFix/>
            </a:blip>
            <a:srcRect b="43690" l="0" r="57905" t="0"/>
            <a:stretch/>
          </p:blipFill>
          <p:spPr>
            <a:xfrm flipH="1">
              <a:off x="5576502" y="1859675"/>
              <a:ext cx="2356173" cy="990149"/>
            </a:xfrm>
            <a:prstGeom prst="rect">
              <a:avLst/>
            </a:prstGeom>
            <a:noFill/>
            <a:ln>
              <a:noFill/>
            </a:ln>
          </p:spPr>
        </p:pic>
        <p:sp>
          <p:nvSpPr>
            <p:cNvPr id="905" name="Google Shape;905;p71"/>
            <p:cNvSpPr txBox="1"/>
            <p:nvPr/>
          </p:nvSpPr>
          <p:spPr>
            <a:xfrm flipH="1">
              <a:off x="5698225" y="1859675"/>
              <a:ext cx="22977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 think I can see another way too.</a:t>
              </a:r>
              <a:endParaRPr sz="2000">
                <a:solidFill>
                  <a:schemeClr val="dk1"/>
                </a:solidFill>
                <a:latin typeface="Lexend"/>
                <a:ea typeface="Lexend"/>
                <a:cs typeface="Lexend"/>
                <a:sym typeface="Lexend"/>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7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7"/>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89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911" name="Google Shape;911;p72"/>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Aisha and Izzy’s teacher gives them 24 cube blocks </a:t>
            </a:r>
            <a:r>
              <a:rPr lang="en-GB" sz="2000"/>
              <a:t>and tells them to create a cuboid using all of the blocks.</a:t>
            </a:r>
            <a:endParaRPr sz="2000"/>
          </a:p>
        </p:txBody>
      </p:sp>
      <p:pic>
        <p:nvPicPr>
          <p:cNvPr id="912" name="Google Shape;912;p72"/>
          <p:cNvPicPr preferRelativeResize="0"/>
          <p:nvPr/>
        </p:nvPicPr>
        <p:blipFill>
          <a:blip r:embed="rId3">
            <a:alphaModFix/>
          </a:blip>
          <a:stretch>
            <a:fillRect/>
          </a:stretch>
        </p:blipFill>
        <p:spPr>
          <a:xfrm flipH="1">
            <a:off x="4898635" y="2571754"/>
            <a:ext cx="574426" cy="1931740"/>
          </a:xfrm>
          <a:prstGeom prst="rect">
            <a:avLst/>
          </a:prstGeom>
          <a:noFill/>
          <a:ln>
            <a:noFill/>
          </a:ln>
        </p:spPr>
      </p:pic>
      <p:pic>
        <p:nvPicPr>
          <p:cNvPr id="913" name="Google Shape;913;p72"/>
          <p:cNvPicPr preferRelativeResize="0"/>
          <p:nvPr/>
        </p:nvPicPr>
        <p:blipFill>
          <a:blip r:embed="rId4">
            <a:alphaModFix/>
          </a:blip>
          <a:stretch>
            <a:fillRect/>
          </a:stretch>
        </p:blipFill>
        <p:spPr>
          <a:xfrm>
            <a:off x="689141" y="2540881"/>
            <a:ext cx="528208" cy="1931741"/>
          </a:xfrm>
          <a:prstGeom prst="rect">
            <a:avLst/>
          </a:prstGeom>
          <a:noFill/>
          <a:ln>
            <a:noFill/>
          </a:ln>
        </p:spPr>
      </p:pic>
      <p:grpSp>
        <p:nvGrpSpPr>
          <p:cNvPr id="914" name="Google Shape;914;p72"/>
          <p:cNvGrpSpPr/>
          <p:nvPr/>
        </p:nvGrpSpPr>
        <p:grpSpPr>
          <a:xfrm>
            <a:off x="1774000" y="3436208"/>
            <a:ext cx="1218576" cy="891416"/>
            <a:chOff x="1774000" y="3436208"/>
            <a:chExt cx="1218576" cy="891416"/>
          </a:xfrm>
        </p:grpSpPr>
        <p:pic>
          <p:nvPicPr>
            <p:cNvPr id="915" name="Google Shape;915;p72"/>
            <p:cNvPicPr preferRelativeResize="0"/>
            <p:nvPr/>
          </p:nvPicPr>
          <p:blipFill>
            <a:blip r:embed="rId5">
              <a:alphaModFix/>
            </a:blip>
            <a:stretch>
              <a:fillRect/>
            </a:stretch>
          </p:blipFill>
          <p:spPr>
            <a:xfrm>
              <a:off x="2525202" y="3436208"/>
              <a:ext cx="315050" cy="363192"/>
            </a:xfrm>
            <a:prstGeom prst="rect">
              <a:avLst/>
            </a:prstGeom>
            <a:noFill/>
            <a:ln>
              <a:noFill/>
            </a:ln>
          </p:spPr>
        </p:pic>
        <p:pic>
          <p:nvPicPr>
            <p:cNvPr id="916" name="Google Shape;916;p72"/>
            <p:cNvPicPr preferRelativeResize="0"/>
            <p:nvPr/>
          </p:nvPicPr>
          <p:blipFill>
            <a:blip r:embed="rId5">
              <a:alphaModFix/>
            </a:blip>
            <a:stretch>
              <a:fillRect/>
            </a:stretch>
          </p:blipFill>
          <p:spPr>
            <a:xfrm>
              <a:off x="2677526" y="3523664"/>
              <a:ext cx="315050" cy="363192"/>
            </a:xfrm>
            <a:prstGeom prst="rect">
              <a:avLst/>
            </a:prstGeom>
            <a:noFill/>
            <a:ln>
              <a:noFill/>
            </a:ln>
          </p:spPr>
        </p:pic>
        <p:pic>
          <p:nvPicPr>
            <p:cNvPr id="917" name="Google Shape;917;p72"/>
            <p:cNvPicPr preferRelativeResize="0"/>
            <p:nvPr/>
          </p:nvPicPr>
          <p:blipFill>
            <a:blip r:embed="rId5">
              <a:alphaModFix/>
            </a:blip>
            <a:stretch>
              <a:fillRect/>
            </a:stretch>
          </p:blipFill>
          <p:spPr>
            <a:xfrm>
              <a:off x="2372802" y="3525338"/>
              <a:ext cx="315050" cy="363192"/>
            </a:xfrm>
            <a:prstGeom prst="rect">
              <a:avLst/>
            </a:prstGeom>
            <a:noFill/>
            <a:ln>
              <a:noFill/>
            </a:ln>
          </p:spPr>
        </p:pic>
        <p:pic>
          <p:nvPicPr>
            <p:cNvPr id="918" name="Google Shape;918;p72"/>
            <p:cNvPicPr preferRelativeResize="0"/>
            <p:nvPr/>
          </p:nvPicPr>
          <p:blipFill>
            <a:blip r:embed="rId5">
              <a:alphaModFix/>
            </a:blip>
            <a:stretch>
              <a:fillRect/>
            </a:stretch>
          </p:blipFill>
          <p:spPr>
            <a:xfrm>
              <a:off x="2525126" y="3612794"/>
              <a:ext cx="315050" cy="363192"/>
            </a:xfrm>
            <a:prstGeom prst="rect">
              <a:avLst/>
            </a:prstGeom>
            <a:noFill/>
            <a:ln>
              <a:noFill/>
            </a:ln>
          </p:spPr>
        </p:pic>
        <p:pic>
          <p:nvPicPr>
            <p:cNvPr id="919" name="Google Shape;919;p72"/>
            <p:cNvPicPr preferRelativeResize="0"/>
            <p:nvPr/>
          </p:nvPicPr>
          <p:blipFill>
            <a:blip r:embed="rId5">
              <a:alphaModFix/>
            </a:blip>
            <a:stretch>
              <a:fillRect/>
            </a:stretch>
          </p:blipFill>
          <p:spPr>
            <a:xfrm>
              <a:off x="2224749" y="3613693"/>
              <a:ext cx="315050" cy="363192"/>
            </a:xfrm>
            <a:prstGeom prst="rect">
              <a:avLst/>
            </a:prstGeom>
            <a:noFill/>
            <a:ln>
              <a:noFill/>
            </a:ln>
          </p:spPr>
        </p:pic>
        <p:pic>
          <p:nvPicPr>
            <p:cNvPr id="920" name="Google Shape;920;p72"/>
            <p:cNvPicPr preferRelativeResize="0"/>
            <p:nvPr/>
          </p:nvPicPr>
          <p:blipFill>
            <a:blip r:embed="rId5">
              <a:alphaModFix/>
            </a:blip>
            <a:stretch>
              <a:fillRect/>
            </a:stretch>
          </p:blipFill>
          <p:spPr>
            <a:xfrm>
              <a:off x="2377074" y="3701149"/>
              <a:ext cx="315050" cy="363192"/>
            </a:xfrm>
            <a:prstGeom prst="rect">
              <a:avLst/>
            </a:prstGeom>
            <a:noFill/>
            <a:ln>
              <a:noFill/>
            </a:ln>
          </p:spPr>
        </p:pic>
        <p:pic>
          <p:nvPicPr>
            <p:cNvPr id="921" name="Google Shape;921;p72"/>
            <p:cNvPicPr preferRelativeResize="0"/>
            <p:nvPr/>
          </p:nvPicPr>
          <p:blipFill>
            <a:blip r:embed="rId5">
              <a:alphaModFix/>
            </a:blip>
            <a:stretch>
              <a:fillRect/>
            </a:stretch>
          </p:blipFill>
          <p:spPr>
            <a:xfrm>
              <a:off x="2074452" y="3699490"/>
              <a:ext cx="315050" cy="363192"/>
            </a:xfrm>
            <a:prstGeom prst="rect">
              <a:avLst/>
            </a:prstGeom>
            <a:noFill/>
            <a:ln>
              <a:noFill/>
            </a:ln>
          </p:spPr>
        </p:pic>
        <p:pic>
          <p:nvPicPr>
            <p:cNvPr id="922" name="Google Shape;922;p72"/>
            <p:cNvPicPr preferRelativeResize="0"/>
            <p:nvPr/>
          </p:nvPicPr>
          <p:blipFill>
            <a:blip r:embed="rId5">
              <a:alphaModFix/>
            </a:blip>
            <a:stretch>
              <a:fillRect/>
            </a:stretch>
          </p:blipFill>
          <p:spPr>
            <a:xfrm>
              <a:off x="2226777" y="3786946"/>
              <a:ext cx="315050" cy="363192"/>
            </a:xfrm>
            <a:prstGeom prst="rect">
              <a:avLst/>
            </a:prstGeom>
            <a:noFill/>
            <a:ln>
              <a:noFill/>
            </a:ln>
          </p:spPr>
        </p:pic>
        <p:pic>
          <p:nvPicPr>
            <p:cNvPr id="923" name="Google Shape;923;p72"/>
            <p:cNvPicPr preferRelativeResize="0"/>
            <p:nvPr/>
          </p:nvPicPr>
          <p:blipFill>
            <a:blip r:embed="rId5">
              <a:alphaModFix/>
            </a:blip>
            <a:stretch>
              <a:fillRect/>
            </a:stretch>
          </p:blipFill>
          <p:spPr>
            <a:xfrm>
              <a:off x="1922052" y="3788620"/>
              <a:ext cx="315050" cy="363192"/>
            </a:xfrm>
            <a:prstGeom prst="rect">
              <a:avLst/>
            </a:prstGeom>
            <a:noFill/>
            <a:ln>
              <a:noFill/>
            </a:ln>
          </p:spPr>
        </p:pic>
        <p:pic>
          <p:nvPicPr>
            <p:cNvPr id="924" name="Google Shape;924;p72"/>
            <p:cNvPicPr preferRelativeResize="0"/>
            <p:nvPr/>
          </p:nvPicPr>
          <p:blipFill>
            <a:blip r:embed="rId5">
              <a:alphaModFix/>
            </a:blip>
            <a:stretch>
              <a:fillRect/>
            </a:stretch>
          </p:blipFill>
          <p:spPr>
            <a:xfrm>
              <a:off x="2074377" y="3876076"/>
              <a:ext cx="315050" cy="363192"/>
            </a:xfrm>
            <a:prstGeom prst="rect">
              <a:avLst/>
            </a:prstGeom>
            <a:noFill/>
            <a:ln>
              <a:noFill/>
            </a:ln>
          </p:spPr>
        </p:pic>
        <p:pic>
          <p:nvPicPr>
            <p:cNvPr id="925" name="Google Shape;925;p72"/>
            <p:cNvPicPr preferRelativeResize="0"/>
            <p:nvPr/>
          </p:nvPicPr>
          <p:blipFill>
            <a:blip r:embed="rId5">
              <a:alphaModFix/>
            </a:blip>
            <a:stretch>
              <a:fillRect/>
            </a:stretch>
          </p:blipFill>
          <p:spPr>
            <a:xfrm>
              <a:off x="1774000" y="3876975"/>
              <a:ext cx="315050" cy="363192"/>
            </a:xfrm>
            <a:prstGeom prst="rect">
              <a:avLst/>
            </a:prstGeom>
            <a:noFill/>
            <a:ln>
              <a:noFill/>
            </a:ln>
          </p:spPr>
        </p:pic>
        <p:pic>
          <p:nvPicPr>
            <p:cNvPr id="926" name="Google Shape;926;p72"/>
            <p:cNvPicPr preferRelativeResize="0"/>
            <p:nvPr/>
          </p:nvPicPr>
          <p:blipFill>
            <a:blip r:embed="rId5">
              <a:alphaModFix/>
            </a:blip>
            <a:stretch>
              <a:fillRect/>
            </a:stretch>
          </p:blipFill>
          <p:spPr>
            <a:xfrm>
              <a:off x="1926325" y="3964431"/>
              <a:ext cx="315050" cy="363192"/>
            </a:xfrm>
            <a:prstGeom prst="rect">
              <a:avLst/>
            </a:prstGeom>
            <a:noFill/>
            <a:ln>
              <a:noFill/>
            </a:ln>
          </p:spPr>
        </p:pic>
      </p:grpSp>
      <p:grpSp>
        <p:nvGrpSpPr>
          <p:cNvPr id="927" name="Google Shape;927;p72"/>
          <p:cNvGrpSpPr/>
          <p:nvPr/>
        </p:nvGrpSpPr>
        <p:grpSpPr>
          <a:xfrm>
            <a:off x="1774000" y="3265151"/>
            <a:ext cx="1218576" cy="891416"/>
            <a:chOff x="1774000" y="3436208"/>
            <a:chExt cx="1218576" cy="891416"/>
          </a:xfrm>
        </p:grpSpPr>
        <p:pic>
          <p:nvPicPr>
            <p:cNvPr id="928" name="Google Shape;928;p72"/>
            <p:cNvPicPr preferRelativeResize="0"/>
            <p:nvPr/>
          </p:nvPicPr>
          <p:blipFill>
            <a:blip r:embed="rId5">
              <a:alphaModFix/>
            </a:blip>
            <a:stretch>
              <a:fillRect/>
            </a:stretch>
          </p:blipFill>
          <p:spPr>
            <a:xfrm>
              <a:off x="2525202" y="3436208"/>
              <a:ext cx="315050" cy="363192"/>
            </a:xfrm>
            <a:prstGeom prst="rect">
              <a:avLst/>
            </a:prstGeom>
            <a:noFill/>
            <a:ln>
              <a:noFill/>
            </a:ln>
          </p:spPr>
        </p:pic>
        <p:pic>
          <p:nvPicPr>
            <p:cNvPr id="929" name="Google Shape;929;p72"/>
            <p:cNvPicPr preferRelativeResize="0"/>
            <p:nvPr/>
          </p:nvPicPr>
          <p:blipFill>
            <a:blip r:embed="rId5">
              <a:alphaModFix/>
            </a:blip>
            <a:stretch>
              <a:fillRect/>
            </a:stretch>
          </p:blipFill>
          <p:spPr>
            <a:xfrm>
              <a:off x="2677526" y="3523664"/>
              <a:ext cx="315050" cy="363192"/>
            </a:xfrm>
            <a:prstGeom prst="rect">
              <a:avLst/>
            </a:prstGeom>
            <a:noFill/>
            <a:ln>
              <a:noFill/>
            </a:ln>
          </p:spPr>
        </p:pic>
        <p:pic>
          <p:nvPicPr>
            <p:cNvPr id="930" name="Google Shape;930;p72"/>
            <p:cNvPicPr preferRelativeResize="0"/>
            <p:nvPr/>
          </p:nvPicPr>
          <p:blipFill>
            <a:blip r:embed="rId5">
              <a:alphaModFix/>
            </a:blip>
            <a:stretch>
              <a:fillRect/>
            </a:stretch>
          </p:blipFill>
          <p:spPr>
            <a:xfrm>
              <a:off x="2372802" y="3525338"/>
              <a:ext cx="315050" cy="363192"/>
            </a:xfrm>
            <a:prstGeom prst="rect">
              <a:avLst/>
            </a:prstGeom>
            <a:noFill/>
            <a:ln>
              <a:noFill/>
            </a:ln>
          </p:spPr>
        </p:pic>
        <p:pic>
          <p:nvPicPr>
            <p:cNvPr id="931" name="Google Shape;931;p72"/>
            <p:cNvPicPr preferRelativeResize="0"/>
            <p:nvPr/>
          </p:nvPicPr>
          <p:blipFill>
            <a:blip r:embed="rId5">
              <a:alphaModFix/>
            </a:blip>
            <a:stretch>
              <a:fillRect/>
            </a:stretch>
          </p:blipFill>
          <p:spPr>
            <a:xfrm>
              <a:off x="2525126" y="3612794"/>
              <a:ext cx="315050" cy="363192"/>
            </a:xfrm>
            <a:prstGeom prst="rect">
              <a:avLst/>
            </a:prstGeom>
            <a:noFill/>
            <a:ln>
              <a:noFill/>
            </a:ln>
          </p:spPr>
        </p:pic>
        <p:pic>
          <p:nvPicPr>
            <p:cNvPr id="932" name="Google Shape;932;p72"/>
            <p:cNvPicPr preferRelativeResize="0"/>
            <p:nvPr/>
          </p:nvPicPr>
          <p:blipFill>
            <a:blip r:embed="rId5">
              <a:alphaModFix/>
            </a:blip>
            <a:stretch>
              <a:fillRect/>
            </a:stretch>
          </p:blipFill>
          <p:spPr>
            <a:xfrm>
              <a:off x="2224749" y="3613693"/>
              <a:ext cx="315050" cy="363192"/>
            </a:xfrm>
            <a:prstGeom prst="rect">
              <a:avLst/>
            </a:prstGeom>
            <a:noFill/>
            <a:ln>
              <a:noFill/>
            </a:ln>
          </p:spPr>
        </p:pic>
        <p:pic>
          <p:nvPicPr>
            <p:cNvPr id="933" name="Google Shape;933;p72"/>
            <p:cNvPicPr preferRelativeResize="0"/>
            <p:nvPr/>
          </p:nvPicPr>
          <p:blipFill>
            <a:blip r:embed="rId5">
              <a:alphaModFix/>
            </a:blip>
            <a:stretch>
              <a:fillRect/>
            </a:stretch>
          </p:blipFill>
          <p:spPr>
            <a:xfrm>
              <a:off x="2377074" y="3701149"/>
              <a:ext cx="315050" cy="363192"/>
            </a:xfrm>
            <a:prstGeom prst="rect">
              <a:avLst/>
            </a:prstGeom>
            <a:noFill/>
            <a:ln>
              <a:noFill/>
            </a:ln>
          </p:spPr>
        </p:pic>
        <p:pic>
          <p:nvPicPr>
            <p:cNvPr id="934" name="Google Shape;934;p72"/>
            <p:cNvPicPr preferRelativeResize="0"/>
            <p:nvPr/>
          </p:nvPicPr>
          <p:blipFill>
            <a:blip r:embed="rId5">
              <a:alphaModFix/>
            </a:blip>
            <a:stretch>
              <a:fillRect/>
            </a:stretch>
          </p:blipFill>
          <p:spPr>
            <a:xfrm>
              <a:off x="2074452" y="3699490"/>
              <a:ext cx="315050" cy="363192"/>
            </a:xfrm>
            <a:prstGeom prst="rect">
              <a:avLst/>
            </a:prstGeom>
            <a:noFill/>
            <a:ln>
              <a:noFill/>
            </a:ln>
          </p:spPr>
        </p:pic>
        <p:pic>
          <p:nvPicPr>
            <p:cNvPr id="935" name="Google Shape;935;p72"/>
            <p:cNvPicPr preferRelativeResize="0"/>
            <p:nvPr/>
          </p:nvPicPr>
          <p:blipFill>
            <a:blip r:embed="rId5">
              <a:alphaModFix/>
            </a:blip>
            <a:stretch>
              <a:fillRect/>
            </a:stretch>
          </p:blipFill>
          <p:spPr>
            <a:xfrm>
              <a:off x="2226777" y="3786946"/>
              <a:ext cx="315050" cy="363192"/>
            </a:xfrm>
            <a:prstGeom prst="rect">
              <a:avLst/>
            </a:prstGeom>
            <a:noFill/>
            <a:ln>
              <a:noFill/>
            </a:ln>
          </p:spPr>
        </p:pic>
        <p:pic>
          <p:nvPicPr>
            <p:cNvPr id="936" name="Google Shape;936;p72"/>
            <p:cNvPicPr preferRelativeResize="0"/>
            <p:nvPr/>
          </p:nvPicPr>
          <p:blipFill>
            <a:blip r:embed="rId5">
              <a:alphaModFix/>
            </a:blip>
            <a:stretch>
              <a:fillRect/>
            </a:stretch>
          </p:blipFill>
          <p:spPr>
            <a:xfrm>
              <a:off x="1922052" y="3788620"/>
              <a:ext cx="315050" cy="363192"/>
            </a:xfrm>
            <a:prstGeom prst="rect">
              <a:avLst/>
            </a:prstGeom>
            <a:noFill/>
            <a:ln>
              <a:noFill/>
            </a:ln>
          </p:spPr>
        </p:pic>
        <p:pic>
          <p:nvPicPr>
            <p:cNvPr id="937" name="Google Shape;937;p72"/>
            <p:cNvPicPr preferRelativeResize="0"/>
            <p:nvPr/>
          </p:nvPicPr>
          <p:blipFill>
            <a:blip r:embed="rId5">
              <a:alphaModFix/>
            </a:blip>
            <a:stretch>
              <a:fillRect/>
            </a:stretch>
          </p:blipFill>
          <p:spPr>
            <a:xfrm>
              <a:off x="2074377" y="3876076"/>
              <a:ext cx="315050" cy="363192"/>
            </a:xfrm>
            <a:prstGeom prst="rect">
              <a:avLst/>
            </a:prstGeom>
            <a:noFill/>
            <a:ln>
              <a:noFill/>
            </a:ln>
          </p:spPr>
        </p:pic>
        <p:pic>
          <p:nvPicPr>
            <p:cNvPr id="938" name="Google Shape;938;p72"/>
            <p:cNvPicPr preferRelativeResize="0"/>
            <p:nvPr/>
          </p:nvPicPr>
          <p:blipFill>
            <a:blip r:embed="rId5">
              <a:alphaModFix/>
            </a:blip>
            <a:stretch>
              <a:fillRect/>
            </a:stretch>
          </p:blipFill>
          <p:spPr>
            <a:xfrm>
              <a:off x="1774000" y="3876975"/>
              <a:ext cx="315050" cy="363192"/>
            </a:xfrm>
            <a:prstGeom prst="rect">
              <a:avLst/>
            </a:prstGeom>
            <a:noFill/>
            <a:ln>
              <a:noFill/>
            </a:ln>
          </p:spPr>
        </p:pic>
        <p:pic>
          <p:nvPicPr>
            <p:cNvPr id="939" name="Google Shape;939;p72"/>
            <p:cNvPicPr preferRelativeResize="0"/>
            <p:nvPr/>
          </p:nvPicPr>
          <p:blipFill>
            <a:blip r:embed="rId5">
              <a:alphaModFix/>
            </a:blip>
            <a:stretch>
              <a:fillRect/>
            </a:stretch>
          </p:blipFill>
          <p:spPr>
            <a:xfrm>
              <a:off x="1926325" y="3964431"/>
              <a:ext cx="315050" cy="363192"/>
            </a:xfrm>
            <a:prstGeom prst="rect">
              <a:avLst/>
            </a:prstGeom>
            <a:noFill/>
            <a:ln>
              <a:noFill/>
            </a:ln>
          </p:spPr>
        </p:pic>
      </p:grpSp>
      <p:grpSp>
        <p:nvGrpSpPr>
          <p:cNvPr id="940" name="Google Shape;940;p72"/>
          <p:cNvGrpSpPr/>
          <p:nvPr/>
        </p:nvGrpSpPr>
        <p:grpSpPr>
          <a:xfrm>
            <a:off x="2383600" y="3646151"/>
            <a:ext cx="1218576" cy="891416"/>
            <a:chOff x="1774000" y="3436208"/>
            <a:chExt cx="1218576" cy="891416"/>
          </a:xfrm>
        </p:grpSpPr>
        <p:pic>
          <p:nvPicPr>
            <p:cNvPr id="941" name="Google Shape;941;p72"/>
            <p:cNvPicPr preferRelativeResize="0"/>
            <p:nvPr/>
          </p:nvPicPr>
          <p:blipFill>
            <a:blip r:embed="rId5">
              <a:alphaModFix/>
            </a:blip>
            <a:stretch>
              <a:fillRect/>
            </a:stretch>
          </p:blipFill>
          <p:spPr>
            <a:xfrm>
              <a:off x="2525202" y="3436208"/>
              <a:ext cx="315050" cy="363192"/>
            </a:xfrm>
            <a:prstGeom prst="rect">
              <a:avLst/>
            </a:prstGeom>
            <a:noFill/>
            <a:ln>
              <a:noFill/>
            </a:ln>
          </p:spPr>
        </p:pic>
        <p:pic>
          <p:nvPicPr>
            <p:cNvPr id="942" name="Google Shape;942;p72"/>
            <p:cNvPicPr preferRelativeResize="0"/>
            <p:nvPr/>
          </p:nvPicPr>
          <p:blipFill>
            <a:blip r:embed="rId5">
              <a:alphaModFix/>
            </a:blip>
            <a:stretch>
              <a:fillRect/>
            </a:stretch>
          </p:blipFill>
          <p:spPr>
            <a:xfrm>
              <a:off x="2677526" y="3523664"/>
              <a:ext cx="315050" cy="363192"/>
            </a:xfrm>
            <a:prstGeom prst="rect">
              <a:avLst/>
            </a:prstGeom>
            <a:noFill/>
            <a:ln>
              <a:noFill/>
            </a:ln>
          </p:spPr>
        </p:pic>
        <p:pic>
          <p:nvPicPr>
            <p:cNvPr id="943" name="Google Shape;943;p72"/>
            <p:cNvPicPr preferRelativeResize="0"/>
            <p:nvPr/>
          </p:nvPicPr>
          <p:blipFill>
            <a:blip r:embed="rId5">
              <a:alphaModFix/>
            </a:blip>
            <a:stretch>
              <a:fillRect/>
            </a:stretch>
          </p:blipFill>
          <p:spPr>
            <a:xfrm>
              <a:off x="2372802" y="3525338"/>
              <a:ext cx="315050" cy="363192"/>
            </a:xfrm>
            <a:prstGeom prst="rect">
              <a:avLst/>
            </a:prstGeom>
            <a:noFill/>
            <a:ln>
              <a:noFill/>
            </a:ln>
          </p:spPr>
        </p:pic>
        <p:pic>
          <p:nvPicPr>
            <p:cNvPr id="944" name="Google Shape;944;p72"/>
            <p:cNvPicPr preferRelativeResize="0"/>
            <p:nvPr/>
          </p:nvPicPr>
          <p:blipFill>
            <a:blip r:embed="rId5">
              <a:alphaModFix/>
            </a:blip>
            <a:stretch>
              <a:fillRect/>
            </a:stretch>
          </p:blipFill>
          <p:spPr>
            <a:xfrm>
              <a:off x="2525126" y="3612794"/>
              <a:ext cx="315050" cy="363192"/>
            </a:xfrm>
            <a:prstGeom prst="rect">
              <a:avLst/>
            </a:prstGeom>
            <a:noFill/>
            <a:ln>
              <a:noFill/>
            </a:ln>
          </p:spPr>
        </p:pic>
        <p:pic>
          <p:nvPicPr>
            <p:cNvPr id="945" name="Google Shape;945;p72"/>
            <p:cNvPicPr preferRelativeResize="0"/>
            <p:nvPr/>
          </p:nvPicPr>
          <p:blipFill>
            <a:blip r:embed="rId5">
              <a:alphaModFix/>
            </a:blip>
            <a:stretch>
              <a:fillRect/>
            </a:stretch>
          </p:blipFill>
          <p:spPr>
            <a:xfrm>
              <a:off x="2224749" y="3613693"/>
              <a:ext cx="315050" cy="363192"/>
            </a:xfrm>
            <a:prstGeom prst="rect">
              <a:avLst/>
            </a:prstGeom>
            <a:noFill/>
            <a:ln>
              <a:noFill/>
            </a:ln>
          </p:spPr>
        </p:pic>
        <p:pic>
          <p:nvPicPr>
            <p:cNvPr id="946" name="Google Shape;946;p72"/>
            <p:cNvPicPr preferRelativeResize="0"/>
            <p:nvPr/>
          </p:nvPicPr>
          <p:blipFill>
            <a:blip r:embed="rId5">
              <a:alphaModFix/>
            </a:blip>
            <a:stretch>
              <a:fillRect/>
            </a:stretch>
          </p:blipFill>
          <p:spPr>
            <a:xfrm>
              <a:off x="2377074" y="3701149"/>
              <a:ext cx="315050" cy="363192"/>
            </a:xfrm>
            <a:prstGeom prst="rect">
              <a:avLst/>
            </a:prstGeom>
            <a:noFill/>
            <a:ln>
              <a:noFill/>
            </a:ln>
          </p:spPr>
        </p:pic>
        <p:pic>
          <p:nvPicPr>
            <p:cNvPr id="947" name="Google Shape;947;p72"/>
            <p:cNvPicPr preferRelativeResize="0"/>
            <p:nvPr/>
          </p:nvPicPr>
          <p:blipFill>
            <a:blip r:embed="rId5">
              <a:alphaModFix/>
            </a:blip>
            <a:stretch>
              <a:fillRect/>
            </a:stretch>
          </p:blipFill>
          <p:spPr>
            <a:xfrm>
              <a:off x="2074452" y="3699490"/>
              <a:ext cx="315050" cy="363192"/>
            </a:xfrm>
            <a:prstGeom prst="rect">
              <a:avLst/>
            </a:prstGeom>
            <a:noFill/>
            <a:ln>
              <a:noFill/>
            </a:ln>
          </p:spPr>
        </p:pic>
        <p:pic>
          <p:nvPicPr>
            <p:cNvPr id="948" name="Google Shape;948;p72"/>
            <p:cNvPicPr preferRelativeResize="0"/>
            <p:nvPr/>
          </p:nvPicPr>
          <p:blipFill>
            <a:blip r:embed="rId5">
              <a:alphaModFix/>
            </a:blip>
            <a:stretch>
              <a:fillRect/>
            </a:stretch>
          </p:blipFill>
          <p:spPr>
            <a:xfrm>
              <a:off x="2226777" y="3786946"/>
              <a:ext cx="315050" cy="363192"/>
            </a:xfrm>
            <a:prstGeom prst="rect">
              <a:avLst/>
            </a:prstGeom>
            <a:noFill/>
            <a:ln>
              <a:noFill/>
            </a:ln>
          </p:spPr>
        </p:pic>
        <p:pic>
          <p:nvPicPr>
            <p:cNvPr id="949" name="Google Shape;949;p72"/>
            <p:cNvPicPr preferRelativeResize="0"/>
            <p:nvPr/>
          </p:nvPicPr>
          <p:blipFill>
            <a:blip r:embed="rId5">
              <a:alphaModFix/>
            </a:blip>
            <a:stretch>
              <a:fillRect/>
            </a:stretch>
          </p:blipFill>
          <p:spPr>
            <a:xfrm>
              <a:off x="1922052" y="3788620"/>
              <a:ext cx="315050" cy="363192"/>
            </a:xfrm>
            <a:prstGeom prst="rect">
              <a:avLst/>
            </a:prstGeom>
            <a:noFill/>
            <a:ln>
              <a:noFill/>
            </a:ln>
          </p:spPr>
        </p:pic>
        <p:pic>
          <p:nvPicPr>
            <p:cNvPr id="950" name="Google Shape;950;p72"/>
            <p:cNvPicPr preferRelativeResize="0"/>
            <p:nvPr/>
          </p:nvPicPr>
          <p:blipFill>
            <a:blip r:embed="rId5">
              <a:alphaModFix/>
            </a:blip>
            <a:stretch>
              <a:fillRect/>
            </a:stretch>
          </p:blipFill>
          <p:spPr>
            <a:xfrm>
              <a:off x="2074377" y="3876076"/>
              <a:ext cx="315050" cy="363192"/>
            </a:xfrm>
            <a:prstGeom prst="rect">
              <a:avLst/>
            </a:prstGeom>
            <a:noFill/>
            <a:ln>
              <a:noFill/>
            </a:ln>
          </p:spPr>
        </p:pic>
        <p:pic>
          <p:nvPicPr>
            <p:cNvPr id="951" name="Google Shape;951;p72"/>
            <p:cNvPicPr preferRelativeResize="0"/>
            <p:nvPr/>
          </p:nvPicPr>
          <p:blipFill>
            <a:blip r:embed="rId5">
              <a:alphaModFix/>
            </a:blip>
            <a:stretch>
              <a:fillRect/>
            </a:stretch>
          </p:blipFill>
          <p:spPr>
            <a:xfrm>
              <a:off x="1774000" y="3876975"/>
              <a:ext cx="315050" cy="363192"/>
            </a:xfrm>
            <a:prstGeom prst="rect">
              <a:avLst/>
            </a:prstGeom>
            <a:noFill/>
            <a:ln>
              <a:noFill/>
            </a:ln>
          </p:spPr>
        </p:pic>
        <p:pic>
          <p:nvPicPr>
            <p:cNvPr id="952" name="Google Shape;952;p72"/>
            <p:cNvPicPr preferRelativeResize="0"/>
            <p:nvPr/>
          </p:nvPicPr>
          <p:blipFill>
            <a:blip r:embed="rId5">
              <a:alphaModFix/>
            </a:blip>
            <a:stretch>
              <a:fillRect/>
            </a:stretch>
          </p:blipFill>
          <p:spPr>
            <a:xfrm>
              <a:off x="1926325" y="3964431"/>
              <a:ext cx="315050" cy="363192"/>
            </a:xfrm>
            <a:prstGeom prst="rect">
              <a:avLst/>
            </a:prstGeom>
            <a:noFill/>
            <a:ln>
              <a:noFill/>
            </a:ln>
          </p:spPr>
        </p:pic>
      </p:grpSp>
      <p:grpSp>
        <p:nvGrpSpPr>
          <p:cNvPr id="953" name="Google Shape;953;p72"/>
          <p:cNvGrpSpPr/>
          <p:nvPr/>
        </p:nvGrpSpPr>
        <p:grpSpPr>
          <a:xfrm>
            <a:off x="2078800" y="3607744"/>
            <a:ext cx="1218576" cy="891416"/>
            <a:chOff x="1774000" y="3436208"/>
            <a:chExt cx="1218576" cy="891416"/>
          </a:xfrm>
        </p:grpSpPr>
        <p:pic>
          <p:nvPicPr>
            <p:cNvPr id="954" name="Google Shape;954;p72"/>
            <p:cNvPicPr preferRelativeResize="0"/>
            <p:nvPr/>
          </p:nvPicPr>
          <p:blipFill>
            <a:blip r:embed="rId5">
              <a:alphaModFix/>
            </a:blip>
            <a:stretch>
              <a:fillRect/>
            </a:stretch>
          </p:blipFill>
          <p:spPr>
            <a:xfrm>
              <a:off x="2525202" y="3436208"/>
              <a:ext cx="315050" cy="363192"/>
            </a:xfrm>
            <a:prstGeom prst="rect">
              <a:avLst/>
            </a:prstGeom>
            <a:noFill/>
            <a:ln>
              <a:noFill/>
            </a:ln>
          </p:spPr>
        </p:pic>
        <p:pic>
          <p:nvPicPr>
            <p:cNvPr id="955" name="Google Shape;955;p72"/>
            <p:cNvPicPr preferRelativeResize="0"/>
            <p:nvPr/>
          </p:nvPicPr>
          <p:blipFill>
            <a:blip r:embed="rId5">
              <a:alphaModFix/>
            </a:blip>
            <a:stretch>
              <a:fillRect/>
            </a:stretch>
          </p:blipFill>
          <p:spPr>
            <a:xfrm>
              <a:off x="2677526" y="3523664"/>
              <a:ext cx="315050" cy="363192"/>
            </a:xfrm>
            <a:prstGeom prst="rect">
              <a:avLst/>
            </a:prstGeom>
            <a:noFill/>
            <a:ln>
              <a:noFill/>
            </a:ln>
          </p:spPr>
        </p:pic>
        <p:pic>
          <p:nvPicPr>
            <p:cNvPr id="956" name="Google Shape;956;p72"/>
            <p:cNvPicPr preferRelativeResize="0"/>
            <p:nvPr/>
          </p:nvPicPr>
          <p:blipFill>
            <a:blip r:embed="rId5">
              <a:alphaModFix/>
            </a:blip>
            <a:stretch>
              <a:fillRect/>
            </a:stretch>
          </p:blipFill>
          <p:spPr>
            <a:xfrm>
              <a:off x="2372802" y="3525338"/>
              <a:ext cx="315050" cy="363192"/>
            </a:xfrm>
            <a:prstGeom prst="rect">
              <a:avLst/>
            </a:prstGeom>
            <a:noFill/>
            <a:ln>
              <a:noFill/>
            </a:ln>
          </p:spPr>
        </p:pic>
        <p:pic>
          <p:nvPicPr>
            <p:cNvPr id="957" name="Google Shape;957;p72"/>
            <p:cNvPicPr preferRelativeResize="0"/>
            <p:nvPr/>
          </p:nvPicPr>
          <p:blipFill>
            <a:blip r:embed="rId5">
              <a:alphaModFix/>
            </a:blip>
            <a:stretch>
              <a:fillRect/>
            </a:stretch>
          </p:blipFill>
          <p:spPr>
            <a:xfrm>
              <a:off x="2525126" y="3612794"/>
              <a:ext cx="315050" cy="363192"/>
            </a:xfrm>
            <a:prstGeom prst="rect">
              <a:avLst/>
            </a:prstGeom>
            <a:noFill/>
            <a:ln>
              <a:noFill/>
            </a:ln>
          </p:spPr>
        </p:pic>
        <p:pic>
          <p:nvPicPr>
            <p:cNvPr id="958" name="Google Shape;958;p72"/>
            <p:cNvPicPr preferRelativeResize="0"/>
            <p:nvPr/>
          </p:nvPicPr>
          <p:blipFill>
            <a:blip r:embed="rId5">
              <a:alphaModFix/>
            </a:blip>
            <a:stretch>
              <a:fillRect/>
            </a:stretch>
          </p:blipFill>
          <p:spPr>
            <a:xfrm>
              <a:off x="2224749" y="3613693"/>
              <a:ext cx="315050" cy="363192"/>
            </a:xfrm>
            <a:prstGeom prst="rect">
              <a:avLst/>
            </a:prstGeom>
            <a:noFill/>
            <a:ln>
              <a:noFill/>
            </a:ln>
          </p:spPr>
        </p:pic>
        <p:pic>
          <p:nvPicPr>
            <p:cNvPr id="959" name="Google Shape;959;p72"/>
            <p:cNvPicPr preferRelativeResize="0"/>
            <p:nvPr/>
          </p:nvPicPr>
          <p:blipFill>
            <a:blip r:embed="rId5">
              <a:alphaModFix/>
            </a:blip>
            <a:stretch>
              <a:fillRect/>
            </a:stretch>
          </p:blipFill>
          <p:spPr>
            <a:xfrm>
              <a:off x="2377074" y="3701149"/>
              <a:ext cx="315050" cy="363192"/>
            </a:xfrm>
            <a:prstGeom prst="rect">
              <a:avLst/>
            </a:prstGeom>
            <a:noFill/>
            <a:ln>
              <a:noFill/>
            </a:ln>
          </p:spPr>
        </p:pic>
        <p:pic>
          <p:nvPicPr>
            <p:cNvPr id="960" name="Google Shape;960;p72"/>
            <p:cNvPicPr preferRelativeResize="0"/>
            <p:nvPr/>
          </p:nvPicPr>
          <p:blipFill>
            <a:blip r:embed="rId5">
              <a:alphaModFix/>
            </a:blip>
            <a:stretch>
              <a:fillRect/>
            </a:stretch>
          </p:blipFill>
          <p:spPr>
            <a:xfrm>
              <a:off x="2074452" y="3699490"/>
              <a:ext cx="315050" cy="363192"/>
            </a:xfrm>
            <a:prstGeom prst="rect">
              <a:avLst/>
            </a:prstGeom>
            <a:noFill/>
            <a:ln>
              <a:noFill/>
            </a:ln>
          </p:spPr>
        </p:pic>
        <p:pic>
          <p:nvPicPr>
            <p:cNvPr id="961" name="Google Shape;961;p72"/>
            <p:cNvPicPr preferRelativeResize="0"/>
            <p:nvPr/>
          </p:nvPicPr>
          <p:blipFill>
            <a:blip r:embed="rId5">
              <a:alphaModFix/>
            </a:blip>
            <a:stretch>
              <a:fillRect/>
            </a:stretch>
          </p:blipFill>
          <p:spPr>
            <a:xfrm>
              <a:off x="2226777" y="3786946"/>
              <a:ext cx="315050" cy="363192"/>
            </a:xfrm>
            <a:prstGeom prst="rect">
              <a:avLst/>
            </a:prstGeom>
            <a:noFill/>
            <a:ln>
              <a:noFill/>
            </a:ln>
          </p:spPr>
        </p:pic>
        <p:pic>
          <p:nvPicPr>
            <p:cNvPr id="962" name="Google Shape;962;p72"/>
            <p:cNvPicPr preferRelativeResize="0"/>
            <p:nvPr/>
          </p:nvPicPr>
          <p:blipFill>
            <a:blip r:embed="rId5">
              <a:alphaModFix/>
            </a:blip>
            <a:stretch>
              <a:fillRect/>
            </a:stretch>
          </p:blipFill>
          <p:spPr>
            <a:xfrm>
              <a:off x="1922052" y="3788620"/>
              <a:ext cx="315050" cy="363192"/>
            </a:xfrm>
            <a:prstGeom prst="rect">
              <a:avLst/>
            </a:prstGeom>
            <a:noFill/>
            <a:ln>
              <a:noFill/>
            </a:ln>
          </p:spPr>
        </p:pic>
        <p:pic>
          <p:nvPicPr>
            <p:cNvPr id="963" name="Google Shape;963;p72"/>
            <p:cNvPicPr preferRelativeResize="0"/>
            <p:nvPr/>
          </p:nvPicPr>
          <p:blipFill>
            <a:blip r:embed="rId5">
              <a:alphaModFix/>
            </a:blip>
            <a:stretch>
              <a:fillRect/>
            </a:stretch>
          </p:blipFill>
          <p:spPr>
            <a:xfrm>
              <a:off x="2074377" y="3876076"/>
              <a:ext cx="315050" cy="363192"/>
            </a:xfrm>
            <a:prstGeom prst="rect">
              <a:avLst/>
            </a:prstGeom>
            <a:noFill/>
            <a:ln>
              <a:noFill/>
            </a:ln>
          </p:spPr>
        </p:pic>
        <p:pic>
          <p:nvPicPr>
            <p:cNvPr id="964" name="Google Shape;964;p72"/>
            <p:cNvPicPr preferRelativeResize="0"/>
            <p:nvPr/>
          </p:nvPicPr>
          <p:blipFill>
            <a:blip r:embed="rId5">
              <a:alphaModFix/>
            </a:blip>
            <a:stretch>
              <a:fillRect/>
            </a:stretch>
          </p:blipFill>
          <p:spPr>
            <a:xfrm>
              <a:off x="1774000" y="3876975"/>
              <a:ext cx="315050" cy="363192"/>
            </a:xfrm>
            <a:prstGeom prst="rect">
              <a:avLst/>
            </a:prstGeom>
            <a:noFill/>
            <a:ln>
              <a:noFill/>
            </a:ln>
          </p:spPr>
        </p:pic>
        <p:pic>
          <p:nvPicPr>
            <p:cNvPr id="965" name="Google Shape;965;p72"/>
            <p:cNvPicPr preferRelativeResize="0"/>
            <p:nvPr/>
          </p:nvPicPr>
          <p:blipFill>
            <a:blip r:embed="rId5">
              <a:alphaModFix/>
            </a:blip>
            <a:stretch>
              <a:fillRect/>
            </a:stretch>
          </p:blipFill>
          <p:spPr>
            <a:xfrm>
              <a:off x="1926325" y="3964431"/>
              <a:ext cx="315050" cy="363192"/>
            </a:xfrm>
            <a:prstGeom prst="rect">
              <a:avLst/>
            </a:prstGeom>
            <a:noFill/>
            <a:ln>
              <a:noFill/>
            </a:ln>
          </p:spPr>
        </p:pic>
      </p:grpSp>
      <p:sp>
        <p:nvSpPr>
          <p:cNvPr id="966" name="Google Shape;966;p72"/>
          <p:cNvSpPr txBox="1"/>
          <p:nvPr/>
        </p:nvSpPr>
        <p:spPr>
          <a:xfrm>
            <a:off x="5765400" y="1490225"/>
            <a:ext cx="33876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Are there any more cuboids that can be made out of 24 cube blocks?</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4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2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94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pic>
        <p:nvPicPr>
          <p:cNvPr id="971" name="Google Shape;971;p73"/>
          <p:cNvPicPr preferRelativeResize="0"/>
          <p:nvPr/>
        </p:nvPicPr>
        <p:blipFill>
          <a:blip r:embed="rId3">
            <a:alphaModFix/>
          </a:blip>
          <a:stretch>
            <a:fillRect/>
          </a:stretch>
        </p:blipFill>
        <p:spPr>
          <a:xfrm>
            <a:off x="2229861" y="1358163"/>
            <a:ext cx="2225376" cy="1603675"/>
          </a:xfrm>
          <a:prstGeom prst="rect">
            <a:avLst/>
          </a:prstGeom>
          <a:noFill/>
          <a:ln>
            <a:noFill/>
          </a:ln>
        </p:spPr>
      </p:pic>
      <p:sp>
        <p:nvSpPr>
          <p:cNvPr id="972" name="Google Shape;972;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973" name="Google Shape;973;p73"/>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These cuboids are all made from 24 cubes</a:t>
            </a:r>
            <a:r>
              <a:rPr lang="en-GB" sz="2000"/>
              <a:t>.</a:t>
            </a:r>
            <a:endParaRPr sz="2000"/>
          </a:p>
        </p:txBody>
      </p:sp>
      <p:pic>
        <p:nvPicPr>
          <p:cNvPr id="974" name="Google Shape;974;p73"/>
          <p:cNvPicPr preferRelativeResize="0"/>
          <p:nvPr/>
        </p:nvPicPr>
        <p:blipFill>
          <a:blip r:embed="rId4">
            <a:alphaModFix/>
          </a:blip>
          <a:stretch>
            <a:fillRect/>
          </a:stretch>
        </p:blipFill>
        <p:spPr>
          <a:xfrm>
            <a:off x="662000" y="1571075"/>
            <a:ext cx="1010408" cy="1422000"/>
          </a:xfrm>
          <a:prstGeom prst="rect">
            <a:avLst/>
          </a:prstGeom>
          <a:noFill/>
          <a:ln>
            <a:noFill/>
          </a:ln>
        </p:spPr>
      </p:pic>
      <p:pic>
        <p:nvPicPr>
          <p:cNvPr id="975" name="Google Shape;975;p73"/>
          <p:cNvPicPr preferRelativeResize="0"/>
          <p:nvPr/>
        </p:nvPicPr>
        <p:blipFill>
          <a:blip r:embed="rId5">
            <a:alphaModFix/>
          </a:blip>
          <a:stretch>
            <a:fillRect/>
          </a:stretch>
        </p:blipFill>
        <p:spPr>
          <a:xfrm>
            <a:off x="5071903" y="1944421"/>
            <a:ext cx="3737473" cy="2437374"/>
          </a:xfrm>
          <a:prstGeom prst="rect">
            <a:avLst/>
          </a:prstGeom>
          <a:noFill/>
          <a:ln>
            <a:noFill/>
          </a:ln>
        </p:spPr>
      </p:pic>
      <p:pic>
        <p:nvPicPr>
          <p:cNvPr id="976" name="Google Shape;976;p73"/>
          <p:cNvPicPr preferRelativeResize="0"/>
          <p:nvPr/>
        </p:nvPicPr>
        <p:blipFill>
          <a:blip r:embed="rId6">
            <a:alphaModFix/>
          </a:blip>
          <a:stretch>
            <a:fillRect/>
          </a:stretch>
        </p:blipFill>
        <p:spPr>
          <a:xfrm>
            <a:off x="2424454" y="3045229"/>
            <a:ext cx="2745176" cy="1749075"/>
          </a:xfrm>
          <a:prstGeom prst="rect">
            <a:avLst/>
          </a:prstGeom>
          <a:noFill/>
          <a:ln>
            <a:noFill/>
          </a:ln>
        </p:spPr>
      </p:pic>
      <p:pic>
        <p:nvPicPr>
          <p:cNvPr id="977" name="Google Shape;977;p73"/>
          <p:cNvPicPr preferRelativeResize="0"/>
          <p:nvPr/>
        </p:nvPicPr>
        <p:blipFill>
          <a:blip r:embed="rId7">
            <a:alphaModFix/>
          </a:blip>
          <a:stretch>
            <a:fillRect/>
          </a:stretch>
        </p:blipFill>
        <p:spPr>
          <a:xfrm>
            <a:off x="420950" y="2961825"/>
            <a:ext cx="2029592" cy="1876849"/>
          </a:xfrm>
          <a:prstGeom prst="rect">
            <a:avLst/>
          </a:prstGeom>
          <a:noFill/>
          <a:ln>
            <a:noFill/>
          </a:ln>
        </p:spPr>
      </p:pic>
      <p:pic>
        <p:nvPicPr>
          <p:cNvPr id="978" name="Google Shape;978;p73"/>
          <p:cNvPicPr preferRelativeResize="0"/>
          <p:nvPr/>
        </p:nvPicPr>
        <p:blipFill>
          <a:blip r:embed="rId8">
            <a:alphaModFix/>
          </a:blip>
          <a:stretch>
            <a:fillRect/>
          </a:stretch>
        </p:blipFill>
        <p:spPr>
          <a:xfrm>
            <a:off x="5195736" y="1503075"/>
            <a:ext cx="1523376" cy="13138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2" name="Shape 982"/>
        <p:cNvGrpSpPr/>
        <p:nvPr/>
      </p:nvGrpSpPr>
      <p:grpSpPr>
        <a:xfrm>
          <a:off x="0" y="0"/>
          <a:ext cx="0" cy="0"/>
          <a:chOff x="0" y="0"/>
          <a:chExt cx="0" cy="0"/>
        </a:xfrm>
      </p:grpSpPr>
      <p:sp>
        <p:nvSpPr>
          <p:cNvPr id="983" name="Google Shape;983;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984" name="Google Shape;984;p74"/>
          <p:cNvSpPr txBox="1"/>
          <p:nvPr>
            <p:ph idx="1" type="body"/>
          </p:nvPr>
        </p:nvSpPr>
        <p:spPr>
          <a:xfrm>
            <a:off x="324000" y="759300"/>
            <a:ext cx="8237700" cy="471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Which of these cuboids is made of 18 cubes?</a:t>
            </a:r>
            <a:endParaRPr/>
          </a:p>
        </p:txBody>
      </p:sp>
      <p:pic>
        <p:nvPicPr>
          <p:cNvPr id="985" name="Google Shape;985;p74"/>
          <p:cNvPicPr preferRelativeResize="0"/>
          <p:nvPr/>
        </p:nvPicPr>
        <p:blipFill>
          <a:blip r:embed="rId3">
            <a:alphaModFix/>
          </a:blip>
          <a:stretch>
            <a:fillRect/>
          </a:stretch>
        </p:blipFill>
        <p:spPr>
          <a:xfrm>
            <a:off x="1087675" y="1559350"/>
            <a:ext cx="1352175" cy="2024800"/>
          </a:xfrm>
          <a:prstGeom prst="rect">
            <a:avLst/>
          </a:prstGeom>
          <a:noFill/>
          <a:ln>
            <a:noFill/>
          </a:ln>
        </p:spPr>
      </p:pic>
      <p:pic>
        <p:nvPicPr>
          <p:cNvPr id="986" name="Google Shape;986;p74"/>
          <p:cNvPicPr preferRelativeResize="0"/>
          <p:nvPr/>
        </p:nvPicPr>
        <p:blipFill>
          <a:blip r:embed="rId4">
            <a:alphaModFix/>
          </a:blip>
          <a:stretch>
            <a:fillRect/>
          </a:stretch>
        </p:blipFill>
        <p:spPr>
          <a:xfrm>
            <a:off x="3369600" y="1620000"/>
            <a:ext cx="1352175" cy="1704917"/>
          </a:xfrm>
          <a:prstGeom prst="rect">
            <a:avLst/>
          </a:prstGeom>
          <a:noFill/>
          <a:ln>
            <a:noFill/>
          </a:ln>
        </p:spPr>
      </p:pic>
      <p:pic>
        <p:nvPicPr>
          <p:cNvPr id="987" name="Google Shape;987;p74"/>
          <p:cNvPicPr preferRelativeResize="0"/>
          <p:nvPr/>
        </p:nvPicPr>
        <p:blipFill>
          <a:blip r:embed="rId5">
            <a:alphaModFix/>
          </a:blip>
          <a:stretch>
            <a:fillRect/>
          </a:stretch>
        </p:blipFill>
        <p:spPr>
          <a:xfrm>
            <a:off x="5341300" y="1643250"/>
            <a:ext cx="2753153" cy="1857000"/>
          </a:xfrm>
          <a:prstGeom prst="rect">
            <a:avLst/>
          </a:prstGeom>
          <a:noFill/>
          <a:ln>
            <a:noFill/>
          </a:ln>
        </p:spPr>
      </p:pic>
      <p:pic>
        <p:nvPicPr>
          <p:cNvPr id="988" name="Google Shape;988;p74"/>
          <p:cNvPicPr preferRelativeResize="0"/>
          <p:nvPr/>
        </p:nvPicPr>
        <p:blipFill>
          <a:blip r:embed="rId6">
            <a:alphaModFix/>
          </a:blip>
          <a:stretch>
            <a:fillRect/>
          </a:stretch>
        </p:blipFill>
        <p:spPr>
          <a:xfrm>
            <a:off x="4474683" y="3240000"/>
            <a:ext cx="396000" cy="419100"/>
          </a:xfrm>
          <a:prstGeom prst="rect">
            <a:avLst/>
          </a:prstGeom>
          <a:noFill/>
          <a:ln>
            <a:noFill/>
          </a:ln>
        </p:spPr>
      </p:pic>
      <p:pic>
        <p:nvPicPr>
          <p:cNvPr id="989" name="Google Shape;989;p74"/>
          <p:cNvPicPr preferRelativeResize="0"/>
          <p:nvPr/>
        </p:nvPicPr>
        <p:blipFill>
          <a:blip r:embed="rId6">
            <a:alphaModFix/>
          </a:blip>
          <a:stretch>
            <a:fillRect/>
          </a:stretch>
        </p:blipFill>
        <p:spPr>
          <a:xfrm>
            <a:off x="7459208" y="2052775"/>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3" name="Shape 993"/>
        <p:cNvGrpSpPr/>
        <p:nvPr/>
      </p:nvGrpSpPr>
      <p:grpSpPr>
        <a:xfrm>
          <a:off x="0" y="0"/>
          <a:ext cx="0" cy="0"/>
          <a:chOff x="0" y="0"/>
          <a:chExt cx="0" cy="0"/>
        </a:xfrm>
      </p:grpSpPr>
      <p:pic>
        <p:nvPicPr>
          <p:cNvPr id="994" name="Google Shape;994;p75"/>
          <p:cNvPicPr preferRelativeResize="0"/>
          <p:nvPr/>
        </p:nvPicPr>
        <p:blipFill>
          <a:blip r:embed="rId3">
            <a:alphaModFix/>
          </a:blip>
          <a:stretch>
            <a:fillRect/>
          </a:stretch>
        </p:blipFill>
        <p:spPr>
          <a:xfrm>
            <a:off x="629625" y="1215950"/>
            <a:ext cx="2954851" cy="2454551"/>
          </a:xfrm>
          <a:prstGeom prst="rect">
            <a:avLst/>
          </a:prstGeom>
          <a:noFill/>
          <a:ln>
            <a:noFill/>
          </a:ln>
        </p:spPr>
      </p:pic>
      <p:pic>
        <p:nvPicPr>
          <p:cNvPr id="995" name="Google Shape;995;p75"/>
          <p:cNvPicPr preferRelativeResize="0"/>
          <p:nvPr/>
        </p:nvPicPr>
        <p:blipFill>
          <a:blip r:embed="rId4">
            <a:alphaModFix/>
          </a:blip>
          <a:stretch>
            <a:fillRect/>
          </a:stretch>
        </p:blipFill>
        <p:spPr>
          <a:xfrm>
            <a:off x="746725" y="1215950"/>
            <a:ext cx="2801975" cy="2392699"/>
          </a:xfrm>
          <a:prstGeom prst="rect">
            <a:avLst/>
          </a:prstGeom>
          <a:noFill/>
          <a:ln>
            <a:noFill/>
          </a:ln>
        </p:spPr>
      </p:pic>
      <p:sp>
        <p:nvSpPr>
          <p:cNvPr id="996" name="Google Shape;996;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997" name="Google Shape;997;p75"/>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many cubes have made this cuboid?</a:t>
            </a:r>
            <a:endParaRPr sz="2000"/>
          </a:p>
        </p:txBody>
      </p:sp>
      <p:cxnSp>
        <p:nvCxnSpPr>
          <p:cNvPr id="998" name="Google Shape;998;p75"/>
          <p:cNvCxnSpPr/>
          <p:nvPr/>
        </p:nvCxnSpPr>
        <p:spPr>
          <a:xfrm flipH="1" rot="10800000">
            <a:off x="1951125" y="2668950"/>
            <a:ext cx="1631400" cy="961800"/>
          </a:xfrm>
          <a:prstGeom prst="straightConnector1">
            <a:avLst/>
          </a:prstGeom>
          <a:noFill/>
          <a:ln cap="flat" cmpd="sng" w="28575">
            <a:solidFill>
              <a:schemeClr val="dk1"/>
            </a:solidFill>
            <a:prstDash val="solid"/>
            <a:round/>
            <a:headEnd len="med" w="med" type="triangle"/>
            <a:tailEnd len="med" w="med" type="triangle"/>
          </a:ln>
        </p:spPr>
      </p:cxnSp>
      <p:cxnSp>
        <p:nvCxnSpPr>
          <p:cNvPr id="999" name="Google Shape;999;p75"/>
          <p:cNvCxnSpPr/>
          <p:nvPr/>
        </p:nvCxnSpPr>
        <p:spPr>
          <a:xfrm>
            <a:off x="808500" y="3055950"/>
            <a:ext cx="978000" cy="574800"/>
          </a:xfrm>
          <a:prstGeom prst="straightConnector1">
            <a:avLst/>
          </a:prstGeom>
          <a:noFill/>
          <a:ln cap="flat" cmpd="sng" w="28575">
            <a:solidFill>
              <a:schemeClr val="dk1"/>
            </a:solidFill>
            <a:prstDash val="solid"/>
            <a:round/>
            <a:headEnd len="med" w="med" type="triangle"/>
            <a:tailEnd len="med" w="med" type="triangle"/>
          </a:ln>
        </p:spPr>
      </p:cxnSp>
      <p:cxnSp>
        <p:nvCxnSpPr>
          <p:cNvPr id="1000" name="Google Shape;1000;p75"/>
          <p:cNvCxnSpPr/>
          <p:nvPr/>
        </p:nvCxnSpPr>
        <p:spPr>
          <a:xfrm>
            <a:off x="3584475" y="1852050"/>
            <a:ext cx="0" cy="719700"/>
          </a:xfrm>
          <a:prstGeom prst="straightConnector1">
            <a:avLst/>
          </a:prstGeom>
          <a:noFill/>
          <a:ln cap="flat" cmpd="sng" w="28575">
            <a:solidFill>
              <a:schemeClr val="dk1"/>
            </a:solidFill>
            <a:prstDash val="solid"/>
            <a:round/>
            <a:headEnd len="med" w="med" type="triangle"/>
            <a:tailEnd len="med" w="med" type="triangle"/>
          </a:ln>
        </p:spPr>
      </p:cxnSp>
      <p:sp>
        <p:nvSpPr>
          <p:cNvPr id="1001" name="Google Shape;1001;p75"/>
          <p:cNvSpPr txBox="1"/>
          <p:nvPr/>
        </p:nvSpPr>
        <p:spPr>
          <a:xfrm>
            <a:off x="282225" y="3240000"/>
            <a:ext cx="1120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r>
              <a:rPr lang="en-GB" sz="2000">
                <a:solidFill>
                  <a:schemeClr val="dk1"/>
                </a:solidFill>
                <a:latin typeface="Lexend"/>
                <a:ea typeface="Lexend"/>
                <a:cs typeface="Lexend"/>
                <a:sym typeface="Lexend"/>
              </a:rPr>
              <a:t>cubes</a:t>
            </a:r>
            <a:endParaRPr sz="2000">
              <a:solidFill>
                <a:schemeClr val="dk1"/>
              </a:solidFill>
              <a:latin typeface="Lexend"/>
              <a:ea typeface="Lexend"/>
              <a:cs typeface="Lexend"/>
              <a:sym typeface="Lexend"/>
            </a:endParaRPr>
          </a:p>
        </p:txBody>
      </p:sp>
      <p:sp>
        <p:nvSpPr>
          <p:cNvPr id="1002" name="Google Shape;1002;p75"/>
          <p:cNvSpPr txBox="1"/>
          <p:nvPr/>
        </p:nvSpPr>
        <p:spPr>
          <a:xfrm>
            <a:off x="2797575" y="3097050"/>
            <a:ext cx="1120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5</a:t>
            </a:r>
            <a:r>
              <a:rPr lang="en-GB" sz="2000">
                <a:solidFill>
                  <a:schemeClr val="dk1"/>
                </a:solidFill>
                <a:latin typeface="Lexend"/>
                <a:ea typeface="Lexend"/>
                <a:cs typeface="Lexend"/>
                <a:sym typeface="Lexend"/>
              </a:rPr>
              <a:t> </a:t>
            </a:r>
            <a:r>
              <a:rPr lang="en-GB" sz="2000">
                <a:solidFill>
                  <a:schemeClr val="dk1"/>
                </a:solidFill>
                <a:latin typeface="Lexend"/>
                <a:ea typeface="Lexend"/>
                <a:cs typeface="Lexend"/>
                <a:sym typeface="Lexend"/>
              </a:rPr>
              <a:t>cubes</a:t>
            </a:r>
            <a:endParaRPr sz="2000">
              <a:solidFill>
                <a:schemeClr val="dk1"/>
              </a:solidFill>
              <a:latin typeface="Lexend"/>
              <a:ea typeface="Lexend"/>
              <a:cs typeface="Lexend"/>
              <a:sym typeface="Lexend"/>
            </a:endParaRPr>
          </a:p>
        </p:txBody>
      </p:sp>
      <p:sp>
        <p:nvSpPr>
          <p:cNvPr id="1003" name="Google Shape;1003;p75"/>
          <p:cNvSpPr txBox="1"/>
          <p:nvPr/>
        </p:nvSpPr>
        <p:spPr>
          <a:xfrm>
            <a:off x="3618600" y="1913700"/>
            <a:ext cx="1280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2</a:t>
            </a:r>
            <a:r>
              <a:rPr lang="en-GB" sz="2000">
                <a:solidFill>
                  <a:schemeClr val="dk1"/>
                </a:solidFill>
                <a:latin typeface="Lexend"/>
                <a:ea typeface="Lexend"/>
                <a:cs typeface="Lexend"/>
                <a:sym typeface="Lexend"/>
              </a:rPr>
              <a:t> </a:t>
            </a:r>
            <a:r>
              <a:rPr lang="en-GB" sz="2000">
                <a:solidFill>
                  <a:schemeClr val="dk1"/>
                </a:solidFill>
                <a:latin typeface="Lexend"/>
                <a:ea typeface="Lexend"/>
                <a:cs typeface="Lexend"/>
                <a:sym typeface="Lexend"/>
              </a:rPr>
              <a:t>cubes</a:t>
            </a:r>
            <a:endParaRPr sz="2000">
              <a:solidFill>
                <a:schemeClr val="dk1"/>
              </a:solidFill>
              <a:latin typeface="Lexend"/>
              <a:ea typeface="Lexend"/>
              <a:cs typeface="Lexend"/>
              <a:sym typeface="Lexend"/>
            </a:endParaRPr>
          </a:p>
        </p:txBody>
      </p:sp>
      <p:sp>
        <p:nvSpPr>
          <p:cNvPr id="1004" name="Google Shape;1004;p75"/>
          <p:cNvSpPr txBox="1"/>
          <p:nvPr/>
        </p:nvSpPr>
        <p:spPr>
          <a:xfrm>
            <a:off x="4698900" y="1221300"/>
            <a:ext cx="41211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It can be thought of as 2 layers of 15 cubes.</a:t>
            </a:r>
            <a:endParaRPr sz="2000">
              <a:solidFill>
                <a:schemeClr val="dk1"/>
              </a:solidFill>
              <a:latin typeface="Lexend"/>
              <a:ea typeface="Lexend"/>
              <a:cs typeface="Lexend"/>
              <a:sym typeface="Lexend"/>
            </a:endParaRPr>
          </a:p>
        </p:txBody>
      </p:sp>
      <p:sp>
        <p:nvSpPr>
          <p:cNvPr id="1005" name="Google Shape;1005;p75"/>
          <p:cNvSpPr txBox="1"/>
          <p:nvPr/>
        </p:nvSpPr>
        <p:spPr>
          <a:xfrm>
            <a:off x="4698900" y="1221300"/>
            <a:ext cx="41211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It can be thought of as 3 slices of 10 cubes.</a:t>
            </a:r>
            <a:endParaRPr sz="2000">
              <a:solidFill>
                <a:schemeClr val="dk1"/>
              </a:solidFill>
              <a:latin typeface="Lexend"/>
              <a:ea typeface="Lexend"/>
              <a:cs typeface="Lexend"/>
              <a:sym typeface="Lexend"/>
            </a:endParaRPr>
          </a:p>
        </p:txBody>
      </p:sp>
      <p:sp>
        <p:nvSpPr>
          <p:cNvPr id="1006" name="Google Shape;1006;p75"/>
          <p:cNvSpPr txBox="1"/>
          <p:nvPr/>
        </p:nvSpPr>
        <p:spPr>
          <a:xfrm>
            <a:off x="4698900" y="1221300"/>
            <a:ext cx="41211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It can be thought of as 5 slices of 6 cubes.</a:t>
            </a:r>
            <a:endParaRPr sz="2000">
              <a:solidFill>
                <a:schemeClr val="dk1"/>
              </a:solidFill>
              <a:latin typeface="Lexend"/>
              <a:ea typeface="Lexend"/>
              <a:cs typeface="Lexend"/>
              <a:sym typeface="Lexend"/>
            </a:endParaRPr>
          </a:p>
        </p:txBody>
      </p:sp>
      <p:sp>
        <p:nvSpPr>
          <p:cNvPr id="1007" name="Google Shape;1007;p75"/>
          <p:cNvSpPr/>
          <p:nvPr/>
        </p:nvSpPr>
        <p:spPr>
          <a:xfrm>
            <a:off x="869213" y="1273550"/>
            <a:ext cx="2618725" cy="1516850"/>
          </a:xfrm>
          <a:custGeom>
            <a:rect b="b" l="l" r="r" t="t"/>
            <a:pathLst>
              <a:path extrusionOk="0" h="60674" w="104749">
                <a:moveTo>
                  <a:pt x="0" y="38065"/>
                </a:moveTo>
                <a:lnTo>
                  <a:pt x="39209" y="60674"/>
                </a:lnTo>
                <a:lnTo>
                  <a:pt x="104749" y="22896"/>
                </a:lnTo>
                <a:lnTo>
                  <a:pt x="65826" y="0"/>
                </a:lnTo>
                <a:close/>
              </a:path>
            </a:pathLst>
          </a:custGeom>
          <a:solidFill>
            <a:schemeClr val="accent4"/>
          </a:solidFill>
          <a:ln cap="flat" cmpd="sng" w="9525">
            <a:solidFill>
              <a:schemeClr val="accent4"/>
            </a:solidFill>
            <a:prstDash val="solid"/>
            <a:round/>
            <a:headEnd len="med" w="med" type="none"/>
            <a:tailEnd len="med" w="med" type="none"/>
          </a:ln>
        </p:spPr>
      </p:sp>
      <p:pic>
        <p:nvPicPr>
          <p:cNvPr id="1008" name="Google Shape;1008;p75"/>
          <p:cNvPicPr preferRelativeResize="0"/>
          <p:nvPr/>
        </p:nvPicPr>
        <p:blipFill>
          <a:blip r:embed="rId5">
            <a:alphaModFix/>
          </a:blip>
          <a:stretch>
            <a:fillRect/>
          </a:stretch>
        </p:blipFill>
        <p:spPr>
          <a:xfrm>
            <a:off x="826305" y="1244570"/>
            <a:ext cx="2730924" cy="2392700"/>
          </a:xfrm>
          <a:prstGeom prst="rect">
            <a:avLst/>
          </a:prstGeom>
          <a:noFill/>
          <a:ln>
            <a:noFill/>
          </a:ln>
        </p:spPr>
      </p:pic>
      <p:sp>
        <p:nvSpPr>
          <p:cNvPr id="1009" name="Google Shape;1009;p75"/>
          <p:cNvSpPr/>
          <p:nvPr/>
        </p:nvSpPr>
        <p:spPr>
          <a:xfrm>
            <a:off x="1862663" y="1848563"/>
            <a:ext cx="1645650" cy="1702875"/>
          </a:xfrm>
          <a:custGeom>
            <a:rect b="b" l="l" r="r" t="t"/>
            <a:pathLst>
              <a:path extrusionOk="0" h="68115" w="65826">
                <a:moveTo>
                  <a:pt x="0" y="37492"/>
                </a:moveTo>
                <a:lnTo>
                  <a:pt x="0" y="68115"/>
                </a:lnTo>
                <a:lnTo>
                  <a:pt x="65826" y="30051"/>
                </a:lnTo>
                <a:lnTo>
                  <a:pt x="65540" y="0"/>
                </a:lnTo>
                <a:close/>
              </a:path>
            </a:pathLst>
          </a:custGeom>
          <a:solidFill>
            <a:schemeClr val="accent4"/>
          </a:solidFill>
          <a:ln cap="flat" cmpd="sng" w="9525">
            <a:solidFill>
              <a:schemeClr val="accent4"/>
            </a:solidFill>
            <a:prstDash val="solid"/>
            <a:round/>
            <a:headEnd len="med" w="med" type="none"/>
            <a:tailEnd len="med" w="med" type="none"/>
          </a:ln>
        </p:spPr>
      </p:sp>
      <p:pic>
        <p:nvPicPr>
          <p:cNvPr id="1010" name="Google Shape;1010;p75"/>
          <p:cNvPicPr preferRelativeResize="0"/>
          <p:nvPr/>
        </p:nvPicPr>
        <p:blipFill>
          <a:blip r:embed="rId6">
            <a:alphaModFix/>
          </a:blip>
          <a:stretch>
            <a:fillRect/>
          </a:stretch>
        </p:blipFill>
        <p:spPr>
          <a:xfrm>
            <a:off x="759762" y="1240334"/>
            <a:ext cx="2846748" cy="2390401"/>
          </a:xfrm>
          <a:prstGeom prst="rect">
            <a:avLst/>
          </a:prstGeom>
          <a:noFill/>
          <a:ln>
            <a:noFill/>
          </a:ln>
        </p:spPr>
      </p:pic>
      <p:sp>
        <p:nvSpPr>
          <p:cNvPr id="1011" name="Google Shape;1011;p75"/>
          <p:cNvSpPr/>
          <p:nvPr/>
        </p:nvSpPr>
        <p:spPr>
          <a:xfrm>
            <a:off x="850950" y="2243145"/>
            <a:ext cx="1001700" cy="1323650"/>
          </a:xfrm>
          <a:custGeom>
            <a:rect b="b" l="l" r="r" t="t"/>
            <a:pathLst>
              <a:path extrusionOk="0" h="52946" w="40068">
                <a:moveTo>
                  <a:pt x="286" y="0"/>
                </a:moveTo>
                <a:lnTo>
                  <a:pt x="0" y="30050"/>
                </a:lnTo>
                <a:lnTo>
                  <a:pt x="40068" y="52946"/>
                </a:lnTo>
                <a:lnTo>
                  <a:pt x="39781" y="22609"/>
                </a:lnTo>
                <a:close/>
              </a:path>
            </a:pathLst>
          </a:custGeom>
          <a:solidFill>
            <a:schemeClr val="accent4"/>
          </a:solidFill>
          <a:ln cap="flat" cmpd="sng" w="9525">
            <a:solidFill>
              <a:schemeClr val="accent4"/>
            </a:solidFill>
            <a:prstDash val="solid"/>
            <a:round/>
            <a:headEnd len="med" w="med" type="none"/>
            <a:tailEnd len="med" w="med" type="none"/>
          </a:ln>
        </p:spPr>
      </p:sp>
      <p:grpSp>
        <p:nvGrpSpPr>
          <p:cNvPr id="1012" name="Google Shape;1012;p75"/>
          <p:cNvGrpSpPr/>
          <p:nvPr/>
        </p:nvGrpSpPr>
        <p:grpSpPr>
          <a:xfrm>
            <a:off x="4727520" y="2168525"/>
            <a:ext cx="3883396" cy="2578373"/>
            <a:chOff x="4727520" y="2168525"/>
            <a:chExt cx="3883396" cy="2578373"/>
          </a:xfrm>
        </p:grpSpPr>
        <p:sp>
          <p:nvSpPr>
            <p:cNvPr id="1013" name="Google Shape;1013;p75"/>
            <p:cNvSpPr txBox="1"/>
            <p:nvPr/>
          </p:nvSpPr>
          <p:spPr>
            <a:xfrm>
              <a:off x="4750875" y="2168525"/>
              <a:ext cx="28020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2 lots of 15 cubes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3 lots of 10 cubes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5 lots of 6 cubes </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 30 cubes</a:t>
              </a:r>
              <a:endParaRPr sz="2000">
                <a:solidFill>
                  <a:schemeClr val="dk1"/>
                </a:solidFill>
                <a:latin typeface="Lexend"/>
                <a:ea typeface="Lexend"/>
                <a:cs typeface="Lexend"/>
                <a:sym typeface="Lexend"/>
              </a:endParaRPr>
            </a:p>
          </p:txBody>
        </p:sp>
        <p:sp>
          <p:nvSpPr>
            <p:cNvPr id="1014" name="Google Shape;1014;p75"/>
            <p:cNvSpPr txBox="1"/>
            <p:nvPr/>
          </p:nvSpPr>
          <p:spPr>
            <a:xfrm>
              <a:off x="6953716" y="4160998"/>
              <a:ext cx="1657200" cy="5859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GB" sz="1800">
                  <a:latin typeface="Lexend"/>
                  <a:ea typeface="Lexend"/>
                  <a:cs typeface="Lexend"/>
                  <a:sym typeface="Lexend"/>
                </a:rPr>
                <a:t>Alex</a:t>
              </a:r>
              <a:endParaRPr b="1" sz="1800">
                <a:latin typeface="Lexend"/>
                <a:ea typeface="Lexend"/>
                <a:cs typeface="Lexend"/>
                <a:sym typeface="Lexend"/>
              </a:endParaRPr>
            </a:p>
          </p:txBody>
        </p:sp>
        <p:pic>
          <p:nvPicPr>
            <p:cNvPr id="1015" name="Google Shape;1015;p75"/>
            <p:cNvPicPr preferRelativeResize="0"/>
            <p:nvPr/>
          </p:nvPicPr>
          <p:blipFill>
            <a:blip r:embed="rId7">
              <a:alphaModFix/>
            </a:blip>
            <a:stretch>
              <a:fillRect/>
            </a:stretch>
          </p:blipFill>
          <p:spPr>
            <a:xfrm>
              <a:off x="7393809" y="3346913"/>
              <a:ext cx="777007" cy="896096"/>
            </a:xfrm>
            <a:prstGeom prst="rect">
              <a:avLst/>
            </a:prstGeom>
            <a:noFill/>
            <a:ln>
              <a:noFill/>
            </a:ln>
          </p:spPr>
        </p:pic>
        <p:pic>
          <p:nvPicPr>
            <p:cNvPr id="1016" name="Google Shape;1016;p75"/>
            <p:cNvPicPr preferRelativeResize="0"/>
            <p:nvPr/>
          </p:nvPicPr>
          <p:blipFill rotWithShape="1">
            <a:blip r:embed="rId8">
              <a:alphaModFix/>
            </a:blip>
            <a:srcRect b="43690" l="0" r="57905" t="0"/>
            <a:stretch/>
          </p:blipFill>
          <p:spPr>
            <a:xfrm>
              <a:off x="4727520" y="2184855"/>
              <a:ext cx="2662052" cy="1695301"/>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0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0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0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1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sp>
        <p:nvSpPr>
          <p:cNvPr id="1021" name="Google Shape;1021;p76"/>
          <p:cNvSpPr txBox="1"/>
          <p:nvPr>
            <p:ph idx="1" type="body"/>
          </p:nvPr>
        </p:nvSpPr>
        <p:spPr>
          <a:xfrm>
            <a:off x="324000" y="759300"/>
            <a:ext cx="8237700" cy="438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How many cubes would be needed to make this cuboid?</a:t>
            </a:r>
            <a:endParaRPr/>
          </a:p>
        </p:txBody>
      </p:sp>
      <p:sp>
        <p:nvSpPr>
          <p:cNvPr id="1022" name="Google Shape;1022;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pic>
        <p:nvPicPr>
          <p:cNvPr id="1023" name="Google Shape;1023;p76"/>
          <p:cNvPicPr preferRelativeResize="0"/>
          <p:nvPr/>
        </p:nvPicPr>
        <p:blipFill>
          <a:blip r:embed="rId3">
            <a:alphaModFix/>
          </a:blip>
          <a:stretch>
            <a:fillRect/>
          </a:stretch>
        </p:blipFill>
        <p:spPr>
          <a:xfrm>
            <a:off x="1255800" y="1343400"/>
            <a:ext cx="1893075" cy="2931525"/>
          </a:xfrm>
          <a:prstGeom prst="rect">
            <a:avLst/>
          </a:prstGeom>
          <a:noFill/>
          <a:ln>
            <a:noFill/>
          </a:ln>
        </p:spPr>
      </p:pic>
      <p:cxnSp>
        <p:nvCxnSpPr>
          <p:cNvPr id="1024" name="Google Shape;1024;p76"/>
          <p:cNvCxnSpPr/>
          <p:nvPr/>
        </p:nvCxnSpPr>
        <p:spPr>
          <a:xfrm>
            <a:off x="1310875" y="4036350"/>
            <a:ext cx="443100" cy="245100"/>
          </a:xfrm>
          <a:prstGeom prst="straightConnector1">
            <a:avLst/>
          </a:prstGeom>
          <a:noFill/>
          <a:ln cap="flat" cmpd="sng" w="19050">
            <a:solidFill>
              <a:schemeClr val="dk1"/>
            </a:solidFill>
            <a:prstDash val="solid"/>
            <a:round/>
            <a:headEnd len="med" w="med" type="triangle"/>
            <a:tailEnd len="med" w="med" type="triangle"/>
          </a:ln>
        </p:spPr>
      </p:cxnSp>
      <p:cxnSp>
        <p:nvCxnSpPr>
          <p:cNvPr id="1025" name="Google Shape;1025;p76"/>
          <p:cNvCxnSpPr/>
          <p:nvPr/>
        </p:nvCxnSpPr>
        <p:spPr>
          <a:xfrm flipH="1" rot="10800000">
            <a:off x="1915950" y="3593025"/>
            <a:ext cx="1205700" cy="681900"/>
          </a:xfrm>
          <a:prstGeom prst="straightConnector1">
            <a:avLst/>
          </a:prstGeom>
          <a:noFill/>
          <a:ln cap="flat" cmpd="sng" w="19050">
            <a:solidFill>
              <a:schemeClr val="dk1"/>
            </a:solidFill>
            <a:prstDash val="solid"/>
            <a:round/>
            <a:headEnd len="med" w="med" type="triangle"/>
            <a:tailEnd len="med" w="med" type="triangle"/>
          </a:ln>
        </p:spPr>
      </p:cxnSp>
      <p:cxnSp>
        <p:nvCxnSpPr>
          <p:cNvPr id="1026" name="Google Shape;1026;p76"/>
          <p:cNvCxnSpPr/>
          <p:nvPr/>
        </p:nvCxnSpPr>
        <p:spPr>
          <a:xfrm rot="10800000">
            <a:off x="3148875" y="1578317"/>
            <a:ext cx="0" cy="1890600"/>
          </a:xfrm>
          <a:prstGeom prst="straightConnector1">
            <a:avLst/>
          </a:prstGeom>
          <a:noFill/>
          <a:ln cap="flat" cmpd="sng" w="19050">
            <a:solidFill>
              <a:schemeClr val="dk1"/>
            </a:solidFill>
            <a:prstDash val="solid"/>
            <a:round/>
            <a:headEnd len="med" w="med" type="triangle"/>
            <a:tailEnd len="med" w="med" type="triangle"/>
          </a:ln>
        </p:spPr>
      </p:cxnSp>
      <p:sp>
        <p:nvSpPr>
          <p:cNvPr id="1027" name="Google Shape;1027;p76"/>
          <p:cNvSpPr txBox="1"/>
          <p:nvPr/>
        </p:nvSpPr>
        <p:spPr>
          <a:xfrm>
            <a:off x="3197025" y="2092675"/>
            <a:ext cx="12996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 cubes</a:t>
            </a:r>
            <a:endParaRPr sz="2200">
              <a:solidFill>
                <a:schemeClr val="dk1"/>
              </a:solidFill>
              <a:latin typeface="Lexend"/>
              <a:ea typeface="Lexend"/>
              <a:cs typeface="Lexend"/>
              <a:sym typeface="Lexend"/>
            </a:endParaRPr>
          </a:p>
        </p:txBody>
      </p:sp>
      <p:sp>
        <p:nvSpPr>
          <p:cNvPr id="1028" name="Google Shape;1028;p76"/>
          <p:cNvSpPr txBox="1"/>
          <p:nvPr/>
        </p:nvSpPr>
        <p:spPr>
          <a:xfrm>
            <a:off x="2451925" y="3897300"/>
            <a:ext cx="129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9</a:t>
            </a:r>
            <a:r>
              <a:rPr lang="en-GB" sz="2200">
                <a:solidFill>
                  <a:schemeClr val="dk1"/>
                </a:solidFill>
                <a:latin typeface="Lexend"/>
                <a:ea typeface="Lexend"/>
                <a:cs typeface="Lexend"/>
                <a:sym typeface="Lexend"/>
              </a:rPr>
              <a:t> cubes</a:t>
            </a:r>
            <a:endParaRPr sz="2200">
              <a:solidFill>
                <a:schemeClr val="dk1"/>
              </a:solidFill>
              <a:latin typeface="Lexend"/>
              <a:ea typeface="Lexend"/>
              <a:cs typeface="Lexend"/>
              <a:sym typeface="Lexend"/>
            </a:endParaRPr>
          </a:p>
        </p:txBody>
      </p:sp>
      <p:sp>
        <p:nvSpPr>
          <p:cNvPr id="1029" name="Google Shape;1029;p76"/>
          <p:cNvSpPr txBox="1"/>
          <p:nvPr/>
        </p:nvSpPr>
        <p:spPr>
          <a:xfrm>
            <a:off x="454375" y="4105550"/>
            <a:ext cx="1299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2</a:t>
            </a:r>
            <a:r>
              <a:rPr lang="en-GB" sz="2200">
                <a:solidFill>
                  <a:schemeClr val="dk1"/>
                </a:solidFill>
                <a:latin typeface="Lexend"/>
                <a:ea typeface="Lexend"/>
                <a:cs typeface="Lexend"/>
                <a:sym typeface="Lexend"/>
              </a:rPr>
              <a:t> cubes</a:t>
            </a:r>
            <a:endParaRPr sz="2200">
              <a:solidFill>
                <a:schemeClr val="dk1"/>
              </a:solidFill>
              <a:latin typeface="Lexend"/>
              <a:ea typeface="Lexend"/>
              <a:cs typeface="Lexend"/>
              <a:sym typeface="Lexend"/>
            </a:endParaRPr>
          </a:p>
        </p:txBody>
      </p:sp>
      <p:sp>
        <p:nvSpPr>
          <p:cNvPr id="1030" name="Google Shape;1030;p76"/>
          <p:cNvSpPr txBox="1"/>
          <p:nvPr/>
        </p:nvSpPr>
        <p:spPr>
          <a:xfrm>
            <a:off x="4941675" y="1706975"/>
            <a:ext cx="406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216 cubes</a:t>
            </a:r>
            <a:endParaRPr sz="2000">
              <a:solidFill>
                <a:schemeClr val="dk1"/>
              </a:solidFill>
              <a:latin typeface="Kalam"/>
              <a:ea typeface="Kalam"/>
              <a:cs typeface="Kalam"/>
              <a:sym typeface="Kalam"/>
            </a:endParaRPr>
          </a:p>
        </p:txBody>
      </p:sp>
      <p:sp>
        <p:nvSpPr>
          <p:cNvPr id="1031" name="Google Shape;1031;p76"/>
          <p:cNvSpPr txBox="1"/>
          <p:nvPr/>
        </p:nvSpPr>
        <p:spPr>
          <a:xfrm>
            <a:off x="4941675" y="2325450"/>
            <a:ext cx="4064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108 × 2 = 24 × 9 = 18 × 12</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5" name="Shape 1035"/>
        <p:cNvGrpSpPr/>
        <p:nvPr/>
      </p:nvGrpSpPr>
      <p:grpSpPr>
        <a:xfrm>
          <a:off x="0" y="0"/>
          <a:ext cx="0" cy="0"/>
          <a:chOff x="0" y="0"/>
          <a:chExt cx="0" cy="0"/>
        </a:xfrm>
      </p:grpSpPr>
      <p:sp>
        <p:nvSpPr>
          <p:cNvPr id="1036" name="Google Shape;1036;p77"/>
          <p:cNvSpPr txBox="1"/>
          <p:nvPr>
            <p:ph idx="1" type="body"/>
          </p:nvPr>
        </p:nvSpPr>
        <p:spPr>
          <a:xfrm>
            <a:off x="324000" y="759300"/>
            <a:ext cx="8237700" cy="451500"/>
          </a:xfrm>
          <a:prstGeom prst="rect">
            <a:avLst/>
          </a:prstGeom>
          <a:noFill/>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solidFill>
                  <a:srgbClr val="282828"/>
                </a:solidFill>
              </a:rPr>
              <a:t>Volume</a:t>
            </a:r>
            <a:r>
              <a:rPr lang="en-GB" sz="2000">
                <a:solidFill>
                  <a:srgbClr val="282828"/>
                </a:solidFill>
              </a:rPr>
              <a:t> is the amount of 3D </a:t>
            </a:r>
            <a:r>
              <a:rPr lang="en-GB" sz="2000">
                <a:solidFill>
                  <a:schemeClr val="accent4"/>
                </a:solidFill>
              </a:rPr>
              <a:t>space</a:t>
            </a:r>
            <a:r>
              <a:rPr lang="en-GB" sz="2000">
                <a:solidFill>
                  <a:srgbClr val="282828"/>
                </a:solidFill>
              </a:rPr>
              <a:t> that is taken up by a shape.</a:t>
            </a:r>
            <a:endParaRPr sz="2000"/>
          </a:p>
        </p:txBody>
      </p:sp>
      <p:sp>
        <p:nvSpPr>
          <p:cNvPr id="1037" name="Google Shape;1037;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038" name="Google Shape;1038;p77"/>
          <p:cNvSpPr txBox="1"/>
          <p:nvPr>
            <p:ph idx="1" type="body"/>
          </p:nvPr>
        </p:nvSpPr>
        <p:spPr>
          <a:xfrm>
            <a:off x="324000" y="1243975"/>
            <a:ext cx="8444100" cy="739800"/>
          </a:xfrm>
          <a:prstGeom prst="rect">
            <a:avLst/>
          </a:prstGeom>
          <a:noFill/>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rPr>
              <a:t>Finding the volume of a shape always involves multiplying together three </a:t>
            </a:r>
            <a:r>
              <a:rPr lang="en-GB" sz="2000">
                <a:solidFill>
                  <a:schemeClr val="accent4"/>
                </a:solidFill>
              </a:rPr>
              <a:t>perpendicular lengths</a:t>
            </a:r>
            <a:r>
              <a:rPr lang="en-GB" sz="2000">
                <a:solidFill>
                  <a:srgbClr val="282828"/>
                </a:solidFill>
              </a:rPr>
              <a:t> somewhere within the calculation.</a:t>
            </a:r>
            <a:endParaRPr sz="2000"/>
          </a:p>
        </p:txBody>
      </p:sp>
      <p:sp>
        <p:nvSpPr>
          <p:cNvPr id="1039" name="Google Shape;1039;p77"/>
          <p:cNvSpPr txBox="1"/>
          <p:nvPr>
            <p:ph idx="1" type="body"/>
          </p:nvPr>
        </p:nvSpPr>
        <p:spPr>
          <a:xfrm>
            <a:off x="324000" y="2082175"/>
            <a:ext cx="4553700" cy="451500"/>
          </a:xfrm>
          <a:prstGeom prst="rect">
            <a:avLst/>
          </a:prstGeom>
          <a:noFill/>
        </p:spPr>
        <p:txBody>
          <a:bodyPr anchorCtr="0" anchor="t" bIns="0" lIns="0" spcFirstLastPara="1" rIns="0" wrap="square" tIns="0">
            <a:noAutofit/>
          </a:bodyPr>
          <a:lstStyle/>
          <a:p>
            <a:pPr indent="0" lvl="0" marL="0" rtl="0" algn="l">
              <a:spcBef>
                <a:spcPts val="0"/>
              </a:spcBef>
              <a:spcAft>
                <a:spcPts val="1000"/>
              </a:spcAft>
              <a:buNone/>
            </a:pPr>
            <a:r>
              <a:rPr lang="en-GB" sz="2000">
                <a:solidFill>
                  <a:srgbClr val="282828"/>
                </a:solidFill>
              </a:rPr>
              <a:t>Volume </a:t>
            </a:r>
            <a:r>
              <a:rPr lang="en-GB" sz="2000">
                <a:solidFill>
                  <a:srgbClr val="282828"/>
                </a:solidFill>
              </a:rPr>
              <a:t>is measured in </a:t>
            </a:r>
            <a:r>
              <a:rPr lang="en-GB" sz="2000">
                <a:solidFill>
                  <a:schemeClr val="accent4"/>
                </a:solidFill>
              </a:rPr>
              <a:t>cubed</a:t>
            </a:r>
            <a:r>
              <a:rPr lang="en-GB" sz="2000">
                <a:solidFill>
                  <a:schemeClr val="accent4"/>
                </a:solidFill>
              </a:rPr>
              <a:t> units</a:t>
            </a:r>
            <a:r>
              <a:rPr lang="en-GB" sz="2000">
                <a:solidFill>
                  <a:srgbClr val="282828"/>
                </a:solidFill>
              </a:rPr>
              <a:t>.</a:t>
            </a:r>
            <a:endParaRPr sz="2000"/>
          </a:p>
        </p:txBody>
      </p:sp>
      <p:sp>
        <p:nvSpPr>
          <p:cNvPr id="1040" name="Google Shape;1040;p77"/>
          <p:cNvSpPr txBox="1"/>
          <p:nvPr>
            <p:ph idx="1" type="body"/>
          </p:nvPr>
        </p:nvSpPr>
        <p:spPr>
          <a:xfrm>
            <a:off x="324000" y="2632075"/>
            <a:ext cx="4553700" cy="1380600"/>
          </a:xfrm>
          <a:prstGeom prst="rect">
            <a:avLst/>
          </a:prstGeom>
          <a:noFill/>
        </p:spPr>
        <p:txBody>
          <a:bodyPr anchorCtr="0" anchor="t" bIns="0" lIns="0" spcFirstLastPara="1" rIns="0" wrap="square" tIns="0">
            <a:noAutofit/>
          </a:bodyPr>
          <a:lstStyle/>
          <a:p>
            <a:pPr indent="0" lvl="0" marL="0" rtl="0" algn="l">
              <a:spcBef>
                <a:spcPts val="0"/>
              </a:spcBef>
              <a:spcAft>
                <a:spcPts val="0"/>
              </a:spcAft>
              <a:buNone/>
            </a:pPr>
            <a:r>
              <a:rPr lang="en-GB" sz="2000">
                <a:solidFill>
                  <a:srgbClr val="282828"/>
                </a:solidFill>
              </a:rPr>
              <a:t>Examples of units:</a:t>
            </a:r>
            <a:endParaRPr sz="2000">
              <a:solidFill>
                <a:srgbClr val="282828"/>
              </a:solidFill>
            </a:endParaRPr>
          </a:p>
          <a:p>
            <a:pPr indent="0" lvl="0" marL="0" rtl="0" algn="l">
              <a:spcBef>
                <a:spcPts val="1000"/>
              </a:spcBef>
              <a:spcAft>
                <a:spcPts val="0"/>
              </a:spcAft>
              <a:buNone/>
            </a:pPr>
            <a:r>
              <a:rPr lang="en-GB" sz="2000">
                <a:solidFill>
                  <a:srgbClr val="282828"/>
                </a:solidFill>
              </a:rPr>
              <a:t>          km</a:t>
            </a:r>
            <a:r>
              <a:rPr baseline="30000" lang="en-GB" sz="2000">
                <a:solidFill>
                  <a:srgbClr val="282828"/>
                </a:solidFill>
              </a:rPr>
              <a:t>3</a:t>
            </a:r>
            <a:r>
              <a:rPr lang="en-GB" sz="2000">
                <a:solidFill>
                  <a:srgbClr val="282828"/>
                </a:solidFill>
              </a:rPr>
              <a:t>, m</a:t>
            </a:r>
            <a:r>
              <a:rPr baseline="30000" lang="en-GB" sz="2000">
                <a:solidFill>
                  <a:srgbClr val="282828"/>
                </a:solidFill>
              </a:rPr>
              <a:t>3</a:t>
            </a:r>
            <a:r>
              <a:rPr lang="en-GB" sz="2000">
                <a:solidFill>
                  <a:srgbClr val="282828"/>
                </a:solidFill>
              </a:rPr>
              <a:t>, cm</a:t>
            </a:r>
            <a:r>
              <a:rPr baseline="30000" lang="en-GB" sz="2000">
                <a:solidFill>
                  <a:srgbClr val="282828"/>
                </a:solidFill>
              </a:rPr>
              <a:t>3</a:t>
            </a:r>
            <a:r>
              <a:rPr lang="en-GB" sz="2000">
                <a:solidFill>
                  <a:srgbClr val="282828"/>
                </a:solidFill>
              </a:rPr>
              <a:t>, mm</a:t>
            </a:r>
            <a:r>
              <a:rPr baseline="30000" lang="en-GB" sz="2000">
                <a:solidFill>
                  <a:srgbClr val="282828"/>
                </a:solidFill>
              </a:rPr>
              <a:t>3</a:t>
            </a:r>
            <a:r>
              <a:rPr lang="en-GB" sz="2000">
                <a:solidFill>
                  <a:srgbClr val="282828"/>
                </a:solidFill>
              </a:rPr>
              <a:t> </a:t>
            </a:r>
            <a:endParaRPr sz="2000">
              <a:solidFill>
                <a:srgbClr val="282828"/>
              </a:solidFill>
            </a:endParaRPr>
          </a:p>
          <a:p>
            <a:pPr indent="0" lvl="0" marL="0" rtl="0" algn="l">
              <a:spcBef>
                <a:spcPts val="1000"/>
              </a:spcBef>
              <a:spcAft>
                <a:spcPts val="1000"/>
              </a:spcAft>
              <a:buNone/>
            </a:pPr>
            <a:r>
              <a:rPr lang="en-GB" sz="2000">
                <a:solidFill>
                  <a:srgbClr val="282828"/>
                </a:solidFill>
              </a:rPr>
              <a:t>          miles</a:t>
            </a:r>
            <a:r>
              <a:rPr baseline="30000" lang="en-GB" sz="2000">
                <a:solidFill>
                  <a:srgbClr val="282828"/>
                </a:solidFill>
              </a:rPr>
              <a:t>3</a:t>
            </a:r>
            <a:r>
              <a:rPr lang="en-GB" sz="2000">
                <a:solidFill>
                  <a:srgbClr val="282828"/>
                </a:solidFill>
              </a:rPr>
              <a:t>, feet</a:t>
            </a:r>
            <a:r>
              <a:rPr baseline="30000" lang="en-GB" sz="2000">
                <a:solidFill>
                  <a:srgbClr val="282828"/>
                </a:solidFill>
              </a:rPr>
              <a:t>3</a:t>
            </a:r>
            <a:r>
              <a:rPr lang="en-GB" sz="2000">
                <a:solidFill>
                  <a:srgbClr val="282828"/>
                </a:solidFill>
              </a:rPr>
              <a:t>, inches</a:t>
            </a:r>
            <a:r>
              <a:rPr baseline="30000" lang="en-GB" sz="2000">
                <a:solidFill>
                  <a:srgbClr val="282828"/>
                </a:solidFill>
              </a:rPr>
              <a:t>3</a:t>
            </a:r>
            <a:endParaRPr sz="2000">
              <a:solidFill>
                <a:srgbClr val="282828"/>
              </a:solidFill>
            </a:endParaRPr>
          </a:p>
        </p:txBody>
      </p:sp>
      <p:pic>
        <p:nvPicPr>
          <p:cNvPr id="1041" name="Google Shape;1041;p77"/>
          <p:cNvPicPr preferRelativeResize="0"/>
          <p:nvPr/>
        </p:nvPicPr>
        <p:blipFill>
          <a:blip r:embed="rId3">
            <a:alphaModFix/>
          </a:blip>
          <a:stretch>
            <a:fillRect/>
          </a:stretch>
        </p:blipFill>
        <p:spPr>
          <a:xfrm>
            <a:off x="5232650" y="2267825"/>
            <a:ext cx="2419250" cy="2185450"/>
          </a:xfrm>
          <a:prstGeom prst="rect">
            <a:avLst/>
          </a:prstGeom>
          <a:noFill/>
          <a:ln>
            <a:noFill/>
          </a:ln>
        </p:spPr>
      </p:pic>
      <p:sp>
        <p:nvSpPr>
          <p:cNvPr id="1042" name="Google Shape;1042;p77"/>
          <p:cNvSpPr/>
          <p:nvPr/>
        </p:nvSpPr>
        <p:spPr>
          <a:xfrm>
            <a:off x="6292750" y="4013000"/>
            <a:ext cx="166550" cy="327900"/>
          </a:xfrm>
          <a:custGeom>
            <a:rect b="b" l="l" r="r" t="t"/>
            <a:pathLst>
              <a:path extrusionOk="0" h="13116" w="6662">
                <a:moveTo>
                  <a:pt x="208" y="3331"/>
                </a:moveTo>
                <a:lnTo>
                  <a:pt x="0" y="13116"/>
                </a:lnTo>
                <a:lnTo>
                  <a:pt x="6662" y="9160"/>
                </a:lnTo>
                <a:lnTo>
                  <a:pt x="6454" y="0"/>
                </a:lnTo>
                <a:close/>
              </a:path>
            </a:pathLst>
          </a:custGeom>
          <a:solidFill>
            <a:schemeClr val="dk2"/>
          </a:solidFill>
          <a:ln cap="flat" cmpd="sng" w="9525">
            <a:solidFill>
              <a:schemeClr val="dk1"/>
            </a:solidFill>
            <a:prstDash val="solid"/>
            <a:round/>
            <a:headEnd len="med" w="med" type="none"/>
            <a:tailEnd len="med" w="med" type="none"/>
          </a:ln>
        </p:spPr>
      </p:sp>
      <p:sp>
        <p:nvSpPr>
          <p:cNvPr id="1043" name="Google Shape;1043;p77"/>
          <p:cNvSpPr/>
          <p:nvPr/>
        </p:nvSpPr>
        <p:spPr>
          <a:xfrm flipH="1" rot="10800000">
            <a:off x="6130375" y="3992100"/>
            <a:ext cx="166550" cy="327900"/>
          </a:xfrm>
          <a:custGeom>
            <a:rect b="b" l="l" r="r" t="t"/>
            <a:pathLst>
              <a:path extrusionOk="0" h="13116" w="6662">
                <a:moveTo>
                  <a:pt x="208" y="3331"/>
                </a:moveTo>
                <a:lnTo>
                  <a:pt x="0" y="13116"/>
                </a:lnTo>
                <a:lnTo>
                  <a:pt x="6662" y="9160"/>
                </a:lnTo>
                <a:lnTo>
                  <a:pt x="6454" y="0"/>
                </a:lnTo>
                <a:close/>
              </a:path>
            </a:pathLst>
          </a:custGeom>
          <a:solidFill>
            <a:schemeClr val="dk2"/>
          </a:solidFill>
          <a:ln cap="flat" cmpd="sng" w="9525">
            <a:solidFill>
              <a:schemeClr val="dk1"/>
            </a:solidFill>
            <a:prstDash val="solid"/>
            <a:round/>
            <a:headEnd len="med" w="med" type="none"/>
            <a:tailEnd len="med" w="med" type="none"/>
          </a:ln>
        </p:spPr>
      </p:sp>
      <p:cxnSp>
        <p:nvCxnSpPr>
          <p:cNvPr id="1044" name="Google Shape;1044;p77"/>
          <p:cNvCxnSpPr/>
          <p:nvPr/>
        </p:nvCxnSpPr>
        <p:spPr>
          <a:xfrm rot="10800000">
            <a:off x="6296925" y="2956800"/>
            <a:ext cx="0" cy="1363200"/>
          </a:xfrm>
          <a:prstGeom prst="straightConnector1">
            <a:avLst/>
          </a:prstGeom>
          <a:noFill/>
          <a:ln cap="flat" cmpd="sng" w="38100">
            <a:solidFill>
              <a:schemeClr val="dk1"/>
            </a:solidFill>
            <a:prstDash val="solid"/>
            <a:round/>
            <a:headEnd len="med" w="med" type="none"/>
            <a:tailEnd len="med" w="med" type="stealth"/>
          </a:ln>
        </p:spPr>
      </p:cxnSp>
      <p:cxnSp>
        <p:nvCxnSpPr>
          <p:cNvPr id="1045" name="Google Shape;1045;p77"/>
          <p:cNvCxnSpPr/>
          <p:nvPr/>
        </p:nvCxnSpPr>
        <p:spPr>
          <a:xfrm flipH="1" rot="10800000">
            <a:off x="6296925" y="3774300"/>
            <a:ext cx="973800" cy="545700"/>
          </a:xfrm>
          <a:prstGeom prst="straightConnector1">
            <a:avLst/>
          </a:prstGeom>
          <a:noFill/>
          <a:ln cap="flat" cmpd="sng" w="38100">
            <a:solidFill>
              <a:schemeClr val="dk1"/>
            </a:solidFill>
            <a:prstDash val="solid"/>
            <a:round/>
            <a:headEnd len="med" w="med" type="none"/>
            <a:tailEnd len="med" w="med" type="stealth"/>
          </a:ln>
        </p:spPr>
      </p:cxnSp>
      <p:cxnSp>
        <p:nvCxnSpPr>
          <p:cNvPr id="1046" name="Google Shape;1046;p77"/>
          <p:cNvCxnSpPr/>
          <p:nvPr/>
        </p:nvCxnSpPr>
        <p:spPr>
          <a:xfrm rot="10800000">
            <a:off x="5443725" y="3839400"/>
            <a:ext cx="853200" cy="480600"/>
          </a:xfrm>
          <a:prstGeom prst="straightConnector1">
            <a:avLst/>
          </a:prstGeom>
          <a:noFill/>
          <a:ln cap="flat" cmpd="sng" w="38100">
            <a:solidFill>
              <a:schemeClr val="dk1"/>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10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pic>
        <p:nvPicPr>
          <p:cNvPr id="1051" name="Google Shape;1051;p78"/>
          <p:cNvPicPr preferRelativeResize="0"/>
          <p:nvPr/>
        </p:nvPicPr>
        <p:blipFill>
          <a:blip r:embed="rId3">
            <a:alphaModFix/>
          </a:blip>
          <a:stretch>
            <a:fillRect/>
          </a:stretch>
        </p:blipFill>
        <p:spPr>
          <a:xfrm>
            <a:off x="1081195" y="1361785"/>
            <a:ext cx="2261051" cy="2102853"/>
          </a:xfrm>
          <a:prstGeom prst="rect">
            <a:avLst/>
          </a:prstGeom>
          <a:noFill/>
          <a:ln>
            <a:noFill/>
          </a:ln>
        </p:spPr>
      </p:pic>
      <p:sp>
        <p:nvSpPr>
          <p:cNvPr id="1052" name="Google Shape;1052;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053" name="Google Shape;1053;p78"/>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If each cube is 1 cm</a:t>
            </a:r>
            <a:r>
              <a:rPr baseline="30000" lang="en-GB" sz="2000"/>
              <a:t>3</a:t>
            </a:r>
            <a:r>
              <a:rPr lang="en-GB" sz="2000"/>
              <a:t>, what is the volume of the cuboid?</a:t>
            </a:r>
            <a:endParaRPr sz="2000"/>
          </a:p>
        </p:txBody>
      </p:sp>
      <p:sp>
        <p:nvSpPr>
          <p:cNvPr id="1054" name="Google Shape;1054;p78"/>
          <p:cNvSpPr txBox="1"/>
          <p:nvPr/>
        </p:nvSpPr>
        <p:spPr>
          <a:xfrm>
            <a:off x="4722050" y="1275175"/>
            <a:ext cx="44268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single</a:t>
            </a:r>
            <a:r>
              <a:rPr lang="en-GB" sz="2000">
                <a:solidFill>
                  <a:schemeClr val="dk1"/>
                </a:solidFill>
                <a:latin typeface="Lexend"/>
                <a:ea typeface="Lexend"/>
                <a:cs typeface="Lexend"/>
                <a:sym typeface="Lexend"/>
              </a:rPr>
              <a:t> layer would be 3 × 5 = 15 cubes (so a volume of 15 cm</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a:t>
            </a:r>
            <a:endParaRPr baseline="30000" sz="2000">
              <a:solidFill>
                <a:schemeClr val="dk1"/>
              </a:solidFill>
              <a:latin typeface="Lexend"/>
              <a:ea typeface="Lexend"/>
              <a:cs typeface="Lexend"/>
              <a:sym typeface="Lexend"/>
            </a:endParaRPr>
          </a:p>
        </p:txBody>
      </p:sp>
      <p:cxnSp>
        <p:nvCxnSpPr>
          <p:cNvPr id="1055" name="Google Shape;1055;p78"/>
          <p:cNvCxnSpPr/>
          <p:nvPr/>
        </p:nvCxnSpPr>
        <p:spPr>
          <a:xfrm>
            <a:off x="1186496" y="3069375"/>
            <a:ext cx="801300" cy="472200"/>
          </a:xfrm>
          <a:prstGeom prst="straightConnector1">
            <a:avLst/>
          </a:prstGeom>
          <a:noFill/>
          <a:ln cap="flat" cmpd="sng" w="28575">
            <a:solidFill>
              <a:schemeClr val="dk1"/>
            </a:solidFill>
            <a:prstDash val="solid"/>
            <a:round/>
            <a:headEnd len="med" w="med" type="triangle"/>
            <a:tailEnd len="med" w="med" type="triangle"/>
          </a:ln>
        </p:spPr>
      </p:cxnSp>
      <p:cxnSp>
        <p:nvCxnSpPr>
          <p:cNvPr id="1056" name="Google Shape;1056;p78"/>
          <p:cNvCxnSpPr/>
          <p:nvPr/>
        </p:nvCxnSpPr>
        <p:spPr>
          <a:xfrm>
            <a:off x="3342246" y="1789200"/>
            <a:ext cx="0" cy="910800"/>
          </a:xfrm>
          <a:prstGeom prst="straightConnector1">
            <a:avLst/>
          </a:prstGeom>
          <a:noFill/>
          <a:ln cap="flat" cmpd="sng" w="28575">
            <a:solidFill>
              <a:schemeClr val="dk1"/>
            </a:solidFill>
            <a:prstDash val="solid"/>
            <a:round/>
            <a:headEnd len="med" w="med" type="triangle"/>
            <a:tailEnd len="med" w="med" type="triangle"/>
          </a:ln>
        </p:spPr>
      </p:cxnSp>
      <p:cxnSp>
        <p:nvCxnSpPr>
          <p:cNvPr id="1057" name="Google Shape;1057;p78"/>
          <p:cNvCxnSpPr/>
          <p:nvPr/>
        </p:nvCxnSpPr>
        <p:spPr>
          <a:xfrm flipH="1" rot="10800000">
            <a:off x="2149446" y="2826075"/>
            <a:ext cx="1192800" cy="687000"/>
          </a:xfrm>
          <a:prstGeom prst="straightConnector1">
            <a:avLst/>
          </a:prstGeom>
          <a:noFill/>
          <a:ln cap="flat" cmpd="sng" w="28575">
            <a:solidFill>
              <a:schemeClr val="dk1"/>
            </a:solidFill>
            <a:prstDash val="solid"/>
            <a:round/>
            <a:headEnd len="med" w="med" type="triangle"/>
            <a:tailEnd len="med" w="med" type="triangle"/>
          </a:ln>
        </p:spPr>
      </p:cxnSp>
      <p:sp>
        <p:nvSpPr>
          <p:cNvPr id="1058" name="Google Shape;1058;p78"/>
          <p:cNvSpPr txBox="1"/>
          <p:nvPr/>
        </p:nvSpPr>
        <p:spPr>
          <a:xfrm>
            <a:off x="3433146" y="1838100"/>
            <a:ext cx="1269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 cubes</a:t>
            </a:r>
            <a:endParaRPr sz="2200">
              <a:solidFill>
                <a:schemeClr val="dk1"/>
              </a:solidFill>
              <a:latin typeface="Lexend"/>
              <a:ea typeface="Lexend"/>
              <a:cs typeface="Lexend"/>
              <a:sym typeface="Lexend"/>
            </a:endParaRPr>
          </a:p>
        </p:txBody>
      </p:sp>
      <p:sp>
        <p:nvSpPr>
          <p:cNvPr id="1059" name="Google Shape;1059;p78"/>
          <p:cNvSpPr txBox="1"/>
          <p:nvPr/>
        </p:nvSpPr>
        <p:spPr>
          <a:xfrm>
            <a:off x="227371" y="3106675"/>
            <a:ext cx="1269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 cubes</a:t>
            </a:r>
            <a:endParaRPr sz="2200">
              <a:solidFill>
                <a:schemeClr val="dk1"/>
              </a:solidFill>
              <a:latin typeface="Lexend"/>
              <a:ea typeface="Lexend"/>
              <a:cs typeface="Lexend"/>
              <a:sym typeface="Lexend"/>
            </a:endParaRPr>
          </a:p>
        </p:txBody>
      </p:sp>
      <p:sp>
        <p:nvSpPr>
          <p:cNvPr id="1060" name="Google Shape;1060;p78"/>
          <p:cNvSpPr txBox="1"/>
          <p:nvPr/>
        </p:nvSpPr>
        <p:spPr>
          <a:xfrm>
            <a:off x="2657571" y="3106675"/>
            <a:ext cx="1269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5 cubes</a:t>
            </a:r>
            <a:endParaRPr sz="2200">
              <a:solidFill>
                <a:schemeClr val="dk1"/>
              </a:solidFill>
              <a:latin typeface="Lexend"/>
              <a:ea typeface="Lexend"/>
              <a:cs typeface="Lexend"/>
              <a:sym typeface="Lexend"/>
            </a:endParaRPr>
          </a:p>
        </p:txBody>
      </p:sp>
      <p:cxnSp>
        <p:nvCxnSpPr>
          <p:cNvPr id="1061" name="Google Shape;1061;p78"/>
          <p:cNvCxnSpPr/>
          <p:nvPr/>
        </p:nvCxnSpPr>
        <p:spPr>
          <a:xfrm>
            <a:off x="1258046" y="2683100"/>
            <a:ext cx="780000" cy="443700"/>
          </a:xfrm>
          <a:prstGeom prst="straightConnector1">
            <a:avLst/>
          </a:prstGeom>
          <a:noFill/>
          <a:ln cap="flat" cmpd="sng" w="38100">
            <a:solidFill>
              <a:schemeClr val="accent4"/>
            </a:solidFill>
            <a:prstDash val="dash"/>
            <a:round/>
            <a:headEnd len="med" w="med" type="none"/>
            <a:tailEnd len="med" w="med" type="none"/>
          </a:ln>
        </p:spPr>
      </p:cxnSp>
      <p:cxnSp>
        <p:nvCxnSpPr>
          <p:cNvPr id="1062" name="Google Shape;1062;p78"/>
          <p:cNvCxnSpPr/>
          <p:nvPr/>
        </p:nvCxnSpPr>
        <p:spPr>
          <a:xfrm flipH="1">
            <a:off x="2052221" y="2474700"/>
            <a:ext cx="1154100" cy="659100"/>
          </a:xfrm>
          <a:prstGeom prst="straightConnector1">
            <a:avLst/>
          </a:prstGeom>
          <a:noFill/>
          <a:ln cap="flat" cmpd="sng" w="38100">
            <a:solidFill>
              <a:schemeClr val="accent4"/>
            </a:solidFill>
            <a:prstDash val="dash"/>
            <a:round/>
            <a:headEnd len="med" w="med" type="none"/>
            <a:tailEnd len="med" w="med" type="none"/>
          </a:ln>
        </p:spPr>
      </p:cxnSp>
      <p:sp>
        <p:nvSpPr>
          <p:cNvPr id="1063" name="Google Shape;1063;p78"/>
          <p:cNvSpPr txBox="1"/>
          <p:nvPr/>
        </p:nvSpPr>
        <p:spPr>
          <a:xfrm>
            <a:off x="4731298" y="2246100"/>
            <a:ext cx="4426800" cy="8004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There would be 3 layers</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15 × 3 = 45 cubes</a:t>
            </a:r>
            <a:endParaRPr baseline="30000" sz="2000">
              <a:solidFill>
                <a:schemeClr val="dk1"/>
              </a:solidFill>
              <a:latin typeface="Lexend"/>
              <a:ea typeface="Lexend"/>
              <a:cs typeface="Lexend"/>
              <a:sym typeface="Lexend"/>
            </a:endParaRPr>
          </a:p>
        </p:txBody>
      </p:sp>
      <p:sp>
        <p:nvSpPr>
          <p:cNvPr id="1064" name="Google Shape;1064;p78"/>
          <p:cNvSpPr txBox="1"/>
          <p:nvPr/>
        </p:nvSpPr>
        <p:spPr>
          <a:xfrm>
            <a:off x="4731300" y="3198175"/>
            <a:ext cx="4426800" cy="4926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Volume = 45 cm</a:t>
            </a:r>
            <a:r>
              <a:rPr baseline="30000" lang="en-GB" sz="2000">
                <a:solidFill>
                  <a:schemeClr val="dk1"/>
                </a:solidFill>
                <a:latin typeface="Lexend"/>
                <a:ea typeface="Lexend"/>
                <a:cs typeface="Lexend"/>
                <a:sym typeface="Lexend"/>
              </a:rPr>
              <a:t>3</a:t>
            </a:r>
            <a:endParaRPr baseline="30000"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sp>
        <p:nvSpPr>
          <p:cNvPr id="1069" name="Google Shape;1069;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070" name="Google Shape;1070;p79"/>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Jun and Sofia are discussing how to calculate the volume of </a:t>
            </a:r>
            <a:r>
              <a:rPr lang="en-GB" sz="2000">
                <a:solidFill>
                  <a:schemeClr val="accent4"/>
                </a:solidFill>
              </a:rPr>
              <a:t>any</a:t>
            </a:r>
            <a:r>
              <a:rPr lang="en-GB" sz="2000"/>
              <a:t> prism.</a:t>
            </a:r>
            <a:endParaRPr sz="2000"/>
          </a:p>
        </p:txBody>
      </p:sp>
      <p:pic>
        <p:nvPicPr>
          <p:cNvPr id="1071" name="Google Shape;1071;p79"/>
          <p:cNvPicPr preferRelativeResize="0"/>
          <p:nvPr/>
        </p:nvPicPr>
        <p:blipFill>
          <a:blip r:embed="rId3">
            <a:alphaModFix/>
          </a:blip>
          <a:stretch>
            <a:fillRect/>
          </a:stretch>
        </p:blipFill>
        <p:spPr>
          <a:xfrm>
            <a:off x="1064662" y="3410662"/>
            <a:ext cx="727174" cy="909325"/>
          </a:xfrm>
          <a:prstGeom prst="rect">
            <a:avLst/>
          </a:prstGeom>
          <a:noFill/>
          <a:ln>
            <a:noFill/>
          </a:ln>
        </p:spPr>
      </p:pic>
      <p:pic>
        <p:nvPicPr>
          <p:cNvPr id="1072" name="Google Shape;1072;p79"/>
          <p:cNvPicPr preferRelativeResize="0"/>
          <p:nvPr/>
        </p:nvPicPr>
        <p:blipFill>
          <a:blip r:embed="rId4">
            <a:alphaModFix/>
          </a:blip>
          <a:stretch>
            <a:fillRect/>
          </a:stretch>
        </p:blipFill>
        <p:spPr>
          <a:xfrm>
            <a:off x="7667140" y="3240000"/>
            <a:ext cx="807760" cy="896090"/>
          </a:xfrm>
          <a:prstGeom prst="rect">
            <a:avLst/>
          </a:prstGeom>
          <a:noFill/>
          <a:ln>
            <a:noFill/>
          </a:ln>
        </p:spPr>
      </p:pic>
      <p:pic>
        <p:nvPicPr>
          <p:cNvPr id="1073" name="Google Shape;1073;p79"/>
          <p:cNvPicPr preferRelativeResize="0"/>
          <p:nvPr/>
        </p:nvPicPr>
        <p:blipFill rotWithShape="1">
          <a:blip r:embed="rId5">
            <a:alphaModFix/>
          </a:blip>
          <a:srcRect b="43690" l="0" r="57905" t="0"/>
          <a:stretch/>
        </p:blipFill>
        <p:spPr>
          <a:xfrm flipH="1">
            <a:off x="1327573" y="1782400"/>
            <a:ext cx="3123702" cy="1712451"/>
          </a:xfrm>
          <a:prstGeom prst="rect">
            <a:avLst/>
          </a:prstGeom>
          <a:noFill/>
          <a:ln>
            <a:noFill/>
          </a:ln>
        </p:spPr>
      </p:pic>
      <p:sp>
        <p:nvSpPr>
          <p:cNvPr id="1074" name="Google Shape;1074;p79"/>
          <p:cNvSpPr txBox="1"/>
          <p:nvPr/>
        </p:nvSpPr>
        <p:spPr>
          <a:xfrm>
            <a:off x="1563225" y="1795600"/>
            <a:ext cx="28503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 prism has a </a:t>
            </a:r>
            <a:r>
              <a:rPr lang="en-GB" sz="2000">
                <a:solidFill>
                  <a:schemeClr val="dk1"/>
                </a:solidFill>
                <a:latin typeface="Lexend"/>
                <a:ea typeface="Lexend"/>
                <a:cs typeface="Lexend"/>
                <a:sym typeface="Lexend"/>
              </a:rPr>
              <a:t>uniform</a:t>
            </a:r>
            <a:r>
              <a:rPr lang="en-GB" sz="2000">
                <a:solidFill>
                  <a:schemeClr val="dk1"/>
                </a:solidFill>
                <a:latin typeface="Lexend"/>
                <a:ea typeface="Lexend"/>
                <a:cs typeface="Lexend"/>
                <a:sym typeface="Lexend"/>
              </a:rPr>
              <a:t> cross-section throughout the length of it.</a:t>
            </a:r>
            <a:endParaRPr sz="2000">
              <a:solidFill>
                <a:schemeClr val="dk1"/>
              </a:solidFill>
              <a:latin typeface="Lexend"/>
              <a:ea typeface="Lexend"/>
              <a:cs typeface="Lexend"/>
              <a:sym typeface="Lexend"/>
            </a:endParaRPr>
          </a:p>
        </p:txBody>
      </p:sp>
      <p:pic>
        <p:nvPicPr>
          <p:cNvPr id="1075" name="Google Shape;1075;p79"/>
          <p:cNvPicPr preferRelativeResize="0"/>
          <p:nvPr/>
        </p:nvPicPr>
        <p:blipFill rotWithShape="1">
          <a:blip r:embed="rId5">
            <a:alphaModFix/>
          </a:blip>
          <a:srcRect b="43690" l="0" r="57905" t="0"/>
          <a:stretch/>
        </p:blipFill>
        <p:spPr>
          <a:xfrm>
            <a:off x="4800600" y="1934800"/>
            <a:ext cx="2763924" cy="1305201"/>
          </a:xfrm>
          <a:prstGeom prst="rect">
            <a:avLst/>
          </a:prstGeom>
          <a:noFill/>
          <a:ln>
            <a:noFill/>
          </a:ln>
        </p:spPr>
      </p:pic>
      <p:sp>
        <p:nvSpPr>
          <p:cNvPr id="1076" name="Google Shape;1076;p79"/>
          <p:cNvSpPr txBox="1"/>
          <p:nvPr/>
        </p:nvSpPr>
        <p:spPr>
          <a:xfrm flipH="1">
            <a:off x="4831649" y="1892900"/>
            <a:ext cx="28503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Yes, a cuboid has a rectangular cross-section. </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pic>
        <p:nvPicPr>
          <p:cNvPr id="1081" name="Google Shape;1081;p80"/>
          <p:cNvPicPr preferRelativeResize="0"/>
          <p:nvPr/>
        </p:nvPicPr>
        <p:blipFill rotWithShape="1">
          <a:blip r:embed="rId3">
            <a:alphaModFix/>
          </a:blip>
          <a:srcRect b="6172" l="40550" r="0" t="13240"/>
          <a:stretch/>
        </p:blipFill>
        <p:spPr>
          <a:xfrm flipH="1">
            <a:off x="5124998" y="1856800"/>
            <a:ext cx="3088701" cy="1416000"/>
          </a:xfrm>
          <a:prstGeom prst="rect">
            <a:avLst/>
          </a:prstGeom>
          <a:noFill/>
          <a:ln>
            <a:noFill/>
          </a:ln>
        </p:spPr>
      </p:pic>
      <p:pic>
        <p:nvPicPr>
          <p:cNvPr id="1082" name="Google Shape;1082;p80"/>
          <p:cNvPicPr preferRelativeResize="0"/>
          <p:nvPr/>
        </p:nvPicPr>
        <p:blipFill rotWithShape="1">
          <a:blip r:embed="rId3">
            <a:alphaModFix/>
          </a:blip>
          <a:srcRect b="6172" l="40550" r="0" t="13240"/>
          <a:stretch/>
        </p:blipFill>
        <p:spPr>
          <a:xfrm>
            <a:off x="743875" y="1358650"/>
            <a:ext cx="3759498" cy="1813276"/>
          </a:xfrm>
          <a:prstGeom prst="rect">
            <a:avLst/>
          </a:prstGeom>
          <a:noFill/>
          <a:ln>
            <a:noFill/>
          </a:ln>
        </p:spPr>
      </p:pic>
      <p:sp>
        <p:nvSpPr>
          <p:cNvPr id="1083" name="Google Shape;1083;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084" name="Google Shape;1084;p80"/>
          <p:cNvSpPr txBox="1"/>
          <p:nvPr/>
        </p:nvSpPr>
        <p:spPr>
          <a:xfrm>
            <a:off x="1039250" y="1462950"/>
            <a:ext cx="3425700" cy="1416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To find the </a:t>
            </a:r>
            <a:r>
              <a:rPr lang="en-GB" sz="2000">
                <a:solidFill>
                  <a:schemeClr val="dk1"/>
                </a:solidFill>
                <a:latin typeface="Lexend"/>
                <a:ea typeface="Lexend"/>
                <a:cs typeface="Lexend"/>
                <a:sym typeface="Lexend"/>
              </a:rPr>
              <a:t>volume</a:t>
            </a:r>
            <a:r>
              <a:rPr lang="en-GB" sz="2000">
                <a:solidFill>
                  <a:schemeClr val="dk1"/>
                </a:solidFill>
                <a:latin typeface="Lexend"/>
                <a:ea typeface="Lexend"/>
                <a:cs typeface="Lexend"/>
                <a:sym typeface="Lexend"/>
              </a:rPr>
              <a:t> of a cuboid, you find the area of the rectangle and then </a:t>
            </a:r>
            <a:r>
              <a:rPr lang="en-GB" sz="2000">
                <a:solidFill>
                  <a:schemeClr val="dk1"/>
                </a:solidFill>
                <a:latin typeface="Lexend"/>
                <a:ea typeface="Lexend"/>
                <a:cs typeface="Lexend"/>
                <a:sym typeface="Lexend"/>
              </a:rPr>
              <a:t>multiply it by the height.</a:t>
            </a:r>
            <a:endParaRPr sz="2000">
              <a:solidFill>
                <a:schemeClr val="dk1"/>
              </a:solidFill>
              <a:latin typeface="Lexend"/>
              <a:ea typeface="Lexend"/>
              <a:cs typeface="Lexend"/>
              <a:sym typeface="Lexend"/>
            </a:endParaRPr>
          </a:p>
        </p:txBody>
      </p:sp>
      <p:sp>
        <p:nvSpPr>
          <p:cNvPr id="1085" name="Google Shape;1085;p80"/>
          <p:cNvSpPr txBox="1"/>
          <p:nvPr/>
        </p:nvSpPr>
        <p:spPr>
          <a:xfrm flipH="1">
            <a:off x="5080500" y="1918500"/>
            <a:ext cx="3509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If it were a triangular prism, it is layers of triangles.</a:t>
            </a: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p:txBody>
      </p:sp>
      <p:pic>
        <p:nvPicPr>
          <p:cNvPr id="1086" name="Google Shape;1086;p80"/>
          <p:cNvPicPr preferRelativeResize="0"/>
          <p:nvPr/>
        </p:nvPicPr>
        <p:blipFill>
          <a:blip r:embed="rId4">
            <a:alphaModFix/>
          </a:blip>
          <a:stretch>
            <a:fillRect/>
          </a:stretch>
        </p:blipFill>
        <p:spPr>
          <a:xfrm>
            <a:off x="1064662" y="3410662"/>
            <a:ext cx="727174" cy="909325"/>
          </a:xfrm>
          <a:prstGeom prst="rect">
            <a:avLst/>
          </a:prstGeom>
          <a:noFill/>
          <a:ln>
            <a:noFill/>
          </a:ln>
        </p:spPr>
      </p:pic>
      <p:pic>
        <p:nvPicPr>
          <p:cNvPr id="1087" name="Google Shape;1087;p80"/>
          <p:cNvPicPr preferRelativeResize="0"/>
          <p:nvPr/>
        </p:nvPicPr>
        <p:blipFill>
          <a:blip r:embed="rId5">
            <a:alphaModFix/>
          </a:blip>
          <a:stretch>
            <a:fillRect/>
          </a:stretch>
        </p:blipFill>
        <p:spPr>
          <a:xfrm>
            <a:off x="7667140" y="3240000"/>
            <a:ext cx="807760" cy="8960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81"/>
          <p:cNvSpPr txBox="1"/>
          <p:nvPr/>
        </p:nvSpPr>
        <p:spPr>
          <a:xfrm flipH="1">
            <a:off x="4715200" y="1147200"/>
            <a:ext cx="37779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Yes, the perpendicular distance is sometimes called the height or </a:t>
            </a:r>
            <a:r>
              <a:rPr lang="en-GB" sz="2000">
                <a:solidFill>
                  <a:schemeClr val="dk1"/>
                </a:solidFill>
                <a:latin typeface="Lexend"/>
                <a:ea typeface="Lexend"/>
                <a:cs typeface="Lexend"/>
                <a:sym typeface="Lexend"/>
              </a:rPr>
              <a:t>length</a:t>
            </a:r>
            <a:r>
              <a:rPr lang="en-GB" sz="2000">
                <a:solidFill>
                  <a:schemeClr val="dk1"/>
                </a:solidFill>
                <a:latin typeface="Lexend"/>
                <a:ea typeface="Lexend"/>
                <a:cs typeface="Lexend"/>
                <a:sym typeface="Lexend"/>
              </a:rPr>
              <a:t> depending on how it is presented.</a:t>
            </a:r>
            <a:endParaRPr sz="2000">
              <a:solidFill>
                <a:schemeClr val="dk1"/>
              </a:solidFill>
              <a:latin typeface="Lexend"/>
              <a:ea typeface="Lexend"/>
              <a:cs typeface="Lexend"/>
              <a:sym typeface="Lexend"/>
            </a:endParaRPr>
          </a:p>
        </p:txBody>
      </p:sp>
      <p:pic>
        <p:nvPicPr>
          <p:cNvPr id="1093" name="Google Shape;1093;p81"/>
          <p:cNvPicPr preferRelativeResize="0"/>
          <p:nvPr/>
        </p:nvPicPr>
        <p:blipFill rotWithShape="1">
          <a:blip r:embed="rId3">
            <a:alphaModFix/>
          </a:blip>
          <a:srcRect b="6172" l="40550" r="0" t="13240"/>
          <a:stretch/>
        </p:blipFill>
        <p:spPr>
          <a:xfrm flipH="1">
            <a:off x="4724401" y="1158150"/>
            <a:ext cx="3902899" cy="2031900"/>
          </a:xfrm>
          <a:prstGeom prst="rect">
            <a:avLst/>
          </a:prstGeom>
          <a:noFill/>
          <a:ln>
            <a:noFill/>
          </a:ln>
        </p:spPr>
      </p:pic>
      <p:pic>
        <p:nvPicPr>
          <p:cNvPr id="1094" name="Google Shape;1094;p81"/>
          <p:cNvPicPr preferRelativeResize="0"/>
          <p:nvPr/>
        </p:nvPicPr>
        <p:blipFill rotWithShape="1">
          <a:blip r:embed="rId3">
            <a:alphaModFix/>
          </a:blip>
          <a:srcRect b="6172" l="40550" r="0" t="13240"/>
          <a:stretch/>
        </p:blipFill>
        <p:spPr>
          <a:xfrm>
            <a:off x="743875" y="901450"/>
            <a:ext cx="3759498" cy="2426200"/>
          </a:xfrm>
          <a:prstGeom prst="rect">
            <a:avLst/>
          </a:prstGeom>
          <a:noFill/>
          <a:ln>
            <a:noFill/>
          </a:ln>
        </p:spPr>
      </p:pic>
      <p:sp>
        <p:nvSpPr>
          <p:cNvPr id="1095" name="Google Shape;1095;p8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096" name="Google Shape;1096;p81"/>
          <p:cNvSpPr txBox="1"/>
          <p:nvPr/>
        </p:nvSpPr>
        <p:spPr>
          <a:xfrm>
            <a:off x="1039250" y="929550"/>
            <a:ext cx="3425700" cy="203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So to find the volume of a triangular prism, find the area of the triangle and then multiply it by the perpendicular distance between the bases?</a:t>
            </a:r>
            <a:endParaRPr sz="2000">
              <a:solidFill>
                <a:schemeClr val="dk1"/>
              </a:solidFill>
              <a:latin typeface="Lexend"/>
              <a:ea typeface="Lexend"/>
              <a:cs typeface="Lexend"/>
              <a:sym typeface="Lexend"/>
            </a:endParaRPr>
          </a:p>
        </p:txBody>
      </p:sp>
      <p:pic>
        <p:nvPicPr>
          <p:cNvPr id="1097" name="Google Shape;1097;p81"/>
          <p:cNvPicPr preferRelativeResize="0"/>
          <p:nvPr/>
        </p:nvPicPr>
        <p:blipFill>
          <a:blip r:embed="rId4">
            <a:alphaModFix/>
          </a:blip>
          <a:stretch>
            <a:fillRect/>
          </a:stretch>
        </p:blipFill>
        <p:spPr>
          <a:xfrm>
            <a:off x="1064662" y="3410662"/>
            <a:ext cx="727174" cy="909325"/>
          </a:xfrm>
          <a:prstGeom prst="rect">
            <a:avLst/>
          </a:prstGeom>
          <a:noFill/>
          <a:ln>
            <a:noFill/>
          </a:ln>
        </p:spPr>
      </p:pic>
      <p:pic>
        <p:nvPicPr>
          <p:cNvPr id="1098" name="Google Shape;1098;p81"/>
          <p:cNvPicPr preferRelativeResize="0"/>
          <p:nvPr/>
        </p:nvPicPr>
        <p:blipFill>
          <a:blip r:embed="rId5">
            <a:alphaModFix/>
          </a:blip>
          <a:stretch>
            <a:fillRect/>
          </a:stretch>
        </p:blipFill>
        <p:spPr>
          <a:xfrm>
            <a:off x="7667140" y="3240000"/>
            <a:ext cx="807760" cy="89609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2" name="Shape 1102"/>
        <p:cNvGrpSpPr/>
        <p:nvPr/>
      </p:nvGrpSpPr>
      <p:grpSpPr>
        <a:xfrm>
          <a:off x="0" y="0"/>
          <a:ext cx="0" cy="0"/>
          <a:chOff x="0" y="0"/>
          <a:chExt cx="0" cy="0"/>
        </a:xfrm>
      </p:grpSpPr>
      <p:sp>
        <p:nvSpPr>
          <p:cNvPr id="1103" name="Google Shape;1103;p8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104" name="Google Shape;1104;p82"/>
          <p:cNvSpPr txBox="1"/>
          <p:nvPr>
            <p:ph idx="1" type="body"/>
          </p:nvPr>
        </p:nvSpPr>
        <p:spPr>
          <a:xfrm>
            <a:off x="324000" y="759300"/>
            <a:ext cx="8237700" cy="69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would the volume of this triangular prism be?</a:t>
            </a:r>
            <a:endParaRPr sz="2000"/>
          </a:p>
        </p:txBody>
      </p:sp>
      <p:sp>
        <p:nvSpPr>
          <p:cNvPr id="1105" name="Google Shape;1105;p82"/>
          <p:cNvSpPr txBox="1"/>
          <p:nvPr/>
        </p:nvSpPr>
        <p:spPr>
          <a:xfrm>
            <a:off x="3625825" y="1312775"/>
            <a:ext cx="5370900" cy="17238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The area of the base is</a:t>
            </a:r>
            <a:r>
              <a:rPr lang="en-GB" sz="2000">
                <a:solidFill>
                  <a:schemeClr val="dk1"/>
                </a:solidFill>
                <a:latin typeface="Lexend"/>
                <a:ea typeface="Lexend"/>
                <a:cs typeface="Lexend"/>
                <a:sym typeface="Lexend"/>
              </a:rPr>
              <a:t> 6 cm</a:t>
            </a:r>
            <a:r>
              <a:rPr baseline="30000" lang="en-GB" sz="2000">
                <a:solidFill>
                  <a:schemeClr val="dk1"/>
                </a:solidFill>
                <a:latin typeface="Lexend"/>
                <a:ea typeface="Lexend"/>
                <a:cs typeface="Lexend"/>
                <a:sym typeface="Lexend"/>
              </a:rPr>
              <a:t>2</a:t>
            </a:r>
            <a:r>
              <a:rPr lang="en-GB"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There are 8 centimetre deep layers, each with a volume of 6 cm</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a:p>
            <a:pPr indent="0" lvl="0" marL="0" rtl="0" algn="l">
              <a:spcBef>
                <a:spcPts val="0"/>
              </a:spcBef>
              <a:spcAft>
                <a:spcPts val="0"/>
              </a:spcAft>
              <a:buNone/>
            </a:pPr>
            <a:r>
              <a:rPr lang="en-GB" sz="2000">
                <a:solidFill>
                  <a:schemeClr val="dk1"/>
                </a:solidFill>
                <a:latin typeface="Lexend"/>
                <a:ea typeface="Lexend"/>
                <a:cs typeface="Lexend"/>
                <a:sym typeface="Lexend"/>
              </a:rPr>
              <a:t>The volume is 8 × 6 = 48 cm</a:t>
            </a:r>
            <a:r>
              <a:rPr baseline="30000" lang="en-GB" sz="2000">
                <a:solidFill>
                  <a:schemeClr val="dk1"/>
                </a:solidFill>
                <a:latin typeface="Lexend"/>
                <a:ea typeface="Lexend"/>
                <a:cs typeface="Lexend"/>
                <a:sym typeface="Lexend"/>
              </a:rPr>
              <a:t>3</a:t>
            </a:r>
            <a:r>
              <a:rPr lang="en-GB" sz="2000">
                <a:solidFill>
                  <a:schemeClr val="dk1"/>
                </a:solidFill>
                <a:latin typeface="Lexend"/>
                <a:ea typeface="Lexend"/>
                <a:cs typeface="Lexend"/>
                <a:sym typeface="Lexend"/>
              </a:rPr>
              <a:t> </a:t>
            </a:r>
            <a:endParaRPr sz="2000">
              <a:solidFill>
                <a:schemeClr val="dk1"/>
              </a:solidFill>
              <a:latin typeface="Lexend"/>
              <a:ea typeface="Lexend"/>
              <a:cs typeface="Lexend"/>
              <a:sym typeface="Lexend"/>
            </a:endParaRPr>
          </a:p>
          <a:p>
            <a:pPr indent="0" lvl="0" marL="0" rtl="0" algn="l">
              <a:spcBef>
                <a:spcPts val="0"/>
              </a:spcBef>
              <a:spcAft>
                <a:spcPts val="0"/>
              </a:spcAft>
              <a:buNone/>
            </a:pPr>
            <a:r>
              <a:t/>
            </a:r>
            <a:endParaRPr sz="2000">
              <a:solidFill>
                <a:schemeClr val="dk1"/>
              </a:solidFill>
              <a:latin typeface="Lexend"/>
              <a:ea typeface="Lexend"/>
              <a:cs typeface="Lexend"/>
              <a:sym typeface="Lexend"/>
            </a:endParaRPr>
          </a:p>
        </p:txBody>
      </p:sp>
      <p:pic>
        <p:nvPicPr>
          <p:cNvPr id="1106" name="Google Shape;1106;p82"/>
          <p:cNvPicPr preferRelativeResize="0"/>
          <p:nvPr/>
        </p:nvPicPr>
        <p:blipFill>
          <a:blip r:embed="rId3">
            <a:alphaModFix/>
          </a:blip>
          <a:stretch>
            <a:fillRect/>
          </a:stretch>
        </p:blipFill>
        <p:spPr>
          <a:xfrm>
            <a:off x="1079450" y="1241550"/>
            <a:ext cx="1807750" cy="2660400"/>
          </a:xfrm>
          <a:prstGeom prst="rect">
            <a:avLst/>
          </a:prstGeom>
          <a:noFill/>
          <a:ln>
            <a:noFill/>
          </a:ln>
        </p:spPr>
      </p:pic>
      <p:sp>
        <p:nvSpPr>
          <p:cNvPr id="1107" name="Google Shape;1107;p82"/>
          <p:cNvSpPr txBox="1"/>
          <p:nvPr/>
        </p:nvSpPr>
        <p:spPr>
          <a:xfrm>
            <a:off x="2135700" y="3518400"/>
            <a:ext cx="4121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4 cm</a:t>
            </a:r>
            <a:endParaRPr sz="2200">
              <a:solidFill>
                <a:schemeClr val="dk1"/>
              </a:solidFill>
              <a:latin typeface="Lexend"/>
              <a:ea typeface="Lexend"/>
              <a:cs typeface="Lexend"/>
              <a:sym typeface="Lexend"/>
            </a:endParaRPr>
          </a:p>
        </p:txBody>
      </p:sp>
      <p:sp>
        <p:nvSpPr>
          <p:cNvPr id="1108" name="Google Shape;1108;p82"/>
          <p:cNvSpPr txBox="1"/>
          <p:nvPr/>
        </p:nvSpPr>
        <p:spPr>
          <a:xfrm>
            <a:off x="636875" y="3584400"/>
            <a:ext cx="928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3 </a:t>
            </a:r>
            <a:r>
              <a:rPr lang="en-GB" sz="2200">
                <a:solidFill>
                  <a:schemeClr val="dk1"/>
                </a:solidFill>
                <a:latin typeface="Lexend"/>
                <a:ea typeface="Lexend"/>
                <a:cs typeface="Lexend"/>
                <a:sym typeface="Lexend"/>
              </a:rPr>
              <a:t>cm</a:t>
            </a:r>
            <a:endParaRPr sz="2200">
              <a:solidFill>
                <a:schemeClr val="dk1"/>
              </a:solidFill>
              <a:latin typeface="Lexend"/>
              <a:ea typeface="Lexend"/>
              <a:cs typeface="Lexend"/>
              <a:sym typeface="Lexend"/>
            </a:endParaRPr>
          </a:p>
        </p:txBody>
      </p:sp>
      <p:sp>
        <p:nvSpPr>
          <p:cNvPr id="1109" name="Google Shape;1109;p82"/>
          <p:cNvSpPr txBox="1"/>
          <p:nvPr/>
        </p:nvSpPr>
        <p:spPr>
          <a:xfrm>
            <a:off x="324000" y="2222550"/>
            <a:ext cx="928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a:t>
            </a:r>
            <a:r>
              <a:rPr lang="en-GB" sz="2200">
                <a:solidFill>
                  <a:schemeClr val="dk1"/>
                </a:solidFill>
                <a:latin typeface="Lexend"/>
                <a:ea typeface="Lexend"/>
                <a:cs typeface="Lexend"/>
                <a:sym typeface="Lexend"/>
              </a:rPr>
              <a:t> cm</a:t>
            </a:r>
            <a:endParaRPr sz="2200">
              <a:solidFill>
                <a:schemeClr val="dk1"/>
              </a:solidFill>
              <a:latin typeface="Lexend"/>
              <a:ea typeface="Lexend"/>
              <a:cs typeface="Lexend"/>
              <a:sym typeface="Lexend"/>
            </a:endParaRPr>
          </a:p>
        </p:txBody>
      </p:sp>
      <p:cxnSp>
        <p:nvCxnSpPr>
          <p:cNvPr id="1110" name="Google Shape;1110;p82"/>
          <p:cNvCxnSpPr/>
          <p:nvPr/>
        </p:nvCxnSpPr>
        <p:spPr>
          <a:xfrm flipH="1">
            <a:off x="1868400" y="3274350"/>
            <a:ext cx="1018800" cy="627600"/>
          </a:xfrm>
          <a:prstGeom prst="straightConnector1">
            <a:avLst/>
          </a:prstGeom>
          <a:noFill/>
          <a:ln cap="flat" cmpd="sng" w="28575">
            <a:solidFill>
              <a:schemeClr val="dk1"/>
            </a:solidFill>
            <a:prstDash val="solid"/>
            <a:round/>
            <a:headEnd len="med" w="med" type="triangle"/>
            <a:tailEnd len="med" w="med" type="triangle"/>
          </a:ln>
        </p:spPr>
      </p:cxnSp>
      <p:cxnSp>
        <p:nvCxnSpPr>
          <p:cNvPr id="1111" name="Google Shape;1111;p82"/>
          <p:cNvCxnSpPr/>
          <p:nvPr/>
        </p:nvCxnSpPr>
        <p:spPr>
          <a:xfrm>
            <a:off x="1122500" y="3584400"/>
            <a:ext cx="499500" cy="338700"/>
          </a:xfrm>
          <a:prstGeom prst="straightConnector1">
            <a:avLst/>
          </a:prstGeom>
          <a:noFill/>
          <a:ln cap="flat" cmpd="sng" w="28575">
            <a:solidFill>
              <a:schemeClr val="dk1"/>
            </a:solidFill>
            <a:prstDash val="solid"/>
            <a:round/>
            <a:headEnd len="med" w="med" type="triangle"/>
            <a:tailEnd len="med" w="med" type="triangle"/>
          </a:ln>
        </p:spPr>
      </p:cxnSp>
      <p:cxnSp>
        <p:nvCxnSpPr>
          <p:cNvPr id="1112" name="Google Shape;1112;p82"/>
          <p:cNvCxnSpPr/>
          <p:nvPr/>
        </p:nvCxnSpPr>
        <p:spPr>
          <a:xfrm>
            <a:off x="1106675" y="1666875"/>
            <a:ext cx="0" cy="1794300"/>
          </a:xfrm>
          <a:prstGeom prst="straightConnector1">
            <a:avLst/>
          </a:prstGeom>
          <a:noFill/>
          <a:ln cap="flat" cmpd="sng" w="28575">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xEl>
                                              <p:pRg end="3" st="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6" name="Shape 1116"/>
        <p:cNvGrpSpPr/>
        <p:nvPr/>
      </p:nvGrpSpPr>
      <p:grpSpPr>
        <a:xfrm>
          <a:off x="0" y="0"/>
          <a:ext cx="0" cy="0"/>
          <a:chOff x="0" y="0"/>
          <a:chExt cx="0" cy="0"/>
        </a:xfrm>
      </p:grpSpPr>
      <p:pic>
        <p:nvPicPr>
          <p:cNvPr id="1117" name="Google Shape;1117;p83"/>
          <p:cNvPicPr preferRelativeResize="0"/>
          <p:nvPr/>
        </p:nvPicPr>
        <p:blipFill rotWithShape="1">
          <a:blip r:embed="rId3">
            <a:alphaModFix/>
          </a:blip>
          <a:srcRect b="6172" l="40550" r="0" t="13240"/>
          <a:stretch/>
        </p:blipFill>
        <p:spPr>
          <a:xfrm flipH="1">
            <a:off x="4122940" y="859290"/>
            <a:ext cx="4563226" cy="2911226"/>
          </a:xfrm>
          <a:prstGeom prst="rect">
            <a:avLst/>
          </a:prstGeom>
          <a:noFill/>
          <a:ln>
            <a:noFill/>
          </a:ln>
        </p:spPr>
      </p:pic>
      <p:pic>
        <p:nvPicPr>
          <p:cNvPr id="1118" name="Google Shape;1118;p83"/>
          <p:cNvPicPr preferRelativeResize="0"/>
          <p:nvPr/>
        </p:nvPicPr>
        <p:blipFill rotWithShape="1">
          <a:blip r:embed="rId3">
            <a:alphaModFix/>
          </a:blip>
          <a:srcRect b="6172" l="40550" r="0" t="13240"/>
          <a:stretch/>
        </p:blipFill>
        <p:spPr>
          <a:xfrm>
            <a:off x="375094" y="1511050"/>
            <a:ext cx="3669299" cy="2426200"/>
          </a:xfrm>
          <a:prstGeom prst="rect">
            <a:avLst/>
          </a:prstGeom>
          <a:noFill/>
          <a:ln>
            <a:noFill/>
          </a:ln>
        </p:spPr>
      </p:pic>
      <p:sp>
        <p:nvSpPr>
          <p:cNvPr id="1119" name="Google Shape;1119;p8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pic>
        <p:nvPicPr>
          <p:cNvPr id="1120" name="Google Shape;1120;p83"/>
          <p:cNvPicPr preferRelativeResize="0"/>
          <p:nvPr/>
        </p:nvPicPr>
        <p:blipFill>
          <a:blip r:embed="rId4">
            <a:alphaModFix/>
          </a:blip>
          <a:stretch>
            <a:fillRect/>
          </a:stretch>
        </p:blipFill>
        <p:spPr>
          <a:xfrm>
            <a:off x="342775" y="3690675"/>
            <a:ext cx="727174" cy="909325"/>
          </a:xfrm>
          <a:prstGeom prst="rect">
            <a:avLst/>
          </a:prstGeom>
          <a:noFill/>
          <a:ln>
            <a:noFill/>
          </a:ln>
        </p:spPr>
      </p:pic>
      <p:pic>
        <p:nvPicPr>
          <p:cNvPr id="1121" name="Google Shape;1121;p83"/>
          <p:cNvPicPr preferRelativeResize="0"/>
          <p:nvPr/>
        </p:nvPicPr>
        <p:blipFill>
          <a:blip r:embed="rId5">
            <a:alphaModFix/>
          </a:blip>
          <a:stretch>
            <a:fillRect/>
          </a:stretch>
        </p:blipFill>
        <p:spPr>
          <a:xfrm>
            <a:off x="7712165" y="3759625"/>
            <a:ext cx="807760" cy="896090"/>
          </a:xfrm>
          <a:prstGeom prst="rect">
            <a:avLst/>
          </a:prstGeom>
          <a:noFill/>
          <a:ln>
            <a:noFill/>
          </a:ln>
        </p:spPr>
      </p:pic>
      <p:sp>
        <p:nvSpPr>
          <p:cNvPr id="1122" name="Google Shape;1122;p83"/>
          <p:cNvSpPr txBox="1"/>
          <p:nvPr/>
        </p:nvSpPr>
        <p:spPr>
          <a:xfrm>
            <a:off x="556125" y="1691550"/>
            <a:ext cx="35052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So extending this to any prism - the volume will be the area of the cross-sectional face multiplied by the length.</a:t>
            </a:r>
            <a:endParaRPr sz="2000">
              <a:solidFill>
                <a:schemeClr val="dk1"/>
              </a:solidFill>
              <a:latin typeface="Lexend"/>
              <a:ea typeface="Lexend"/>
              <a:cs typeface="Lexend"/>
              <a:sym typeface="Lexend"/>
            </a:endParaRPr>
          </a:p>
        </p:txBody>
      </p:sp>
      <p:sp>
        <p:nvSpPr>
          <p:cNvPr id="1123" name="Google Shape;1123;p83"/>
          <p:cNvSpPr txBox="1"/>
          <p:nvPr/>
        </p:nvSpPr>
        <p:spPr>
          <a:xfrm flipH="1">
            <a:off x="4223075" y="901450"/>
            <a:ext cx="41583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Yes! Prisms have a constant cross-section so multiplying by the length is including how many of those 1 unit deep layers there are. This works even if there aren’t whole numbers of 1 unit deep layers. </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7" name="Shape 1127"/>
        <p:cNvGrpSpPr/>
        <p:nvPr/>
      </p:nvGrpSpPr>
      <p:grpSpPr>
        <a:xfrm>
          <a:off x="0" y="0"/>
          <a:ext cx="0" cy="0"/>
          <a:chOff x="0" y="0"/>
          <a:chExt cx="0" cy="0"/>
        </a:xfrm>
      </p:grpSpPr>
      <p:sp>
        <p:nvSpPr>
          <p:cNvPr id="1128" name="Google Shape;1128;p8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129" name="Google Shape;1129;p84"/>
          <p:cNvSpPr txBox="1"/>
          <p:nvPr>
            <p:ph idx="1" type="body"/>
          </p:nvPr>
        </p:nvSpPr>
        <p:spPr>
          <a:xfrm>
            <a:off x="324000" y="759300"/>
            <a:ext cx="8237700" cy="381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What would the volume of this pentagonal prism be?</a:t>
            </a:r>
            <a:endParaRPr sz="2000"/>
          </a:p>
        </p:txBody>
      </p:sp>
      <p:sp>
        <p:nvSpPr>
          <p:cNvPr id="1130" name="Google Shape;1130;p84"/>
          <p:cNvSpPr txBox="1"/>
          <p:nvPr/>
        </p:nvSpPr>
        <p:spPr>
          <a:xfrm>
            <a:off x="663500" y="2438400"/>
            <a:ext cx="928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 cm</a:t>
            </a:r>
            <a:endParaRPr sz="2200">
              <a:solidFill>
                <a:schemeClr val="dk1"/>
              </a:solidFill>
              <a:latin typeface="Lexend"/>
              <a:ea typeface="Lexend"/>
              <a:cs typeface="Lexend"/>
              <a:sym typeface="Lexend"/>
            </a:endParaRPr>
          </a:p>
        </p:txBody>
      </p:sp>
      <p:cxnSp>
        <p:nvCxnSpPr>
          <p:cNvPr id="1131" name="Google Shape;1131;p84"/>
          <p:cNvCxnSpPr/>
          <p:nvPr/>
        </p:nvCxnSpPr>
        <p:spPr>
          <a:xfrm>
            <a:off x="1461625" y="1612650"/>
            <a:ext cx="0" cy="2537100"/>
          </a:xfrm>
          <a:prstGeom prst="straightConnector1">
            <a:avLst/>
          </a:prstGeom>
          <a:noFill/>
          <a:ln cap="flat" cmpd="sng" w="28575">
            <a:solidFill>
              <a:schemeClr val="dk1"/>
            </a:solidFill>
            <a:prstDash val="solid"/>
            <a:round/>
            <a:headEnd len="med" w="med" type="triangle"/>
            <a:tailEnd len="med" w="med" type="triangle"/>
          </a:ln>
        </p:spPr>
      </p:cxnSp>
      <p:pic>
        <p:nvPicPr>
          <p:cNvPr id="1132" name="Google Shape;1132;p84"/>
          <p:cNvPicPr preferRelativeResize="0"/>
          <p:nvPr/>
        </p:nvPicPr>
        <p:blipFill>
          <a:blip r:embed="rId3">
            <a:alphaModFix/>
          </a:blip>
          <a:stretch>
            <a:fillRect/>
          </a:stretch>
        </p:blipFill>
        <p:spPr>
          <a:xfrm>
            <a:off x="1428613" y="1141200"/>
            <a:ext cx="1797276" cy="3697499"/>
          </a:xfrm>
          <a:prstGeom prst="rect">
            <a:avLst/>
          </a:prstGeom>
          <a:noFill/>
          <a:ln>
            <a:noFill/>
          </a:ln>
        </p:spPr>
      </p:pic>
      <p:sp>
        <p:nvSpPr>
          <p:cNvPr id="1133" name="Google Shape;1133;p84"/>
          <p:cNvSpPr txBox="1"/>
          <p:nvPr/>
        </p:nvSpPr>
        <p:spPr>
          <a:xfrm>
            <a:off x="1815878" y="1402525"/>
            <a:ext cx="11547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12 </a:t>
            </a:r>
            <a:r>
              <a:rPr lang="en-GB" sz="2200">
                <a:solidFill>
                  <a:schemeClr val="dk1"/>
                </a:solidFill>
                <a:latin typeface="Lexend"/>
                <a:ea typeface="Lexend"/>
                <a:cs typeface="Lexend"/>
                <a:sym typeface="Lexend"/>
              </a:rPr>
              <a:t>cm</a:t>
            </a:r>
            <a:r>
              <a:rPr baseline="30000" lang="en-GB" sz="2200">
                <a:solidFill>
                  <a:schemeClr val="dk1"/>
                </a:solidFill>
                <a:latin typeface="Lexend"/>
                <a:ea typeface="Lexend"/>
                <a:cs typeface="Lexend"/>
                <a:sym typeface="Lexend"/>
              </a:rPr>
              <a:t>2</a:t>
            </a:r>
            <a:endParaRPr baseline="30000" sz="2200">
              <a:solidFill>
                <a:schemeClr val="dk1"/>
              </a:solidFill>
              <a:latin typeface="Lexend"/>
              <a:ea typeface="Lexend"/>
              <a:cs typeface="Lexend"/>
              <a:sym typeface="Lexend"/>
            </a:endParaRPr>
          </a:p>
        </p:txBody>
      </p:sp>
      <p:sp>
        <p:nvSpPr>
          <p:cNvPr id="1134" name="Google Shape;1134;p84"/>
          <p:cNvSpPr txBox="1"/>
          <p:nvPr/>
        </p:nvSpPr>
        <p:spPr>
          <a:xfrm>
            <a:off x="4215525" y="1876700"/>
            <a:ext cx="41211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Volume = 12 × 8 = 96 cm</a:t>
            </a:r>
            <a:r>
              <a:rPr baseline="30000" lang="en-GB" sz="2000">
                <a:solidFill>
                  <a:schemeClr val="dk1"/>
                </a:solidFill>
                <a:latin typeface="Kalam"/>
                <a:ea typeface="Kalam"/>
                <a:cs typeface="Kalam"/>
                <a:sym typeface="Kalam"/>
              </a:rPr>
              <a:t>3</a:t>
            </a:r>
            <a:endParaRPr baseline="30000"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8" name="Shape 1138"/>
        <p:cNvGrpSpPr/>
        <p:nvPr/>
      </p:nvGrpSpPr>
      <p:grpSpPr>
        <a:xfrm>
          <a:off x="0" y="0"/>
          <a:ext cx="0" cy="0"/>
          <a:chOff x="0" y="0"/>
          <a:chExt cx="0" cy="0"/>
        </a:xfrm>
      </p:grpSpPr>
      <p:sp>
        <p:nvSpPr>
          <p:cNvPr id="1139" name="Google Shape;1139;p85"/>
          <p:cNvSpPr txBox="1"/>
          <p:nvPr>
            <p:ph idx="1" type="body"/>
          </p:nvPr>
        </p:nvSpPr>
        <p:spPr>
          <a:xfrm>
            <a:off x="324000" y="759300"/>
            <a:ext cx="8237700" cy="19071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 Sketch</a:t>
            </a:r>
            <a:r>
              <a:rPr lang="en-GB" sz="2000"/>
              <a:t> all the cuboids with integer lengths that have a volume of 18 cm</a:t>
            </a:r>
            <a:r>
              <a:rPr baseline="30000" lang="en-GB" sz="2000"/>
              <a:t>3</a:t>
            </a:r>
            <a:r>
              <a:rPr lang="en-GB" sz="2000"/>
              <a:t>.</a:t>
            </a:r>
            <a:endParaRPr sz="2000"/>
          </a:p>
          <a:p>
            <a:pPr indent="0" lvl="0" marL="0" rtl="0" algn="l">
              <a:spcBef>
                <a:spcPts val="1000"/>
              </a:spcBef>
              <a:spcAft>
                <a:spcPts val="0"/>
              </a:spcAft>
              <a:buNone/>
            </a:pPr>
            <a:r>
              <a:t/>
            </a:r>
            <a:endParaRPr sz="2000"/>
          </a:p>
          <a:p>
            <a:pPr indent="0" lvl="0" marL="0" rtl="0" algn="l">
              <a:spcBef>
                <a:spcPts val="1000"/>
              </a:spcBef>
              <a:spcAft>
                <a:spcPts val="1000"/>
              </a:spcAft>
              <a:buNone/>
            </a:pPr>
            <a:r>
              <a:rPr lang="en-GB" sz="2000"/>
              <a:t>2) Calculate the volume of these cuboids.</a:t>
            </a:r>
            <a:endParaRPr sz="2000"/>
          </a:p>
        </p:txBody>
      </p:sp>
      <p:sp>
        <p:nvSpPr>
          <p:cNvPr id="1140" name="Google Shape;1140;p85"/>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Calculating the volume of any prism</a:t>
            </a:r>
            <a:endParaRPr/>
          </a:p>
        </p:txBody>
      </p:sp>
      <p:sp>
        <p:nvSpPr>
          <p:cNvPr id="1141" name="Google Shape;1141;p85"/>
          <p:cNvSpPr txBox="1"/>
          <p:nvPr/>
        </p:nvSpPr>
        <p:spPr>
          <a:xfrm>
            <a:off x="386125" y="2571750"/>
            <a:ext cx="474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a:t>
            </a:r>
            <a:endParaRPr sz="2000">
              <a:solidFill>
                <a:schemeClr val="dk1"/>
              </a:solidFill>
              <a:latin typeface="Lexend"/>
              <a:ea typeface="Lexend"/>
              <a:cs typeface="Lexend"/>
              <a:sym typeface="Lexend"/>
            </a:endParaRPr>
          </a:p>
        </p:txBody>
      </p:sp>
      <p:sp>
        <p:nvSpPr>
          <p:cNvPr id="1142" name="Google Shape;1142;p85"/>
          <p:cNvSpPr txBox="1"/>
          <p:nvPr/>
        </p:nvSpPr>
        <p:spPr>
          <a:xfrm>
            <a:off x="3481850" y="2571750"/>
            <a:ext cx="474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b</a:t>
            </a:r>
            <a:r>
              <a:rPr lang="en-GB"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sp>
        <p:nvSpPr>
          <p:cNvPr id="1143" name="Google Shape;1143;p85"/>
          <p:cNvSpPr txBox="1"/>
          <p:nvPr/>
        </p:nvSpPr>
        <p:spPr>
          <a:xfrm>
            <a:off x="5774400" y="2571750"/>
            <a:ext cx="474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c</a:t>
            </a:r>
            <a:r>
              <a:rPr lang="en-GB" sz="2000">
                <a:solidFill>
                  <a:schemeClr val="dk1"/>
                </a:solidFill>
                <a:latin typeface="Lexend"/>
                <a:ea typeface="Lexend"/>
                <a:cs typeface="Lexend"/>
                <a:sym typeface="Lexend"/>
              </a:rPr>
              <a:t>)</a:t>
            </a:r>
            <a:endParaRPr sz="2000">
              <a:solidFill>
                <a:schemeClr val="dk1"/>
              </a:solidFill>
              <a:latin typeface="Lexend"/>
              <a:ea typeface="Lexend"/>
              <a:cs typeface="Lexend"/>
              <a:sym typeface="Lexend"/>
            </a:endParaRPr>
          </a:p>
        </p:txBody>
      </p:sp>
      <p:pic>
        <p:nvPicPr>
          <p:cNvPr id="1144" name="Google Shape;1144;p85"/>
          <p:cNvPicPr preferRelativeResize="0"/>
          <p:nvPr/>
        </p:nvPicPr>
        <p:blipFill>
          <a:blip r:embed="rId3">
            <a:alphaModFix/>
          </a:blip>
          <a:stretch>
            <a:fillRect/>
          </a:stretch>
        </p:blipFill>
        <p:spPr>
          <a:xfrm>
            <a:off x="974050" y="2666400"/>
            <a:ext cx="1846825" cy="1668349"/>
          </a:xfrm>
          <a:prstGeom prst="rect">
            <a:avLst/>
          </a:prstGeom>
          <a:noFill/>
          <a:ln>
            <a:noFill/>
          </a:ln>
        </p:spPr>
      </p:pic>
      <p:pic>
        <p:nvPicPr>
          <p:cNvPr id="1145" name="Google Shape;1145;p85"/>
          <p:cNvPicPr preferRelativeResize="0"/>
          <p:nvPr/>
        </p:nvPicPr>
        <p:blipFill>
          <a:blip r:embed="rId4">
            <a:alphaModFix/>
          </a:blip>
          <a:stretch>
            <a:fillRect/>
          </a:stretch>
        </p:blipFill>
        <p:spPr>
          <a:xfrm>
            <a:off x="4262149" y="2615099"/>
            <a:ext cx="993725" cy="1960150"/>
          </a:xfrm>
          <a:prstGeom prst="rect">
            <a:avLst/>
          </a:prstGeom>
          <a:noFill/>
          <a:ln>
            <a:noFill/>
          </a:ln>
        </p:spPr>
      </p:pic>
      <p:pic>
        <p:nvPicPr>
          <p:cNvPr id="1146" name="Google Shape;1146;p85"/>
          <p:cNvPicPr preferRelativeResize="0"/>
          <p:nvPr/>
        </p:nvPicPr>
        <p:blipFill>
          <a:blip r:embed="rId5">
            <a:alphaModFix/>
          </a:blip>
          <a:stretch>
            <a:fillRect/>
          </a:stretch>
        </p:blipFill>
        <p:spPr>
          <a:xfrm>
            <a:off x="6629400" y="2707250"/>
            <a:ext cx="1510678" cy="1668350"/>
          </a:xfrm>
          <a:prstGeom prst="rect">
            <a:avLst/>
          </a:prstGeom>
          <a:noFill/>
          <a:ln>
            <a:noFill/>
          </a:ln>
        </p:spPr>
      </p:pic>
      <p:cxnSp>
        <p:nvCxnSpPr>
          <p:cNvPr id="1147" name="Google Shape;1147;p85"/>
          <p:cNvCxnSpPr>
            <a:endCxn id="1144" idx="0"/>
          </p:cNvCxnSpPr>
          <p:nvPr/>
        </p:nvCxnSpPr>
        <p:spPr>
          <a:xfrm flipH="1" rot="10800000">
            <a:off x="1019963" y="2666400"/>
            <a:ext cx="877500" cy="517200"/>
          </a:xfrm>
          <a:prstGeom prst="straightConnector1">
            <a:avLst/>
          </a:prstGeom>
          <a:noFill/>
          <a:ln cap="flat" cmpd="sng" w="28575">
            <a:solidFill>
              <a:schemeClr val="dk1"/>
            </a:solidFill>
            <a:prstDash val="solid"/>
            <a:round/>
            <a:headEnd len="med" w="med" type="triangle"/>
            <a:tailEnd len="med" w="med" type="triangle"/>
          </a:ln>
        </p:spPr>
      </p:cxnSp>
      <p:cxnSp>
        <p:nvCxnSpPr>
          <p:cNvPr id="1148" name="Google Shape;1148;p85"/>
          <p:cNvCxnSpPr/>
          <p:nvPr/>
        </p:nvCxnSpPr>
        <p:spPr>
          <a:xfrm>
            <a:off x="2806713" y="3125325"/>
            <a:ext cx="0" cy="539700"/>
          </a:xfrm>
          <a:prstGeom prst="straightConnector1">
            <a:avLst/>
          </a:prstGeom>
          <a:noFill/>
          <a:ln cap="flat" cmpd="sng" w="28575">
            <a:solidFill>
              <a:schemeClr val="dk1"/>
            </a:solidFill>
            <a:prstDash val="solid"/>
            <a:round/>
            <a:headEnd len="med" w="med" type="triangle"/>
            <a:tailEnd len="med" w="med" type="triangle"/>
          </a:ln>
        </p:spPr>
      </p:cxnSp>
      <p:cxnSp>
        <p:nvCxnSpPr>
          <p:cNvPr id="1149" name="Google Shape;1149;p85"/>
          <p:cNvCxnSpPr/>
          <p:nvPr/>
        </p:nvCxnSpPr>
        <p:spPr>
          <a:xfrm>
            <a:off x="1019963" y="3933100"/>
            <a:ext cx="692100" cy="387300"/>
          </a:xfrm>
          <a:prstGeom prst="straightConnector1">
            <a:avLst/>
          </a:prstGeom>
          <a:noFill/>
          <a:ln cap="flat" cmpd="sng" w="28575">
            <a:solidFill>
              <a:schemeClr val="dk1"/>
            </a:solidFill>
            <a:prstDash val="solid"/>
            <a:round/>
            <a:headEnd len="med" w="med" type="triangle"/>
            <a:tailEnd len="med" w="med" type="triangle"/>
          </a:ln>
        </p:spPr>
      </p:cxnSp>
      <p:cxnSp>
        <p:nvCxnSpPr>
          <p:cNvPr id="1150" name="Google Shape;1150;p85"/>
          <p:cNvCxnSpPr/>
          <p:nvPr/>
        </p:nvCxnSpPr>
        <p:spPr>
          <a:xfrm>
            <a:off x="4319988" y="2870625"/>
            <a:ext cx="0" cy="1341600"/>
          </a:xfrm>
          <a:prstGeom prst="straightConnector1">
            <a:avLst/>
          </a:prstGeom>
          <a:noFill/>
          <a:ln cap="flat" cmpd="sng" w="19050">
            <a:solidFill>
              <a:schemeClr val="dk1"/>
            </a:solidFill>
            <a:prstDash val="solid"/>
            <a:round/>
            <a:headEnd len="med" w="med" type="triangle"/>
            <a:tailEnd len="med" w="med" type="triangle"/>
          </a:ln>
        </p:spPr>
      </p:cxnSp>
      <p:cxnSp>
        <p:nvCxnSpPr>
          <p:cNvPr id="1151" name="Google Shape;1151;p85"/>
          <p:cNvCxnSpPr/>
          <p:nvPr/>
        </p:nvCxnSpPr>
        <p:spPr>
          <a:xfrm flipH="1" rot="10800000">
            <a:off x="4931638" y="4400400"/>
            <a:ext cx="306600" cy="178200"/>
          </a:xfrm>
          <a:prstGeom prst="straightConnector1">
            <a:avLst/>
          </a:prstGeom>
          <a:noFill/>
          <a:ln cap="flat" cmpd="sng" w="19050">
            <a:solidFill>
              <a:schemeClr val="dk1"/>
            </a:solidFill>
            <a:prstDash val="solid"/>
            <a:round/>
            <a:headEnd len="med" w="med" type="triangle"/>
            <a:tailEnd len="med" w="med" type="triangle"/>
          </a:ln>
        </p:spPr>
      </p:cxnSp>
      <p:cxnSp>
        <p:nvCxnSpPr>
          <p:cNvPr id="1152" name="Google Shape;1152;p85"/>
          <p:cNvCxnSpPr/>
          <p:nvPr/>
        </p:nvCxnSpPr>
        <p:spPr>
          <a:xfrm>
            <a:off x="4701138" y="2666400"/>
            <a:ext cx="507900" cy="276900"/>
          </a:xfrm>
          <a:prstGeom prst="straightConnector1">
            <a:avLst/>
          </a:prstGeom>
          <a:noFill/>
          <a:ln cap="flat" cmpd="sng" w="19050">
            <a:solidFill>
              <a:schemeClr val="dk1"/>
            </a:solidFill>
            <a:prstDash val="solid"/>
            <a:round/>
            <a:headEnd len="med" w="med" type="triangle"/>
            <a:tailEnd len="med" w="med" type="triangle"/>
          </a:ln>
        </p:spPr>
      </p:cxnSp>
      <p:cxnSp>
        <p:nvCxnSpPr>
          <p:cNvPr id="1153" name="Google Shape;1153;p85"/>
          <p:cNvCxnSpPr/>
          <p:nvPr/>
        </p:nvCxnSpPr>
        <p:spPr>
          <a:xfrm>
            <a:off x="6697138" y="3933100"/>
            <a:ext cx="692100" cy="387300"/>
          </a:xfrm>
          <a:prstGeom prst="straightConnector1">
            <a:avLst/>
          </a:prstGeom>
          <a:noFill/>
          <a:ln cap="flat" cmpd="sng" w="28575">
            <a:solidFill>
              <a:schemeClr val="dk1"/>
            </a:solidFill>
            <a:prstDash val="solid"/>
            <a:round/>
            <a:headEnd len="med" w="med" type="triangle"/>
            <a:tailEnd len="med" w="med" type="triangle"/>
          </a:ln>
        </p:spPr>
      </p:cxnSp>
      <p:cxnSp>
        <p:nvCxnSpPr>
          <p:cNvPr id="1154" name="Google Shape;1154;p85"/>
          <p:cNvCxnSpPr/>
          <p:nvPr/>
        </p:nvCxnSpPr>
        <p:spPr>
          <a:xfrm>
            <a:off x="8095113" y="3271575"/>
            <a:ext cx="0" cy="640800"/>
          </a:xfrm>
          <a:prstGeom prst="straightConnector1">
            <a:avLst/>
          </a:prstGeom>
          <a:noFill/>
          <a:ln cap="flat" cmpd="sng" w="28575">
            <a:solidFill>
              <a:schemeClr val="dk1"/>
            </a:solidFill>
            <a:prstDash val="solid"/>
            <a:round/>
            <a:headEnd len="med" w="med" type="triangle"/>
            <a:tailEnd len="med" w="med" type="triangle"/>
          </a:ln>
        </p:spPr>
      </p:cxnSp>
      <p:cxnSp>
        <p:nvCxnSpPr>
          <p:cNvPr id="1155" name="Google Shape;1155;p85"/>
          <p:cNvCxnSpPr/>
          <p:nvPr/>
        </p:nvCxnSpPr>
        <p:spPr>
          <a:xfrm flipH="1" rot="10800000">
            <a:off x="6697138" y="2812200"/>
            <a:ext cx="559200" cy="320100"/>
          </a:xfrm>
          <a:prstGeom prst="straightConnector1">
            <a:avLst/>
          </a:prstGeom>
          <a:noFill/>
          <a:ln cap="flat" cmpd="sng" w="28575">
            <a:solidFill>
              <a:schemeClr val="dk1"/>
            </a:solidFill>
            <a:prstDash val="solid"/>
            <a:round/>
            <a:headEnd len="med" w="med" type="triangle"/>
            <a:tailEnd len="med" w="med" type="triangle"/>
          </a:ln>
        </p:spPr>
      </p:cxnSp>
      <p:sp>
        <p:nvSpPr>
          <p:cNvPr id="1156" name="Google Shape;1156;p85"/>
          <p:cNvSpPr txBox="1"/>
          <p:nvPr/>
        </p:nvSpPr>
        <p:spPr>
          <a:xfrm>
            <a:off x="861025" y="406525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3 cm</a:t>
            </a:r>
            <a:endParaRPr sz="1600">
              <a:solidFill>
                <a:schemeClr val="dk1"/>
              </a:solidFill>
              <a:latin typeface="Lexend"/>
              <a:ea typeface="Lexend"/>
              <a:cs typeface="Lexend"/>
              <a:sym typeface="Lexend"/>
            </a:endParaRPr>
          </a:p>
        </p:txBody>
      </p:sp>
      <p:sp>
        <p:nvSpPr>
          <p:cNvPr id="1157" name="Google Shape;1157;p85"/>
          <p:cNvSpPr txBox="1"/>
          <p:nvPr/>
        </p:nvSpPr>
        <p:spPr>
          <a:xfrm>
            <a:off x="896075" y="260250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a:t>
            </a:r>
            <a:r>
              <a:rPr lang="en-GB" sz="1600">
                <a:solidFill>
                  <a:schemeClr val="dk1"/>
                </a:solidFill>
                <a:latin typeface="Lexend"/>
                <a:ea typeface="Lexend"/>
                <a:cs typeface="Lexend"/>
                <a:sym typeface="Lexend"/>
              </a:rPr>
              <a:t> cm</a:t>
            </a:r>
            <a:endParaRPr sz="1600">
              <a:solidFill>
                <a:schemeClr val="dk1"/>
              </a:solidFill>
              <a:latin typeface="Lexend"/>
              <a:ea typeface="Lexend"/>
              <a:cs typeface="Lexend"/>
              <a:sym typeface="Lexend"/>
            </a:endParaRPr>
          </a:p>
        </p:txBody>
      </p:sp>
      <p:sp>
        <p:nvSpPr>
          <p:cNvPr id="1158" name="Google Shape;1158;p85"/>
          <p:cNvSpPr txBox="1"/>
          <p:nvPr/>
        </p:nvSpPr>
        <p:spPr>
          <a:xfrm>
            <a:off x="2806725" y="3179625"/>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2</a:t>
            </a:r>
            <a:r>
              <a:rPr lang="en-GB" sz="1600">
                <a:solidFill>
                  <a:schemeClr val="dk1"/>
                </a:solidFill>
                <a:latin typeface="Lexend"/>
                <a:ea typeface="Lexend"/>
                <a:cs typeface="Lexend"/>
                <a:sym typeface="Lexend"/>
              </a:rPr>
              <a:t> cm</a:t>
            </a:r>
            <a:endParaRPr sz="1600">
              <a:solidFill>
                <a:schemeClr val="dk1"/>
              </a:solidFill>
              <a:latin typeface="Lexend"/>
              <a:ea typeface="Lexend"/>
              <a:cs typeface="Lexend"/>
              <a:sym typeface="Lexend"/>
            </a:endParaRPr>
          </a:p>
        </p:txBody>
      </p:sp>
      <p:sp>
        <p:nvSpPr>
          <p:cNvPr id="1159" name="Google Shape;1159;p85"/>
          <p:cNvSpPr txBox="1"/>
          <p:nvPr/>
        </p:nvSpPr>
        <p:spPr>
          <a:xfrm>
            <a:off x="4918950" y="248445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2 cm</a:t>
            </a:r>
            <a:endParaRPr sz="1600">
              <a:solidFill>
                <a:schemeClr val="dk1"/>
              </a:solidFill>
              <a:latin typeface="Lexend"/>
              <a:ea typeface="Lexend"/>
              <a:cs typeface="Lexend"/>
              <a:sym typeface="Lexend"/>
            </a:endParaRPr>
          </a:p>
        </p:txBody>
      </p:sp>
      <p:sp>
        <p:nvSpPr>
          <p:cNvPr id="1160" name="Google Shape;1160;p85"/>
          <p:cNvSpPr txBox="1"/>
          <p:nvPr/>
        </p:nvSpPr>
        <p:spPr>
          <a:xfrm>
            <a:off x="3818250" y="3285025"/>
            <a:ext cx="8160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50</a:t>
            </a:r>
            <a:r>
              <a:rPr lang="en-GB" sz="1600">
                <a:solidFill>
                  <a:schemeClr val="dk1"/>
                </a:solidFill>
                <a:latin typeface="Lexend"/>
                <a:ea typeface="Lexend"/>
                <a:cs typeface="Lexend"/>
                <a:sym typeface="Lexend"/>
              </a:rPr>
              <a:t> mm</a:t>
            </a:r>
            <a:endParaRPr sz="1600">
              <a:solidFill>
                <a:schemeClr val="dk1"/>
              </a:solidFill>
              <a:latin typeface="Lexend"/>
              <a:ea typeface="Lexend"/>
              <a:cs typeface="Lexend"/>
              <a:sym typeface="Lexend"/>
            </a:endParaRPr>
          </a:p>
        </p:txBody>
      </p:sp>
      <p:sp>
        <p:nvSpPr>
          <p:cNvPr id="1161" name="Google Shape;1161;p85"/>
          <p:cNvSpPr txBox="1"/>
          <p:nvPr/>
        </p:nvSpPr>
        <p:spPr>
          <a:xfrm>
            <a:off x="5030275" y="437560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1 c</a:t>
            </a:r>
            <a:r>
              <a:rPr lang="en-GB" sz="1600">
                <a:solidFill>
                  <a:schemeClr val="dk1"/>
                </a:solidFill>
                <a:latin typeface="Lexend"/>
                <a:ea typeface="Lexend"/>
                <a:cs typeface="Lexend"/>
                <a:sym typeface="Lexend"/>
              </a:rPr>
              <a:t>m</a:t>
            </a:r>
            <a:endParaRPr sz="1600">
              <a:solidFill>
                <a:schemeClr val="dk1"/>
              </a:solidFill>
              <a:latin typeface="Lexend"/>
              <a:ea typeface="Lexend"/>
              <a:cs typeface="Lexend"/>
              <a:sym typeface="Lexend"/>
            </a:endParaRPr>
          </a:p>
        </p:txBody>
      </p:sp>
      <p:sp>
        <p:nvSpPr>
          <p:cNvPr id="1162" name="Google Shape;1162;p85"/>
          <p:cNvSpPr txBox="1"/>
          <p:nvPr/>
        </p:nvSpPr>
        <p:spPr>
          <a:xfrm>
            <a:off x="6440350" y="258930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3.2</a:t>
            </a:r>
            <a:r>
              <a:rPr lang="en-GB" sz="1600">
                <a:solidFill>
                  <a:schemeClr val="dk1"/>
                </a:solidFill>
                <a:latin typeface="Lexend"/>
                <a:ea typeface="Lexend"/>
                <a:cs typeface="Lexend"/>
                <a:sym typeface="Lexend"/>
              </a:rPr>
              <a:t> m</a:t>
            </a:r>
            <a:endParaRPr sz="1600">
              <a:solidFill>
                <a:schemeClr val="dk1"/>
              </a:solidFill>
              <a:latin typeface="Lexend"/>
              <a:ea typeface="Lexend"/>
              <a:cs typeface="Lexend"/>
              <a:sym typeface="Lexend"/>
            </a:endParaRPr>
          </a:p>
        </p:txBody>
      </p:sp>
      <p:sp>
        <p:nvSpPr>
          <p:cNvPr id="1163" name="Google Shape;1163;p85"/>
          <p:cNvSpPr txBox="1"/>
          <p:nvPr/>
        </p:nvSpPr>
        <p:spPr>
          <a:xfrm>
            <a:off x="8140075" y="3325875"/>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3.2 m</a:t>
            </a:r>
            <a:endParaRPr sz="1600">
              <a:solidFill>
                <a:schemeClr val="dk1"/>
              </a:solidFill>
              <a:latin typeface="Lexend"/>
              <a:ea typeface="Lexend"/>
              <a:cs typeface="Lexend"/>
              <a:sym typeface="Lexend"/>
            </a:endParaRPr>
          </a:p>
        </p:txBody>
      </p:sp>
      <p:sp>
        <p:nvSpPr>
          <p:cNvPr id="1164" name="Google Shape;1164;p85"/>
          <p:cNvSpPr txBox="1"/>
          <p:nvPr/>
        </p:nvSpPr>
        <p:spPr>
          <a:xfrm>
            <a:off x="6568750" y="406525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a:t>
            </a:r>
            <a:r>
              <a:rPr lang="en-GB" sz="1600">
                <a:solidFill>
                  <a:schemeClr val="dk1"/>
                </a:solidFill>
                <a:latin typeface="Lexend"/>
                <a:ea typeface="Lexend"/>
                <a:cs typeface="Lexend"/>
                <a:sym typeface="Lexend"/>
              </a:rPr>
              <a:t> m</a:t>
            </a:r>
            <a:endParaRPr sz="1600">
              <a:solidFill>
                <a:schemeClr val="dk1"/>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8" name="Shape 1168"/>
        <p:cNvGrpSpPr/>
        <p:nvPr/>
      </p:nvGrpSpPr>
      <p:grpSpPr>
        <a:xfrm>
          <a:off x="0" y="0"/>
          <a:ext cx="0" cy="0"/>
          <a:chOff x="0" y="0"/>
          <a:chExt cx="0" cy="0"/>
        </a:xfrm>
      </p:grpSpPr>
      <p:sp>
        <p:nvSpPr>
          <p:cNvPr id="1169" name="Google Shape;1169;p86"/>
          <p:cNvSpPr txBox="1"/>
          <p:nvPr/>
        </p:nvSpPr>
        <p:spPr>
          <a:xfrm>
            <a:off x="1986601" y="2162400"/>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170" name="Google Shape;1170;p86"/>
          <p:cNvSpPr txBox="1"/>
          <p:nvPr>
            <p:ph idx="1" type="body"/>
          </p:nvPr>
        </p:nvSpPr>
        <p:spPr>
          <a:xfrm>
            <a:off x="324000" y="759300"/>
            <a:ext cx="8237700" cy="450000"/>
          </a:xfrm>
          <a:prstGeom prst="rect">
            <a:avLst/>
          </a:prstGeom>
        </p:spPr>
        <p:txBody>
          <a:bodyPr anchorCtr="0" anchor="t" bIns="0" lIns="0" spcFirstLastPara="1" rIns="0" wrap="square" tIns="0">
            <a:noAutofit/>
          </a:bodyPr>
          <a:lstStyle/>
          <a:p>
            <a:pPr indent="-360000" lvl="0" marL="360000" rtl="0" algn="l">
              <a:spcBef>
                <a:spcPts val="0"/>
              </a:spcBef>
              <a:spcAft>
                <a:spcPts val="0"/>
              </a:spcAft>
              <a:buNone/>
            </a:pPr>
            <a:r>
              <a:rPr lang="en-GB" sz="2000"/>
              <a:t>3) There are pairs of shapes with the same volume. </a:t>
            </a:r>
            <a:br>
              <a:rPr lang="en-GB" sz="2000"/>
            </a:br>
            <a:r>
              <a:rPr lang="en-GB" sz="2000"/>
              <a:t>Which shape does not have a pair?</a:t>
            </a:r>
            <a:endParaRPr sz="2000"/>
          </a:p>
          <a:p>
            <a:pPr indent="0" lvl="0" marL="0" rtl="0" algn="l">
              <a:spcBef>
                <a:spcPts val="1000"/>
              </a:spcBef>
              <a:spcAft>
                <a:spcPts val="0"/>
              </a:spcAft>
              <a:buNone/>
            </a:pPr>
            <a:r>
              <a:t/>
            </a:r>
            <a:endParaRPr sz="2000"/>
          </a:p>
          <a:p>
            <a:pPr indent="0" lvl="0" marL="0" rtl="0" algn="l">
              <a:spcBef>
                <a:spcPts val="1000"/>
              </a:spcBef>
              <a:spcAft>
                <a:spcPts val="1000"/>
              </a:spcAft>
              <a:buNone/>
            </a:pPr>
            <a:r>
              <a:t/>
            </a:r>
            <a:endParaRPr sz="2000"/>
          </a:p>
        </p:txBody>
      </p:sp>
      <p:sp>
        <p:nvSpPr>
          <p:cNvPr id="1171" name="Google Shape;1171;p86"/>
          <p:cNvSpPr txBox="1"/>
          <p:nvPr>
            <p:ph idx="2" type="subTitle"/>
          </p:nvPr>
        </p:nvSpPr>
        <p:spPr>
          <a:xfrm>
            <a:off x="1570025" y="134975"/>
            <a:ext cx="6855300" cy="4050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Calculating the volume of any prism</a:t>
            </a:r>
            <a:endParaRPr/>
          </a:p>
        </p:txBody>
      </p:sp>
      <p:pic>
        <p:nvPicPr>
          <p:cNvPr id="1172" name="Google Shape;1172;p86"/>
          <p:cNvPicPr preferRelativeResize="0"/>
          <p:nvPr/>
        </p:nvPicPr>
        <p:blipFill rotWithShape="1">
          <a:blip r:embed="rId3">
            <a:alphaModFix/>
          </a:blip>
          <a:srcRect b="57908" l="39035" r="38194" t="12156"/>
          <a:stretch/>
        </p:blipFill>
        <p:spPr>
          <a:xfrm>
            <a:off x="3557400" y="1441900"/>
            <a:ext cx="1266600" cy="1129849"/>
          </a:xfrm>
          <a:prstGeom prst="rect">
            <a:avLst/>
          </a:prstGeom>
          <a:noFill/>
          <a:ln>
            <a:noFill/>
          </a:ln>
        </p:spPr>
      </p:pic>
      <p:pic>
        <p:nvPicPr>
          <p:cNvPr id="1173" name="Google Shape;1173;p86"/>
          <p:cNvPicPr preferRelativeResize="0"/>
          <p:nvPr/>
        </p:nvPicPr>
        <p:blipFill rotWithShape="1">
          <a:blip r:embed="rId3">
            <a:alphaModFix/>
          </a:blip>
          <a:srcRect b="17520" l="10745" r="61337" t="46947"/>
          <a:stretch/>
        </p:blipFill>
        <p:spPr>
          <a:xfrm>
            <a:off x="2758800" y="3157800"/>
            <a:ext cx="1552974" cy="1341124"/>
          </a:xfrm>
          <a:prstGeom prst="rect">
            <a:avLst/>
          </a:prstGeom>
          <a:noFill/>
          <a:ln>
            <a:noFill/>
          </a:ln>
        </p:spPr>
      </p:pic>
      <p:pic>
        <p:nvPicPr>
          <p:cNvPr id="1174" name="Google Shape;1174;p86"/>
          <p:cNvPicPr preferRelativeResize="0"/>
          <p:nvPr/>
        </p:nvPicPr>
        <p:blipFill rotWithShape="1">
          <a:blip r:embed="rId3">
            <a:alphaModFix/>
          </a:blip>
          <a:srcRect b="20046" l="47053" r="30176" t="42138"/>
          <a:stretch/>
        </p:blipFill>
        <p:spPr>
          <a:xfrm>
            <a:off x="720820" y="1718750"/>
            <a:ext cx="1266600" cy="1427349"/>
          </a:xfrm>
          <a:prstGeom prst="rect">
            <a:avLst/>
          </a:prstGeom>
          <a:noFill/>
          <a:ln>
            <a:noFill/>
          </a:ln>
        </p:spPr>
      </p:pic>
      <p:pic>
        <p:nvPicPr>
          <p:cNvPr id="1175" name="Google Shape;1175;p86"/>
          <p:cNvPicPr preferRelativeResize="0"/>
          <p:nvPr/>
        </p:nvPicPr>
        <p:blipFill rotWithShape="1">
          <a:blip r:embed="rId3">
            <a:alphaModFix/>
          </a:blip>
          <a:srcRect b="11973" l="72842" r="4387" t="15017"/>
          <a:stretch/>
        </p:blipFill>
        <p:spPr>
          <a:xfrm>
            <a:off x="5478588" y="2086606"/>
            <a:ext cx="1266600" cy="2755651"/>
          </a:xfrm>
          <a:prstGeom prst="rect">
            <a:avLst/>
          </a:prstGeom>
          <a:noFill/>
          <a:ln>
            <a:noFill/>
          </a:ln>
        </p:spPr>
      </p:pic>
      <p:pic>
        <p:nvPicPr>
          <p:cNvPr id="1176" name="Google Shape;1176;p86"/>
          <p:cNvPicPr preferRelativeResize="0"/>
          <p:nvPr/>
        </p:nvPicPr>
        <p:blipFill>
          <a:blip r:embed="rId4">
            <a:alphaModFix/>
          </a:blip>
          <a:stretch>
            <a:fillRect/>
          </a:stretch>
        </p:blipFill>
        <p:spPr>
          <a:xfrm>
            <a:off x="6910200" y="1511363"/>
            <a:ext cx="1080950" cy="1842125"/>
          </a:xfrm>
          <a:prstGeom prst="rect">
            <a:avLst/>
          </a:prstGeom>
          <a:noFill/>
          <a:ln>
            <a:noFill/>
          </a:ln>
        </p:spPr>
      </p:pic>
      <p:cxnSp>
        <p:nvCxnSpPr>
          <p:cNvPr id="1177" name="Google Shape;1177;p86"/>
          <p:cNvCxnSpPr/>
          <p:nvPr/>
        </p:nvCxnSpPr>
        <p:spPr>
          <a:xfrm flipH="1" rot="10800000">
            <a:off x="3641525" y="4141925"/>
            <a:ext cx="612000" cy="357000"/>
          </a:xfrm>
          <a:prstGeom prst="straightConnector1">
            <a:avLst/>
          </a:prstGeom>
          <a:noFill/>
          <a:ln cap="flat" cmpd="sng" w="19050">
            <a:solidFill>
              <a:schemeClr val="dk1"/>
            </a:solidFill>
            <a:prstDash val="solid"/>
            <a:round/>
            <a:headEnd len="med" w="med" type="triangle"/>
            <a:tailEnd len="med" w="med" type="triangle"/>
          </a:ln>
        </p:spPr>
      </p:cxnSp>
      <p:cxnSp>
        <p:nvCxnSpPr>
          <p:cNvPr id="1178" name="Google Shape;1178;p86"/>
          <p:cNvCxnSpPr/>
          <p:nvPr/>
        </p:nvCxnSpPr>
        <p:spPr>
          <a:xfrm flipH="1" rot="10800000">
            <a:off x="4181250" y="2214750"/>
            <a:ext cx="612000" cy="357000"/>
          </a:xfrm>
          <a:prstGeom prst="straightConnector1">
            <a:avLst/>
          </a:prstGeom>
          <a:noFill/>
          <a:ln cap="flat" cmpd="sng" w="19050">
            <a:solidFill>
              <a:schemeClr val="dk1"/>
            </a:solidFill>
            <a:prstDash val="solid"/>
            <a:round/>
            <a:headEnd len="med" w="med" type="triangle"/>
            <a:tailEnd len="med" w="med" type="triangle"/>
          </a:ln>
        </p:spPr>
      </p:cxnSp>
      <p:cxnSp>
        <p:nvCxnSpPr>
          <p:cNvPr id="1179" name="Google Shape;1179;p86"/>
          <p:cNvCxnSpPr/>
          <p:nvPr/>
        </p:nvCxnSpPr>
        <p:spPr>
          <a:xfrm rot="10800000">
            <a:off x="8064400" y="1718975"/>
            <a:ext cx="0" cy="1144200"/>
          </a:xfrm>
          <a:prstGeom prst="straightConnector1">
            <a:avLst/>
          </a:prstGeom>
          <a:noFill/>
          <a:ln cap="flat" cmpd="sng" w="19050">
            <a:solidFill>
              <a:schemeClr val="dk1"/>
            </a:solidFill>
            <a:prstDash val="solid"/>
            <a:round/>
            <a:headEnd len="med" w="med" type="triangle"/>
            <a:tailEnd len="med" w="med" type="triangle"/>
          </a:ln>
        </p:spPr>
      </p:cxnSp>
      <p:cxnSp>
        <p:nvCxnSpPr>
          <p:cNvPr id="1180" name="Google Shape;1180;p86"/>
          <p:cNvCxnSpPr/>
          <p:nvPr/>
        </p:nvCxnSpPr>
        <p:spPr>
          <a:xfrm rot="10800000">
            <a:off x="2801975" y="3544775"/>
            <a:ext cx="0" cy="519300"/>
          </a:xfrm>
          <a:prstGeom prst="straightConnector1">
            <a:avLst/>
          </a:prstGeom>
          <a:noFill/>
          <a:ln cap="flat" cmpd="sng" w="19050">
            <a:solidFill>
              <a:schemeClr val="dk1"/>
            </a:solidFill>
            <a:prstDash val="solid"/>
            <a:round/>
            <a:headEnd len="med" w="med" type="triangle"/>
            <a:tailEnd len="med" w="med" type="triangle"/>
          </a:ln>
        </p:spPr>
      </p:cxnSp>
      <p:cxnSp>
        <p:nvCxnSpPr>
          <p:cNvPr id="1181" name="Google Shape;1181;p86"/>
          <p:cNvCxnSpPr/>
          <p:nvPr/>
        </p:nvCxnSpPr>
        <p:spPr>
          <a:xfrm rot="10800000">
            <a:off x="5571025" y="2184000"/>
            <a:ext cx="0" cy="2266800"/>
          </a:xfrm>
          <a:prstGeom prst="straightConnector1">
            <a:avLst/>
          </a:prstGeom>
          <a:noFill/>
          <a:ln cap="flat" cmpd="sng" w="19050">
            <a:solidFill>
              <a:schemeClr val="dk1"/>
            </a:solidFill>
            <a:prstDash val="solid"/>
            <a:round/>
            <a:headEnd len="med" w="med" type="triangle"/>
            <a:tailEnd len="med" w="med" type="triangle"/>
          </a:ln>
        </p:spPr>
      </p:cxnSp>
      <p:cxnSp>
        <p:nvCxnSpPr>
          <p:cNvPr id="1182" name="Google Shape;1182;p86"/>
          <p:cNvCxnSpPr/>
          <p:nvPr/>
        </p:nvCxnSpPr>
        <p:spPr>
          <a:xfrm rot="10800000">
            <a:off x="1987419" y="2031300"/>
            <a:ext cx="0" cy="759000"/>
          </a:xfrm>
          <a:prstGeom prst="straightConnector1">
            <a:avLst/>
          </a:prstGeom>
          <a:noFill/>
          <a:ln cap="flat" cmpd="sng" w="19050">
            <a:solidFill>
              <a:schemeClr val="dk1"/>
            </a:solidFill>
            <a:prstDash val="solid"/>
            <a:round/>
            <a:headEnd len="med" w="med" type="triangle"/>
            <a:tailEnd len="med" w="med" type="triangle"/>
          </a:ln>
        </p:spPr>
      </p:cxnSp>
      <p:cxnSp>
        <p:nvCxnSpPr>
          <p:cNvPr id="1183" name="Google Shape;1183;p86"/>
          <p:cNvCxnSpPr/>
          <p:nvPr/>
        </p:nvCxnSpPr>
        <p:spPr>
          <a:xfrm rot="10800000">
            <a:off x="3591025" y="2013675"/>
            <a:ext cx="0" cy="244800"/>
          </a:xfrm>
          <a:prstGeom prst="straightConnector1">
            <a:avLst/>
          </a:prstGeom>
          <a:noFill/>
          <a:ln cap="flat" cmpd="sng" w="9525">
            <a:solidFill>
              <a:schemeClr val="dk1"/>
            </a:solidFill>
            <a:prstDash val="solid"/>
            <a:round/>
            <a:headEnd len="med" w="med" type="triangle"/>
            <a:tailEnd len="med" w="med" type="triangle"/>
          </a:ln>
        </p:spPr>
      </p:cxnSp>
      <p:cxnSp>
        <p:nvCxnSpPr>
          <p:cNvPr id="1184" name="Google Shape;1184;p86"/>
          <p:cNvCxnSpPr/>
          <p:nvPr/>
        </p:nvCxnSpPr>
        <p:spPr>
          <a:xfrm>
            <a:off x="2801987" y="4121224"/>
            <a:ext cx="690300" cy="398400"/>
          </a:xfrm>
          <a:prstGeom prst="straightConnector1">
            <a:avLst/>
          </a:prstGeom>
          <a:noFill/>
          <a:ln cap="flat" cmpd="sng" w="19050">
            <a:solidFill>
              <a:schemeClr val="dk1"/>
            </a:solidFill>
            <a:prstDash val="solid"/>
            <a:round/>
            <a:headEnd len="med" w="med" type="triangle"/>
            <a:tailEnd len="med" w="med" type="triangle"/>
          </a:ln>
        </p:spPr>
      </p:cxnSp>
      <p:cxnSp>
        <p:nvCxnSpPr>
          <p:cNvPr id="1185" name="Google Shape;1185;p86"/>
          <p:cNvCxnSpPr/>
          <p:nvPr/>
        </p:nvCxnSpPr>
        <p:spPr>
          <a:xfrm>
            <a:off x="3591037" y="2372549"/>
            <a:ext cx="430500" cy="243000"/>
          </a:xfrm>
          <a:prstGeom prst="straightConnector1">
            <a:avLst/>
          </a:prstGeom>
          <a:noFill/>
          <a:ln cap="flat" cmpd="sng" w="19050">
            <a:solidFill>
              <a:schemeClr val="dk1"/>
            </a:solidFill>
            <a:prstDash val="solid"/>
            <a:round/>
            <a:headEnd len="med" w="med" type="triangle"/>
            <a:tailEnd len="med" w="med" type="triangle"/>
          </a:ln>
        </p:spPr>
      </p:cxnSp>
      <p:cxnSp>
        <p:nvCxnSpPr>
          <p:cNvPr id="1186" name="Google Shape;1186;p86"/>
          <p:cNvCxnSpPr/>
          <p:nvPr/>
        </p:nvCxnSpPr>
        <p:spPr>
          <a:xfrm>
            <a:off x="1556931" y="1718974"/>
            <a:ext cx="430500" cy="243000"/>
          </a:xfrm>
          <a:prstGeom prst="straightConnector1">
            <a:avLst/>
          </a:prstGeom>
          <a:noFill/>
          <a:ln cap="flat" cmpd="sng" w="19050">
            <a:solidFill>
              <a:schemeClr val="dk1"/>
            </a:solidFill>
            <a:prstDash val="solid"/>
            <a:round/>
            <a:headEnd len="med" w="med" type="triangle"/>
            <a:tailEnd len="med" w="med" type="triangle"/>
          </a:ln>
        </p:spPr>
      </p:cxnSp>
      <p:cxnSp>
        <p:nvCxnSpPr>
          <p:cNvPr id="1187" name="Google Shape;1187;p86"/>
          <p:cNvCxnSpPr/>
          <p:nvPr/>
        </p:nvCxnSpPr>
        <p:spPr>
          <a:xfrm flipH="1" rot="10800000">
            <a:off x="1556919" y="2894700"/>
            <a:ext cx="430500" cy="259800"/>
          </a:xfrm>
          <a:prstGeom prst="straightConnector1">
            <a:avLst/>
          </a:prstGeom>
          <a:noFill/>
          <a:ln cap="flat" cmpd="sng" w="19050">
            <a:solidFill>
              <a:schemeClr val="dk1"/>
            </a:solidFill>
            <a:prstDash val="solid"/>
            <a:round/>
            <a:headEnd len="med" w="med" type="triangle"/>
            <a:tailEnd len="med" w="med" type="triangle"/>
          </a:ln>
        </p:spPr>
      </p:cxnSp>
      <p:cxnSp>
        <p:nvCxnSpPr>
          <p:cNvPr id="1188" name="Google Shape;1188;p86"/>
          <p:cNvCxnSpPr/>
          <p:nvPr/>
        </p:nvCxnSpPr>
        <p:spPr>
          <a:xfrm rot="10800000">
            <a:off x="1030857" y="2310025"/>
            <a:ext cx="0" cy="244800"/>
          </a:xfrm>
          <a:prstGeom prst="straightConnector1">
            <a:avLst/>
          </a:prstGeom>
          <a:noFill/>
          <a:ln cap="flat" cmpd="sng" w="9525">
            <a:solidFill>
              <a:schemeClr val="dk1"/>
            </a:solidFill>
            <a:prstDash val="solid"/>
            <a:round/>
            <a:headEnd len="med" w="med" type="triangle"/>
            <a:tailEnd len="med" w="med" type="triangle"/>
          </a:ln>
        </p:spPr>
      </p:cxnSp>
      <p:cxnSp>
        <p:nvCxnSpPr>
          <p:cNvPr id="1189" name="Google Shape;1189;p86"/>
          <p:cNvCxnSpPr/>
          <p:nvPr/>
        </p:nvCxnSpPr>
        <p:spPr>
          <a:xfrm rot="10800000">
            <a:off x="815194" y="2516400"/>
            <a:ext cx="187500" cy="110700"/>
          </a:xfrm>
          <a:prstGeom prst="straightConnector1">
            <a:avLst/>
          </a:prstGeom>
          <a:noFill/>
          <a:ln cap="flat" cmpd="sng" w="9525">
            <a:solidFill>
              <a:schemeClr val="dk1"/>
            </a:solidFill>
            <a:prstDash val="solid"/>
            <a:round/>
            <a:headEnd len="med" w="med" type="triangle"/>
            <a:tailEnd len="med" w="med" type="triangle"/>
          </a:ln>
        </p:spPr>
      </p:cxnSp>
      <p:cxnSp>
        <p:nvCxnSpPr>
          <p:cNvPr id="1190" name="Google Shape;1190;p86"/>
          <p:cNvCxnSpPr/>
          <p:nvPr/>
        </p:nvCxnSpPr>
        <p:spPr>
          <a:xfrm rot="10800000">
            <a:off x="970757" y="2037600"/>
            <a:ext cx="0" cy="244800"/>
          </a:xfrm>
          <a:prstGeom prst="straightConnector1">
            <a:avLst/>
          </a:prstGeom>
          <a:noFill/>
          <a:ln cap="flat" cmpd="sng" w="9525">
            <a:solidFill>
              <a:schemeClr val="dk1"/>
            </a:solidFill>
            <a:prstDash val="solid"/>
            <a:round/>
            <a:headEnd len="med" w="med" type="triangle"/>
            <a:tailEnd len="med" w="med" type="triangle"/>
          </a:ln>
        </p:spPr>
      </p:cxnSp>
      <p:sp>
        <p:nvSpPr>
          <p:cNvPr id="1191" name="Google Shape;1191;p86"/>
          <p:cNvSpPr/>
          <p:nvPr/>
        </p:nvSpPr>
        <p:spPr>
          <a:xfrm>
            <a:off x="2880250" y="3996900"/>
            <a:ext cx="73975" cy="120200"/>
          </a:xfrm>
          <a:custGeom>
            <a:rect b="b" l="l" r="r" t="t"/>
            <a:pathLst>
              <a:path extrusionOk="0" h="4808" w="2959">
                <a:moveTo>
                  <a:pt x="0" y="0"/>
                </a:moveTo>
                <a:lnTo>
                  <a:pt x="92" y="3236"/>
                </a:lnTo>
                <a:lnTo>
                  <a:pt x="2867" y="4808"/>
                </a:lnTo>
                <a:lnTo>
                  <a:pt x="2959" y="1664"/>
                </a:lnTo>
                <a:close/>
              </a:path>
            </a:pathLst>
          </a:custGeom>
          <a:solidFill>
            <a:schemeClr val="accent4"/>
          </a:solidFill>
          <a:ln cap="flat" cmpd="sng" w="9525">
            <a:solidFill>
              <a:schemeClr val="accent4"/>
            </a:solidFill>
            <a:prstDash val="solid"/>
            <a:round/>
            <a:headEnd len="med" w="med" type="none"/>
            <a:tailEnd len="med" w="med" type="none"/>
          </a:ln>
        </p:spPr>
      </p:sp>
      <p:cxnSp>
        <p:nvCxnSpPr>
          <p:cNvPr id="1192" name="Google Shape;1192;p86"/>
          <p:cNvCxnSpPr/>
          <p:nvPr/>
        </p:nvCxnSpPr>
        <p:spPr>
          <a:xfrm>
            <a:off x="5637487" y="4523024"/>
            <a:ext cx="430500" cy="243000"/>
          </a:xfrm>
          <a:prstGeom prst="straightConnector1">
            <a:avLst/>
          </a:prstGeom>
          <a:noFill/>
          <a:ln cap="flat" cmpd="sng" w="19050">
            <a:solidFill>
              <a:schemeClr val="dk1"/>
            </a:solidFill>
            <a:prstDash val="solid"/>
            <a:round/>
            <a:headEnd len="med" w="med" type="triangle"/>
            <a:tailEnd len="med" w="med" type="triangle"/>
          </a:ln>
        </p:spPr>
      </p:cxnSp>
      <p:sp>
        <p:nvSpPr>
          <p:cNvPr id="1193" name="Google Shape;1193;p86"/>
          <p:cNvSpPr txBox="1"/>
          <p:nvPr/>
        </p:nvSpPr>
        <p:spPr>
          <a:xfrm>
            <a:off x="7671225" y="881100"/>
            <a:ext cx="1032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Area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3</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r>
              <a:rPr baseline="30000" lang="en-GB" sz="1800">
                <a:solidFill>
                  <a:schemeClr val="dk1"/>
                </a:solidFill>
                <a:latin typeface="Lexend"/>
                <a:ea typeface="Lexend"/>
                <a:cs typeface="Lexend"/>
                <a:sym typeface="Lexend"/>
              </a:rPr>
              <a:t>2</a:t>
            </a:r>
            <a:endParaRPr baseline="30000" sz="1800">
              <a:solidFill>
                <a:schemeClr val="dk1"/>
              </a:solidFill>
              <a:latin typeface="Lexend"/>
              <a:ea typeface="Lexend"/>
              <a:cs typeface="Lexend"/>
              <a:sym typeface="Lexend"/>
            </a:endParaRPr>
          </a:p>
        </p:txBody>
      </p:sp>
      <p:cxnSp>
        <p:nvCxnSpPr>
          <p:cNvPr id="1194" name="Google Shape;1194;p86"/>
          <p:cNvCxnSpPr>
            <a:stCxn id="1193" idx="1"/>
          </p:cNvCxnSpPr>
          <p:nvPr/>
        </p:nvCxnSpPr>
        <p:spPr>
          <a:xfrm flipH="1">
            <a:off x="7424025" y="1250550"/>
            <a:ext cx="247200" cy="618000"/>
          </a:xfrm>
          <a:prstGeom prst="straightConnector1">
            <a:avLst/>
          </a:prstGeom>
          <a:noFill/>
          <a:ln cap="flat" cmpd="sng" w="28575">
            <a:solidFill>
              <a:schemeClr val="dk1"/>
            </a:solidFill>
            <a:prstDash val="solid"/>
            <a:round/>
            <a:headEnd len="med" w="med" type="none"/>
            <a:tailEnd len="med" w="med" type="none"/>
          </a:ln>
        </p:spPr>
      </p:cxnSp>
      <p:sp>
        <p:nvSpPr>
          <p:cNvPr id="1195" name="Google Shape;1195;p86"/>
          <p:cNvSpPr txBox="1"/>
          <p:nvPr/>
        </p:nvSpPr>
        <p:spPr>
          <a:xfrm>
            <a:off x="8091450" y="1868550"/>
            <a:ext cx="72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196" name="Google Shape;1196;p86"/>
          <p:cNvSpPr txBox="1"/>
          <p:nvPr/>
        </p:nvSpPr>
        <p:spPr>
          <a:xfrm>
            <a:off x="4383706" y="2282400"/>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197" name="Google Shape;1197;p86"/>
          <p:cNvSpPr txBox="1"/>
          <p:nvPr/>
        </p:nvSpPr>
        <p:spPr>
          <a:xfrm>
            <a:off x="3862194" y="423742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198" name="Google Shape;1198;p86"/>
          <p:cNvSpPr txBox="1"/>
          <p:nvPr/>
        </p:nvSpPr>
        <p:spPr>
          <a:xfrm>
            <a:off x="4804294" y="3146100"/>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199" name="Google Shape;1199;p86"/>
          <p:cNvSpPr txBox="1"/>
          <p:nvPr/>
        </p:nvSpPr>
        <p:spPr>
          <a:xfrm>
            <a:off x="5300494" y="448367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0" name="Google Shape;1200;p86"/>
          <p:cNvSpPr txBox="1"/>
          <p:nvPr/>
        </p:nvSpPr>
        <p:spPr>
          <a:xfrm>
            <a:off x="2197353" y="3559413"/>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1" name="Google Shape;1201;p86"/>
          <p:cNvSpPr txBox="1"/>
          <p:nvPr/>
        </p:nvSpPr>
        <p:spPr>
          <a:xfrm>
            <a:off x="1707038" y="289468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2" name="Google Shape;1202;p86"/>
          <p:cNvSpPr txBox="1"/>
          <p:nvPr/>
        </p:nvSpPr>
        <p:spPr>
          <a:xfrm>
            <a:off x="2651669" y="421634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3" name="Google Shape;1203;p86"/>
          <p:cNvSpPr txBox="1"/>
          <p:nvPr/>
        </p:nvSpPr>
        <p:spPr>
          <a:xfrm>
            <a:off x="1707038" y="148647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4" name="Google Shape;1204;p86"/>
          <p:cNvSpPr txBox="1"/>
          <p:nvPr/>
        </p:nvSpPr>
        <p:spPr>
          <a:xfrm>
            <a:off x="3312201" y="239293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5" name="Google Shape;1205;p86"/>
          <p:cNvSpPr txBox="1"/>
          <p:nvPr/>
        </p:nvSpPr>
        <p:spPr>
          <a:xfrm>
            <a:off x="2875638" y="190522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6" name="Google Shape;1206;p86"/>
          <p:cNvSpPr txBox="1"/>
          <p:nvPr/>
        </p:nvSpPr>
        <p:spPr>
          <a:xfrm>
            <a:off x="324002" y="2414870"/>
            <a:ext cx="79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0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07" name="Google Shape;1207;p86"/>
          <p:cNvSpPr txBox="1"/>
          <p:nvPr/>
        </p:nvSpPr>
        <p:spPr>
          <a:xfrm>
            <a:off x="372097" y="1765435"/>
            <a:ext cx="72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cxnSp>
        <p:nvCxnSpPr>
          <p:cNvPr id="1208" name="Google Shape;1208;p86"/>
          <p:cNvCxnSpPr/>
          <p:nvPr/>
        </p:nvCxnSpPr>
        <p:spPr>
          <a:xfrm rot="10800000">
            <a:off x="4793250" y="1653288"/>
            <a:ext cx="0" cy="506700"/>
          </a:xfrm>
          <a:prstGeom prst="straightConnector1">
            <a:avLst/>
          </a:prstGeom>
          <a:noFill/>
          <a:ln cap="flat" cmpd="sng" w="19050">
            <a:solidFill>
              <a:schemeClr val="dk1"/>
            </a:solidFill>
            <a:prstDash val="dash"/>
            <a:round/>
            <a:headEnd len="med" w="med" type="triangle"/>
            <a:tailEnd len="med" w="med" type="triangle"/>
          </a:ln>
        </p:spPr>
      </p:cxnSp>
      <p:sp>
        <p:nvSpPr>
          <p:cNvPr id="1209" name="Google Shape;1209;p86"/>
          <p:cNvSpPr txBox="1"/>
          <p:nvPr/>
        </p:nvSpPr>
        <p:spPr>
          <a:xfrm>
            <a:off x="4741506" y="1689413"/>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cxnSp>
        <p:nvCxnSpPr>
          <p:cNvPr id="1210" name="Google Shape;1210;p86"/>
          <p:cNvCxnSpPr/>
          <p:nvPr/>
        </p:nvCxnSpPr>
        <p:spPr>
          <a:xfrm flipH="1" rot="10800000">
            <a:off x="5689250" y="2044581"/>
            <a:ext cx="313200" cy="119100"/>
          </a:xfrm>
          <a:prstGeom prst="straightConnector1">
            <a:avLst/>
          </a:prstGeom>
          <a:noFill/>
          <a:ln cap="flat" cmpd="sng" w="19050">
            <a:solidFill>
              <a:schemeClr val="dk1"/>
            </a:solidFill>
            <a:prstDash val="dash"/>
            <a:round/>
            <a:headEnd len="med" w="med" type="triangle"/>
            <a:tailEnd len="med" w="med" type="triangle"/>
          </a:ln>
        </p:spPr>
      </p:cxnSp>
      <p:cxnSp>
        <p:nvCxnSpPr>
          <p:cNvPr id="1211" name="Google Shape;1211;p86"/>
          <p:cNvCxnSpPr/>
          <p:nvPr/>
        </p:nvCxnSpPr>
        <p:spPr>
          <a:xfrm rot="10800000">
            <a:off x="5998200" y="2036375"/>
            <a:ext cx="568200" cy="377100"/>
          </a:xfrm>
          <a:prstGeom prst="straightConnector1">
            <a:avLst/>
          </a:prstGeom>
          <a:noFill/>
          <a:ln cap="flat" cmpd="sng" w="19050">
            <a:solidFill>
              <a:schemeClr val="dk1"/>
            </a:solidFill>
            <a:prstDash val="dash"/>
            <a:round/>
            <a:headEnd len="med" w="med" type="none"/>
            <a:tailEnd len="med" w="med" type="none"/>
          </a:ln>
        </p:spPr>
      </p:cxnSp>
      <p:sp>
        <p:nvSpPr>
          <p:cNvPr id="1212" name="Google Shape;1212;p86"/>
          <p:cNvSpPr/>
          <p:nvPr/>
        </p:nvSpPr>
        <p:spPr>
          <a:xfrm>
            <a:off x="5949025" y="2044600"/>
            <a:ext cx="135475" cy="57475"/>
          </a:xfrm>
          <a:custGeom>
            <a:rect b="b" l="l" r="r" t="t"/>
            <a:pathLst>
              <a:path extrusionOk="0" h="2299" w="5419">
                <a:moveTo>
                  <a:pt x="0" y="821"/>
                </a:moveTo>
                <a:lnTo>
                  <a:pt x="2956" y="0"/>
                </a:lnTo>
                <a:lnTo>
                  <a:pt x="5419" y="1806"/>
                </a:lnTo>
                <a:lnTo>
                  <a:pt x="2792" y="2299"/>
                </a:lnTo>
                <a:close/>
              </a:path>
            </a:pathLst>
          </a:custGeom>
          <a:solidFill>
            <a:schemeClr val="dk1"/>
          </a:solidFill>
          <a:ln cap="flat" cmpd="sng" w="9525">
            <a:solidFill>
              <a:schemeClr val="dk1"/>
            </a:solidFill>
            <a:prstDash val="solid"/>
            <a:round/>
            <a:headEnd len="med" w="med" type="none"/>
            <a:tailEnd len="med" w="med" type="none"/>
          </a:ln>
        </p:spPr>
      </p:sp>
      <p:sp>
        <p:nvSpPr>
          <p:cNvPr id="1213" name="Google Shape;1213;p86"/>
          <p:cNvSpPr txBox="1"/>
          <p:nvPr/>
        </p:nvSpPr>
        <p:spPr>
          <a:xfrm>
            <a:off x="5546213" y="168942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214" name="Google Shape;1214;p86"/>
          <p:cNvSpPr txBox="1"/>
          <p:nvPr/>
        </p:nvSpPr>
        <p:spPr>
          <a:xfrm>
            <a:off x="966078" y="2202300"/>
            <a:ext cx="69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8" name="Shape 1218"/>
        <p:cNvGrpSpPr/>
        <p:nvPr/>
      </p:nvGrpSpPr>
      <p:grpSpPr>
        <a:xfrm>
          <a:off x="0" y="0"/>
          <a:ext cx="0" cy="0"/>
          <a:chOff x="0" y="0"/>
          <a:chExt cx="0" cy="0"/>
        </a:xfrm>
      </p:grpSpPr>
      <p:sp>
        <p:nvSpPr>
          <p:cNvPr id="1219" name="Google Shape;1219;p87"/>
          <p:cNvSpPr txBox="1"/>
          <p:nvPr>
            <p:ph idx="1" type="body"/>
          </p:nvPr>
        </p:nvSpPr>
        <p:spPr>
          <a:xfrm>
            <a:off x="324000" y="759300"/>
            <a:ext cx="82377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2000"/>
              <a:t>1) Sketch all the cuboids with integer lengths that have a volume of 18 cm</a:t>
            </a:r>
            <a:r>
              <a:rPr baseline="30000" lang="en-GB" sz="2000"/>
              <a:t>3</a:t>
            </a:r>
            <a:r>
              <a:rPr lang="en-GB" sz="2000"/>
              <a:t>.</a:t>
            </a:r>
            <a:endParaRPr sz="2000"/>
          </a:p>
          <a:p>
            <a:pPr indent="0" lvl="0" marL="0" rtl="0" algn="l">
              <a:spcBef>
                <a:spcPts val="1000"/>
              </a:spcBef>
              <a:spcAft>
                <a:spcPts val="0"/>
              </a:spcAft>
              <a:buNone/>
            </a:pPr>
            <a:r>
              <a:t/>
            </a:r>
            <a:endParaRPr sz="2000"/>
          </a:p>
          <a:p>
            <a:pPr indent="0" lvl="0" marL="0" rtl="0" algn="l">
              <a:spcBef>
                <a:spcPts val="1000"/>
              </a:spcBef>
              <a:spcAft>
                <a:spcPts val="1000"/>
              </a:spcAft>
              <a:buNone/>
            </a:pPr>
            <a:r>
              <a:t/>
            </a:r>
            <a:endParaRPr sz="2000"/>
          </a:p>
        </p:txBody>
      </p:sp>
      <p:sp>
        <p:nvSpPr>
          <p:cNvPr id="1220" name="Google Shape;1220;p8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Calculating the volume of any prism</a:t>
            </a:r>
            <a:endParaRPr/>
          </a:p>
        </p:txBody>
      </p:sp>
      <p:sp>
        <p:nvSpPr>
          <p:cNvPr id="1221" name="Google Shape;1221;p87"/>
          <p:cNvSpPr txBox="1"/>
          <p:nvPr/>
        </p:nvSpPr>
        <p:spPr>
          <a:xfrm>
            <a:off x="1374225" y="1526900"/>
            <a:ext cx="6681900" cy="172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There are four cuboids with integer lengths:</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1 × 1 × 18</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1 × 2 × 9</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1 × 3 × 6</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2 × 3 × 3</a:t>
            </a:r>
            <a:endParaRPr sz="2000">
              <a:solidFill>
                <a:schemeClr val="dk1"/>
              </a:solidFill>
              <a:latin typeface="Kalam"/>
              <a:ea typeface="Kalam"/>
              <a:cs typeface="Kalam"/>
              <a:sym typeface="Kala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5" name="Shape 1225"/>
        <p:cNvGrpSpPr/>
        <p:nvPr/>
      </p:nvGrpSpPr>
      <p:grpSpPr>
        <a:xfrm>
          <a:off x="0" y="0"/>
          <a:ext cx="0" cy="0"/>
          <a:chOff x="0" y="0"/>
          <a:chExt cx="0" cy="0"/>
        </a:xfrm>
      </p:grpSpPr>
      <p:sp>
        <p:nvSpPr>
          <p:cNvPr id="1226" name="Google Shape;1226;p88"/>
          <p:cNvSpPr txBox="1"/>
          <p:nvPr>
            <p:ph idx="1" type="body"/>
          </p:nvPr>
        </p:nvSpPr>
        <p:spPr>
          <a:xfrm>
            <a:off x="324000" y="759300"/>
            <a:ext cx="8237700" cy="387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2) Calculate the volume of these cuboids.</a:t>
            </a:r>
            <a:endParaRPr sz="2000"/>
          </a:p>
        </p:txBody>
      </p:sp>
      <p:sp>
        <p:nvSpPr>
          <p:cNvPr id="1227" name="Google Shape;1227;p8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Calculating the volume of any prism</a:t>
            </a:r>
            <a:endParaRPr/>
          </a:p>
        </p:txBody>
      </p:sp>
      <p:sp>
        <p:nvSpPr>
          <p:cNvPr id="1228" name="Google Shape;1228;p88"/>
          <p:cNvSpPr txBox="1"/>
          <p:nvPr/>
        </p:nvSpPr>
        <p:spPr>
          <a:xfrm>
            <a:off x="386125" y="1047750"/>
            <a:ext cx="474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a:t>
            </a:r>
            <a:endParaRPr sz="2000">
              <a:solidFill>
                <a:schemeClr val="dk1"/>
              </a:solidFill>
              <a:latin typeface="Lexend"/>
              <a:ea typeface="Lexend"/>
              <a:cs typeface="Lexend"/>
              <a:sym typeface="Lexend"/>
            </a:endParaRPr>
          </a:p>
        </p:txBody>
      </p:sp>
      <p:sp>
        <p:nvSpPr>
          <p:cNvPr id="1229" name="Google Shape;1229;p88"/>
          <p:cNvSpPr txBox="1"/>
          <p:nvPr/>
        </p:nvSpPr>
        <p:spPr>
          <a:xfrm>
            <a:off x="3481850" y="1047750"/>
            <a:ext cx="474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b)</a:t>
            </a:r>
            <a:endParaRPr sz="2000">
              <a:solidFill>
                <a:schemeClr val="dk1"/>
              </a:solidFill>
              <a:latin typeface="Lexend"/>
              <a:ea typeface="Lexend"/>
              <a:cs typeface="Lexend"/>
              <a:sym typeface="Lexend"/>
            </a:endParaRPr>
          </a:p>
        </p:txBody>
      </p:sp>
      <p:sp>
        <p:nvSpPr>
          <p:cNvPr id="1230" name="Google Shape;1230;p88"/>
          <p:cNvSpPr txBox="1"/>
          <p:nvPr/>
        </p:nvSpPr>
        <p:spPr>
          <a:xfrm>
            <a:off x="5774400" y="1047750"/>
            <a:ext cx="474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c)</a:t>
            </a:r>
            <a:endParaRPr sz="2000">
              <a:solidFill>
                <a:schemeClr val="dk1"/>
              </a:solidFill>
              <a:latin typeface="Lexend"/>
              <a:ea typeface="Lexend"/>
              <a:cs typeface="Lexend"/>
              <a:sym typeface="Lexend"/>
            </a:endParaRPr>
          </a:p>
        </p:txBody>
      </p:sp>
      <p:pic>
        <p:nvPicPr>
          <p:cNvPr id="1231" name="Google Shape;1231;p88"/>
          <p:cNvPicPr preferRelativeResize="0"/>
          <p:nvPr/>
        </p:nvPicPr>
        <p:blipFill>
          <a:blip r:embed="rId3">
            <a:alphaModFix/>
          </a:blip>
          <a:stretch>
            <a:fillRect/>
          </a:stretch>
        </p:blipFill>
        <p:spPr>
          <a:xfrm>
            <a:off x="974050" y="1142400"/>
            <a:ext cx="1846825" cy="1668349"/>
          </a:xfrm>
          <a:prstGeom prst="rect">
            <a:avLst/>
          </a:prstGeom>
          <a:noFill/>
          <a:ln>
            <a:noFill/>
          </a:ln>
        </p:spPr>
      </p:pic>
      <p:pic>
        <p:nvPicPr>
          <p:cNvPr id="1232" name="Google Shape;1232;p88"/>
          <p:cNvPicPr preferRelativeResize="0"/>
          <p:nvPr/>
        </p:nvPicPr>
        <p:blipFill>
          <a:blip r:embed="rId4">
            <a:alphaModFix/>
          </a:blip>
          <a:stretch>
            <a:fillRect/>
          </a:stretch>
        </p:blipFill>
        <p:spPr>
          <a:xfrm>
            <a:off x="4262149" y="1091099"/>
            <a:ext cx="993725" cy="1960150"/>
          </a:xfrm>
          <a:prstGeom prst="rect">
            <a:avLst/>
          </a:prstGeom>
          <a:noFill/>
          <a:ln>
            <a:noFill/>
          </a:ln>
        </p:spPr>
      </p:pic>
      <p:pic>
        <p:nvPicPr>
          <p:cNvPr id="1233" name="Google Shape;1233;p88"/>
          <p:cNvPicPr preferRelativeResize="0"/>
          <p:nvPr/>
        </p:nvPicPr>
        <p:blipFill>
          <a:blip r:embed="rId5">
            <a:alphaModFix/>
          </a:blip>
          <a:stretch>
            <a:fillRect/>
          </a:stretch>
        </p:blipFill>
        <p:spPr>
          <a:xfrm>
            <a:off x="6629400" y="1183250"/>
            <a:ext cx="1510678" cy="1668350"/>
          </a:xfrm>
          <a:prstGeom prst="rect">
            <a:avLst/>
          </a:prstGeom>
          <a:noFill/>
          <a:ln>
            <a:noFill/>
          </a:ln>
        </p:spPr>
      </p:pic>
      <p:cxnSp>
        <p:nvCxnSpPr>
          <p:cNvPr id="1234" name="Google Shape;1234;p88"/>
          <p:cNvCxnSpPr>
            <a:endCxn id="1231" idx="0"/>
          </p:cNvCxnSpPr>
          <p:nvPr/>
        </p:nvCxnSpPr>
        <p:spPr>
          <a:xfrm flipH="1" rot="10800000">
            <a:off x="1019963" y="1142400"/>
            <a:ext cx="877500" cy="517200"/>
          </a:xfrm>
          <a:prstGeom prst="straightConnector1">
            <a:avLst/>
          </a:prstGeom>
          <a:noFill/>
          <a:ln cap="flat" cmpd="sng" w="28575">
            <a:solidFill>
              <a:schemeClr val="dk1"/>
            </a:solidFill>
            <a:prstDash val="solid"/>
            <a:round/>
            <a:headEnd len="med" w="med" type="triangle"/>
            <a:tailEnd len="med" w="med" type="triangle"/>
          </a:ln>
        </p:spPr>
      </p:cxnSp>
      <p:cxnSp>
        <p:nvCxnSpPr>
          <p:cNvPr id="1235" name="Google Shape;1235;p88"/>
          <p:cNvCxnSpPr/>
          <p:nvPr/>
        </p:nvCxnSpPr>
        <p:spPr>
          <a:xfrm>
            <a:off x="2806713" y="1601325"/>
            <a:ext cx="0" cy="539700"/>
          </a:xfrm>
          <a:prstGeom prst="straightConnector1">
            <a:avLst/>
          </a:prstGeom>
          <a:noFill/>
          <a:ln cap="flat" cmpd="sng" w="28575">
            <a:solidFill>
              <a:schemeClr val="dk1"/>
            </a:solidFill>
            <a:prstDash val="solid"/>
            <a:round/>
            <a:headEnd len="med" w="med" type="triangle"/>
            <a:tailEnd len="med" w="med" type="triangle"/>
          </a:ln>
        </p:spPr>
      </p:cxnSp>
      <p:cxnSp>
        <p:nvCxnSpPr>
          <p:cNvPr id="1236" name="Google Shape;1236;p88"/>
          <p:cNvCxnSpPr/>
          <p:nvPr/>
        </p:nvCxnSpPr>
        <p:spPr>
          <a:xfrm>
            <a:off x="1019963" y="2409100"/>
            <a:ext cx="692100" cy="387300"/>
          </a:xfrm>
          <a:prstGeom prst="straightConnector1">
            <a:avLst/>
          </a:prstGeom>
          <a:noFill/>
          <a:ln cap="flat" cmpd="sng" w="28575">
            <a:solidFill>
              <a:schemeClr val="dk1"/>
            </a:solidFill>
            <a:prstDash val="solid"/>
            <a:round/>
            <a:headEnd len="med" w="med" type="triangle"/>
            <a:tailEnd len="med" w="med" type="triangle"/>
          </a:ln>
        </p:spPr>
      </p:cxnSp>
      <p:cxnSp>
        <p:nvCxnSpPr>
          <p:cNvPr id="1237" name="Google Shape;1237;p88"/>
          <p:cNvCxnSpPr/>
          <p:nvPr/>
        </p:nvCxnSpPr>
        <p:spPr>
          <a:xfrm>
            <a:off x="4319988" y="1346625"/>
            <a:ext cx="0" cy="1341600"/>
          </a:xfrm>
          <a:prstGeom prst="straightConnector1">
            <a:avLst/>
          </a:prstGeom>
          <a:noFill/>
          <a:ln cap="flat" cmpd="sng" w="19050">
            <a:solidFill>
              <a:schemeClr val="dk1"/>
            </a:solidFill>
            <a:prstDash val="solid"/>
            <a:round/>
            <a:headEnd len="med" w="med" type="triangle"/>
            <a:tailEnd len="med" w="med" type="triangle"/>
          </a:ln>
        </p:spPr>
      </p:cxnSp>
      <p:cxnSp>
        <p:nvCxnSpPr>
          <p:cNvPr id="1238" name="Google Shape;1238;p88"/>
          <p:cNvCxnSpPr/>
          <p:nvPr/>
        </p:nvCxnSpPr>
        <p:spPr>
          <a:xfrm flipH="1" rot="10800000">
            <a:off x="4931638" y="2876400"/>
            <a:ext cx="306600" cy="178200"/>
          </a:xfrm>
          <a:prstGeom prst="straightConnector1">
            <a:avLst/>
          </a:prstGeom>
          <a:noFill/>
          <a:ln cap="flat" cmpd="sng" w="19050">
            <a:solidFill>
              <a:schemeClr val="dk1"/>
            </a:solidFill>
            <a:prstDash val="solid"/>
            <a:round/>
            <a:headEnd len="med" w="med" type="triangle"/>
            <a:tailEnd len="med" w="med" type="triangle"/>
          </a:ln>
        </p:spPr>
      </p:cxnSp>
      <p:cxnSp>
        <p:nvCxnSpPr>
          <p:cNvPr id="1239" name="Google Shape;1239;p88"/>
          <p:cNvCxnSpPr/>
          <p:nvPr/>
        </p:nvCxnSpPr>
        <p:spPr>
          <a:xfrm>
            <a:off x="4701138" y="1142400"/>
            <a:ext cx="507900" cy="276900"/>
          </a:xfrm>
          <a:prstGeom prst="straightConnector1">
            <a:avLst/>
          </a:prstGeom>
          <a:noFill/>
          <a:ln cap="flat" cmpd="sng" w="19050">
            <a:solidFill>
              <a:schemeClr val="dk1"/>
            </a:solidFill>
            <a:prstDash val="solid"/>
            <a:round/>
            <a:headEnd len="med" w="med" type="triangle"/>
            <a:tailEnd len="med" w="med" type="triangle"/>
          </a:ln>
        </p:spPr>
      </p:cxnSp>
      <p:cxnSp>
        <p:nvCxnSpPr>
          <p:cNvPr id="1240" name="Google Shape;1240;p88"/>
          <p:cNvCxnSpPr/>
          <p:nvPr/>
        </p:nvCxnSpPr>
        <p:spPr>
          <a:xfrm>
            <a:off x="6697138" y="2409100"/>
            <a:ext cx="692100" cy="387300"/>
          </a:xfrm>
          <a:prstGeom prst="straightConnector1">
            <a:avLst/>
          </a:prstGeom>
          <a:noFill/>
          <a:ln cap="flat" cmpd="sng" w="28575">
            <a:solidFill>
              <a:schemeClr val="dk1"/>
            </a:solidFill>
            <a:prstDash val="solid"/>
            <a:round/>
            <a:headEnd len="med" w="med" type="triangle"/>
            <a:tailEnd len="med" w="med" type="triangle"/>
          </a:ln>
        </p:spPr>
      </p:cxnSp>
      <p:cxnSp>
        <p:nvCxnSpPr>
          <p:cNvPr id="1241" name="Google Shape;1241;p88"/>
          <p:cNvCxnSpPr/>
          <p:nvPr/>
        </p:nvCxnSpPr>
        <p:spPr>
          <a:xfrm>
            <a:off x="8095113" y="1747575"/>
            <a:ext cx="0" cy="640800"/>
          </a:xfrm>
          <a:prstGeom prst="straightConnector1">
            <a:avLst/>
          </a:prstGeom>
          <a:noFill/>
          <a:ln cap="flat" cmpd="sng" w="28575">
            <a:solidFill>
              <a:schemeClr val="dk1"/>
            </a:solidFill>
            <a:prstDash val="solid"/>
            <a:round/>
            <a:headEnd len="med" w="med" type="triangle"/>
            <a:tailEnd len="med" w="med" type="triangle"/>
          </a:ln>
        </p:spPr>
      </p:cxnSp>
      <p:cxnSp>
        <p:nvCxnSpPr>
          <p:cNvPr id="1242" name="Google Shape;1242;p88"/>
          <p:cNvCxnSpPr/>
          <p:nvPr/>
        </p:nvCxnSpPr>
        <p:spPr>
          <a:xfrm flipH="1" rot="10800000">
            <a:off x="6697138" y="1288200"/>
            <a:ext cx="559200" cy="320100"/>
          </a:xfrm>
          <a:prstGeom prst="straightConnector1">
            <a:avLst/>
          </a:prstGeom>
          <a:noFill/>
          <a:ln cap="flat" cmpd="sng" w="28575">
            <a:solidFill>
              <a:schemeClr val="dk1"/>
            </a:solidFill>
            <a:prstDash val="solid"/>
            <a:round/>
            <a:headEnd len="med" w="med" type="triangle"/>
            <a:tailEnd len="med" w="med" type="triangle"/>
          </a:ln>
        </p:spPr>
      </p:cxnSp>
      <p:sp>
        <p:nvSpPr>
          <p:cNvPr id="1243" name="Google Shape;1243;p88"/>
          <p:cNvSpPr txBox="1"/>
          <p:nvPr/>
        </p:nvSpPr>
        <p:spPr>
          <a:xfrm>
            <a:off x="861025" y="254125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3 cm</a:t>
            </a:r>
            <a:endParaRPr sz="1600">
              <a:solidFill>
                <a:schemeClr val="dk1"/>
              </a:solidFill>
              <a:latin typeface="Lexend"/>
              <a:ea typeface="Lexend"/>
              <a:cs typeface="Lexend"/>
              <a:sym typeface="Lexend"/>
            </a:endParaRPr>
          </a:p>
        </p:txBody>
      </p:sp>
      <p:sp>
        <p:nvSpPr>
          <p:cNvPr id="1244" name="Google Shape;1244;p88"/>
          <p:cNvSpPr txBox="1"/>
          <p:nvPr/>
        </p:nvSpPr>
        <p:spPr>
          <a:xfrm>
            <a:off x="896075" y="107850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 cm</a:t>
            </a:r>
            <a:endParaRPr sz="1600">
              <a:solidFill>
                <a:schemeClr val="dk1"/>
              </a:solidFill>
              <a:latin typeface="Lexend"/>
              <a:ea typeface="Lexend"/>
              <a:cs typeface="Lexend"/>
              <a:sym typeface="Lexend"/>
            </a:endParaRPr>
          </a:p>
        </p:txBody>
      </p:sp>
      <p:sp>
        <p:nvSpPr>
          <p:cNvPr id="1245" name="Google Shape;1245;p88"/>
          <p:cNvSpPr txBox="1"/>
          <p:nvPr/>
        </p:nvSpPr>
        <p:spPr>
          <a:xfrm>
            <a:off x="2806725" y="1655625"/>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2 cm</a:t>
            </a:r>
            <a:endParaRPr sz="1600">
              <a:solidFill>
                <a:schemeClr val="dk1"/>
              </a:solidFill>
              <a:latin typeface="Lexend"/>
              <a:ea typeface="Lexend"/>
              <a:cs typeface="Lexend"/>
              <a:sym typeface="Lexend"/>
            </a:endParaRPr>
          </a:p>
        </p:txBody>
      </p:sp>
      <p:sp>
        <p:nvSpPr>
          <p:cNvPr id="1246" name="Google Shape;1246;p88"/>
          <p:cNvSpPr txBox="1"/>
          <p:nvPr/>
        </p:nvSpPr>
        <p:spPr>
          <a:xfrm>
            <a:off x="4918950" y="96045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2 cm</a:t>
            </a:r>
            <a:endParaRPr sz="1600">
              <a:solidFill>
                <a:schemeClr val="dk1"/>
              </a:solidFill>
              <a:latin typeface="Lexend"/>
              <a:ea typeface="Lexend"/>
              <a:cs typeface="Lexend"/>
              <a:sym typeface="Lexend"/>
            </a:endParaRPr>
          </a:p>
        </p:txBody>
      </p:sp>
      <p:sp>
        <p:nvSpPr>
          <p:cNvPr id="1247" name="Google Shape;1247;p88"/>
          <p:cNvSpPr txBox="1"/>
          <p:nvPr/>
        </p:nvSpPr>
        <p:spPr>
          <a:xfrm>
            <a:off x="3488125" y="1837225"/>
            <a:ext cx="9936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50 mm</a:t>
            </a:r>
            <a:endParaRPr sz="1600">
              <a:solidFill>
                <a:schemeClr val="dk1"/>
              </a:solidFill>
              <a:latin typeface="Lexend"/>
              <a:ea typeface="Lexend"/>
              <a:cs typeface="Lexend"/>
              <a:sym typeface="Lexend"/>
            </a:endParaRPr>
          </a:p>
        </p:txBody>
      </p:sp>
      <p:sp>
        <p:nvSpPr>
          <p:cNvPr id="1248" name="Google Shape;1248;p88"/>
          <p:cNvSpPr txBox="1"/>
          <p:nvPr/>
        </p:nvSpPr>
        <p:spPr>
          <a:xfrm>
            <a:off x="5030275" y="285160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1 cm</a:t>
            </a:r>
            <a:endParaRPr sz="1600">
              <a:solidFill>
                <a:schemeClr val="dk1"/>
              </a:solidFill>
              <a:latin typeface="Lexend"/>
              <a:ea typeface="Lexend"/>
              <a:cs typeface="Lexend"/>
              <a:sym typeface="Lexend"/>
            </a:endParaRPr>
          </a:p>
        </p:txBody>
      </p:sp>
      <p:sp>
        <p:nvSpPr>
          <p:cNvPr id="1249" name="Google Shape;1249;p88"/>
          <p:cNvSpPr txBox="1"/>
          <p:nvPr/>
        </p:nvSpPr>
        <p:spPr>
          <a:xfrm>
            <a:off x="6440350" y="106530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3.2 m</a:t>
            </a:r>
            <a:endParaRPr sz="1600">
              <a:solidFill>
                <a:schemeClr val="dk1"/>
              </a:solidFill>
              <a:latin typeface="Lexend"/>
              <a:ea typeface="Lexend"/>
              <a:cs typeface="Lexend"/>
              <a:sym typeface="Lexend"/>
            </a:endParaRPr>
          </a:p>
        </p:txBody>
      </p:sp>
      <p:sp>
        <p:nvSpPr>
          <p:cNvPr id="1250" name="Google Shape;1250;p88"/>
          <p:cNvSpPr txBox="1"/>
          <p:nvPr/>
        </p:nvSpPr>
        <p:spPr>
          <a:xfrm>
            <a:off x="8140075" y="1801875"/>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3.2 m</a:t>
            </a:r>
            <a:endParaRPr sz="1600">
              <a:solidFill>
                <a:schemeClr val="dk1"/>
              </a:solidFill>
              <a:latin typeface="Lexend"/>
              <a:ea typeface="Lexend"/>
              <a:cs typeface="Lexend"/>
              <a:sym typeface="Lexend"/>
            </a:endParaRPr>
          </a:p>
        </p:txBody>
      </p:sp>
      <p:sp>
        <p:nvSpPr>
          <p:cNvPr id="1251" name="Google Shape;1251;p88"/>
          <p:cNvSpPr txBox="1"/>
          <p:nvPr/>
        </p:nvSpPr>
        <p:spPr>
          <a:xfrm>
            <a:off x="6568750" y="2541250"/>
            <a:ext cx="816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 m</a:t>
            </a:r>
            <a:endParaRPr sz="1600">
              <a:solidFill>
                <a:schemeClr val="dk1"/>
              </a:solidFill>
              <a:latin typeface="Lexend"/>
              <a:ea typeface="Lexend"/>
              <a:cs typeface="Lexend"/>
              <a:sym typeface="Lexend"/>
            </a:endParaRPr>
          </a:p>
        </p:txBody>
      </p:sp>
      <p:sp>
        <p:nvSpPr>
          <p:cNvPr id="1252" name="Google Shape;1252;p88"/>
          <p:cNvSpPr txBox="1"/>
          <p:nvPr/>
        </p:nvSpPr>
        <p:spPr>
          <a:xfrm>
            <a:off x="552600" y="3162875"/>
            <a:ext cx="247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3 × 2 × 4 = 24 cm</a:t>
            </a:r>
            <a:r>
              <a:rPr baseline="30000" lang="en-GB" sz="20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253" name="Google Shape;1253;p88"/>
          <p:cNvSpPr txBox="1"/>
          <p:nvPr/>
        </p:nvSpPr>
        <p:spPr>
          <a:xfrm>
            <a:off x="3671575" y="3417075"/>
            <a:ext cx="2472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5</a:t>
            </a:r>
            <a:r>
              <a:rPr lang="en-GB" sz="2000">
                <a:solidFill>
                  <a:schemeClr val="dk1"/>
                </a:solidFill>
                <a:latin typeface="Kalam"/>
                <a:ea typeface="Kalam"/>
                <a:cs typeface="Kalam"/>
                <a:sym typeface="Kalam"/>
              </a:rPr>
              <a:t> × 2 × 1 = 10 cm</a:t>
            </a:r>
            <a:r>
              <a:rPr baseline="30000" lang="en-GB" sz="20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254" name="Google Shape;1254;p88"/>
          <p:cNvSpPr txBox="1"/>
          <p:nvPr/>
        </p:nvSpPr>
        <p:spPr>
          <a:xfrm>
            <a:off x="3329450" y="2203758"/>
            <a:ext cx="1137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 </a:t>
            </a:r>
            <a:r>
              <a:rPr lang="en-GB" sz="2000">
                <a:solidFill>
                  <a:schemeClr val="dk1"/>
                </a:solidFill>
                <a:latin typeface="Kalam"/>
                <a:ea typeface="Kalam"/>
                <a:cs typeface="Kalam"/>
                <a:sym typeface="Kalam"/>
              </a:rPr>
              <a:t>5 cm</a:t>
            </a:r>
            <a:endParaRPr sz="2000">
              <a:solidFill>
                <a:schemeClr val="dk1"/>
              </a:solidFill>
              <a:latin typeface="Kalam"/>
              <a:ea typeface="Kalam"/>
              <a:cs typeface="Kalam"/>
              <a:sym typeface="Kalam"/>
            </a:endParaRPr>
          </a:p>
        </p:txBody>
      </p:sp>
      <p:sp>
        <p:nvSpPr>
          <p:cNvPr id="1255" name="Google Shape;1255;p88"/>
          <p:cNvSpPr txBox="1"/>
          <p:nvPr/>
        </p:nvSpPr>
        <p:spPr>
          <a:xfrm>
            <a:off x="6484075" y="3355400"/>
            <a:ext cx="2472000" cy="800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4</a:t>
            </a:r>
            <a:r>
              <a:rPr lang="en-GB" sz="2000">
                <a:solidFill>
                  <a:schemeClr val="dk1"/>
                </a:solidFill>
                <a:latin typeface="Kalam"/>
                <a:ea typeface="Kalam"/>
                <a:cs typeface="Kalam"/>
                <a:sym typeface="Kalam"/>
              </a:rPr>
              <a:t> × 3.2 × 3.2 </a:t>
            </a:r>
            <a:endParaRPr sz="2000">
              <a:solidFill>
                <a:schemeClr val="dk1"/>
              </a:solidFill>
              <a:latin typeface="Kalam"/>
              <a:ea typeface="Kalam"/>
              <a:cs typeface="Kalam"/>
              <a:sym typeface="Kalam"/>
            </a:endParaRPr>
          </a:p>
          <a:p>
            <a:pPr indent="0" lvl="0" marL="0" rtl="0" algn="l">
              <a:spcBef>
                <a:spcPts val="0"/>
              </a:spcBef>
              <a:spcAft>
                <a:spcPts val="0"/>
              </a:spcAft>
              <a:buNone/>
            </a:pPr>
            <a:r>
              <a:rPr lang="en-GB" sz="2000">
                <a:solidFill>
                  <a:schemeClr val="dk1"/>
                </a:solidFill>
                <a:latin typeface="Kalam"/>
                <a:ea typeface="Kalam"/>
                <a:cs typeface="Kalam"/>
                <a:sym typeface="Kalam"/>
              </a:rPr>
              <a:t>= 40.96 m</a:t>
            </a:r>
            <a:r>
              <a:rPr baseline="30000" lang="en-GB" sz="20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89"/>
          <p:cNvSpPr/>
          <p:nvPr/>
        </p:nvSpPr>
        <p:spPr>
          <a:xfrm>
            <a:off x="6867700" y="951275"/>
            <a:ext cx="1952400" cy="2470200"/>
          </a:xfrm>
          <a:prstGeom prst="rect">
            <a:avLst/>
          </a:prstGeom>
          <a:noFill/>
          <a:ln cap="flat" cmpd="sng" w="3810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61" name="Google Shape;1261;p89"/>
          <p:cNvSpPr txBox="1"/>
          <p:nvPr/>
        </p:nvSpPr>
        <p:spPr>
          <a:xfrm>
            <a:off x="1849581" y="2162400"/>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cm</a:t>
            </a:r>
            <a:endParaRPr baseline="30000" sz="1800">
              <a:solidFill>
                <a:schemeClr val="dk1"/>
              </a:solidFill>
              <a:latin typeface="Lexend"/>
              <a:ea typeface="Lexend"/>
              <a:cs typeface="Lexend"/>
              <a:sym typeface="Lexend"/>
            </a:endParaRPr>
          </a:p>
        </p:txBody>
      </p:sp>
      <p:sp>
        <p:nvSpPr>
          <p:cNvPr id="1262" name="Google Shape;1262;p89"/>
          <p:cNvSpPr txBox="1"/>
          <p:nvPr>
            <p:ph idx="1" type="body"/>
          </p:nvPr>
        </p:nvSpPr>
        <p:spPr>
          <a:xfrm>
            <a:off x="324000" y="759300"/>
            <a:ext cx="6421200" cy="618000"/>
          </a:xfrm>
          <a:prstGeom prst="rect">
            <a:avLst/>
          </a:prstGeom>
        </p:spPr>
        <p:txBody>
          <a:bodyPr anchorCtr="0" anchor="t" bIns="0" lIns="0" spcFirstLastPara="1" rIns="0" wrap="square" tIns="0">
            <a:noAutofit/>
          </a:bodyPr>
          <a:lstStyle/>
          <a:p>
            <a:pPr indent="-360000" lvl="0" marL="360000" rtl="0" algn="l">
              <a:spcBef>
                <a:spcPts val="0"/>
              </a:spcBef>
              <a:spcAft>
                <a:spcPts val="0"/>
              </a:spcAft>
              <a:buClr>
                <a:schemeClr val="dk1"/>
              </a:buClr>
              <a:buSzPts val="1100"/>
              <a:buFont typeface="Arial"/>
              <a:buNone/>
            </a:pPr>
            <a:r>
              <a:rPr lang="en-GB" sz="2000"/>
              <a:t>3) There are pairs of shapes with the same volume. </a:t>
            </a:r>
            <a:br>
              <a:rPr lang="en-GB" sz="2000"/>
            </a:br>
            <a:r>
              <a:rPr lang="en-GB" sz="2000"/>
              <a:t>Which shape does not have a pair?</a:t>
            </a:r>
            <a:endParaRPr sz="2000"/>
          </a:p>
          <a:p>
            <a:pPr indent="0" lvl="0" marL="0" rtl="0" algn="l">
              <a:spcBef>
                <a:spcPts val="1000"/>
              </a:spcBef>
              <a:spcAft>
                <a:spcPts val="0"/>
              </a:spcAft>
              <a:buNone/>
            </a:pPr>
            <a:r>
              <a:t/>
            </a:r>
            <a:endParaRPr sz="2000"/>
          </a:p>
          <a:p>
            <a:pPr indent="0" lvl="0" marL="0" rtl="0" algn="l">
              <a:spcBef>
                <a:spcPts val="1000"/>
              </a:spcBef>
              <a:spcAft>
                <a:spcPts val="1000"/>
              </a:spcAft>
              <a:buNone/>
            </a:pPr>
            <a:r>
              <a:t/>
            </a:r>
            <a:endParaRPr sz="2000"/>
          </a:p>
        </p:txBody>
      </p:sp>
      <p:sp>
        <p:nvSpPr>
          <p:cNvPr id="1263" name="Google Shape;1263;p8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Calculating the volume of any prism</a:t>
            </a:r>
            <a:endParaRPr/>
          </a:p>
        </p:txBody>
      </p:sp>
      <p:pic>
        <p:nvPicPr>
          <p:cNvPr id="1264" name="Google Shape;1264;p89"/>
          <p:cNvPicPr preferRelativeResize="0"/>
          <p:nvPr/>
        </p:nvPicPr>
        <p:blipFill rotWithShape="1">
          <a:blip r:embed="rId3">
            <a:alphaModFix/>
          </a:blip>
          <a:srcRect b="57908" l="39035" r="38194" t="12156"/>
          <a:stretch/>
        </p:blipFill>
        <p:spPr>
          <a:xfrm>
            <a:off x="3557400" y="1441900"/>
            <a:ext cx="1266600" cy="1129849"/>
          </a:xfrm>
          <a:prstGeom prst="rect">
            <a:avLst/>
          </a:prstGeom>
          <a:noFill/>
          <a:ln>
            <a:noFill/>
          </a:ln>
        </p:spPr>
      </p:pic>
      <p:pic>
        <p:nvPicPr>
          <p:cNvPr id="1265" name="Google Shape;1265;p89"/>
          <p:cNvPicPr preferRelativeResize="0"/>
          <p:nvPr/>
        </p:nvPicPr>
        <p:blipFill rotWithShape="1">
          <a:blip r:embed="rId3">
            <a:alphaModFix/>
          </a:blip>
          <a:srcRect b="17520" l="10745" r="61337" t="46947"/>
          <a:stretch/>
        </p:blipFill>
        <p:spPr>
          <a:xfrm>
            <a:off x="2454000" y="3234000"/>
            <a:ext cx="1552974" cy="1341124"/>
          </a:xfrm>
          <a:prstGeom prst="rect">
            <a:avLst/>
          </a:prstGeom>
          <a:noFill/>
          <a:ln>
            <a:noFill/>
          </a:ln>
        </p:spPr>
      </p:pic>
      <p:pic>
        <p:nvPicPr>
          <p:cNvPr id="1266" name="Google Shape;1266;p89"/>
          <p:cNvPicPr preferRelativeResize="0"/>
          <p:nvPr/>
        </p:nvPicPr>
        <p:blipFill rotWithShape="1">
          <a:blip r:embed="rId3">
            <a:alphaModFix/>
          </a:blip>
          <a:srcRect b="20046" l="47053" r="30176" t="42138"/>
          <a:stretch/>
        </p:blipFill>
        <p:spPr>
          <a:xfrm>
            <a:off x="583800" y="1718750"/>
            <a:ext cx="1266600" cy="1427349"/>
          </a:xfrm>
          <a:prstGeom prst="rect">
            <a:avLst/>
          </a:prstGeom>
          <a:noFill/>
          <a:ln>
            <a:noFill/>
          </a:ln>
        </p:spPr>
      </p:pic>
      <p:pic>
        <p:nvPicPr>
          <p:cNvPr id="1267" name="Google Shape;1267;p89"/>
          <p:cNvPicPr preferRelativeResize="0"/>
          <p:nvPr/>
        </p:nvPicPr>
        <p:blipFill rotWithShape="1">
          <a:blip r:embed="rId3">
            <a:alphaModFix/>
          </a:blip>
          <a:srcRect b="11973" l="72842" r="4387" t="15017"/>
          <a:stretch/>
        </p:blipFill>
        <p:spPr>
          <a:xfrm>
            <a:off x="5478588" y="2086606"/>
            <a:ext cx="1266600" cy="2755651"/>
          </a:xfrm>
          <a:prstGeom prst="rect">
            <a:avLst/>
          </a:prstGeom>
          <a:noFill/>
          <a:ln>
            <a:noFill/>
          </a:ln>
        </p:spPr>
      </p:pic>
      <p:pic>
        <p:nvPicPr>
          <p:cNvPr id="1268" name="Google Shape;1268;p89"/>
          <p:cNvPicPr preferRelativeResize="0"/>
          <p:nvPr/>
        </p:nvPicPr>
        <p:blipFill>
          <a:blip r:embed="rId4">
            <a:alphaModFix/>
          </a:blip>
          <a:stretch>
            <a:fillRect/>
          </a:stretch>
        </p:blipFill>
        <p:spPr>
          <a:xfrm>
            <a:off x="7062600" y="1511363"/>
            <a:ext cx="1080950" cy="1842125"/>
          </a:xfrm>
          <a:prstGeom prst="rect">
            <a:avLst/>
          </a:prstGeom>
          <a:noFill/>
          <a:ln>
            <a:noFill/>
          </a:ln>
        </p:spPr>
      </p:pic>
      <p:cxnSp>
        <p:nvCxnSpPr>
          <p:cNvPr id="1269" name="Google Shape;1269;p89"/>
          <p:cNvCxnSpPr/>
          <p:nvPr/>
        </p:nvCxnSpPr>
        <p:spPr>
          <a:xfrm flipH="1" rot="10800000">
            <a:off x="3336725" y="4218125"/>
            <a:ext cx="612000" cy="357000"/>
          </a:xfrm>
          <a:prstGeom prst="straightConnector1">
            <a:avLst/>
          </a:prstGeom>
          <a:noFill/>
          <a:ln cap="flat" cmpd="sng" w="19050">
            <a:solidFill>
              <a:schemeClr val="dk1"/>
            </a:solidFill>
            <a:prstDash val="solid"/>
            <a:round/>
            <a:headEnd len="med" w="med" type="triangle"/>
            <a:tailEnd len="med" w="med" type="triangle"/>
          </a:ln>
        </p:spPr>
      </p:cxnSp>
      <p:cxnSp>
        <p:nvCxnSpPr>
          <p:cNvPr id="1270" name="Google Shape;1270;p89"/>
          <p:cNvCxnSpPr/>
          <p:nvPr/>
        </p:nvCxnSpPr>
        <p:spPr>
          <a:xfrm flipH="1" rot="10800000">
            <a:off x="4181250" y="2214750"/>
            <a:ext cx="612000" cy="357000"/>
          </a:xfrm>
          <a:prstGeom prst="straightConnector1">
            <a:avLst/>
          </a:prstGeom>
          <a:noFill/>
          <a:ln cap="flat" cmpd="sng" w="19050">
            <a:solidFill>
              <a:schemeClr val="dk1"/>
            </a:solidFill>
            <a:prstDash val="solid"/>
            <a:round/>
            <a:headEnd len="med" w="med" type="triangle"/>
            <a:tailEnd len="med" w="med" type="triangle"/>
          </a:ln>
        </p:spPr>
      </p:cxnSp>
      <p:cxnSp>
        <p:nvCxnSpPr>
          <p:cNvPr id="1271" name="Google Shape;1271;p89"/>
          <p:cNvCxnSpPr/>
          <p:nvPr/>
        </p:nvCxnSpPr>
        <p:spPr>
          <a:xfrm rot="10800000">
            <a:off x="8216800" y="1718975"/>
            <a:ext cx="0" cy="1144200"/>
          </a:xfrm>
          <a:prstGeom prst="straightConnector1">
            <a:avLst/>
          </a:prstGeom>
          <a:noFill/>
          <a:ln cap="flat" cmpd="sng" w="19050">
            <a:solidFill>
              <a:schemeClr val="dk1"/>
            </a:solidFill>
            <a:prstDash val="solid"/>
            <a:round/>
            <a:headEnd len="med" w="med" type="triangle"/>
            <a:tailEnd len="med" w="med" type="triangle"/>
          </a:ln>
        </p:spPr>
      </p:cxnSp>
      <p:cxnSp>
        <p:nvCxnSpPr>
          <p:cNvPr id="1272" name="Google Shape;1272;p89"/>
          <p:cNvCxnSpPr/>
          <p:nvPr/>
        </p:nvCxnSpPr>
        <p:spPr>
          <a:xfrm rot="10800000">
            <a:off x="2497175" y="3620975"/>
            <a:ext cx="0" cy="519300"/>
          </a:xfrm>
          <a:prstGeom prst="straightConnector1">
            <a:avLst/>
          </a:prstGeom>
          <a:noFill/>
          <a:ln cap="flat" cmpd="sng" w="19050">
            <a:solidFill>
              <a:schemeClr val="dk1"/>
            </a:solidFill>
            <a:prstDash val="solid"/>
            <a:round/>
            <a:headEnd len="med" w="med" type="triangle"/>
            <a:tailEnd len="med" w="med" type="triangle"/>
          </a:ln>
        </p:spPr>
      </p:cxnSp>
      <p:cxnSp>
        <p:nvCxnSpPr>
          <p:cNvPr id="1273" name="Google Shape;1273;p89"/>
          <p:cNvCxnSpPr/>
          <p:nvPr/>
        </p:nvCxnSpPr>
        <p:spPr>
          <a:xfrm rot="10800000">
            <a:off x="5571025" y="2184000"/>
            <a:ext cx="0" cy="2266800"/>
          </a:xfrm>
          <a:prstGeom prst="straightConnector1">
            <a:avLst/>
          </a:prstGeom>
          <a:noFill/>
          <a:ln cap="flat" cmpd="sng" w="19050">
            <a:solidFill>
              <a:schemeClr val="dk1"/>
            </a:solidFill>
            <a:prstDash val="solid"/>
            <a:round/>
            <a:headEnd len="med" w="med" type="triangle"/>
            <a:tailEnd len="med" w="med" type="triangle"/>
          </a:ln>
        </p:spPr>
      </p:cxnSp>
      <p:cxnSp>
        <p:nvCxnSpPr>
          <p:cNvPr id="1274" name="Google Shape;1274;p89"/>
          <p:cNvCxnSpPr/>
          <p:nvPr/>
        </p:nvCxnSpPr>
        <p:spPr>
          <a:xfrm rot="10800000">
            <a:off x="1850400" y="2031300"/>
            <a:ext cx="0" cy="759000"/>
          </a:xfrm>
          <a:prstGeom prst="straightConnector1">
            <a:avLst/>
          </a:prstGeom>
          <a:noFill/>
          <a:ln cap="flat" cmpd="sng" w="19050">
            <a:solidFill>
              <a:schemeClr val="dk1"/>
            </a:solidFill>
            <a:prstDash val="solid"/>
            <a:round/>
            <a:headEnd len="med" w="med" type="triangle"/>
            <a:tailEnd len="med" w="med" type="triangle"/>
          </a:ln>
        </p:spPr>
      </p:cxnSp>
      <p:cxnSp>
        <p:nvCxnSpPr>
          <p:cNvPr id="1275" name="Google Shape;1275;p89"/>
          <p:cNvCxnSpPr/>
          <p:nvPr/>
        </p:nvCxnSpPr>
        <p:spPr>
          <a:xfrm rot="10800000">
            <a:off x="3591025" y="2013675"/>
            <a:ext cx="0" cy="244800"/>
          </a:xfrm>
          <a:prstGeom prst="straightConnector1">
            <a:avLst/>
          </a:prstGeom>
          <a:noFill/>
          <a:ln cap="flat" cmpd="sng" w="9525">
            <a:solidFill>
              <a:schemeClr val="dk1"/>
            </a:solidFill>
            <a:prstDash val="solid"/>
            <a:round/>
            <a:headEnd len="med" w="med" type="triangle"/>
            <a:tailEnd len="med" w="med" type="triangle"/>
          </a:ln>
        </p:spPr>
      </p:cxnSp>
      <p:cxnSp>
        <p:nvCxnSpPr>
          <p:cNvPr id="1276" name="Google Shape;1276;p89"/>
          <p:cNvCxnSpPr/>
          <p:nvPr/>
        </p:nvCxnSpPr>
        <p:spPr>
          <a:xfrm>
            <a:off x="2497187" y="4197424"/>
            <a:ext cx="690300" cy="398400"/>
          </a:xfrm>
          <a:prstGeom prst="straightConnector1">
            <a:avLst/>
          </a:prstGeom>
          <a:noFill/>
          <a:ln cap="flat" cmpd="sng" w="19050">
            <a:solidFill>
              <a:schemeClr val="dk1"/>
            </a:solidFill>
            <a:prstDash val="solid"/>
            <a:round/>
            <a:headEnd len="med" w="med" type="triangle"/>
            <a:tailEnd len="med" w="med" type="triangle"/>
          </a:ln>
        </p:spPr>
      </p:cxnSp>
      <p:cxnSp>
        <p:nvCxnSpPr>
          <p:cNvPr id="1277" name="Google Shape;1277;p89"/>
          <p:cNvCxnSpPr/>
          <p:nvPr/>
        </p:nvCxnSpPr>
        <p:spPr>
          <a:xfrm>
            <a:off x="3591037" y="2372549"/>
            <a:ext cx="430500" cy="243000"/>
          </a:xfrm>
          <a:prstGeom prst="straightConnector1">
            <a:avLst/>
          </a:prstGeom>
          <a:noFill/>
          <a:ln cap="flat" cmpd="sng" w="19050">
            <a:solidFill>
              <a:schemeClr val="dk1"/>
            </a:solidFill>
            <a:prstDash val="solid"/>
            <a:round/>
            <a:headEnd len="med" w="med" type="triangle"/>
            <a:tailEnd len="med" w="med" type="triangle"/>
          </a:ln>
        </p:spPr>
      </p:cxnSp>
      <p:cxnSp>
        <p:nvCxnSpPr>
          <p:cNvPr id="1278" name="Google Shape;1278;p89"/>
          <p:cNvCxnSpPr/>
          <p:nvPr/>
        </p:nvCxnSpPr>
        <p:spPr>
          <a:xfrm>
            <a:off x="1419912" y="1718974"/>
            <a:ext cx="430500" cy="243000"/>
          </a:xfrm>
          <a:prstGeom prst="straightConnector1">
            <a:avLst/>
          </a:prstGeom>
          <a:noFill/>
          <a:ln cap="flat" cmpd="sng" w="19050">
            <a:solidFill>
              <a:schemeClr val="dk1"/>
            </a:solidFill>
            <a:prstDash val="solid"/>
            <a:round/>
            <a:headEnd len="med" w="med" type="triangle"/>
            <a:tailEnd len="med" w="med" type="triangle"/>
          </a:ln>
        </p:spPr>
      </p:cxnSp>
      <p:cxnSp>
        <p:nvCxnSpPr>
          <p:cNvPr id="1279" name="Google Shape;1279;p89"/>
          <p:cNvCxnSpPr/>
          <p:nvPr/>
        </p:nvCxnSpPr>
        <p:spPr>
          <a:xfrm flipH="1" rot="10800000">
            <a:off x="1419900" y="2894700"/>
            <a:ext cx="430500" cy="259800"/>
          </a:xfrm>
          <a:prstGeom prst="straightConnector1">
            <a:avLst/>
          </a:prstGeom>
          <a:noFill/>
          <a:ln cap="flat" cmpd="sng" w="19050">
            <a:solidFill>
              <a:schemeClr val="dk1"/>
            </a:solidFill>
            <a:prstDash val="solid"/>
            <a:round/>
            <a:headEnd len="med" w="med" type="triangle"/>
            <a:tailEnd len="med" w="med" type="triangle"/>
          </a:ln>
        </p:spPr>
      </p:cxnSp>
      <p:cxnSp>
        <p:nvCxnSpPr>
          <p:cNvPr id="1280" name="Google Shape;1280;p89"/>
          <p:cNvCxnSpPr/>
          <p:nvPr/>
        </p:nvCxnSpPr>
        <p:spPr>
          <a:xfrm rot="10800000">
            <a:off x="901138" y="2310025"/>
            <a:ext cx="0" cy="244800"/>
          </a:xfrm>
          <a:prstGeom prst="straightConnector1">
            <a:avLst/>
          </a:prstGeom>
          <a:noFill/>
          <a:ln cap="flat" cmpd="sng" w="9525">
            <a:solidFill>
              <a:schemeClr val="dk1"/>
            </a:solidFill>
            <a:prstDash val="solid"/>
            <a:round/>
            <a:headEnd len="med" w="med" type="triangle"/>
            <a:tailEnd len="med" w="med" type="triangle"/>
          </a:ln>
        </p:spPr>
      </p:cxnSp>
      <p:cxnSp>
        <p:nvCxnSpPr>
          <p:cNvPr id="1281" name="Google Shape;1281;p89"/>
          <p:cNvCxnSpPr/>
          <p:nvPr/>
        </p:nvCxnSpPr>
        <p:spPr>
          <a:xfrm rot="10800000">
            <a:off x="678175" y="2516400"/>
            <a:ext cx="187500" cy="110700"/>
          </a:xfrm>
          <a:prstGeom prst="straightConnector1">
            <a:avLst/>
          </a:prstGeom>
          <a:noFill/>
          <a:ln cap="flat" cmpd="sng" w="9525">
            <a:solidFill>
              <a:schemeClr val="dk1"/>
            </a:solidFill>
            <a:prstDash val="solid"/>
            <a:round/>
            <a:headEnd len="med" w="med" type="triangle"/>
            <a:tailEnd len="med" w="med" type="triangle"/>
          </a:ln>
        </p:spPr>
      </p:cxnSp>
      <p:cxnSp>
        <p:nvCxnSpPr>
          <p:cNvPr id="1282" name="Google Shape;1282;p89"/>
          <p:cNvCxnSpPr/>
          <p:nvPr/>
        </p:nvCxnSpPr>
        <p:spPr>
          <a:xfrm rot="10800000">
            <a:off x="833738" y="2037600"/>
            <a:ext cx="0" cy="244800"/>
          </a:xfrm>
          <a:prstGeom prst="straightConnector1">
            <a:avLst/>
          </a:prstGeom>
          <a:noFill/>
          <a:ln cap="flat" cmpd="sng" w="9525">
            <a:solidFill>
              <a:schemeClr val="dk1"/>
            </a:solidFill>
            <a:prstDash val="solid"/>
            <a:round/>
            <a:headEnd len="med" w="med" type="triangle"/>
            <a:tailEnd len="med" w="med" type="triangle"/>
          </a:ln>
        </p:spPr>
      </p:cxnSp>
      <p:sp>
        <p:nvSpPr>
          <p:cNvPr id="1283" name="Google Shape;1283;p89"/>
          <p:cNvSpPr/>
          <p:nvPr/>
        </p:nvSpPr>
        <p:spPr>
          <a:xfrm>
            <a:off x="2575450" y="4073100"/>
            <a:ext cx="73975" cy="120200"/>
          </a:xfrm>
          <a:custGeom>
            <a:rect b="b" l="l" r="r" t="t"/>
            <a:pathLst>
              <a:path extrusionOk="0" h="4808" w="2959">
                <a:moveTo>
                  <a:pt x="0" y="0"/>
                </a:moveTo>
                <a:lnTo>
                  <a:pt x="92" y="3236"/>
                </a:lnTo>
                <a:lnTo>
                  <a:pt x="2867" y="4808"/>
                </a:lnTo>
                <a:lnTo>
                  <a:pt x="2959" y="1664"/>
                </a:lnTo>
                <a:close/>
              </a:path>
            </a:pathLst>
          </a:custGeom>
          <a:solidFill>
            <a:schemeClr val="accent4"/>
          </a:solidFill>
          <a:ln cap="flat" cmpd="sng" w="9525">
            <a:solidFill>
              <a:schemeClr val="accent4"/>
            </a:solidFill>
            <a:prstDash val="solid"/>
            <a:round/>
            <a:headEnd len="med" w="med" type="none"/>
            <a:tailEnd len="med" w="med" type="none"/>
          </a:ln>
        </p:spPr>
      </p:sp>
      <p:cxnSp>
        <p:nvCxnSpPr>
          <p:cNvPr id="1284" name="Google Shape;1284;p89"/>
          <p:cNvCxnSpPr/>
          <p:nvPr/>
        </p:nvCxnSpPr>
        <p:spPr>
          <a:xfrm>
            <a:off x="5637487" y="4523024"/>
            <a:ext cx="430500" cy="243000"/>
          </a:xfrm>
          <a:prstGeom prst="straightConnector1">
            <a:avLst/>
          </a:prstGeom>
          <a:noFill/>
          <a:ln cap="flat" cmpd="sng" w="19050">
            <a:solidFill>
              <a:schemeClr val="dk1"/>
            </a:solidFill>
            <a:prstDash val="solid"/>
            <a:round/>
            <a:headEnd len="med" w="med" type="triangle"/>
            <a:tailEnd len="med" w="med" type="triangle"/>
          </a:ln>
        </p:spPr>
      </p:cxnSp>
      <p:sp>
        <p:nvSpPr>
          <p:cNvPr id="1285" name="Google Shape;1285;p89"/>
          <p:cNvSpPr txBox="1"/>
          <p:nvPr/>
        </p:nvSpPr>
        <p:spPr>
          <a:xfrm>
            <a:off x="7823625" y="881100"/>
            <a:ext cx="1032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Area </a:t>
            </a:r>
            <a:endParaRPr sz="1800">
              <a:solidFill>
                <a:schemeClr val="dk1"/>
              </a:solidFill>
              <a:latin typeface="Lexend"/>
              <a:ea typeface="Lexend"/>
              <a:cs typeface="Lexend"/>
              <a:sym typeface="Lexend"/>
            </a:endParaRPr>
          </a:p>
          <a:p>
            <a:pPr indent="0" lvl="0" marL="0" rtl="0" algn="l">
              <a:spcBef>
                <a:spcPts val="0"/>
              </a:spcBef>
              <a:spcAft>
                <a:spcPts val="0"/>
              </a:spcAft>
              <a:buNone/>
            </a:pPr>
            <a:r>
              <a:rPr lang="en-GB" sz="1800">
                <a:solidFill>
                  <a:schemeClr val="dk1"/>
                </a:solidFill>
                <a:latin typeface="Lexend"/>
                <a:ea typeface="Lexend"/>
                <a:cs typeface="Lexend"/>
                <a:sym typeface="Lexend"/>
              </a:rPr>
              <a:t>= 3 cm</a:t>
            </a:r>
            <a:r>
              <a:rPr baseline="30000" lang="en-GB" sz="1800">
                <a:solidFill>
                  <a:schemeClr val="dk1"/>
                </a:solidFill>
                <a:latin typeface="Lexend"/>
                <a:ea typeface="Lexend"/>
                <a:cs typeface="Lexend"/>
                <a:sym typeface="Lexend"/>
              </a:rPr>
              <a:t>2</a:t>
            </a:r>
            <a:endParaRPr baseline="30000" sz="1800">
              <a:solidFill>
                <a:schemeClr val="dk1"/>
              </a:solidFill>
              <a:latin typeface="Lexend"/>
              <a:ea typeface="Lexend"/>
              <a:cs typeface="Lexend"/>
              <a:sym typeface="Lexend"/>
            </a:endParaRPr>
          </a:p>
        </p:txBody>
      </p:sp>
      <p:cxnSp>
        <p:nvCxnSpPr>
          <p:cNvPr id="1286" name="Google Shape;1286;p89"/>
          <p:cNvCxnSpPr>
            <a:stCxn id="1285" idx="1"/>
          </p:cNvCxnSpPr>
          <p:nvPr/>
        </p:nvCxnSpPr>
        <p:spPr>
          <a:xfrm flipH="1">
            <a:off x="7576425" y="1250550"/>
            <a:ext cx="247200" cy="618000"/>
          </a:xfrm>
          <a:prstGeom prst="straightConnector1">
            <a:avLst/>
          </a:prstGeom>
          <a:noFill/>
          <a:ln cap="flat" cmpd="sng" w="28575">
            <a:solidFill>
              <a:schemeClr val="dk1"/>
            </a:solidFill>
            <a:prstDash val="solid"/>
            <a:round/>
            <a:headEnd len="med" w="med" type="none"/>
            <a:tailEnd len="med" w="med" type="none"/>
          </a:ln>
        </p:spPr>
      </p:cxnSp>
      <p:sp>
        <p:nvSpPr>
          <p:cNvPr id="1287" name="Google Shape;1287;p89"/>
          <p:cNvSpPr txBox="1"/>
          <p:nvPr/>
        </p:nvSpPr>
        <p:spPr>
          <a:xfrm>
            <a:off x="8290050" y="1868550"/>
            <a:ext cx="565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a:t>
            </a:r>
            <a:r>
              <a:rPr lang="en-GB" sz="1800">
                <a:solidFill>
                  <a:schemeClr val="dk1"/>
                </a:solidFill>
                <a:latin typeface="Lexend"/>
                <a:ea typeface="Lexend"/>
                <a:cs typeface="Lexend"/>
                <a:sym typeface="Lexend"/>
              </a:rPr>
              <a:t> cm</a:t>
            </a:r>
            <a:endParaRPr baseline="30000" sz="1800">
              <a:solidFill>
                <a:schemeClr val="dk1"/>
              </a:solidFill>
              <a:latin typeface="Lexend"/>
              <a:ea typeface="Lexend"/>
              <a:cs typeface="Lexend"/>
              <a:sym typeface="Lexend"/>
            </a:endParaRPr>
          </a:p>
        </p:txBody>
      </p:sp>
      <p:sp>
        <p:nvSpPr>
          <p:cNvPr id="1288" name="Google Shape;1288;p89"/>
          <p:cNvSpPr txBox="1"/>
          <p:nvPr/>
        </p:nvSpPr>
        <p:spPr>
          <a:xfrm>
            <a:off x="4459906" y="2282400"/>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cm</a:t>
            </a:r>
            <a:endParaRPr baseline="30000" sz="1800">
              <a:solidFill>
                <a:schemeClr val="dk1"/>
              </a:solidFill>
              <a:latin typeface="Lexend"/>
              <a:ea typeface="Lexend"/>
              <a:cs typeface="Lexend"/>
              <a:sym typeface="Lexend"/>
            </a:endParaRPr>
          </a:p>
        </p:txBody>
      </p:sp>
      <p:sp>
        <p:nvSpPr>
          <p:cNvPr id="1289" name="Google Shape;1289;p89"/>
          <p:cNvSpPr txBox="1"/>
          <p:nvPr/>
        </p:nvSpPr>
        <p:spPr>
          <a:xfrm>
            <a:off x="3557394" y="431362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cm</a:t>
            </a:r>
            <a:endParaRPr baseline="30000" sz="1800">
              <a:solidFill>
                <a:schemeClr val="dk1"/>
              </a:solidFill>
              <a:latin typeface="Lexend"/>
              <a:ea typeface="Lexend"/>
              <a:cs typeface="Lexend"/>
              <a:sym typeface="Lexend"/>
            </a:endParaRPr>
          </a:p>
        </p:txBody>
      </p:sp>
      <p:sp>
        <p:nvSpPr>
          <p:cNvPr id="1290" name="Google Shape;1290;p89"/>
          <p:cNvSpPr txBox="1"/>
          <p:nvPr/>
        </p:nvSpPr>
        <p:spPr>
          <a:xfrm>
            <a:off x="4728094" y="3146100"/>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14</a:t>
            </a:r>
            <a:r>
              <a:rPr lang="en-GB" sz="1800">
                <a:solidFill>
                  <a:schemeClr val="dk1"/>
                </a:solidFill>
                <a:latin typeface="Lexend"/>
                <a:ea typeface="Lexend"/>
                <a:cs typeface="Lexend"/>
                <a:sym typeface="Lexend"/>
              </a:rPr>
              <a:t> cm</a:t>
            </a:r>
            <a:endParaRPr baseline="30000" sz="1800">
              <a:solidFill>
                <a:schemeClr val="dk1"/>
              </a:solidFill>
              <a:latin typeface="Lexend"/>
              <a:ea typeface="Lexend"/>
              <a:cs typeface="Lexend"/>
              <a:sym typeface="Lexend"/>
            </a:endParaRPr>
          </a:p>
        </p:txBody>
      </p:sp>
      <p:sp>
        <p:nvSpPr>
          <p:cNvPr id="1291" name="Google Shape;1291;p89"/>
          <p:cNvSpPr txBox="1"/>
          <p:nvPr/>
        </p:nvSpPr>
        <p:spPr>
          <a:xfrm>
            <a:off x="5300494" y="448367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 cm</a:t>
            </a:r>
            <a:endParaRPr baseline="30000" sz="1800">
              <a:solidFill>
                <a:schemeClr val="dk1"/>
              </a:solidFill>
              <a:latin typeface="Lexend"/>
              <a:ea typeface="Lexend"/>
              <a:cs typeface="Lexend"/>
              <a:sym typeface="Lexend"/>
            </a:endParaRPr>
          </a:p>
        </p:txBody>
      </p:sp>
      <p:sp>
        <p:nvSpPr>
          <p:cNvPr id="1292" name="Google Shape;1292;p89"/>
          <p:cNvSpPr txBox="1"/>
          <p:nvPr/>
        </p:nvSpPr>
        <p:spPr>
          <a:xfrm>
            <a:off x="1774194" y="3635613"/>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 cm</a:t>
            </a:r>
            <a:endParaRPr baseline="30000" sz="1800">
              <a:solidFill>
                <a:schemeClr val="dk1"/>
              </a:solidFill>
              <a:latin typeface="Lexend"/>
              <a:ea typeface="Lexend"/>
              <a:cs typeface="Lexend"/>
              <a:sym typeface="Lexend"/>
            </a:endParaRPr>
          </a:p>
        </p:txBody>
      </p:sp>
      <p:sp>
        <p:nvSpPr>
          <p:cNvPr id="1293" name="Google Shape;1293;p89"/>
          <p:cNvSpPr txBox="1"/>
          <p:nvPr/>
        </p:nvSpPr>
        <p:spPr>
          <a:xfrm>
            <a:off x="1570019" y="289468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 cm</a:t>
            </a:r>
            <a:endParaRPr baseline="30000" sz="1800">
              <a:solidFill>
                <a:schemeClr val="dk1"/>
              </a:solidFill>
              <a:latin typeface="Lexend"/>
              <a:ea typeface="Lexend"/>
              <a:cs typeface="Lexend"/>
              <a:sym typeface="Lexend"/>
            </a:endParaRPr>
          </a:p>
        </p:txBody>
      </p:sp>
      <p:sp>
        <p:nvSpPr>
          <p:cNvPr id="1294" name="Google Shape;1294;p89"/>
          <p:cNvSpPr txBox="1"/>
          <p:nvPr/>
        </p:nvSpPr>
        <p:spPr>
          <a:xfrm>
            <a:off x="2346869" y="431362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cm</a:t>
            </a:r>
            <a:endParaRPr baseline="30000" sz="1800">
              <a:solidFill>
                <a:schemeClr val="dk1"/>
              </a:solidFill>
              <a:latin typeface="Lexend"/>
              <a:ea typeface="Lexend"/>
              <a:cs typeface="Lexend"/>
              <a:sym typeface="Lexend"/>
            </a:endParaRPr>
          </a:p>
        </p:txBody>
      </p:sp>
      <p:sp>
        <p:nvSpPr>
          <p:cNvPr id="1295" name="Google Shape;1295;p89"/>
          <p:cNvSpPr txBox="1"/>
          <p:nvPr/>
        </p:nvSpPr>
        <p:spPr>
          <a:xfrm>
            <a:off x="1570019" y="1486475"/>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 cm</a:t>
            </a:r>
            <a:endParaRPr baseline="30000" sz="1800">
              <a:solidFill>
                <a:schemeClr val="dk1"/>
              </a:solidFill>
              <a:latin typeface="Lexend"/>
              <a:ea typeface="Lexend"/>
              <a:cs typeface="Lexend"/>
              <a:sym typeface="Lexend"/>
            </a:endParaRPr>
          </a:p>
        </p:txBody>
      </p:sp>
      <p:sp>
        <p:nvSpPr>
          <p:cNvPr id="1296" name="Google Shape;1296;p89"/>
          <p:cNvSpPr txBox="1"/>
          <p:nvPr/>
        </p:nvSpPr>
        <p:spPr>
          <a:xfrm>
            <a:off x="3385981" y="246913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 cm</a:t>
            </a:r>
            <a:endParaRPr baseline="30000" sz="1800">
              <a:solidFill>
                <a:schemeClr val="dk1"/>
              </a:solidFill>
              <a:latin typeface="Lexend"/>
              <a:ea typeface="Lexend"/>
              <a:cs typeface="Lexend"/>
              <a:sym typeface="Lexend"/>
            </a:endParaRPr>
          </a:p>
        </p:txBody>
      </p:sp>
      <p:sp>
        <p:nvSpPr>
          <p:cNvPr id="1297" name="Google Shape;1297;p89"/>
          <p:cNvSpPr txBox="1"/>
          <p:nvPr/>
        </p:nvSpPr>
        <p:spPr>
          <a:xfrm>
            <a:off x="2875638" y="190522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cm</a:t>
            </a:r>
            <a:endParaRPr baseline="30000" sz="1800">
              <a:solidFill>
                <a:schemeClr val="dk1"/>
              </a:solidFill>
              <a:latin typeface="Lexend"/>
              <a:ea typeface="Lexend"/>
              <a:cs typeface="Lexend"/>
              <a:sym typeface="Lexend"/>
            </a:endParaRPr>
          </a:p>
        </p:txBody>
      </p:sp>
      <p:cxnSp>
        <p:nvCxnSpPr>
          <p:cNvPr id="1298" name="Google Shape;1298;p89"/>
          <p:cNvCxnSpPr/>
          <p:nvPr/>
        </p:nvCxnSpPr>
        <p:spPr>
          <a:xfrm rot="10800000">
            <a:off x="4793250" y="1653288"/>
            <a:ext cx="0" cy="506700"/>
          </a:xfrm>
          <a:prstGeom prst="straightConnector1">
            <a:avLst/>
          </a:prstGeom>
          <a:noFill/>
          <a:ln cap="flat" cmpd="sng" w="19050">
            <a:solidFill>
              <a:schemeClr val="dk1"/>
            </a:solidFill>
            <a:prstDash val="dash"/>
            <a:round/>
            <a:headEnd len="med" w="med" type="triangle"/>
            <a:tailEnd len="med" w="med" type="triangle"/>
          </a:ln>
        </p:spPr>
      </p:cxnSp>
      <p:sp>
        <p:nvSpPr>
          <p:cNvPr id="1299" name="Google Shape;1299;p89"/>
          <p:cNvSpPr txBox="1"/>
          <p:nvPr/>
        </p:nvSpPr>
        <p:spPr>
          <a:xfrm>
            <a:off x="4741506" y="1689413"/>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 cm</a:t>
            </a:r>
            <a:endParaRPr baseline="30000" sz="1800">
              <a:solidFill>
                <a:schemeClr val="dk1"/>
              </a:solidFill>
              <a:latin typeface="Lexend"/>
              <a:ea typeface="Lexend"/>
              <a:cs typeface="Lexend"/>
              <a:sym typeface="Lexend"/>
            </a:endParaRPr>
          </a:p>
        </p:txBody>
      </p:sp>
      <p:cxnSp>
        <p:nvCxnSpPr>
          <p:cNvPr id="1300" name="Google Shape;1300;p89"/>
          <p:cNvCxnSpPr/>
          <p:nvPr/>
        </p:nvCxnSpPr>
        <p:spPr>
          <a:xfrm flipH="1" rot="10800000">
            <a:off x="5689250" y="2044581"/>
            <a:ext cx="313200" cy="119100"/>
          </a:xfrm>
          <a:prstGeom prst="straightConnector1">
            <a:avLst/>
          </a:prstGeom>
          <a:noFill/>
          <a:ln cap="flat" cmpd="sng" w="19050">
            <a:solidFill>
              <a:schemeClr val="dk1"/>
            </a:solidFill>
            <a:prstDash val="dash"/>
            <a:round/>
            <a:headEnd len="med" w="med" type="triangle"/>
            <a:tailEnd len="med" w="med" type="triangle"/>
          </a:ln>
        </p:spPr>
      </p:cxnSp>
      <p:cxnSp>
        <p:nvCxnSpPr>
          <p:cNvPr id="1301" name="Google Shape;1301;p89"/>
          <p:cNvCxnSpPr/>
          <p:nvPr/>
        </p:nvCxnSpPr>
        <p:spPr>
          <a:xfrm rot="10800000">
            <a:off x="5998200" y="2036375"/>
            <a:ext cx="568200" cy="377100"/>
          </a:xfrm>
          <a:prstGeom prst="straightConnector1">
            <a:avLst/>
          </a:prstGeom>
          <a:noFill/>
          <a:ln cap="flat" cmpd="sng" w="19050">
            <a:solidFill>
              <a:schemeClr val="dk1"/>
            </a:solidFill>
            <a:prstDash val="dash"/>
            <a:round/>
            <a:headEnd len="med" w="med" type="none"/>
            <a:tailEnd len="med" w="med" type="none"/>
          </a:ln>
        </p:spPr>
      </p:cxnSp>
      <p:sp>
        <p:nvSpPr>
          <p:cNvPr id="1302" name="Google Shape;1302;p89"/>
          <p:cNvSpPr/>
          <p:nvPr/>
        </p:nvSpPr>
        <p:spPr>
          <a:xfrm>
            <a:off x="5949025" y="2044600"/>
            <a:ext cx="135475" cy="57475"/>
          </a:xfrm>
          <a:custGeom>
            <a:rect b="b" l="l" r="r" t="t"/>
            <a:pathLst>
              <a:path extrusionOk="0" h="2299" w="5419">
                <a:moveTo>
                  <a:pt x="0" y="821"/>
                </a:moveTo>
                <a:lnTo>
                  <a:pt x="2956" y="0"/>
                </a:lnTo>
                <a:lnTo>
                  <a:pt x="5419" y="1806"/>
                </a:lnTo>
                <a:lnTo>
                  <a:pt x="2792" y="2299"/>
                </a:lnTo>
                <a:close/>
              </a:path>
            </a:pathLst>
          </a:custGeom>
          <a:solidFill>
            <a:schemeClr val="dk1"/>
          </a:solidFill>
          <a:ln cap="flat" cmpd="sng" w="9525">
            <a:solidFill>
              <a:schemeClr val="dk1"/>
            </a:solidFill>
            <a:prstDash val="solid"/>
            <a:round/>
            <a:headEnd len="med" w="med" type="none"/>
            <a:tailEnd len="med" w="med" type="none"/>
          </a:ln>
        </p:spPr>
      </p:sp>
      <p:sp>
        <p:nvSpPr>
          <p:cNvPr id="1303" name="Google Shape;1303;p89"/>
          <p:cNvSpPr txBox="1"/>
          <p:nvPr/>
        </p:nvSpPr>
        <p:spPr>
          <a:xfrm>
            <a:off x="5546213" y="1689428"/>
            <a:ext cx="840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 cm</a:t>
            </a:r>
            <a:endParaRPr baseline="30000" sz="1800">
              <a:solidFill>
                <a:schemeClr val="dk1"/>
              </a:solidFill>
              <a:latin typeface="Lexend"/>
              <a:ea typeface="Lexend"/>
              <a:cs typeface="Lexend"/>
              <a:sym typeface="Lexend"/>
            </a:endParaRPr>
          </a:p>
        </p:txBody>
      </p:sp>
      <p:sp>
        <p:nvSpPr>
          <p:cNvPr id="1304" name="Google Shape;1304;p89"/>
          <p:cNvSpPr txBox="1"/>
          <p:nvPr/>
        </p:nvSpPr>
        <p:spPr>
          <a:xfrm>
            <a:off x="7925168" y="2966295"/>
            <a:ext cx="117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12 cm</a:t>
            </a:r>
            <a:r>
              <a:rPr baseline="30000" lang="en-GB" sz="21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305" name="Google Shape;1305;p89"/>
          <p:cNvSpPr txBox="1"/>
          <p:nvPr/>
        </p:nvSpPr>
        <p:spPr>
          <a:xfrm>
            <a:off x="6653625" y="4098850"/>
            <a:ext cx="117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14 cm</a:t>
            </a:r>
            <a:r>
              <a:rPr baseline="30000" lang="en-GB" sz="21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306" name="Google Shape;1306;p89"/>
          <p:cNvSpPr txBox="1"/>
          <p:nvPr/>
        </p:nvSpPr>
        <p:spPr>
          <a:xfrm>
            <a:off x="867675" y="3191288"/>
            <a:ext cx="117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14 cm</a:t>
            </a:r>
            <a:r>
              <a:rPr baseline="30000" lang="en-GB" sz="21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307" name="Google Shape;1307;p89"/>
          <p:cNvSpPr txBox="1"/>
          <p:nvPr/>
        </p:nvSpPr>
        <p:spPr>
          <a:xfrm>
            <a:off x="3654000" y="3511038"/>
            <a:ext cx="117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9</a:t>
            </a:r>
            <a:r>
              <a:rPr lang="en-GB" sz="2000">
                <a:solidFill>
                  <a:schemeClr val="dk1"/>
                </a:solidFill>
                <a:latin typeface="Kalam"/>
                <a:ea typeface="Kalam"/>
                <a:cs typeface="Kalam"/>
                <a:sym typeface="Kalam"/>
              </a:rPr>
              <a:t> cm</a:t>
            </a:r>
            <a:r>
              <a:rPr baseline="30000" lang="en-GB" sz="21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308" name="Google Shape;1308;p89"/>
          <p:cNvSpPr txBox="1"/>
          <p:nvPr/>
        </p:nvSpPr>
        <p:spPr>
          <a:xfrm>
            <a:off x="3057713" y="1463375"/>
            <a:ext cx="117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9 cm</a:t>
            </a:r>
            <a:r>
              <a:rPr baseline="30000" lang="en-GB" sz="2100">
                <a:solidFill>
                  <a:schemeClr val="dk1"/>
                </a:solidFill>
                <a:latin typeface="Kalam"/>
                <a:ea typeface="Kalam"/>
                <a:cs typeface="Kalam"/>
                <a:sym typeface="Kalam"/>
              </a:rPr>
              <a:t>3</a:t>
            </a:r>
            <a:endParaRPr sz="2000">
              <a:solidFill>
                <a:schemeClr val="dk1"/>
              </a:solidFill>
              <a:latin typeface="Kalam"/>
              <a:ea typeface="Kalam"/>
              <a:cs typeface="Kalam"/>
              <a:sym typeface="Kalam"/>
            </a:endParaRPr>
          </a:p>
        </p:txBody>
      </p:sp>
      <p:sp>
        <p:nvSpPr>
          <p:cNvPr id="1309" name="Google Shape;1309;p89"/>
          <p:cNvSpPr/>
          <p:nvPr/>
        </p:nvSpPr>
        <p:spPr>
          <a:xfrm>
            <a:off x="892270" y="3033778"/>
            <a:ext cx="840600" cy="861300"/>
          </a:xfrm>
          <a:prstGeom prst="ellipse">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0" name="Google Shape;1310;p89"/>
          <p:cNvSpPr/>
          <p:nvPr/>
        </p:nvSpPr>
        <p:spPr>
          <a:xfrm>
            <a:off x="6653620" y="3914728"/>
            <a:ext cx="840600" cy="861300"/>
          </a:xfrm>
          <a:prstGeom prst="ellipse">
            <a:avLst/>
          </a:prstGeom>
          <a:noFill/>
          <a:ln cap="flat" cmpd="sng" w="28575">
            <a:solidFill>
              <a:srgbClr val="374CF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1" name="Google Shape;1311;p89"/>
          <p:cNvSpPr/>
          <p:nvPr/>
        </p:nvSpPr>
        <p:spPr>
          <a:xfrm>
            <a:off x="3664500" y="3505338"/>
            <a:ext cx="840600" cy="519300"/>
          </a:xfrm>
          <a:prstGeom prst="round2DiagRect">
            <a:avLst>
              <a:gd fmla="val 16667" name="adj1"/>
              <a:gd fmla="val 0" name="adj2"/>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2" name="Google Shape;1312;p89"/>
          <p:cNvSpPr/>
          <p:nvPr/>
        </p:nvSpPr>
        <p:spPr>
          <a:xfrm>
            <a:off x="3057725" y="1457663"/>
            <a:ext cx="840600" cy="519300"/>
          </a:xfrm>
          <a:prstGeom prst="round2DiagRect">
            <a:avLst>
              <a:gd fmla="val 16667" name="adj1"/>
              <a:gd fmla="val 0" name="adj2"/>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13" name="Google Shape;1313;p89"/>
          <p:cNvSpPr txBox="1"/>
          <p:nvPr/>
        </p:nvSpPr>
        <p:spPr>
          <a:xfrm>
            <a:off x="324002" y="2461124"/>
            <a:ext cx="795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0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314" name="Google Shape;1314;p89"/>
          <p:cNvSpPr txBox="1"/>
          <p:nvPr/>
        </p:nvSpPr>
        <p:spPr>
          <a:xfrm>
            <a:off x="855067" y="2202300"/>
            <a:ext cx="6903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
        <p:nvSpPr>
          <p:cNvPr id="1315" name="Google Shape;1315;p89"/>
          <p:cNvSpPr txBox="1"/>
          <p:nvPr/>
        </p:nvSpPr>
        <p:spPr>
          <a:xfrm>
            <a:off x="224082" y="1774686"/>
            <a:ext cx="72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a:t>
            </a:r>
            <a:r>
              <a:rPr lang="en-GB" sz="11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cm</a:t>
            </a:r>
            <a:endParaRPr baseline="30000" sz="1800">
              <a:solidFill>
                <a:schemeClr val="dk1"/>
              </a:solidFill>
              <a:latin typeface="Lexend"/>
              <a:ea typeface="Lexend"/>
              <a:cs typeface="Lexend"/>
              <a:sym typeface="Lexen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9" name="Shape 1319"/>
        <p:cNvGrpSpPr/>
        <p:nvPr/>
      </p:nvGrpSpPr>
      <p:grpSpPr>
        <a:xfrm>
          <a:off x="0" y="0"/>
          <a:ext cx="0" cy="0"/>
          <a:chOff x="0" y="0"/>
          <a:chExt cx="0" cy="0"/>
        </a:xfrm>
      </p:grpSpPr>
      <p:sp>
        <p:nvSpPr>
          <p:cNvPr id="1320" name="Google Shape;1320;p90"/>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Calculating the volume of any prism</a:t>
            </a:r>
            <a:endParaRPr/>
          </a:p>
        </p:txBody>
      </p:sp>
      <p:sp>
        <p:nvSpPr>
          <p:cNvPr id="1321" name="Google Shape;1321;p90"/>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sp>
        <p:nvSpPr>
          <p:cNvPr id="1322" name="Google Shape;1322;p90"/>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Volume of prisms</a:t>
            </a:r>
            <a:endParaRPr/>
          </a:p>
        </p:txBody>
      </p:sp>
      <p:pic>
        <p:nvPicPr>
          <p:cNvPr id="1323" name="Google Shape;1323;p90"/>
          <p:cNvPicPr preferRelativeResize="0"/>
          <p:nvPr/>
        </p:nvPicPr>
        <p:blipFill>
          <a:blip r:embed="rId3">
            <a:alphaModFix/>
          </a:blip>
          <a:stretch>
            <a:fillRect/>
          </a:stretch>
        </p:blipFill>
        <p:spPr>
          <a:xfrm>
            <a:off x="422825" y="2995928"/>
            <a:ext cx="450575" cy="4467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7" name="Shape 1327"/>
        <p:cNvGrpSpPr/>
        <p:nvPr/>
      </p:nvGrpSpPr>
      <p:grpSpPr>
        <a:xfrm>
          <a:off x="0" y="0"/>
          <a:ext cx="0" cy="0"/>
          <a:chOff x="0" y="0"/>
          <a:chExt cx="0" cy="0"/>
        </a:xfrm>
      </p:grpSpPr>
      <p:sp>
        <p:nvSpPr>
          <p:cNvPr id="1328" name="Google Shape;1328;p91"/>
          <p:cNvSpPr txBox="1"/>
          <p:nvPr>
            <p:ph idx="1" type="body"/>
          </p:nvPr>
        </p:nvSpPr>
        <p:spPr>
          <a:xfrm>
            <a:off x="324000" y="759300"/>
            <a:ext cx="8237700" cy="1768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If we know the area of the cross-section and the length then we can calculate the volume. </a:t>
            </a:r>
            <a:endParaRPr/>
          </a:p>
          <a:p>
            <a:pPr indent="0" lvl="0" marL="0" rtl="0" algn="l">
              <a:spcBef>
                <a:spcPts val="1000"/>
              </a:spcBef>
              <a:spcAft>
                <a:spcPts val="1000"/>
              </a:spcAft>
              <a:buNone/>
            </a:pPr>
            <a:r>
              <a:rPr lang="en-GB"/>
              <a:t>If we know the volume and the </a:t>
            </a:r>
            <a:r>
              <a:rPr lang="en-GB"/>
              <a:t>length</a:t>
            </a:r>
            <a:r>
              <a:rPr lang="en-GB"/>
              <a:t> of the prism, can we calculate the area of the cross-section?</a:t>
            </a:r>
            <a:endParaRPr/>
          </a:p>
        </p:txBody>
      </p:sp>
      <p:sp>
        <p:nvSpPr>
          <p:cNvPr id="1329" name="Google Shape;1329;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sp>
        <p:nvSpPr>
          <p:cNvPr id="1330" name="Google Shape;1330;p91"/>
          <p:cNvSpPr txBox="1"/>
          <p:nvPr/>
        </p:nvSpPr>
        <p:spPr>
          <a:xfrm>
            <a:off x="528125" y="2716050"/>
            <a:ext cx="80337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Yes, we can use inverse operations to find the area of the cross-section.</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2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4" name="Shape 1334"/>
        <p:cNvGrpSpPr/>
        <p:nvPr/>
      </p:nvGrpSpPr>
      <p:grpSpPr>
        <a:xfrm>
          <a:off x="0" y="0"/>
          <a:ext cx="0" cy="0"/>
          <a:chOff x="0" y="0"/>
          <a:chExt cx="0" cy="0"/>
        </a:xfrm>
      </p:grpSpPr>
      <p:sp>
        <p:nvSpPr>
          <p:cNvPr id="1335" name="Google Shape;1335;p92"/>
          <p:cNvSpPr txBox="1"/>
          <p:nvPr>
            <p:ph idx="1" type="body"/>
          </p:nvPr>
        </p:nvSpPr>
        <p:spPr>
          <a:xfrm>
            <a:off x="324000" y="759300"/>
            <a:ext cx="82377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Volume of a prism = area of cross-section × length</a:t>
            </a:r>
            <a:endParaRPr sz="2000"/>
          </a:p>
        </p:txBody>
      </p:sp>
      <p:sp>
        <p:nvSpPr>
          <p:cNvPr id="1336" name="Google Shape;1336;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pic>
        <p:nvPicPr>
          <p:cNvPr id="1337" name="Google Shape;1337;p92"/>
          <p:cNvPicPr preferRelativeResize="0"/>
          <p:nvPr/>
        </p:nvPicPr>
        <p:blipFill>
          <a:blip r:embed="rId3">
            <a:alphaModFix/>
          </a:blip>
          <a:stretch>
            <a:fillRect/>
          </a:stretch>
        </p:blipFill>
        <p:spPr>
          <a:xfrm>
            <a:off x="859700" y="1381775"/>
            <a:ext cx="2290193" cy="2938225"/>
          </a:xfrm>
          <a:prstGeom prst="rect">
            <a:avLst/>
          </a:prstGeom>
          <a:noFill/>
          <a:ln>
            <a:noFill/>
          </a:ln>
        </p:spPr>
      </p:pic>
      <p:cxnSp>
        <p:nvCxnSpPr>
          <p:cNvPr id="1338" name="Google Shape;1338;p92"/>
          <p:cNvCxnSpPr/>
          <p:nvPr/>
        </p:nvCxnSpPr>
        <p:spPr>
          <a:xfrm flipH="1">
            <a:off x="1267047" y="1447800"/>
            <a:ext cx="835500" cy="447900"/>
          </a:xfrm>
          <a:prstGeom prst="straightConnector1">
            <a:avLst/>
          </a:prstGeom>
          <a:noFill/>
          <a:ln cap="flat" cmpd="sng" w="28575">
            <a:solidFill>
              <a:schemeClr val="dk1"/>
            </a:solidFill>
            <a:prstDash val="solid"/>
            <a:round/>
            <a:headEnd len="med" w="med" type="triangle"/>
            <a:tailEnd len="med" w="med" type="triangle"/>
          </a:ln>
        </p:spPr>
      </p:cxnSp>
      <p:sp>
        <p:nvSpPr>
          <p:cNvPr id="1339" name="Google Shape;1339;p92"/>
          <p:cNvSpPr txBox="1"/>
          <p:nvPr/>
        </p:nvSpPr>
        <p:spPr>
          <a:xfrm>
            <a:off x="1174050" y="1239900"/>
            <a:ext cx="9285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8 m</a:t>
            </a:r>
            <a:endParaRPr sz="2200">
              <a:solidFill>
                <a:schemeClr val="dk1"/>
              </a:solidFill>
              <a:latin typeface="Lexend"/>
              <a:ea typeface="Lexend"/>
              <a:cs typeface="Lexend"/>
              <a:sym typeface="Lexend"/>
            </a:endParaRPr>
          </a:p>
        </p:txBody>
      </p:sp>
      <p:sp>
        <p:nvSpPr>
          <p:cNvPr id="1340" name="Google Shape;1340;p92"/>
          <p:cNvSpPr txBox="1"/>
          <p:nvPr/>
        </p:nvSpPr>
        <p:spPr>
          <a:xfrm>
            <a:off x="756300" y="4230950"/>
            <a:ext cx="2667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Volume = 344 m</a:t>
            </a:r>
            <a:r>
              <a:rPr baseline="30000" lang="en-GB" sz="2200">
                <a:solidFill>
                  <a:schemeClr val="dk1"/>
                </a:solidFill>
                <a:latin typeface="Lexend"/>
                <a:ea typeface="Lexend"/>
                <a:cs typeface="Lexend"/>
                <a:sym typeface="Lexend"/>
              </a:rPr>
              <a:t>3</a:t>
            </a:r>
            <a:endParaRPr baseline="30000" sz="2200">
              <a:solidFill>
                <a:schemeClr val="dk1"/>
              </a:solidFill>
              <a:latin typeface="Lexend"/>
              <a:ea typeface="Lexend"/>
              <a:cs typeface="Lexend"/>
              <a:sym typeface="Lexend"/>
            </a:endParaRPr>
          </a:p>
        </p:txBody>
      </p:sp>
      <p:sp>
        <p:nvSpPr>
          <p:cNvPr id="1341" name="Google Shape;1341;p92"/>
          <p:cNvSpPr txBox="1"/>
          <p:nvPr/>
        </p:nvSpPr>
        <p:spPr>
          <a:xfrm>
            <a:off x="1114650" y="2433925"/>
            <a:ext cx="2667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Area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 </a:t>
            </a:r>
            <a:r>
              <a:rPr i="1" lang="en-GB" sz="2400">
                <a:solidFill>
                  <a:schemeClr val="dk1"/>
                </a:solidFill>
                <a:latin typeface="Times New Roman"/>
                <a:ea typeface="Times New Roman"/>
                <a:cs typeface="Times New Roman"/>
                <a:sym typeface="Times New Roman"/>
              </a:rPr>
              <a:t>a</a:t>
            </a:r>
            <a:r>
              <a:rPr lang="en-GB" sz="24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m</a:t>
            </a:r>
            <a:r>
              <a:rPr baseline="30000" lang="en-GB" sz="2200">
                <a:solidFill>
                  <a:schemeClr val="dk1"/>
                </a:solidFill>
                <a:latin typeface="Lexend"/>
                <a:ea typeface="Lexend"/>
                <a:cs typeface="Lexend"/>
                <a:sym typeface="Lexend"/>
              </a:rPr>
              <a:t>2</a:t>
            </a:r>
            <a:endParaRPr baseline="30000" sz="2200">
              <a:solidFill>
                <a:schemeClr val="dk1"/>
              </a:solidFill>
              <a:latin typeface="Lexend"/>
              <a:ea typeface="Lexend"/>
              <a:cs typeface="Lexend"/>
              <a:sym typeface="Lexend"/>
            </a:endParaRPr>
          </a:p>
        </p:txBody>
      </p:sp>
      <p:sp>
        <p:nvSpPr>
          <p:cNvPr id="1342" name="Google Shape;1342;p92"/>
          <p:cNvSpPr txBox="1"/>
          <p:nvPr/>
        </p:nvSpPr>
        <p:spPr>
          <a:xfrm>
            <a:off x="4253250" y="1499475"/>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344 = </a:t>
            </a:r>
            <a:r>
              <a:rPr i="1" lang="en-GB" sz="2400">
                <a:solidFill>
                  <a:schemeClr val="dk1"/>
                </a:solidFill>
                <a:latin typeface="Times New Roman"/>
                <a:ea typeface="Times New Roman"/>
                <a:cs typeface="Times New Roman"/>
                <a:sym typeface="Times New Roman"/>
              </a:rPr>
              <a:t>a</a:t>
            </a:r>
            <a:r>
              <a:rPr lang="en-GB" sz="2200">
                <a:solidFill>
                  <a:schemeClr val="dk1"/>
                </a:solidFill>
                <a:latin typeface="Times New Roman"/>
                <a:ea typeface="Times New Roman"/>
                <a:cs typeface="Times New Roman"/>
                <a:sym typeface="Times New Roman"/>
              </a:rPr>
              <a:t> × 8</a:t>
            </a:r>
            <a:r>
              <a:rPr lang="en-GB" sz="20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
        <p:nvSpPr>
          <p:cNvPr id="1343" name="Google Shape;1343;p92"/>
          <p:cNvSpPr txBox="1"/>
          <p:nvPr/>
        </p:nvSpPr>
        <p:spPr>
          <a:xfrm>
            <a:off x="4253250" y="1966700"/>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344 = 8</a:t>
            </a:r>
            <a:r>
              <a:rPr i="1" lang="en-GB" sz="2400">
                <a:solidFill>
                  <a:schemeClr val="dk1"/>
                </a:solidFill>
                <a:latin typeface="Times New Roman"/>
                <a:ea typeface="Times New Roman"/>
                <a:cs typeface="Times New Roman"/>
                <a:sym typeface="Times New Roman"/>
              </a:rPr>
              <a:t>a</a:t>
            </a:r>
            <a:r>
              <a:rPr lang="en-GB"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p:txBody>
      </p:sp>
      <p:sp>
        <p:nvSpPr>
          <p:cNvPr id="1344" name="Google Shape;1344;p92"/>
          <p:cNvSpPr txBox="1"/>
          <p:nvPr/>
        </p:nvSpPr>
        <p:spPr>
          <a:xfrm>
            <a:off x="4393037" y="2433925"/>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43 = </a:t>
            </a:r>
            <a:r>
              <a:rPr i="1" lang="en-GB" sz="2400">
                <a:solidFill>
                  <a:schemeClr val="dk1"/>
                </a:solidFill>
                <a:latin typeface="Times New Roman"/>
                <a:ea typeface="Times New Roman"/>
                <a:cs typeface="Times New Roman"/>
                <a:sym typeface="Times New Roman"/>
              </a:rPr>
              <a:t>a</a:t>
            </a:r>
            <a:r>
              <a:rPr lang="en-GB"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p:txBody>
      </p:sp>
      <p:sp>
        <p:nvSpPr>
          <p:cNvPr id="1345" name="Google Shape;1345;p92"/>
          <p:cNvSpPr txBox="1"/>
          <p:nvPr/>
        </p:nvSpPr>
        <p:spPr>
          <a:xfrm>
            <a:off x="4320000" y="3180475"/>
            <a:ext cx="4757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Area of the pentagon is 43 m</a:t>
            </a:r>
            <a:r>
              <a:rPr baseline="30000" lang="en-GB" sz="2200">
                <a:solidFill>
                  <a:schemeClr val="dk1"/>
                </a:solidFill>
                <a:latin typeface="Lexend"/>
                <a:ea typeface="Lexend"/>
                <a:cs typeface="Lexend"/>
                <a:sym typeface="Lexend"/>
              </a:rPr>
              <a:t>2</a:t>
            </a:r>
            <a:r>
              <a:rPr lang="en-GB" sz="2200">
                <a:solidFill>
                  <a:schemeClr val="dk1"/>
                </a:solidFill>
                <a:latin typeface="Lexend"/>
                <a:ea typeface="Lexend"/>
                <a:cs typeface="Lexend"/>
                <a:sym typeface="Lexend"/>
              </a:rPr>
              <a:t> </a:t>
            </a:r>
            <a:endParaRPr sz="22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9" name="Shape 1349"/>
        <p:cNvGrpSpPr/>
        <p:nvPr/>
      </p:nvGrpSpPr>
      <p:grpSpPr>
        <a:xfrm>
          <a:off x="0" y="0"/>
          <a:ext cx="0" cy="0"/>
          <a:chOff x="0" y="0"/>
          <a:chExt cx="0" cy="0"/>
        </a:xfrm>
      </p:grpSpPr>
      <p:sp>
        <p:nvSpPr>
          <p:cNvPr id="1350" name="Google Shape;1350;p9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Work out the area of the ‘L shape’, given the length and volume of the prism.</a:t>
            </a:r>
            <a:endParaRPr/>
          </a:p>
        </p:txBody>
      </p:sp>
      <p:sp>
        <p:nvSpPr>
          <p:cNvPr id="1351" name="Google Shape;1351;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pic>
        <p:nvPicPr>
          <p:cNvPr id="1352" name="Google Shape;1352;p93"/>
          <p:cNvPicPr preferRelativeResize="0"/>
          <p:nvPr/>
        </p:nvPicPr>
        <p:blipFill>
          <a:blip r:embed="rId3">
            <a:alphaModFix/>
          </a:blip>
          <a:stretch>
            <a:fillRect/>
          </a:stretch>
        </p:blipFill>
        <p:spPr>
          <a:xfrm>
            <a:off x="1407025" y="1348975"/>
            <a:ext cx="1637275" cy="3149451"/>
          </a:xfrm>
          <a:prstGeom prst="rect">
            <a:avLst/>
          </a:prstGeom>
          <a:noFill/>
          <a:ln>
            <a:noFill/>
          </a:ln>
        </p:spPr>
      </p:pic>
      <p:cxnSp>
        <p:nvCxnSpPr>
          <p:cNvPr id="1353" name="Google Shape;1353;p93"/>
          <p:cNvCxnSpPr/>
          <p:nvPr/>
        </p:nvCxnSpPr>
        <p:spPr>
          <a:xfrm rot="10800000">
            <a:off x="3091450" y="2079175"/>
            <a:ext cx="0" cy="1570500"/>
          </a:xfrm>
          <a:prstGeom prst="straightConnector1">
            <a:avLst/>
          </a:prstGeom>
          <a:noFill/>
          <a:ln cap="flat" cmpd="sng" w="28575">
            <a:solidFill>
              <a:schemeClr val="dk1"/>
            </a:solidFill>
            <a:prstDash val="solid"/>
            <a:round/>
            <a:headEnd len="med" w="med" type="triangle"/>
            <a:tailEnd len="med" w="med" type="triangle"/>
          </a:ln>
        </p:spPr>
      </p:cxnSp>
      <p:sp>
        <p:nvSpPr>
          <p:cNvPr id="1354" name="Google Shape;1354;p93"/>
          <p:cNvSpPr txBox="1"/>
          <p:nvPr/>
        </p:nvSpPr>
        <p:spPr>
          <a:xfrm>
            <a:off x="3138600" y="2602825"/>
            <a:ext cx="1344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24.2 cm</a:t>
            </a:r>
            <a:endParaRPr sz="2200">
              <a:solidFill>
                <a:schemeClr val="dk1"/>
              </a:solidFill>
              <a:latin typeface="Lexend"/>
              <a:ea typeface="Lexend"/>
              <a:cs typeface="Lexend"/>
              <a:sym typeface="Lexend"/>
            </a:endParaRPr>
          </a:p>
        </p:txBody>
      </p:sp>
      <p:sp>
        <p:nvSpPr>
          <p:cNvPr id="1355" name="Google Shape;1355;p93"/>
          <p:cNvSpPr txBox="1"/>
          <p:nvPr/>
        </p:nvSpPr>
        <p:spPr>
          <a:xfrm>
            <a:off x="756300" y="4230950"/>
            <a:ext cx="3015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Volume = 302.5 cm</a:t>
            </a:r>
            <a:r>
              <a:rPr baseline="30000" lang="en-GB" sz="2200">
                <a:solidFill>
                  <a:schemeClr val="dk1"/>
                </a:solidFill>
                <a:latin typeface="Lexend"/>
                <a:ea typeface="Lexend"/>
                <a:cs typeface="Lexend"/>
                <a:sym typeface="Lexend"/>
              </a:rPr>
              <a:t>3</a:t>
            </a:r>
            <a:endParaRPr baseline="30000" sz="2200">
              <a:solidFill>
                <a:schemeClr val="dk1"/>
              </a:solidFill>
              <a:latin typeface="Lexend"/>
              <a:ea typeface="Lexend"/>
              <a:cs typeface="Lexend"/>
              <a:sym typeface="Lexend"/>
            </a:endParaRPr>
          </a:p>
        </p:txBody>
      </p:sp>
      <p:sp>
        <p:nvSpPr>
          <p:cNvPr id="1356" name="Google Shape;1356;p93"/>
          <p:cNvSpPr txBox="1"/>
          <p:nvPr/>
        </p:nvSpPr>
        <p:spPr>
          <a:xfrm>
            <a:off x="4253250" y="1499475"/>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302.5 = </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Kalam"/>
                <a:ea typeface="Kalam"/>
                <a:cs typeface="Kalam"/>
                <a:sym typeface="Kalam"/>
              </a:rPr>
              <a:t> </a:t>
            </a:r>
            <a:r>
              <a:rPr lang="en-GB" sz="2000">
                <a:solidFill>
                  <a:schemeClr val="dk1"/>
                </a:solidFill>
                <a:latin typeface="Kalam"/>
                <a:ea typeface="Kalam"/>
                <a:cs typeface="Kalam"/>
                <a:sym typeface="Kalam"/>
              </a:rPr>
              <a:t>× 24.2 </a:t>
            </a:r>
            <a:r>
              <a:rPr lang="en-GB" sz="2200">
                <a:solidFill>
                  <a:schemeClr val="dk1"/>
                </a:solidFill>
                <a:latin typeface="Kalam"/>
                <a:ea typeface="Kalam"/>
                <a:cs typeface="Kalam"/>
                <a:sym typeface="Kalam"/>
              </a:rPr>
              <a:t> </a:t>
            </a:r>
            <a:endParaRPr sz="2200">
              <a:solidFill>
                <a:schemeClr val="dk1"/>
              </a:solidFill>
              <a:latin typeface="Kalam"/>
              <a:ea typeface="Kalam"/>
              <a:cs typeface="Kalam"/>
              <a:sym typeface="Kalam"/>
            </a:endParaRPr>
          </a:p>
        </p:txBody>
      </p:sp>
      <p:sp>
        <p:nvSpPr>
          <p:cNvPr id="1357" name="Google Shape;1357;p93"/>
          <p:cNvSpPr txBox="1"/>
          <p:nvPr/>
        </p:nvSpPr>
        <p:spPr>
          <a:xfrm>
            <a:off x="4253250" y="1989350"/>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302.5 = 24.2</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Kalam"/>
                <a:ea typeface="Kalam"/>
                <a:cs typeface="Kalam"/>
                <a:sym typeface="Kalam"/>
              </a:rPr>
              <a:t> </a:t>
            </a:r>
            <a:endParaRPr sz="2200">
              <a:solidFill>
                <a:schemeClr val="dk1"/>
              </a:solidFill>
              <a:latin typeface="Kalam"/>
              <a:ea typeface="Kalam"/>
              <a:cs typeface="Kalam"/>
              <a:sym typeface="Kalam"/>
            </a:endParaRPr>
          </a:p>
        </p:txBody>
      </p:sp>
      <p:sp>
        <p:nvSpPr>
          <p:cNvPr id="1358" name="Google Shape;1358;p93"/>
          <p:cNvSpPr txBox="1"/>
          <p:nvPr/>
        </p:nvSpPr>
        <p:spPr>
          <a:xfrm>
            <a:off x="4465429" y="2433900"/>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12.5 = </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Kalam"/>
                <a:ea typeface="Kalam"/>
                <a:cs typeface="Kalam"/>
                <a:sym typeface="Kalam"/>
              </a:rPr>
              <a:t> </a:t>
            </a:r>
            <a:endParaRPr sz="2200">
              <a:solidFill>
                <a:schemeClr val="dk1"/>
              </a:solidFill>
              <a:latin typeface="Kalam"/>
              <a:ea typeface="Kalam"/>
              <a:cs typeface="Kalam"/>
              <a:sym typeface="Kalam"/>
            </a:endParaRPr>
          </a:p>
        </p:txBody>
      </p:sp>
      <p:sp>
        <p:nvSpPr>
          <p:cNvPr id="1359" name="Google Shape;1359;p93"/>
          <p:cNvSpPr txBox="1"/>
          <p:nvPr/>
        </p:nvSpPr>
        <p:spPr>
          <a:xfrm>
            <a:off x="4320000" y="3180475"/>
            <a:ext cx="4757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Area of the ‘L-shape’ is 12.5 cm</a:t>
            </a:r>
            <a:r>
              <a:rPr baseline="30000" lang="en-GB" sz="2200">
                <a:solidFill>
                  <a:schemeClr val="dk1"/>
                </a:solidFill>
                <a:latin typeface="Kalam"/>
                <a:ea typeface="Kalam"/>
                <a:cs typeface="Kalam"/>
                <a:sym typeface="Kalam"/>
              </a:rPr>
              <a:t>2</a:t>
            </a:r>
            <a:r>
              <a:rPr lang="en-GB" sz="2200">
                <a:solidFill>
                  <a:schemeClr val="dk1"/>
                </a:solidFill>
                <a:latin typeface="Kalam"/>
                <a:ea typeface="Kalam"/>
                <a:cs typeface="Kalam"/>
                <a:sym typeface="Kalam"/>
              </a:rPr>
              <a:t> </a:t>
            </a:r>
            <a:endParaRPr sz="22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pic>
        <p:nvPicPr>
          <p:cNvPr id="1364" name="Google Shape;1364;p94"/>
          <p:cNvPicPr preferRelativeResize="0"/>
          <p:nvPr/>
        </p:nvPicPr>
        <p:blipFill>
          <a:blip r:embed="rId3">
            <a:alphaModFix/>
          </a:blip>
          <a:stretch>
            <a:fillRect/>
          </a:stretch>
        </p:blipFill>
        <p:spPr>
          <a:xfrm>
            <a:off x="1174050" y="1318725"/>
            <a:ext cx="2109608" cy="2206975"/>
          </a:xfrm>
          <a:prstGeom prst="rect">
            <a:avLst/>
          </a:prstGeom>
          <a:noFill/>
          <a:ln>
            <a:noFill/>
          </a:ln>
        </p:spPr>
      </p:pic>
      <p:sp>
        <p:nvSpPr>
          <p:cNvPr id="1365" name="Google Shape;1365;p94"/>
          <p:cNvSpPr txBox="1"/>
          <p:nvPr>
            <p:ph idx="1" type="body"/>
          </p:nvPr>
        </p:nvSpPr>
        <p:spPr>
          <a:xfrm>
            <a:off x="324000" y="759300"/>
            <a:ext cx="82377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Volume of a prism = area of cross-section × length</a:t>
            </a:r>
            <a:endParaRPr sz="2000"/>
          </a:p>
        </p:txBody>
      </p:sp>
      <p:sp>
        <p:nvSpPr>
          <p:cNvPr id="1366" name="Google Shape;1366;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cxnSp>
        <p:nvCxnSpPr>
          <p:cNvPr id="1367" name="Google Shape;1367;p94"/>
          <p:cNvCxnSpPr/>
          <p:nvPr/>
        </p:nvCxnSpPr>
        <p:spPr>
          <a:xfrm rot="10800000">
            <a:off x="1266975" y="2795850"/>
            <a:ext cx="1197000" cy="690900"/>
          </a:xfrm>
          <a:prstGeom prst="straightConnector1">
            <a:avLst/>
          </a:prstGeom>
          <a:noFill/>
          <a:ln cap="flat" cmpd="sng" w="28575">
            <a:solidFill>
              <a:schemeClr val="dk1"/>
            </a:solidFill>
            <a:prstDash val="solid"/>
            <a:round/>
            <a:headEnd len="med" w="med" type="triangle"/>
            <a:tailEnd len="med" w="med" type="triangle"/>
          </a:ln>
        </p:spPr>
      </p:cxnSp>
      <p:sp>
        <p:nvSpPr>
          <p:cNvPr id="1368" name="Google Shape;1368;p94"/>
          <p:cNvSpPr txBox="1"/>
          <p:nvPr/>
        </p:nvSpPr>
        <p:spPr>
          <a:xfrm>
            <a:off x="947725" y="3180475"/>
            <a:ext cx="1344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400">
                <a:solidFill>
                  <a:schemeClr val="dk1"/>
                </a:solidFill>
                <a:latin typeface="Times New Roman"/>
                <a:ea typeface="Times New Roman"/>
                <a:cs typeface="Times New Roman"/>
                <a:sym typeface="Times New Roman"/>
              </a:rPr>
              <a:t>l</a:t>
            </a:r>
            <a:r>
              <a:rPr lang="en-GB" sz="2200">
                <a:solidFill>
                  <a:schemeClr val="dk1"/>
                </a:solidFill>
                <a:latin typeface="Lexend"/>
                <a:ea typeface="Lexend"/>
                <a:cs typeface="Lexend"/>
                <a:sym typeface="Lexend"/>
              </a:rPr>
              <a:t> cm</a:t>
            </a:r>
            <a:endParaRPr sz="2200">
              <a:solidFill>
                <a:schemeClr val="dk1"/>
              </a:solidFill>
              <a:latin typeface="Lexend"/>
              <a:ea typeface="Lexend"/>
              <a:cs typeface="Lexend"/>
              <a:sym typeface="Lexend"/>
            </a:endParaRPr>
          </a:p>
        </p:txBody>
      </p:sp>
      <p:sp>
        <p:nvSpPr>
          <p:cNvPr id="1369" name="Google Shape;1369;p94"/>
          <p:cNvSpPr txBox="1"/>
          <p:nvPr/>
        </p:nvSpPr>
        <p:spPr>
          <a:xfrm>
            <a:off x="756300" y="4230950"/>
            <a:ext cx="2667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Volume = 204 cm</a:t>
            </a:r>
            <a:r>
              <a:rPr baseline="30000" lang="en-GB" sz="2200">
                <a:solidFill>
                  <a:schemeClr val="dk1"/>
                </a:solidFill>
                <a:latin typeface="Lexend"/>
                <a:ea typeface="Lexend"/>
                <a:cs typeface="Lexend"/>
                <a:sym typeface="Lexend"/>
              </a:rPr>
              <a:t>3</a:t>
            </a:r>
            <a:endParaRPr baseline="30000" sz="2200">
              <a:solidFill>
                <a:schemeClr val="dk1"/>
              </a:solidFill>
              <a:latin typeface="Lexend"/>
              <a:ea typeface="Lexend"/>
              <a:cs typeface="Lexend"/>
              <a:sym typeface="Lexend"/>
            </a:endParaRPr>
          </a:p>
        </p:txBody>
      </p:sp>
      <p:sp>
        <p:nvSpPr>
          <p:cNvPr id="1370" name="Google Shape;1370;p94"/>
          <p:cNvSpPr txBox="1"/>
          <p:nvPr/>
        </p:nvSpPr>
        <p:spPr>
          <a:xfrm>
            <a:off x="2887200" y="1160100"/>
            <a:ext cx="2667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Area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24</a:t>
            </a:r>
            <a:r>
              <a:rPr lang="en-GB" sz="24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cm</a:t>
            </a:r>
            <a:r>
              <a:rPr baseline="30000" lang="en-GB" sz="2200">
                <a:solidFill>
                  <a:schemeClr val="dk1"/>
                </a:solidFill>
                <a:latin typeface="Lexend"/>
                <a:ea typeface="Lexend"/>
                <a:cs typeface="Lexend"/>
                <a:sym typeface="Lexend"/>
              </a:rPr>
              <a:t>2</a:t>
            </a:r>
            <a:endParaRPr baseline="30000" sz="2200">
              <a:solidFill>
                <a:schemeClr val="dk1"/>
              </a:solidFill>
              <a:latin typeface="Lexend"/>
              <a:ea typeface="Lexend"/>
              <a:cs typeface="Lexend"/>
              <a:sym typeface="Lexend"/>
            </a:endParaRPr>
          </a:p>
        </p:txBody>
      </p:sp>
      <p:sp>
        <p:nvSpPr>
          <p:cNvPr id="1371" name="Google Shape;1371;p94"/>
          <p:cNvSpPr txBox="1"/>
          <p:nvPr/>
        </p:nvSpPr>
        <p:spPr>
          <a:xfrm>
            <a:off x="4862850" y="1499475"/>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204 </a:t>
            </a:r>
            <a:r>
              <a:rPr lang="en-GB" sz="2200">
                <a:solidFill>
                  <a:schemeClr val="dk1"/>
                </a:solidFill>
                <a:latin typeface="Times New Roman"/>
                <a:ea typeface="Times New Roman"/>
                <a:cs typeface="Times New Roman"/>
                <a:sym typeface="Times New Roman"/>
              </a:rPr>
              <a:t>= </a:t>
            </a:r>
            <a:r>
              <a:rPr lang="en-GB" sz="2000">
                <a:solidFill>
                  <a:schemeClr val="dk1"/>
                </a:solidFill>
                <a:latin typeface="Times New Roman"/>
                <a:ea typeface="Times New Roman"/>
                <a:cs typeface="Times New Roman"/>
                <a:sym typeface="Times New Roman"/>
              </a:rPr>
              <a:t>24 ×</a:t>
            </a:r>
            <a:r>
              <a:rPr lang="en-GB" sz="2200">
                <a:solidFill>
                  <a:schemeClr val="dk1"/>
                </a:solidFill>
                <a:latin typeface="Times New Roman"/>
                <a:ea typeface="Times New Roman"/>
                <a:cs typeface="Times New Roman"/>
                <a:sym typeface="Times New Roman"/>
              </a:rPr>
              <a:t> </a:t>
            </a:r>
            <a:r>
              <a:rPr i="1" lang="en-GB" sz="2400">
                <a:solidFill>
                  <a:schemeClr val="dk1"/>
                </a:solidFill>
                <a:latin typeface="Times New Roman"/>
                <a:ea typeface="Times New Roman"/>
                <a:cs typeface="Times New Roman"/>
                <a:sym typeface="Times New Roman"/>
              </a:rPr>
              <a:t>l</a:t>
            </a:r>
            <a:endParaRPr sz="2200">
              <a:solidFill>
                <a:schemeClr val="dk1"/>
              </a:solidFill>
              <a:latin typeface="Times New Roman"/>
              <a:ea typeface="Times New Roman"/>
              <a:cs typeface="Times New Roman"/>
              <a:sym typeface="Times New Roman"/>
            </a:endParaRPr>
          </a:p>
        </p:txBody>
      </p:sp>
      <p:sp>
        <p:nvSpPr>
          <p:cNvPr id="1372" name="Google Shape;1372;p94"/>
          <p:cNvSpPr txBox="1"/>
          <p:nvPr/>
        </p:nvSpPr>
        <p:spPr>
          <a:xfrm>
            <a:off x="4862850" y="2017650"/>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204</a:t>
            </a:r>
            <a:r>
              <a:rPr lang="en-GB" sz="2200">
                <a:solidFill>
                  <a:schemeClr val="dk1"/>
                </a:solidFill>
                <a:latin typeface="Times New Roman"/>
                <a:ea typeface="Times New Roman"/>
                <a:cs typeface="Times New Roman"/>
                <a:sym typeface="Times New Roman"/>
              </a:rPr>
              <a:t> = 24</a:t>
            </a:r>
            <a:r>
              <a:rPr i="1" lang="en-GB" sz="2400">
                <a:solidFill>
                  <a:schemeClr val="dk1"/>
                </a:solidFill>
                <a:latin typeface="Times New Roman"/>
                <a:ea typeface="Times New Roman"/>
                <a:cs typeface="Times New Roman"/>
                <a:sym typeface="Times New Roman"/>
              </a:rPr>
              <a:t>l</a:t>
            </a:r>
            <a:r>
              <a:rPr lang="en-GB"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p:txBody>
      </p:sp>
      <p:sp>
        <p:nvSpPr>
          <p:cNvPr id="1373" name="Google Shape;1373;p94"/>
          <p:cNvSpPr txBox="1"/>
          <p:nvPr/>
        </p:nvSpPr>
        <p:spPr>
          <a:xfrm>
            <a:off x="4929652" y="2536800"/>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8.5</a:t>
            </a:r>
            <a:r>
              <a:rPr lang="en-GB" sz="2200">
                <a:solidFill>
                  <a:schemeClr val="dk1"/>
                </a:solidFill>
                <a:latin typeface="Times New Roman"/>
                <a:ea typeface="Times New Roman"/>
                <a:cs typeface="Times New Roman"/>
                <a:sym typeface="Times New Roman"/>
              </a:rPr>
              <a:t> = </a:t>
            </a:r>
            <a:r>
              <a:rPr i="1" lang="en-GB" sz="2400">
                <a:solidFill>
                  <a:schemeClr val="dk1"/>
                </a:solidFill>
                <a:latin typeface="Times New Roman"/>
                <a:ea typeface="Times New Roman"/>
                <a:cs typeface="Times New Roman"/>
                <a:sym typeface="Times New Roman"/>
              </a:rPr>
              <a:t>l</a:t>
            </a:r>
            <a:r>
              <a:rPr lang="en-GB"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p:txBody>
      </p:sp>
      <p:cxnSp>
        <p:nvCxnSpPr>
          <p:cNvPr id="1374" name="Google Shape;1374;p94"/>
          <p:cNvCxnSpPr>
            <a:endCxn id="1370" idx="1"/>
          </p:cNvCxnSpPr>
          <p:nvPr/>
        </p:nvCxnSpPr>
        <p:spPr>
          <a:xfrm flipH="1" rot="10800000">
            <a:off x="2697300" y="1606500"/>
            <a:ext cx="189900" cy="930300"/>
          </a:xfrm>
          <a:prstGeom prst="straightConnector1">
            <a:avLst/>
          </a:prstGeom>
          <a:noFill/>
          <a:ln cap="flat" cmpd="sng" w="28575">
            <a:solidFill>
              <a:schemeClr val="dk1"/>
            </a:solidFill>
            <a:prstDash val="solid"/>
            <a:round/>
            <a:headEnd len="med" w="med" type="none"/>
            <a:tailEnd len="med" w="med" type="none"/>
          </a:ln>
        </p:spPr>
      </p:cxnSp>
      <p:sp>
        <p:nvSpPr>
          <p:cNvPr id="1375" name="Google Shape;1375;p94"/>
          <p:cNvSpPr txBox="1"/>
          <p:nvPr/>
        </p:nvSpPr>
        <p:spPr>
          <a:xfrm>
            <a:off x="3570275" y="3429300"/>
            <a:ext cx="52968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length is</a:t>
            </a:r>
            <a:r>
              <a:rPr lang="en-GB" sz="2000">
                <a:solidFill>
                  <a:schemeClr val="dk1"/>
                </a:solidFill>
                <a:latin typeface="Lexend"/>
                <a:ea typeface="Lexend"/>
                <a:cs typeface="Lexend"/>
                <a:sym typeface="Lexend"/>
              </a:rPr>
              <a:t> </a:t>
            </a:r>
            <a:r>
              <a:rPr lang="en-GB" sz="2000">
                <a:solidFill>
                  <a:schemeClr val="dk1"/>
                </a:solidFill>
                <a:latin typeface="Lexend"/>
                <a:ea typeface="Lexend"/>
                <a:cs typeface="Lexend"/>
                <a:sym typeface="Lexend"/>
              </a:rPr>
              <a:t>8.5 cm</a:t>
            </a:r>
            <a:endParaRPr sz="20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9" name="Shape 1379"/>
        <p:cNvGrpSpPr/>
        <p:nvPr/>
      </p:nvGrpSpPr>
      <p:grpSpPr>
        <a:xfrm>
          <a:off x="0" y="0"/>
          <a:ext cx="0" cy="0"/>
          <a:chOff x="0" y="0"/>
          <a:chExt cx="0" cy="0"/>
        </a:xfrm>
      </p:grpSpPr>
      <p:sp>
        <p:nvSpPr>
          <p:cNvPr id="1380" name="Google Shape;1380;p95"/>
          <p:cNvSpPr txBox="1"/>
          <p:nvPr>
            <p:ph idx="1" type="body"/>
          </p:nvPr>
        </p:nvSpPr>
        <p:spPr>
          <a:xfrm>
            <a:off x="324000" y="759300"/>
            <a:ext cx="8237700" cy="740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Work out the height of the prism, given the area of the ‘L-shape’ and the volume.</a:t>
            </a:r>
            <a:endParaRPr/>
          </a:p>
        </p:txBody>
      </p:sp>
      <p:sp>
        <p:nvSpPr>
          <p:cNvPr id="1381" name="Google Shape;1381;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pic>
        <p:nvPicPr>
          <p:cNvPr id="1382" name="Google Shape;1382;p95"/>
          <p:cNvPicPr preferRelativeResize="0"/>
          <p:nvPr/>
        </p:nvPicPr>
        <p:blipFill>
          <a:blip r:embed="rId3">
            <a:alphaModFix/>
          </a:blip>
          <a:stretch>
            <a:fillRect/>
          </a:stretch>
        </p:blipFill>
        <p:spPr>
          <a:xfrm>
            <a:off x="1407025" y="1348975"/>
            <a:ext cx="1637275" cy="3149451"/>
          </a:xfrm>
          <a:prstGeom prst="rect">
            <a:avLst/>
          </a:prstGeom>
          <a:noFill/>
          <a:ln>
            <a:noFill/>
          </a:ln>
        </p:spPr>
      </p:pic>
      <p:cxnSp>
        <p:nvCxnSpPr>
          <p:cNvPr id="1383" name="Google Shape;1383;p95"/>
          <p:cNvCxnSpPr/>
          <p:nvPr/>
        </p:nvCxnSpPr>
        <p:spPr>
          <a:xfrm rot="10800000">
            <a:off x="3091450" y="2079175"/>
            <a:ext cx="0" cy="1570500"/>
          </a:xfrm>
          <a:prstGeom prst="straightConnector1">
            <a:avLst/>
          </a:prstGeom>
          <a:noFill/>
          <a:ln cap="flat" cmpd="sng" w="28575">
            <a:solidFill>
              <a:schemeClr val="dk1"/>
            </a:solidFill>
            <a:prstDash val="solid"/>
            <a:round/>
            <a:headEnd len="med" w="med" type="triangle"/>
            <a:tailEnd len="med" w="med" type="triangle"/>
          </a:ln>
        </p:spPr>
      </p:cxnSp>
      <p:sp>
        <p:nvSpPr>
          <p:cNvPr id="1384" name="Google Shape;1384;p95"/>
          <p:cNvSpPr txBox="1"/>
          <p:nvPr/>
        </p:nvSpPr>
        <p:spPr>
          <a:xfrm>
            <a:off x="3138600" y="2602825"/>
            <a:ext cx="13440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400">
                <a:solidFill>
                  <a:schemeClr val="dk1"/>
                </a:solidFill>
                <a:latin typeface="Times New Roman"/>
                <a:ea typeface="Times New Roman"/>
                <a:cs typeface="Times New Roman"/>
                <a:sym typeface="Times New Roman"/>
              </a:rPr>
              <a:t>h</a:t>
            </a:r>
            <a:r>
              <a:rPr lang="en-GB" sz="22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cm</a:t>
            </a:r>
            <a:endParaRPr sz="2200">
              <a:solidFill>
                <a:schemeClr val="dk1"/>
              </a:solidFill>
              <a:latin typeface="Lexend"/>
              <a:ea typeface="Lexend"/>
              <a:cs typeface="Lexend"/>
              <a:sym typeface="Lexend"/>
            </a:endParaRPr>
          </a:p>
        </p:txBody>
      </p:sp>
      <p:sp>
        <p:nvSpPr>
          <p:cNvPr id="1385" name="Google Shape;1385;p95"/>
          <p:cNvSpPr txBox="1"/>
          <p:nvPr/>
        </p:nvSpPr>
        <p:spPr>
          <a:xfrm>
            <a:off x="756300" y="4230950"/>
            <a:ext cx="30159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Volume = 379.6 cm</a:t>
            </a:r>
            <a:r>
              <a:rPr baseline="30000" lang="en-GB" sz="2200">
                <a:solidFill>
                  <a:schemeClr val="dk1"/>
                </a:solidFill>
                <a:latin typeface="Lexend"/>
                <a:ea typeface="Lexend"/>
                <a:cs typeface="Lexend"/>
                <a:sym typeface="Lexend"/>
              </a:rPr>
              <a:t>3</a:t>
            </a:r>
            <a:endParaRPr baseline="30000" sz="2200">
              <a:solidFill>
                <a:schemeClr val="dk1"/>
              </a:solidFill>
              <a:latin typeface="Lexend"/>
              <a:ea typeface="Lexend"/>
              <a:cs typeface="Lexend"/>
              <a:sym typeface="Lexend"/>
            </a:endParaRPr>
          </a:p>
        </p:txBody>
      </p:sp>
      <p:sp>
        <p:nvSpPr>
          <p:cNvPr id="1386" name="Google Shape;1386;p95"/>
          <p:cNvSpPr txBox="1"/>
          <p:nvPr/>
        </p:nvSpPr>
        <p:spPr>
          <a:xfrm>
            <a:off x="4253250" y="1499475"/>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379.6</a:t>
            </a:r>
            <a:r>
              <a:rPr lang="en-GB" sz="2200">
                <a:solidFill>
                  <a:schemeClr val="dk1"/>
                </a:solidFill>
                <a:latin typeface="Kalam"/>
                <a:ea typeface="Kalam"/>
                <a:cs typeface="Kalam"/>
                <a:sym typeface="Kalam"/>
              </a:rPr>
              <a:t> = 52 </a:t>
            </a:r>
            <a:r>
              <a:rPr lang="en-GB" sz="2000">
                <a:solidFill>
                  <a:schemeClr val="dk1"/>
                </a:solidFill>
                <a:latin typeface="Kalam"/>
                <a:ea typeface="Kalam"/>
                <a:cs typeface="Kalam"/>
                <a:sym typeface="Kalam"/>
              </a:rPr>
              <a:t>× </a:t>
            </a:r>
            <a:r>
              <a:rPr i="1" lang="en-GB" sz="2400">
                <a:solidFill>
                  <a:schemeClr val="dk1"/>
                </a:solidFill>
                <a:latin typeface="Times New Roman"/>
                <a:ea typeface="Times New Roman"/>
                <a:cs typeface="Times New Roman"/>
                <a:sym typeface="Times New Roman"/>
              </a:rPr>
              <a:t>h</a:t>
            </a:r>
            <a:endParaRPr sz="2200">
              <a:solidFill>
                <a:schemeClr val="dk1"/>
              </a:solidFill>
              <a:latin typeface="Kalam"/>
              <a:ea typeface="Kalam"/>
              <a:cs typeface="Kalam"/>
              <a:sym typeface="Kalam"/>
            </a:endParaRPr>
          </a:p>
        </p:txBody>
      </p:sp>
      <p:sp>
        <p:nvSpPr>
          <p:cNvPr id="1387" name="Google Shape;1387;p95"/>
          <p:cNvSpPr txBox="1"/>
          <p:nvPr/>
        </p:nvSpPr>
        <p:spPr>
          <a:xfrm>
            <a:off x="4253250" y="1989350"/>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379.6</a:t>
            </a:r>
            <a:r>
              <a:rPr lang="en-GB" sz="2200">
                <a:solidFill>
                  <a:schemeClr val="dk1"/>
                </a:solidFill>
                <a:latin typeface="Kalam"/>
                <a:ea typeface="Kalam"/>
                <a:cs typeface="Kalam"/>
                <a:sym typeface="Kalam"/>
              </a:rPr>
              <a:t> = 52</a:t>
            </a:r>
            <a:r>
              <a:rPr i="1" lang="en-GB" sz="2400">
                <a:solidFill>
                  <a:schemeClr val="dk1"/>
                </a:solidFill>
                <a:latin typeface="Times New Roman"/>
                <a:ea typeface="Times New Roman"/>
                <a:cs typeface="Times New Roman"/>
                <a:sym typeface="Times New Roman"/>
              </a:rPr>
              <a:t>h</a:t>
            </a:r>
            <a:r>
              <a:rPr lang="en-GB" sz="2200">
                <a:solidFill>
                  <a:schemeClr val="dk1"/>
                </a:solidFill>
                <a:latin typeface="Kalam"/>
                <a:ea typeface="Kalam"/>
                <a:cs typeface="Kalam"/>
                <a:sym typeface="Kalam"/>
              </a:rPr>
              <a:t> </a:t>
            </a:r>
            <a:endParaRPr sz="2200">
              <a:solidFill>
                <a:schemeClr val="dk1"/>
              </a:solidFill>
              <a:latin typeface="Kalam"/>
              <a:ea typeface="Kalam"/>
              <a:cs typeface="Kalam"/>
              <a:sym typeface="Kalam"/>
            </a:endParaRPr>
          </a:p>
        </p:txBody>
      </p:sp>
      <p:sp>
        <p:nvSpPr>
          <p:cNvPr id="1388" name="Google Shape;1388;p95"/>
          <p:cNvSpPr txBox="1"/>
          <p:nvPr/>
        </p:nvSpPr>
        <p:spPr>
          <a:xfrm>
            <a:off x="4544404" y="2482500"/>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7.3 </a:t>
            </a:r>
            <a:r>
              <a:rPr lang="en-GB" sz="2200">
                <a:solidFill>
                  <a:schemeClr val="dk1"/>
                </a:solidFill>
                <a:latin typeface="Kalam"/>
                <a:ea typeface="Kalam"/>
                <a:cs typeface="Kalam"/>
                <a:sym typeface="Kalam"/>
              </a:rPr>
              <a:t>= </a:t>
            </a:r>
            <a:r>
              <a:rPr i="1" lang="en-GB" sz="2400">
                <a:solidFill>
                  <a:schemeClr val="dk1"/>
                </a:solidFill>
                <a:latin typeface="Times New Roman"/>
                <a:ea typeface="Times New Roman"/>
                <a:cs typeface="Times New Roman"/>
                <a:sym typeface="Times New Roman"/>
              </a:rPr>
              <a:t>h</a:t>
            </a:r>
            <a:r>
              <a:rPr lang="en-GB" sz="2200">
                <a:solidFill>
                  <a:schemeClr val="dk1"/>
                </a:solidFill>
                <a:latin typeface="Kalam"/>
                <a:ea typeface="Kalam"/>
                <a:cs typeface="Kalam"/>
                <a:sym typeface="Kalam"/>
              </a:rPr>
              <a:t> </a:t>
            </a:r>
            <a:endParaRPr sz="2200">
              <a:solidFill>
                <a:schemeClr val="dk1"/>
              </a:solidFill>
              <a:latin typeface="Kalam"/>
              <a:ea typeface="Kalam"/>
              <a:cs typeface="Kalam"/>
              <a:sym typeface="Kalam"/>
            </a:endParaRPr>
          </a:p>
        </p:txBody>
      </p:sp>
      <p:sp>
        <p:nvSpPr>
          <p:cNvPr id="1389" name="Google Shape;1389;p95"/>
          <p:cNvSpPr txBox="1"/>
          <p:nvPr/>
        </p:nvSpPr>
        <p:spPr>
          <a:xfrm>
            <a:off x="4320000" y="3180475"/>
            <a:ext cx="4757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Kalam"/>
                <a:ea typeface="Kalam"/>
                <a:cs typeface="Kalam"/>
                <a:sym typeface="Kalam"/>
              </a:rPr>
              <a:t>Height of the prism</a:t>
            </a:r>
            <a:r>
              <a:rPr lang="en-GB" sz="2200">
                <a:solidFill>
                  <a:schemeClr val="dk1"/>
                </a:solidFill>
                <a:latin typeface="Kalam"/>
                <a:ea typeface="Kalam"/>
                <a:cs typeface="Kalam"/>
                <a:sym typeface="Kalam"/>
              </a:rPr>
              <a:t> is 7.3 cm</a:t>
            </a:r>
            <a:endParaRPr sz="2200">
              <a:solidFill>
                <a:schemeClr val="dk1"/>
              </a:solidFill>
              <a:latin typeface="Kalam"/>
              <a:ea typeface="Kalam"/>
              <a:cs typeface="Kalam"/>
              <a:sym typeface="Kalam"/>
            </a:endParaRPr>
          </a:p>
        </p:txBody>
      </p:sp>
      <p:sp>
        <p:nvSpPr>
          <p:cNvPr id="1390" name="Google Shape;1390;p95"/>
          <p:cNvSpPr txBox="1"/>
          <p:nvPr/>
        </p:nvSpPr>
        <p:spPr>
          <a:xfrm>
            <a:off x="273550" y="1713600"/>
            <a:ext cx="2667000" cy="892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Area </a:t>
            </a:r>
            <a:endParaRPr sz="2200">
              <a:solidFill>
                <a:schemeClr val="dk1"/>
              </a:solidFill>
              <a:latin typeface="Lexend"/>
              <a:ea typeface="Lexend"/>
              <a:cs typeface="Lexend"/>
              <a:sym typeface="Lexend"/>
            </a:endParaRPr>
          </a:p>
          <a:p>
            <a:pPr indent="0" lvl="0" marL="0" rtl="0" algn="l">
              <a:spcBef>
                <a:spcPts val="0"/>
              </a:spcBef>
              <a:spcAft>
                <a:spcPts val="0"/>
              </a:spcAft>
              <a:buNone/>
            </a:pPr>
            <a:r>
              <a:rPr lang="en-GB" sz="2200">
                <a:solidFill>
                  <a:schemeClr val="dk1"/>
                </a:solidFill>
                <a:latin typeface="Lexend"/>
                <a:ea typeface="Lexend"/>
                <a:cs typeface="Lexend"/>
                <a:sym typeface="Lexend"/>
              </a:rPr>
              <a:t>= 52</a:t>
            </a:r>
            <a:r>
              <a:rPr lang="en-GB" sz="2400">
                <a:solidFill>
                  <a:schemeClr val="dk1"/>
                </a:solidFill>
                <a:latin typeface="Lexend"/>
                <a:ea typeface="Lexend"/>
                <a:cs typeface="Lexend"/>
                <a:sym typeface="Lexend"/>
              </a:rPr>
              <a:t> </a:t>
            </a:r>
            <a:r>
              <a:rPr lang="en-GB" sz="2200">
                <a:solidFill>
                  <a:schemeClr val="dk1"/>
                </a:solidFill>
                <a:latin typeface="Lexend"/>
                <a:ea typeface="Lexend"/>
                <a:cs typeface="Lexend"/>
                <a:sym typeface="Lexend"/>
              </a:rPr>
              <a:t>cm</a:t>
            </a:r>
            <a:r>
              <a:rPr baseline="30000" lang="en-GB" sz="2200">
                <a:solidFill>
                  <a:schemeClr val="dk1"/>
                </a:solidFill>
                <a:latin typeface="Lexend"/>
                <a:ea typeface="Lexend"/>
                <a:cs typeface="Lexend"/>
                <a:sym typeface="Lexend"/>
              </a:rPr>
              <a:t>2</a:t>
            </a:r>
            <a:endParaRPr baseline="30000" sz="2200">
              <a:solidFill>
                <a:schemeClr val="dk1"/>
              </a:solidFill>
              <a:latin typeface="Lexend"/>
              <a:ea typeface="Lexend"/>
              <a:cs typeface="Lexend"/>
              <a:sym typeface="Lexend"/>
            </a:endParaRPr>
          </a:p>
        </p:txBody>
      </p:sp>
      <p:cxnSp>
        <p:nvCxnSpPr>
          <p:cNvPr id="1391" name="Google Shape;1391;p95"/>
          <p:cNvCxnSpPr/>
          <p:nvPr/>
        </p:nvCxnSpPr>
        <p:spPr>
          <a:xfrm rot="10800000">
            <a:off x="1171950" y="2027925"/>
            <a:ext cx="1306500" cy="139500"/>
          </a:xfrm>
          <a:prstGeom prst="straightConnector1">
            <a:avLst/>
          </a:prstGeom>
          <a:noFill/>
          <a:ln cap="flat" cmpd="sng" w="28575">
            <a:solidFill>
              <a:schemeClr val="dk1"/>
            </a:solidFill>
            <a:prstDash val="solid"/>
            <a:round/>
            <a:headEnd len="med" w="med" type="none"/>
            <a:tailEnd len="med" w="med"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5" name="Shape 1395"/>
        <p:cNvGrpSpPr/>
        <p:nvPr/>
      </p:nvGrpSpPr>
      <p:grpSpPr>
        <a:xfrm>
          <a:off x="0" y="0"/>
          <a:ext cx="0" cy="0"/>
          <a:chOff x="0" y="0"/>
          <a:chExt cx="0" cy="0"/>
        </a:xfrm>
      </p:grpSpPr>
      <p:sp>
        <p:nvSpPr>
          <p:cNvPr id="1396" name="Google Shape;1396;p96"/>
          <p:cNvSpPr txBox="1"/>
          <p:nvPr>
            <p:ph idx="1" type="body"/>
          </p:nvPr>
        </p:nvSpPr>
        <p:spPr>
          <a:xfrm>
            <a:off x="324000" y="759300"/>
            <a:ext cx="8237700" cy="40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Volume of a prism = area of cross-section × length</a:t>
            </a:r>
            <a:endParaRPr sz="2000"/>
          </a:p>
        </p:txBody>
      </p:sp>
      <p:sp>
        <p:nvSpPr>
          <p:cNvPr id="1397" name="Google Shape;1397;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Using the volume of a prism</a:t>
            </a:r>
            <a:endParaRPr/>
          </a:p>
        </p:txBody>
      </p:sp>
      <p:pic>
        <p:nvPicPr>
          <p:cNvPr id="1398" name="Google Shape;1398;p96"/>
          <p:cNvPicPr preferRelativeResize="0"/>
          <p:nvPr/>
        </p:nvPicPr>
        <p:blipFill rotWithShape="1">
          <a:blip r:embed="rId3">
            <a:alphaModFix/>
          </a:blip>
          <a:srcRect b="5556" l="11769" r="0" t="3658"/>
          <a:stretch/>
        </p:blipFill>
        <p:spPr>
          <a:xfrm>
            <a:off x="1292675" y="1305900"/>
            <a:ext cx="2553674" cy="2290276"/>
          </a:xfrm>
          <a:prstGeom prst="rect">
            <a:avLst/>
          </a:prstGeom>
          <a:noFill/>
          <a:ln>
            <a:noFill/>
          </a:ln>
        </p:spPr>
      </p:pic>
      <p:cxnSp>
        <p:nvCxnSpPr>
          <p:cNvPr id="1399" name="Google Shape;1399;p96"/>
          <p:cNvCxnSpPr/>
          <p:nvPr/>
        </p:nvCxnSpPr>
        <p:spPr>
          <a:xfrm>
            <a:off x="1234975" y="1949775"/>
            <a:ext cx="0" cy="911100"/>
          </a:xfrm>
          <a:prstGeom prst="straightConnector1">
            <a:avLst/>
          </a:prstGeom>
          <a:noFill/>
          <a:ln cap="flat" cmpd="sng" w="28575">
            <a:solidFill>
              <a:schemeClr val="dk1"/>
            </a:solidFill>
            <a:prstDash val="dash"/>
            <a:round/>
            <a:headEnd len="med" w="med" type="triangle"/>
            <a:tailEnd len="med" w="med" type="triangle"/>
          </a:ln>
        </p:spPr>
      </p:cxnSp>
      <p:cxnSp>
        <p:nvCxnSpPr>
          <p:cNvPr id="1400" name="Google Shape;1400;p96"/>
          <p:cNvCxnSpPr/>
          <p:nvPr/>
        </p:nvCxnSpPr>
        <p:spPr>
          <a:xfrm>
            <a:off x="1273250" y="3022725"/>
            <a:ext cx="1098300" cy="612300"/>
          </a:xfrm>
          <a:prstGeom prst="straightConnector1">
            <a:avLst/>
          </a:prstGeom>
          <a:noFill/>
          <a:ln cap="flat" cmpd="sng" w="28575">
            <a:solidFill>
              <a:schemeClr val="dk1"/>
            </a:solidFill>
            <a:prstDash val="solid"/>
            <a:round/>
            <a:headEnd len="med" w="med" type="triangle"/>
            <a:tailEnd len="med" w="med" type="triangle"/>
          </a:ln>
        </p:spPr>
      </p:cxnSp>
      <p:cxnSp>
        <p:nvCxnSpPr>
          <p:cNvPr id="1401" name="Google Shape;1401;p96"/>
          <p:cNvCxnSpPr/>
          <p:nvPr/>
        </p:nvCxnSpPr>
        <p:spPr>
          <a:xfrm flipH="1" rot="10800000">
            <a:off x="2504500" y="2886525"/>
            <a:ext cx="1305600" cy="748500"/>
          </a:xfrm>
          <a:prstGeom prst="straightConnector1">
            <a:avLst/>
          </a:prstGeom>
          <a:noFill/>
          <a:ln cap="flat" cmpd="sng" w="28575">
            <a:solidFill>
              <a:schemeClr val="dk1"/>
            </a:solidFill>
            <a:prstDash val="solid"/>
            <a:round/>
            <a:headEnd len="med" w="med" type="triangle"/>
            <a:tailEnd len="med" w="med" type="triangle"/>
          </a:ln>
        </p:spPr>
      </p:cxnSp>
      <p:sp>
        <p:nvSpPr>
          <p:cNvPr id="1402" name="Google Shape;1402;p96"/>
          <p:cNvSpPr txBox="1"/>
          <p:nvPr/>
        </p:nvSpPr>
        <p:spPr>
          <a:xfrm>
            <a:off x="375600" y="2143725"/>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1403" name="Google Shape;1403;p96"/>
          <p:cNvSpPr txBox="1"/>
          <p:nvPr/>
        </p:nvSpPr>
        <p:spPr>
          <a:xfrm>
            <a:off x="1284000" y="3318300"/>
            <a:ext cx="80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
        <p:nvSpPr>
          <p:cNvPr id="1404" name="Google Shape;1404;p96"/>
          <p:cNvSpPr txBox="1"/>
          <p:nvPr/>
        </p:nvSpPr>
        <p:spPr>
          <a:xfrm>
            <a:off x="3044750" y="33183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
        <p:nvSpPr>
          <p:cNvPr id="1405" name="Google Shape;1405;p96"/>
          <p:cNvSpPr txBox="1"/>
          <p:nvPr/>
        </p:nvSpPr>
        <p:spPr>
          <a:xfrm>
            <a:off x="756300" y="4230950"/>
            <a:ext cx="2667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Volume = 84 cm</a:t>
            </a:r>
            <a:r>
              <a:rPr baseline="30000" lang="en-GB" sz="2000">
                <a:solidFill>
                  <a:schemeClr val="dk1"/>
                </a:solidFill>
                <a:latin typeface="Lexend"/>
                <a:ea typeface="Lexend"/>
                <a:cs typeface="Lexend"/>
                <a:sym typeface="Lexend"/>
              </a:rPr>
              <a:t>3</a:t>
            </a:r>
            <a:endParaRPr baseline="30000" sz="2000">
              <a:solidFill>
                <a:schemeClr val="dk1"/>
              </a:solidFill>
              <a:latin typeface="Lexend"/>
              <a:ea typeface="Lexend"/>
              <a:cs typeface="Lexend"/>
              <a:sym typeface="Lexend"/>
            </a:endParaRPr>
          </a:p>
        </p:txBody>
      </p:sp>
      <p:sp>
        <p:nvSpPr>
          <p:cNvPr id="1406" name="Google Shape;1406;p96"/>
          <p:cNvSpPr txBox="1"/>
          <p:nvPr/>
        </p:nvSpPr>
        <p:spPr>
          <a:xfrm>
            <a:off x="4969775" y="2043094"/>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84 = 2</a:t>
            </a:r>
            <a:r>
              <a:rPr i="1" lang="en-GB" sz="2400">
                <a:solidFill>
                  <a:schemeClr val="dk1"/>
                </a:solidFill>
                <a:latin typeface="Times New Roman"/>
                <a:ea typeface="Times New Roman"/>
                <a:cs typeface="Times New Roman"/>
                <a:sym typeface="Times New Roman"/>
              </a:rPr>
              <a:t>x</a:t>
            </a:r>
            <a:r>
              <a:rPr lang="en-GB" sz="2000">
                <a:solidFill>
                  <a:schemeClr val="dk1"/>
                </a:solidFill>
                <a:latin typeface="Times New Roman"/>
                <a:ea typeface="Times New Roman"/>
                <a:cs typeface="Times New Roman"/>
                <a:sym typeface="Times New Roman"/>
              </a:rPr>
              <a:t> × 7 </a:t>
            </a:r>
            <a:r>
              <a:rPr lang="en-GB"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p:txBody>
      </p:sp>
      <p:sp>
        <p:nvSpPr>
          <p:cNvPr id="1407" name="Google Shape;1407;p96"/>
          <p:cNvSpPr txBox="1"/>
          <p:nvPr/>
        </p:nvSpPr>
        <p:spPr>
          <a:xfrm>
            <a:off x="4969775" y="2596439"/>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84 = 14</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p:txBody>
      </p:sp>
      <p:sp>
        <p:nvSpPr>
          <p:cNvPr id="1408" name="Google Shape;1408;p96"/>
          <p:cNvSpPr txBox="1"/>
          <p:nvPr/>
        </p:nvSpPr>
        <p:spPr>
          <a:xfrm>
            <a:off x="5109579" y="3149783"/>
            <a:ext cx="41211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6</a:t>
            </a:r>
            <a:r>
              <a:rPr lang="en-GB" sz="2200">
                <a:solidFill>
                  <a:schemeClr val="dk1"/>
                </a:solidFill>
                <a:latin typeface="Times New Roman"/>
                <a:ea typeface="Times New Roman"/>
                <a:cs typeface="Times New Roman"/>
                <a:sym typeface="Times New Roman"/>
              </a:rPr>
              <a:t> = </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Times New Roman"/>
                <a:ea typeface="Times New Roman"/>
                <a:cs typeface="Times New Roman"/>
                <a:sym typeface="Times New Roman"/>
              </a:rPr>
              <a:t> </a:t>
            </a:r>
            <a:endParaRPr sz="2200">
              <a:solidFill>
                <a:schemeClr val="dk1"/>
              </a:solidFill>
              <a:latin typeface="Times New Roman"/>
              <a:ea typeface="Times New Roman"/>
              <a:cs typeface="Times New Roman"/>
              <a:sym typeface="Times New Roman"/>
            </a:endParaRPr>
          </a:p>
        </p:txBody>
      </p:sp>
      <p:sp>
        <p:nvSpPr>
          <p:cNvPr id="1409" name="Google Shape;1409;p96"/>
          <p:cNvSpPr txBox="1"/>
          <p:nvPr/>
        </p:nvSpPr>
        <p:spPr>
          <a:xfrm>
            <a:off x="4367675" y="3924225"/>
            <a:ext cx="2667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Lexend"/>
                <a:ea typeface="Lexend"/>
                <a:cs typeface="Lexend"/>
                <a:sym typeface="Lexend"/>
              </a:rPr>
              <a:t>The length is</a:t>
            </a:r>
            <a:r>
              <a:rPr lang="en-GB" sz="2000">
                <a:solidFill>
                  <a:schemeClr val="dk1"/>
                </a:solidFill>
                <a:latin typeface="Lexend"/>
                <a:ea typeface="Lexend"/>
                <a:cs typeface="Lexend"/>
                <a:sym typeface="Lexend"/>
              </a:rPr>
              <a:t> 6 cm</a:t>
            </a:r>
            <a:endParaRPr sz="2000">
              <a:solidFill>
                <a:schemeClr val="dk1"/>
              </a:solidFill>
              <a:latin typeface="Lexend"/>
              <a:ea typeface="Lexend"/>
              <a:cs typeface="Lexend"/>
              <a:sym typeface="Lexend"/>
            </a:endParaRPr>
          </a:p>
        </p:txBody>
      </p:sp>
      <p:pic>
        <p:nvPicPr>
          <p:cNvPr descr="84 equals open paren one half times x times 4 close paren times 7&#10;&#10;&lt;math xmlns=&quot;http://www.w3.org/1998/Math/MathML&quot; display=&quot;block&quot; data-is-equatio=&quot;1&quot; data-latex=&quot;84=\left(\frac{1}{2}\times x\times4\right)\times7&quot;&gt;&lt;mn&gt;84&lt;/mn&gt;&lt;mo&gt;=&lt;/mo&gt;&lt;mrow data-mjx-texclass=&quot;INNER&quot;&gt;&lt;mo data-mjx-texclass=&quot;OPEN&quot;&gt;(&lt;/mo&gt;&lt;mfrac&gt;&lt;mn&gt;1&lt;/mn&gt;&lt;mn&gt;2&lt;/mn&gt;&lt;/mfrac&gt;&lt;mo&gt;×&lt;/mo&gt;&lt;mi&gt;x&lt;/mi&gt;&lt;mo&gt;×&lt;/mo&gt;&lt;mn&gt;4&lt;/mn&gt;&lt;mo data-mjx-texclass=&quot;CLOSE&quot;&gt;)&lt;/mo&gt;&lt;/mrow&gt;&lt;mo&gt;×&lt;/mo&gt;&lt;mn&gt;7&lt;/mn&gt;&lt;/math&gt;" id="1410" name="Google Shape;1410;p96"/>
          <p:cNvPicPr preferRelativeResize="0"/>
          <p:nvPr/>
        </p:nvPicPr>
        <p:blipFill>
          <a:blip r:embed="rId4">
            <a:alphaModFix/>
          </a:blip>
          <a:stretch>
            <a:fillRect/>
          </a:stretch>
        </p:blipFill>
        <p:spPr>
          <a:xfrm>
            <a:off x="5106792" y="1473192"/>
            <a:ext cx="2301795" cy="612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0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4" name="Shape 1414"/>
        <p:cNvGrpSpPr/>
        <p:nvPr/>
      </p:nvGrpSpPr>
      <p:grpSpPr>
        <a:xfrm>
          <a:off x="0" y="0"/>
          <a:ext cx="0" cy="0"/>
          <a:chOff x="0" y="0"/>
          <a:chExt cx="0" cy="0"/>
        </a:xfrm>
      </p:grpSpPr>
      <p:pic>
        <p:nvPicPr>
          <p:cNvPr descr="2 lines Line 1: open paren one half times open paren 12.5 plus close paren times x close paren times 5 equals 300 Line 2: open paren one half times times x close paren times 5 equals 300&#10;&#10;&lt;math xmlns=&quot;http://www.w3.org/1998/Math/MathML&quot; display=&quot;block&quot; data-is-equatio=&quot;1&quot; data-latex=&quot;\begin{array}{l}\left(\frac{1}{2}\times\left(12.5+\ \ \ \ \ \right)\times x\right)\times5=300\\&amp;#13;&amp;#10;\left(\frac{1}{2}\times\ \ \ \ \ \times x\right)\times5=300\end{array}&quot;&gt;&lt;mtable columnalign=&quot;left&quot; columnspacing=&quot;1em&quot; rowspacing=&quot;4pt&quot;&gt;&lt;mtr&gt;&lt;mtd&gt;&lt;mrow data-mjx-texclass=&quot;INNER&quot;&gt;&lt;mo data-mjx-texclass=&quot;OPEN&quot;&gt;(&lt;/mo&gt;&lt;mfrac&gt;&lt;mn&gt;1&lt;/mn&gt;&lt;mn&gt;2&lt;/mn&gt;&lt;/mfrac&gt;&lt;mo&gt;×&lt;/mo&gt;&lt;mrow data-mjx-texclass=&quot;INNER&quot;&gt;&lt;mo data-mjx-texclass=&quot;OPEN&quot;&gt;(&lt;/mo&gt;&lt;mn&gt;12.5&lt;/mn&gt;&lt;mo&gt;+&lt;/mo&gt;&lt;mtext&gt;&lt;/mtext&gt;&lt;mtext&gt;&lt;/mtext&gt;&lt;mtext&gt;&lt;/mtext&gt;&lt;mtext&gt;&lt;/mtext&gt;&lt;mtext&gt;&lt;/mtext&gt;&lt;mo data-mjx-texclass=&quot;CLOSE&quot;&gt;)&lt;/mo&gt;&lt;/mrow&gt;&lt;mo&gt;×&lt;/mo&gt;&lt;mi&gt;x&lt;/mi&gt;&lt;mo data-mjx-texclass=&quot;CLOSE&quot;&gt;)&lt;/mo&gt;&lt;/mrow&gt;&lt;mo&gt;×&lt;/mo&gt;&lt;mn&gt;5&lt;/mn&gt;&lt;mo&gt;=&lt;/mo&gt;&lt;mn&gt;300&lt;/mn&gt;&lt;/mtd&gt;&lt;/mtr&gt;&lt;mtr&gt;&lt;mtd&gt;&lt;mrow data-mjx-texclass=&quot;INNER&quot;&gt;&lt;mo data-mjx-texclass=&quot;OPEN&quot;&gt;(&lt;/mo&gt;&lt;mfrac&gt;&lt;mn&gt;1&lt;/mn&gt;&lt;mn&gt;2&lt;/mn&gt;&lt;/mfrac&gt;&lt;mo&gt;×&lt;/mo&gt;&lt;mtext&gt;&lt;/mtext&gt;&lt;mtext&gt;&lt;/mtext&gt;&lt;mtext&gt;&lt;/mtext&gt;&lt;mtext&gt;&lt;/mtext&gt;&lt;mtext&gt;&lt;/mtext&gt;&lt;mo&gt;×&lt;/mo&gt;&lt;mi&gt;x&lt;/mi&gt;&lt;mo data-mjx-texclass=&quot;CLOSE&quot;&gt;)&lt;/mo&gt;&lt;/mrow&gt;&lt;mo&gt;×&lt;/mo&gt;&lt;mn&gt;5&lt;/mn&gt;&lt;mo&gt;=&lt;/mo&gt;&lt;mn&gt;300&lt;/mn&gt;&lt;/mtd&gt;&lt;/mtr&gt;&lt;/mtable&gt;&lt;/math&gt;" id="1415" name="Google Shape;1415;p97"/>
          <p:cNvPicPr preferRelativeResize="0"/>
          <p:nvPr/>
        </p:nvPicPr>
        <p:blipFill rotWithShape="1">
          <a:blip r:embed="rId3">
            <a:alphaModFix/>
          </a:blip>
          <a:srcRect b="0" l="0" r="0" t="48984"/>
          <a:stretch/>
        </p:blipFill>
        <p:spPr>
          <a:xfrm>
            <a:off x="5341184" y="1973752"/>
            <a:ext cx="3770525" cy="450725"/>
          </a:xfrm>
          <a:prstGeom prst="rect">
            <a:avLst/>
          </a:prstGeom>
          <a:noFill/>
          <a:ln>
            <a:noFill/>
          </a:ln>
        </p:spPr>
      </p:pic>
      <p:pic>
        <p:nvPicPr>
          <p:cNvPr descr="2 lines Line 1: open paren one half times open paren 12.5 plus close paren times x close paren times 5 equals 300 Line 2: open paren one half times times x close paren times 5 equals 300&#10;&#10;&lt;math xmlns=&quot;http://www.w3.org/1998/Math/MathML&quot; display=&quot;block&quot; data-is-equatio=&quot;1&quot; data-latex=&quot;\begin{array}{l}\left(\frac{1}{2}\times\left(12.5+\ \ \ \ \ \right)\times x\right)\times5=300\\&amp;#13;&amp;#10;\left(\frac{1}{2}\times\ \ \ \ \ \times x\right)\times5=300\end{array}&quot;&gt;&lt;mtable columnalign=&quot;left&quot; columnspacing=&quot;1em&quot; rowspacing=&quot;4pt&quot;&gt;&lt;mtr&gt;&lt;mtd&gt;&lt;mrow data-mjx-texclass=&quot;INNER&quot;&gt;&lt;mo data-mjx-texclass=&quot;OPEN&quot;&gt;(&lt;/mo&gt;&lt;mfrac&gt;&lt;mn&gt;1&lt;/mn&gt;&lt;mn&gt;2&lt;/mn&gt;&lt;/mfrac&gt;&lt;mo&gt;×&lt;/mo&gt;&lt;mrow data-mjx-texclass=&quot;INNER&quot;&gt;&lt;mo data-mjx-texclass=&quot;OPEN&quot;&gt;(&lt;/mo&gt;&lt;mn&gt;12.5&lt;/mn&gt;&lt;mo&gt;+&lt;/mo&gt;&lt;mtext&gt;&lt;/mtext&gt;&lt;mtext&gt;&lt;/mtext&gt;&lt;mtext&gt;&lt;/mtext&gt;&lt;mtext&gt;&lt;/mtext&gt;&lt;mtext&gt;&lt;/mtext&gt;&lt;mo data-mjx-texclass=&quot;CLOSE&quot;&gt;)&lt;/mo&gt;&lt;/mrow&gt;&lt;mo&gt;×&lt;/mo&gt;&lt;mi&gt;x&lt;/mi&gt;&lt;mo data-mjx-texclass=&quot;CLOSE&quot;&gt;)&lt;/mo&gt;&lt;/mrow&gt;&lt;mo&gt;×&lt;/mo&gt;&lt;mn&gt;5&lt;/mn&gt;&lt;mo&gt;=&lt;/mo&gt;&lt;mn&gt;300&lt;/mn&gt;&lt;/mtd&gt;&lt;/mtr&gt;&lt;mtr&gt;&lt;mtd&gt;&lt;mrow data-mjx-texclass=&quot;INNER&quot;&gt;&lt;mo data-mjx-texclass=&quot;OPEN&quot;&gt;(&lt;/mo&gt;&lt;mfrac&gt;&lt;mn&gt;1&lt;/mn&gt;&lt;mn&gt;2&lt;/mn&gt;&lt;/mfrac&gt;&lt;mo&gt;×&lt;/mo&gt;&lt;mtext&gt;&lt;/mtext&gt;&lt;mtext&gt;&lt;/mtext&gt;&lt;mtext&gt;&lt;/mtext&gt;&lt;mtext&gt;&lt;/mtext&gt;&lt;mtext&gt;&lt;/mtext&gt;&lt;mo&gt;×&lt;/mo&gt;&lt;mi&gt;x&lt;/mi&gt;&lt;mo data-mjx-texclass=&quot;CLOSE&quot;&gt;)&lt;/mo&gt;&lt;/mrow&gt;&lt;mo&gt;×&lt;/mo&gt;&lt;mn&gt;5&lt;/mn&gt;&lt;mo&gt;=&lt;/mo&gt;&lt;mn&gt;300&lt;/mn&gt;&lt;/mtd&gt;&lt;/mtr&gt;&lt;/mtable&gt;&lt;/math&gt;" id="1416" name="Google Shape;1416;p97"/>
          <p:cNvPicPr preferRelativeResize="0"/>
          <p:nvPr/>
        </p:nvPicPr>
        <p:blipFill rotWithShape="1">
          <a:blip r:embed="rId3">
            <a:alphaModFix/>
          </a:blip>
          <a:srcRect b="48984" l="0" r="0" t="0"/>
          <a:stretch/>
        </p:blipFill>
        <p:spPr>
          <a:xfrm>
            <a:off x="4340676" y="1517193"/>
            <a:ext cx="3770525" cy="450725"/>
          </a:xfrm>
          <a:prstGeom prst="rect">
            <a:avLst/>
          </a:prstGeom>
          <a:noFill/>
          <a:ln>
            <a:noFill/>
          </a:ln>
        </p:spPr>
      </p:pic>
      <p:pic>
        <p:nvPicPr>
          <p:cNvPr id="1417" name="Google Shape;1417;p97"/>
          <p:cNvPicPr preferRelativeResize="0"/>
          <p:nvPr/>
        </p:nvPicPr>
        <p:blipFill>
          <a:blip r:embed="rId4">
            <a:alphaModFix/>
          </a:blip>
          <a:stretch>
            <a:fillRect/>
          </a:stretch>
        </p:blipFill>
        <p:spPr>
          <a:xfrm>
            <a:off x="1000719" y="1330250"/>
            <a:ext cx="2645724" cy="2530997"/>
          </a:xfrm>
          <a:prstGeom prst="rect">
            <a:avLst/>
          </a:prstGeom>
          <a:noFill/>
          <a:ln>
            <a:noFill/>
          </a:ln>
        </p:spPr>
      </p:pic>
      <p:sp>
        <p:nvSpPr>
          <p:cNvPr id="1418" name="Google Shape;1418;p97"/>
          <p:cNvSpPr txBox="1"/>
          <p:nvPr>
            <p:ph idx="1" type="body"/>
          </p:nvPr>
        </p:nvSpPr>
        <p:spPr>
          <a:xfrm>
            <a:off x="324000" y="770314"/>
            <a:ext cx="8237700" cy="3879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1</a:t>
            </a:r>
            <a:r>
              <a:rPr lang="en-GB" sz="2000"/>
              <a:t>) Complete the missing parts of the calculation.</a:t>
            </a:r>
            <a:endParaRPr sz="2000"/>
          </a:p>
        </p:txBody>
      </p:sp>
      <p:sp>
        <p:nvSpPr>
          <p:cNvPr id="1419" name="Google Shape;1419;p97"/>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cxnSp>
        <p:nvCxnSpPr>
          <p:cNvPr id="1420" name="Google Shape;1420;p97"/>
          <p:cNvCxnSpPr/>
          <p:nvPr/>
        </p:nvCxnSpPr>
        <p:spPr>
          <a:xfrm>
            <a:off x="973638" y="1842600"/>
            <a:ext cx="0" cy="933000"/>
          </a:xfrm>
          <a:prstGeom prst="straightConnector1">
            <a:avLst/>
          </a:prstGeom>
          <a:noFill/>
          <a:ln cap="flat" cmpd="sng" w="28575">
            <a:solidFill>
              <a:schemeClr val="dk1"/>
            </a:solidFill>
            <a:prstDash val="solid"/>
            <a:round/>
            <a:headEnd len="med" w="med" type="triangle"/>
            <a:tailEnd len="med" w="med" type="triangle"/>
          </a:ln>
        </p:spPr>
      </p:cxnSp>
      <p:cxnSp>
        <p:nvCxnSpPr>
          <p:cNvPr id="1421" name="Google Shape;1421;p97"/>
          <p:cNvCxnSpPr/>
          <p:nvPr/>
        </p:nvCxnSpPr>
        <p:spPr>
          <a:xfrm>
            <a:off x="1956900" y="1302969"/>
            <a:ext cx="1271100" cy="733800"/>
          </a:xfrm>
          <a:prstGeom prst="straightConnector1">
            <a:avLst/>
          </a:prstGeom>
          <a:noFill/>
          <a:ln cap="flat" cmpd="sng" w="28575">
            <a:solidFill>
              <a:schemeClr val="dk1"/>
            </a:solidFill>
            <a:prstDash val="solid"/>
            <a:round/>
            <a:headEnd len="med" w="med" type="triangle"/>
            <a:tailEnd len="med" w="med" type="triangle"/>
          </a:ln>
        </p:spPr>
      </p:cxnSp>
      <p:cxnSp>
        <p:nvCxnSpPr>
          <p:cNvPr id="1422" name="Google Shape;1422;p97"/>
          <p:cNvCxnSpPr/>
          <p:nvPr/>
        </p:nvCxnSpPr>
        <p:spPr>
          <a:xfrm flipH="1" rot="10800000">
            <a:off x="2837038" y="3356312"/>
            <a:ext cx="809400" cy="467400"/>
          </a:xfrm>
          <a:prstGeom prst="straightConnector1">
            <a:avLst/>
          </a:prstGeom>
          <a:noFill/>
          <a:ln cap="flat" cmpd="sng" w="28575">
            <a:solidFill>
              <a:schemeClr val="dk1"/>
            </a:solidFill>
            <a:prstDash val="solid"/>
            <a:round/>
            <a:headEnd len="med" w="med" type="triangle"/>
            <a:tailEnd len="med" w="med" type="triangle"/>
          </a:ln>
        </p:spPr>
      </p:cxnSp>
      <p:sp>
        <p:nvSpPr>
          <p:cNvPr id="1423" name="Google Shape;1423;p97"/>
          <p:cNvSpPr txBox="1"/>
          <p:nvPr/>
        </p:nvSpPr>
        <p:spPr>
          <a:xfrm>
            <a:off x="1534500" y="4272675"/>
            <a:ext cx="286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Volume = 300 </a:t>
            </a:r>
            <a:r>
              <a:rPr lang="en-GB" sz="1800">
                <a:solidFill>
                  <a:schemeClr val="dk1"/>
                </a:solidFill>
                <a:latin typeface="Lexend"/>
                <a:ea typeface="Lexend"/>
                <a:cs typeface="Lexend"/>
                <a:sym typeface="Lexend"/>
              </a:rPr>
              <a:t>m</a:t>
            </a:r>
            <a:r>
              <a:rPr baseline="30000" lang="en-GB" sz="1800">
                <a:solidFill>
                  <a:schemeClr val="dk1"/>
                </a:solidFill>
                <a:latin typeface="Lexend"/>
                <a:ea typeface="Lexend"/>
                <a:cs typeface="Lexend"/>
                <a:sym typeface="Lexend"/>
              </a:rPr>
              <a:t>3</a:t>
            </a:r>
            <a:endParaRPr baseline="30000" sz="1800">
              <a:solidFill>
                <a:schemeClr val="dk1"/>
              </a:solidFill>
              <a:latin typeface="Lexend"/>
              <a:ea typeface="Lexend"/>
              <a:cs typeface="Lexend"/>
              <a:sym typeface="Lexend"/>
            </a:endParaRPr>
          </a:p>
        </p:txBody>
      </p:sp>
      <p:sp>
        <p:nvSpPr>
          <p:cNvPr id="1424" name="Google Shape;1424;p97"/>
          <p:cNvSpPr txBox="1"/>
          <p:nvPr/>
        </p:nvSpPr>
        <p:spPr>
          <a:xfrm>
            <a:off x="1049250" y="3286275"/>
            <a:ext cx="10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12.5</a:t>
            </a:r>
            <a:r>
              <a:rPr lang="en-GB" sz="1800">
                <a:solidFill>
                  <a:schemeClr val="dk1"/>
                </a:solidFill>
                <a:latin typeface="Lexend"/>
                <a:ea typeface="Lexend"/>
                <a:cs typeface="Lexend"/>
                <a:sym typeface="Lexend"/>
              </a:rPr>
              <a:t> m</a:t>
            </a:r>
            <a:endParaRPr sz="1800">
              <a:solidFill>
                <a:schemeClr val="dk1"/>
              </a:solidFill>
              <a:latin typeface="Lexend"/>
              <a:ea typeface="Lexend"/>
              <a:cs typeface="Lexend"/>
              <a:sym typeface="Lexend"/>
            </a:endParaRPr>
          </a:p>
        </p:txBody>
      </p:sp>
      <p:sp>
        <p:nvSpPr>
          <p:cNvPr id="1425" name="Google Shape;1425;p97"/>
          <p:cNvSpPr txBox="1"/>
          <p:nvPr/>
        </p:nvSpPr>
        <p:spPr>
          <a:xfrm>
            <a:off x="367725" y="2062800"/>
            <a:ext cx="80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a:t>
            </a: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sp>
        <p:nvSpPr>
          <p:cNvPr id="1426" name="Google Shape;1426;p97"/>
          <p:cNvSpPr txBox="1"/>
          <p:nvPr/>
        </p:nvSpPr>
        <p:spPr>
          <a:xfrm>
            <a:off x="3145750" y="3599800"/>
            <a:ext cx="121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a:t>
            </a:r>
            <a:r>
              <a:rPr lang="en-GB" sz="1800">
                <a:solidFill>
                  <a:schemeClr val="dk1"/>
                </a:solidFill>
                <a:latin typeface="Lexend"/>
                <a:ea typeface="Lexend"/>
                <a:cs typeface="Lexend"/>
                <a:sym typeface="Lexend"/>
              </a:rPr>
              <a:t> m</a:t>
            </a:r>
            <a:endParaRPr sz="1800">
              <a:solidFill>
                <a:schemeClr val="dk1"/>
              </a:solidFill>
              <a:latin typeface="Lexend"/>
              <a:ea typeface="Lexend"/>
              <a:cs typeface="Lexend"/>
              <a:sym typeface="Lexend"/>
            </a:endParaRPr>
          </a:p>
        </p:txBody>
      </p:sp>
      <p:sp>
        <p:nvSpPr>
          <p:cNvPr id="1427" name="Google Shape;1427;p97"/>
          <p:cNvSpPr txBox="1"/>
          <p:nvPr/>
        </p:nvSpPr>
        <p:spPr>
          <a:xfrm>
            <a:off x="2568000" y="12352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7.5 </a:t>
            </a: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cxnSp>
        <p:nvCxnSpPr>
          <p:cNvPr id="1428" name="Google Shape;1428;p97"/>
          <p:cNvCxnSpPr/>
          <p:nvPr/>
        </p:nvCxnSpPr>
        <p:spPr>
          <a:xfrm>
            <a:off x="1049250" y="2905169"/>
            <a:ext cx="1587900" cy="916800"/>
          </a:xfrm>
          <a:prstGeom prst="straightConnector1">
            <a:avLst/>
          </a:prstGeom>
          <a:noFill/>
          <a:ln cap="flat" cmpd="sng" w="28575">
            <a:solidFill>
              <a:schemeClr val="dk1"/>
            </a:solidFill>
            <a:prstDash val="solid"/>
            <a:round/>
            <a:headEnd len="med" w="med" type="triangle"/>
            <a:tailEnd len="med" w="med" type="triangle"/>
          </a:ln>
        </p:spPr>
      </p:cxnSp>
      <p:sp>
        <p:nvSpPr>
          <p:cNvPr id="1429" name="Google Shape;1429;p97"/>
          <p:cNvSpPr txBox="1"/>
          <p:nvPr/>
        </p:nvSpPr>
        <p:spPr>
          <a:xfrm>
            <a:off x="6856373" y="2422950"/>
            <a:ext cx="909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10</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Times New Roman"/>
                <a:ea typeface="Times New Roman"/>
                <a:cs typeface="Times New Roman"/>
                <a:sym typeface="Times New Roman"/>
              </a:rPr>
              <a:t> =  </a:t>
            </a:r>
            <a:endParaRPr sz="2200">
              <a:solidFill>
                <a:schemeClr val="dk1"/>
              </a:solidFill>
              <a:latin typeface="Times New Roman"/>
              <a:ea typeface="Times New Roman"/>
              <a:cs typeface="Times New Roman"/>
              <a:sym typeface="Times New Roman"/>
            </a:endParaRPr>
          </a:p>
        </p:txBody>
      </p:sp>
      <p:sp>
        <p:nvSpPr>
          <p:cNvPr id="1430" name="Google Shape;1430;p97"/>
          <p:cNvSpPr txBox="1"/>
          <p:nvPr/>
        </p:nvSpPr>
        <p:spPr>
          <a:xfrm>
            <a:off x="7135638" y="2864975"/>
            <a:ext cx="80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400">
                <a:solidFill>
                  <a:schemeClr val="dk1"/>
                </a:solidFill>
                <a:latin typeface="Times New Roman"/>
                <a:ea typeface="Times New Roman"/>
                <a:cs typeface="Times New Roman"/>
                <a:sym typeface="Times New Roman"/>
              </a:rPr>
              <a:t>x</a:t>
            </a:r>
            <a:r>
              <a:rPr lang="en-GB" sz="2200">
                <a:solidFill>
                  <a:schemeClr val="dk1"/>
                </a:solidFill>
                <a:latin typeface="Times New Roman"/>
                <a:ea typeface="Times New Roman"/>
                <a:cs typeface="Times New Roman"/>
                <a:sym typeface="Times New Roman"/>
              </a:rPr>
              <a:t> =  </a:t>
            </a:r>
            <a:endParaRPr sz="2200">
              <a:solidFill>
                <a:schemeClr val="dk1"/>
              </a:solidFill>
              <a:latin typeface="Times New Roman"/>
              <a:ea typeface="Times New Roman"/>
              <a:cs typeface="Times New Roman"/>
              <a:sym typeface="Times New Roman"/>
            </a:endParaRPr>
          </a:p>
        </p:txBody>
      </p:sp>
      <p:cxnSp>
        <p:nvCxnSpPr>
          <p:cNvPr id="1431" name="Google Shape;1431;p97"/>
          <p:cNvCxnSpPr/>
          <p:nvPr/>
        </p:nvCxnSpPr>
        <p:spPr>
          <a:xfrm>
            <a:off x="5818775" y="1806800"/>
            <a:ext cx="359100" cy="0"/>
          </a:xfrm>
          <a:prstGeom prst="straightConnector1">
            <a:avLst/>
          </a:prstGeom>
          <a:noFill/>
          <a:ln cap="flat" cmpd="sng" w="38100">
            <a:solidFill>
              <a:schemeClr val="dk1"/>
            </a:solidFill>
            <a:prstDash val="solid"/>
            <a:round/>
            <a:headEnd len="med" w="med" type="none"/>
            <a:tailEnd len="med" w="med" type="none"/>
          </a:ln>
        </p:spPr>
      </p:cxnSp>
      <p:cxnSp>
        <p:nvCxnSpPr>
          <p:cNvPr id="1432" name="Google Shape;1432;p97"/>
          <p:cNvCxnSpPr/>
          <p:nvPr/>
        </p:nvCxnSpPr>
        <p:spPr>
          <a:xfrm>
            <a:off x="5948075" y="2309100"/>
            <a:ext cx="366600" cy="0"/>
          </a:xfrm>
          <a:prstGeom prst="straightConnector1">
            <a:avLst/>
          </a:prstGeom>
          <a:noFill/>
          <a:ln cap="flat" cmpd="sng" w="38100">
            <a:solidFill>
              <a:schemeClr val="dk1"/>
            </a:solidFill>
            <a:prstDash val="solid"/>
            <a:round/>
            <a:headEnd len="med" w="med" type="none"/>
            <a:tailEnd len="med" w="med" type="none"/>
          </a:ln>
        </p:spPr>
      </p:cxnSp>
      <p:cxnSp>
        <p:nvCxnSpPr>
          <p:cNvPr id="1433" name="Google Shape;1433;p97"/>
          <p:cNvCxnSpPr/>
          <p:nvPr/>
        </p:nvCxnSpPr>
        <p:spPr>
          <a:xfrm>
            <a:off x="7706798" y="2797456"/>
            <a:ext cx="699300" cy="0"/>
          </a:xfrm>
          <a:prstGeom prst="straightConnector1">
            <a:avLst/>
          </a:prstGeom>
          <a:noFill/>
          <a:ln cap="flat" cmpd="sng" w="38100">
            <a:solidFill>
              <a:schemeClr val="dk1"/>
            </a:solidFill>
            <a:prstDash val="solid"/>
            <a:round/>
            <a:headEnd len="med" w="med" type="none"/>
            <a:tailEnd len="med" w="med" type="none"/>
          </a:ln>
        </p:spPr>
      </p:cxnSp>
      <p:cxnSp>
        <p:nvCxnSpPr>
          <p:cNvPr id="1434" name="Google Shape;1434;p97"/>
          <p:cNvCxnSpPr/>
          <p:nvPr/>
        </p:nvCxnSpPr>
        <p:spPr>
          <a:xfrm>
            <a:off x="7689213" y="3240000"/>
            <a:ext cx="699300" cy="0"/>
          </a:xfrm>
          <a:prstGeom prst="straightConnector1">
            <a:avLst/>
          </a:prstGeom>
          <a:noFill/>
          <a:ln cap="flat" cmpd="sng" w="38100">
            <a:solidFill>
              <a:schemeClr val="dk1"/>
            </a:solidFill>
            <a:prstDash val="solid"/>
            <a:round/>
            <a:headEnd len="med" w="med" type="none"/>
            <a:tailEnd len="med" w="med" type="none"/>
          </a:ln>
        </p:spPr>
      </p:cxn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8" name="Shape 1438"/>
        <p:cNvGrpSpPr/>
        <p:nvPr/>
      </p:nvGrpSpPr>
      <p:grpSpPr>
        <a:xfrm>
          <a:off x="0" y="0"/>
          <a:ext cx="0" cy="0"/>
          <a:chOff x="0" y="0"/>
          <a:chExt cx="0" cy="0"/>
        </a:xfrm>
      </p:grpSpPr>
      <p:pic>
        <p:nvPicPr>
          <p:cNvPr id="1439" name="Google Shape;1439;p98"/>
          <p:cNvPicPr preferRelativeResize="0"/>
          <p:nvPr/>
        </p:nvPicPr>
        <p:blipFill>
          <a:blip r:embed="rId3">
            <a:alphaModFix/>
          </a:blip>
          <a:stretch>
            <a:fillRect/>
          </a:stretch>
        </p:blipFill>
        <p:spPr>
          <a:xfrm>
            <a:off x="4972375" y="1417900"/>
            <a:ext cx="2568851" cy="3173804"/>
          </a:xfrm>
          <a:prstGeom prst="rect">
            <a:avLst/>
          </a:prstGeom>
          <a:noFill/>
          <a:ln>
            <a:noFill/>
          </a:ln>
        </p:spPr>
      </p:pic>
      <p:pic>
        <p:nvPicPr>
          <p:cNvPr id="1440" name="Google Shape;1440;p98"/>
          <p:cNvPicPr preferRelativeResize="0"/>
          <p:nvPr/>
        </p:nvPicPr>
        <p:blipFill>
          <a:blip r:embed="rId4">
            <a:alphaModFix/>
          </a:blip>
          <a:stretch>
            <a:fillRect/>
          </a:stretch>
        </p:blipFill>
        <p:spPr>
          <a:xfrm>
            <a:off x="1570025" y="1543924"/>
            <a:ext cx="1905250" cy="2785346"/>
          </a:xfrm>
          <a:prstGeom prst="rect">
            <a:avLst/>
          </a:prstGeom>
          <a:noFill/>
          <a:ln>
            <a:noFill/>
          </a:ln>
        </p:spPr>
      </p:pic>
      <p:sp>
        <p:nvSpPr>
          <p:cNvPr id="1441" name="Google Shape;1441;p98"/>
          <p:cNvSpPr txBox="1"/>
          <p:nvPr>
            <p:ph idx="1" type="body"/>
          </p:nvPr>
        </p:nvSpPr>
        <p:spPr>
          <a:xfrm>
            <a:off x="324000" y="770314"/>
            <a:ext cx="8237700" cy="3372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2) Both prisms have a volume of 378 mm</a:t>
            </a:r>
            <a:r>
              <a:rPr baseline="30000" lang="en-GB" sz="2000"/>
              <a:t>3</a:t>
            </a:r>
            <a:r>
              <a:rPr lang="en-GB" sz="2000"/>
              <a:t>. Work out the missing length in each prism.</a:t>
            </a:r>
            <a:endParaRPr sz="2000"/>
          </a:p>
        </p:txBody>
      </p:sp>
      <p:sp>
        <p:nvSpPr>
          <p:cNvPr id="1442" name="Google Shape;1442;p98"/>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cxnSp>
        <p:nvCxnSpPr>
          <p:cNvPr id="1443" name="Google Shape;1443;p98"/>
          <p:cNvCxnSpPr/>
          <p:nvPr/>
        </p:nvCxnSpPr>
        <p:spPr>
          <a:xfrm>
            <a:off x="3440344" y="3228871"/>
            <a:ext cx="0" cy="933000"/>
          </a:xfrm>
          <a:prstGeom prst="straightConnector1">
            <a:avLst/>
          </a:prstGeom>
          <a:noFill/>
          <a:ln cap="flat" cmpd="sng" w="28575">
            <a:solidFill>
              <a:schemeClr val="dk1"/>
            </a:solidFill>
            <a:prstDash val="solid"/>
            <a:round/>
            <a:headEnd len="med" w="med" type="triangle"/>
            <a:tailEnd len="med" w="med" type="triangle"/>
          </a:ln>
        </p:spPr>
      </p:cxnSp>
      <p:cxnSp>
        <p:nvCxnSpPr>
          <p:cNvPr id="1444" name="Google Shape;1444;p98"/>
          <p:cNvCxnSpPr/>
          <p:nvPr/>
        </p:nvCxnSpPr>
        <p:spPr>
          <a:xfrm>
            <a:off x="1684800" y="3351925"/>
            <a:ext cx="1615500" cy="920700"/>
          </a:xfrm>
          <a:prstGeom prst="straightConnector1">
            <a:avLst/>
          </a:prstGeom>
          <a:noFill/>
          <a:ln cap="flat" cmpd="sng" w="28575">
            <a:solidFill>
              <a:schemeClr val="dk1"/>
            </a:solidFill>
            <a:prstDash val="solid"/>
            <a:round/>
            <a:headEnd len="med" w="med" type="triangle"/>
            <a:tailEnd len="med" w="med" type="triangle"/>
          </a:ln>
        </p:spPr>
      </p:cxnSp>
      <p:cxnSp>
        <p:nvCxnSpPr>
          <p:cNvPr id="1445" name="Google Shape;1445;p98"/>
          <p:cNvCxnSpPr/>
          <p:nvPr/>
        </p:nvCxnSpPr>
        <p:spPr>
          <a:xfrm flipH="1" rot="10800000">
            <a:off x="1681763" y="1568979"/>
            <a:ext cx="1203000" cy="694500"/>
          </a:xfrm>
          <a:prstGeom prst="straightConnector1">
            <a:avLst/>
          </a:prstGeom>
          <a:noFill/>
          <a:ln cap="flat" cmpd="sng" w="28575">
            <a:solidFill>
              <a:schemeClr val="dk1"/>
            </a:solidFill>
            <a:prstDash val="solid"/>
            <a:round/>
            <a:headEnd len="med" w="med" type="triangle"/>
            <a:tailEnd len="med" w="med" type="triangle"/>
          </a:ln>
        </p:spPr>
      </p:cxnSp>
      <p:cxnSp>
        <p:nvCxnSpPr>
          <p:cNvPr id="1446" name="Google Shape;1446;p98"/>
          <p:cNvCxnSpPr/>
          <p:nvPr/>
        </p:nvCxnSpPr>
        <p:spPr>
          <a:xfrm>
            <a:off x="5356913" y="2492075"/>
            <a:ext cx="0" cy="1127700"/>
          </a:xfrm>
          <a:prstGeom prst="straightConnector1">
            <a:avLst/>
          </a:prstGeom>
          <a:noFill/>
          <a:ln cap="flat" cmpd="sng" w="28575">
            <a:solidFill>
              <a:schemeClr val="dk1"/>
            </a:solidFill>
            <a:prstDash val="solid"/>
            <a:round/>
            <a:headEnd len="med" w="med" type="triangle"/>
            <a:tailEnd len="med" w="med" type="triangle"/>
          </a:ln>
        </p:spPr>
      </p:cxnSp>
      <p:cxnSp>
        <p:nvCxnSpPr>
          <p:cNvPr id="1447" name="Google Shape;1447;p98"/>
          <p:cNvCxnSpPr/>
          <p:nvPr/>
        </p:nvCxnSpPr>
        <p:spPr>
          <a:xfrm flipH="1" rot="10800000">
            <a:off x="5065500" y="1417900"/>
            <a:ext cx="1191300" cy="584400"/>
          </a:xfrm>
          <a:prstGeom prst="straightConnector1">
            <a:avLst/>
          </a:prstGeom>
          <a:noFill/>
          <a:ln cap="flat" cmpd="sng" w="28575">
            <a:solidFill>
              <a:schemeClr val="dk1"/>
            </a:solidFill>
            <a:prstDash val="dash"/>
            <a:round/>
            <a:headEnd len="med" w="med" type="triangle"/>
            <a:tailEnd len="med" w="med" type="triangle"/>
          </a:ln>
        </p:spPr>
      </p:cxnSp>
      <p:cxnSp>
        <p:nvCxnSpPr>
          <p:cNvPr id="1448" name="Google Shape;1448;p98"/>
          <p:cNvCxnSpPr/>
          <p:nvPr/>
        </p:nvCxnSpPr>
        <p:spPr>
          <a:xfrm>
            <a:off x="5643825" y="1814850"/>
            <a:ext cx="1670700" cy="1425900"/>
          </a:xfrm>
          <a:prstGeom prst="straightConnector1">
            <a:avLst/>
          </a:prstGeom>
          <a:noFill/>
          <a:ln cap="flat" cmpd="sng" w="28575">
            <a:solidFill>
              <a:schemeClr val="dk1"/>
            </a:solidFill>
            <a:prstDash val="dash"/>
            <a:round/>
            <a:headEnd len="med" w="med" type="triangle"/>
            <a:tailEnd len="med" w="med" type="triangle"/>
          </a:ln>
        </p:spPr>
      </p:cxnSp>
      <p:sp>
        <p:nvSpPr>
          <p:cNvPr id="1449" name="Google Shape;1449;p98"/>
          <p:cNvSpPr txBox="1"/>
          <p:nvPr/>
        </p:nvSpPr>
        <p:spPr>
          <a:xfrm>
            <a:off x="4551613" y="2809625"/>
            <a:ext cx="80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mm</a:t>
            </a:r>
            <a:endParaRPr sz="1800">
              <a:solidFill>
                <a:schemeClr val="dk1"/>
              </a:solidFill>
              <a:latin typeface="Lexend"/>
              <a:ea typeface="Lexend"/>
              <a:cs typeface="Lexend"/>
              <a:sym typeface="Lexend"/>
            </a:endParaRPr>
          </a:p>
        </p:txBody>
      </p:sp>
      <p:sp>
        <p:nvSpPr>
          <p:cNvPr id="1450" name="Google Shape;1450;p98"/>
          <p:cNvSpPr txBox="1"/>
          <p:nvPr/>
        </p:nvSpPr>
        <p:spPr>
          <a:xfrm>
            <a:off x="1570025" y="1510225"/>
            <a:ext cx="865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mm</a:t>
            </a:r>
            <a:endParaRPr sz="1800">
              <a:solidFill>
                <a:schemeClr val="dk1"/>
              </a:solidFill>
              <a:latin typeface="Lexend"/>
              <a:ea typeface="Lexend"/>
              <a:cs typeface="Lexend"/>
              <a:sym typeface="Lexend"/>
            </a:endParaRPr>
          </a:p>
        </p:txBody>
      </p:sp>
      <p:sp>
        <p:nvSpPr>
          <p:cNvPr id="1451" name="Google Shape;1451;p98"/>
          <p:cNvSpPr txBox="1"/>
          <p:nvPr/>
        </p:nvSpPr>
        <p:spPr>
          <a:xfrm>
            <a:off x="1882475" y="3700175"/>
            <a:ext cx="801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a:t>
            </a:r>
            <a:r>
              <a:rPr lang="en-GB" sz="1800">
                <a:solidFill>
                  <a:schemeClr val="dk1"/>
                </a:solidFill>
                <a:latin typeface="Lexend"/>
                <a:ea typeface="Lexend"/>
                <a:cs typeface="Lexend"/>
                <a:sym typeface="Lexend"/>
              </a:rPr>
              <a:t> mm</a:t>
            </a:r>
            <a:endParaRPr sz="1800">
              <a:solidFill>
                <a:schemeClr val="dk1"/>
              </a:solidFill>
              <a:latin typeface="Lexend"/>
              <a:ea typeface="Lexend"/>
              <a:cs typeface="Lexend"/>
              <a:sym typeface="Lexend"/>
            </a:endParaRPr>
          </a:p>
        </p:txBody>
      </p:sp>
      <p:sp>
        <p:nvSpPr>
          <p:cNvPr id="1452" name="Google Shape;1452;p98"/>
          <p:cNvSpPr txBox="1"/>
          <p:nvPr/>
        </p:nvSpPr>
        <p:spPr>
          <a:xfrm>
            <a:off x="3486625" y="3464525"/>
            <a:ext cx="121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a:t>
            </a:r>
            <a:r>
              <a:rPr lang="en-GB" sz="1800">
                <a:solidFill>
                  <a:schemeClr val="dk1"/>
                </a:solidFill>
                <a:latin typeface="Lexend"/>
                <a:ea typeface="Lexend"/>
                <a:cs typeface="Lexend"/>
                <a:sym typeface="Lexend"/>
              </a:rPr>
              <a:t> mm</a:t>
            </a:r>
            <a:endParaRPr sz="1800">
              <a:solidFill>
                <a:schemeClr val="dk1"/>
              </a:solidFill>
              <a:latin typeface="Lexend"/>
              <a:ea typeface="Lexend"/>
              <a:cs typeface="Lexend"/>
              <a:sym typeface="Lexend"/>
            </a:endParaRPr>
          </a:p>
        </p:txBody>
      </p:sp>
      <p:sp>
        <p:nvSpPr>
          <p:cNvPr id="1453" name="Google Shape;1453;p98"/>
          <p:cNvSpPr txBox="1"/>
          <p:nvPr/>
        </p:nvSpPr>
        <p:spPr>
          <a:xfrm>
            <a:off x="5065500" y="1335875"/>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a:t>
            </a:r>
            <a:r>
              <a:rPr lang="en-GB" sz="1800">
                <a:solidFill>
                  <a:schemeClr val="dk1"/>
                </a:solidFill>
                <a:latin typeface="Lexend"/>
                <a:ea typeface="Lexend"/>
                <a:cs typeface="Lexend"/>
                <a:sym typeface="Lexend"/>
              </a:rPr>
              <a:t>mm</a:t>
            </a:r>
            <a:endParaRPr sz="1800">
              <a:solidFill>
                <a:schemeClr val="dk1"/>
              </a:solidFill>
              <a:latin typeface="Lexend"/>
              <a:ea typeface="Lexend"/>
              <a:cs typeface="Lexend"/>
              <a:sym typeface="Lexend"/>
            </a:endParaRPr>
          </a:p>
        </p:txBody>
      </p:sp>
      <p:sp>
        <p:nvSpPr>
          <p:cNvPr id="1454" name="Google Shape;1454;p98"/>
          <p:cNvSpPr txBox="1"/>
          <p:nvPr/>
        </p:nvSpPr>
        <p:spPr>
          <a:xfrm>
            <a:off x="5893875" y="1794075"/>
            <a:ext cx="99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21 mm</a:t>
            </a:r>
            <a:endParaRPr sz="1800">
              <a:solidFill>
                <a:schemeClr val="dk1"/>
              </a:solidFill>
              <a:latin typeface="Lexend"/>
              <a:ea typeface="Lexend"/>
              <a:cs typeface="Lexend"/>
              <a:sym typeface="Lexend"/>
            </a:endParaRPr>
          </a:p>
        </p:txBody>
      </p:sp>
      <p:cxnSp>
        <p:nvCxnSpPr>
          <p:cNvPr id="1455" name="Google Shape;1455;p98"/>
          <p:cNvCxnSpPr/>
          <p:nvPr/>
        </p:nvCxnSpPr>
        <p:spPr>
          <a:xfrm rot="10800000">
            <a:off x="5082300" y="2030275"/>
            <a:ext cx="379500" cy="463800"/>
          </a:xfrm>
          <a:prstGeom prst="straightConnector1">
            <a:avLst/>
          </a:prstGeom>
          <a:noFill/>
          <a:ln cap="flat" cmpd="sng" w="19050">
            <a:solidFill>
              <a:schemeClr val="dk2"/>
            </a:solidFill>
            <a:prstDash val="dash"/>
            <a:round/>
            <a:headEnd len="med" w="med" type="none"/>
            <a:tailEnd len="med" w="med" type="none"/>
          </a:ln>
        </p:spPr>
      </p:cxnSp>
      <p:cxnSp>
        <p:nvCxnSpPr>
          <p:cNvPr id="1456" name="Google Shape;1456;p98"/>
          <p:cNvCxnSpPr/>
          <p:nvPr/>
        </p:nvCxnSpPr>
        <p:spPr>
          <a:xfrm rot="10800000">
            <a:off x="6289425" y="1464300"/>
            <a:ext cx="379500" cy="463800"/>
          </a:xfrm>
          <a:prstGeom prst="straightConnector1">
            <a:avLst/>
          </a:prstGeom>
          <a:noFill/>
          <a:ln cap="flat" cmpd="sng" w="19050">
            <a:solidFill>
              <a:schemeClr val="dk2"/>
            </a:solidFill>
            <a:prstDash val="dash"/>
            <a:round/>
            <a:headEnd len="med" w="med" type="none"/>
            <a:tailEnd len="med" w="med" type="none"/>
          </a:ln>
        </p:spPr>
      </p:cxn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0" name="Shape 1460"/>
        <p:cNvGrpSpPr/>
        <p:nvPr/>
      </p:nvGrpSpPr>
      <p:grpSpPr>
        <a:xfrm>
          <a:off x="0" y="0"/>
          <a:ext cx="0" cy="0"/>
          <a:chOff x="0" y="0"/>
          <a:chExt cx="0" cy="0"/>
        </a:xfrm>
      </p:grpSpPr>
      <p:pic>
        <p:nvPicPr>
          <p:cNvPr id="1461" name="Google Shape;1461;p99"/>
          <p:cNvPicPr preferRelativeResize="0"/>
          <p:nvPr/>
        </p:nvPicPr>
        <p:blipFill>
          <a:blip r:embed="rId3">
            <a:alphaModFix/>
          </a:blip>
          <a:stretch>
            <a:fillRect/>
          </a:stretch>
        </p:blipFill>
        <p:spPr>
          <a:xfrm>
            <a:off x="5445949" y="1354450"/>
            <a:ext cx="1868625" cy="3104607"/>
          </a:xfrm>
          <a:prstGeom prst="rect">
            <a:avLst/>
          </a:prstGeom>
          <a:noFill/>
          <a:ln>
            <a:noFill/>
          </a:ln>
        </p:spPr>
      </p:pic>
      <p:sp>
        <p:nvSpPr>
          <p:cNvPr id="1462" name="Google Shape;1462;p99"/>
          <p:cNvSpPr txBox="1"/>
          <p:nvPr>
            <p:ph idx="1" type="body"/>
          </p:nvPr>
        </p:nvSpPr>
        <p:spPr>
          <a:xfrm>
            <a:off x="324000" y="770316"/>
            <a:ext cx="8237700" cy="7389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3</a:t>
            </a:r>
            <a:r>
              <a:rPr lang="en-GB" sz="2000"/>
              <a:t>) Prism A and prism B have the same volume. Work out the missing length of prism B.</a:t>
            </a:r>
            <a:endParaRPr sz="2000"/>
          </a:p>
        </p:txBody>
      </p:sp>
      <p:sp>
        <p:nvSpPr>
          <p:cNvPr id="1463" name="Google Shape;1463;p99"/>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pic>
        <p:nvPicPr>
          <p:cNvPr id="1464" name="Google Shape;1464;p99"/>
          <p:cNvPicPr preferRelativeResize="0"/>
          <p:nvPr/>
        </p:nvPicPr>
        <p:blipFill>
          <a:blip r:embed="rId4">
            <a:alphaModFix/>
          </a:blip>
          <a:stretch>
            <a:fillRect/>
          </a:stretch>
        </p:blipFill>
        <p:spPr>
          <a:xfrm>
            <a:off x="1616100" y="1789675"/>
            <a:ext cx="2290200" cy="2661700"/>
          </a:xfrm>
          <a:prstGeom prst="rect">
            <a:avLst/>
          </a:prstGeom>
          <a:noFill/>
          <a:ln>
            <a:noFill/>
          </a:ln>
        </p:spPr>
      </p:pic>
      <p:cxnSp>
        <p:nvCxnSpPr>
          <p:cNvPr id="1465" name="Google Shape;1465;p99"/>
          <p:cNvCxnSpPr/>
          <p:nvPr/>
        </p:nvCxnSpPr>
        <p:spPr>
          <a:xfrm>
            <a:off x="1672975" y="2491600"/>
            <a:ext cx="0" cy="1347900"/>
          </a:xfrm>
          <a:prstGeom prst="straightConnector1">
            <a:avLst/>
          </a:prstGeom>
          <a:noFill/>
          <a:ln cap="flat" cmpd="sng" w="28575">
            <a:solidFill>
              <a:schemeClr val="dk1"/>
            </a:solidFill>
            <a:prstDash val="solid"/>
            <a:round/>
            <a:headEnd len="med" w="med" type="triangle"/>
            <a:tailEnd len="med" w="med" type="triangle"/>
          </a:ln>
        </p:spPr>
      </p:cxnSp>
      <p:cxnSp>
        <p:nvCxnSpPr>
          <p:cNvPr id="1466" name="Google Shape;1466;p99"/>
          <p:cNvCxnSpPr/>
          <p:nvPr/>
        </p:nvCxnSpPr>
        <p:spPr>
          <a:xfrm>
            <a:off x="3906300" y="2731425"/>
            <a:ext cx="0" cy="933000"/>
          </a:xfrm>
          <a:prstGeom prst="straightConnector1">
            <a:avLst/>
          </a:prstGeom>
          <a:noFill/>
          <a:ln cap="flat" cmpd="sng" w="28575">
            <a:solidFill>
              <a:schemeClr val="dk1"/>
            </a:solidFill>
            <a:prstDash val="solid"/>
            <a:round/>
            <a:headEnd len="med" w="med" type="triangle"/>
            <a:tailEnd len="med" w="med" type="triangle"/>
          </a:ln>
        </p:spPr>
      </p:cxnSp>
      <p:cxnSp>
        <p:nvCxnSpPr>
          <p:cNvPr id="1467" name="Google Shape;1467;p99"/>
          <p:cNvCxnSpPr/>
          <p:nvPr/>
        </p:nvCxnSpPr>
        <p:spPr>
          <a:xfrm>
            <a:off x="1725450" y="3998500"/>
            <a:ext cx="751500" cy="438300"/>
          </a:xfrm>
          <a:prstGeom prst="straightConnector1">
            <a:avLst/>
          </a:prstGeom>
          <a:noFill/>
          <a:ln cap="flat" cmpd="sng" w="28575">
            <a:solidFill>
              <a:schemeClr val="dk1"/>
            </a:solidFill>
            <a:prstDash val="solid"/>
            <a:round/>
            <a:headEnd len="med" w="med" type="triangle"/>
            <a:tailEnd len="med" w="med" type="triangle"/>
          </a:ln>
        </p:spPr>
      </p:cxnSp>
      <p:cxnSp>
        <p:nvCxnSpPr>
          <p:cNvPr id="1468" name="Google Shape;1468;p99"/>
          <p:cNvCxnSpPr/>
          <p:nvPr/>
        </p:nvCxnSpPr>
        <p:spPr>
          <a:xfrm flipH="1" rot="10800000">
            <a:off x="2708400" y="3795575"/>
            <a:ext cx="1152900" cy="655800"/>
          </a:xfrm>
          <a:prstGeom prst="straightConnector1">
            <a:avLst/>
          </a:prstGeom>
          <a:noFill/>
          <a:ln cap="flat" cmpd="sng" w="28575">
            <a:solidFill>
              <a:schemeClr val="dk1"/>
            </a:solidFill>
            <a:prstDash val="solid"/>
            <a:round/>
            <a:headEnd len="med" w="med" type="triangle"/>
            <a:tailEnd len="med" w="med" type="triangle"/>
          </a:ln>
        </p:spPr>
      </p:cxnSp>
      <p:cxnSp>
        <p:nvCxnSpPr>
          <p:cNvPr id="1469" name="Google Shape;1469;p99"/>
          <p:cNvCxnSpPr/>
          <p:nvPr/>
        </p:nvCxnSpPr>
        <p:spPr>
          <a:xfrm>
            <a:off x="5506575" y="3014950"/>
            <a:ext cx="0" cy="846300"/>
          </a:xfrm>
          <a:prstGeom prst="straightConnector1">
            <a:avLst/>
          </a:prstGeom>
          <a:noFill/>
          <a:ln cap="flat" cmpd="sng" w="28575">
            <a:solidFill>
              <a:schemeClr val="dk1"/>
            </a:solidFill>
            <a:prstDash val="solid"/>
            <a:round/>
            <a:headEnd len="med" w="med" type="triangle"/>
            <a:tailEnd len="med" w="med" type="triangle"/>
          </a:ln>
        </p:spPr>
      </p:cxnSp>
      <p:cxnSp>
        <p:nvCxnSpPr>
          <p:cNvPr id="1470" name="Google Shape;1470;p99"/>
          <p:cNvCxnSpPr/>
          <p:nvPr/>
        </p:nvCxnSpPr>
        <p:spPr>
          <a:xfrm>
            <a:off x="7277550" y="1696900"/>
            <a:ext cx="0" cy="2149800"/>
          </a:xfrm>
          <a:prstGeom prst="straightConnector1">
            <a:avLst/>
          </a:prstGeom>
          <a:noFill/>
          <a:ln cap="flat" cmpd="sng" w="28575">
            <a:solidFill>
              <a:schemeClr val="dk1"/>
            </a:solidFill>
            <a:prstDash val="solid"/>
            <a:round/>
            <a:headEnd len="med" w="med" type="triangle"/>
            <a:tailEnd len="med" w="med" type="triangle"/>
          </a:ln>
        </p:spPr>
      </p:cxnSp>
      <p:cxnSp>
        <p:nvCxnSpPr>
          <p:cNvPr id="1471" name="Google Shape;1471;p99"/>
          <p:cNvCxnSpPr/>
          <p:nvPr/>
        </p:nvCxnSpPr>
        <p:spPr>
          <a:xfrm flipH="1" rot="10800000">
            <a:off x="6467075" y="4014300"/>
            <a:ext cx="760200" cy="421500"/>
          </a:xfrm>
          <a:prstGeom prst="straightConnector1">
            <a:avLst/>
          </a:prstGeom>
          <a:noFill/>
          <a:ln cap="flat" cmpd="sng" w="28575">
            <a:solidFill>
              <a:schemeClr val="dk1"/>
            </a:solidFill>
            <a:prstDash val="solid"/>
            <a:round/>
            <a:headEnd len="med" w="med" type="triangle"/>
            <a:tailEnd len="med" w="med" type="triangle"/>
          </a:ln>
        </p:spPr>
      </p:cxnSp>
      <p:cxnSp>
        <p:nvCxnSpPr>
          <p:cNvPr id="1472" name="Google Shape;1472;p99"/>
          <p:cNvCxnSpPr/>
          <p:nvPr/>
        </p:nvCxnSpPr>
        <p:spPr>
          <a:xfrm>
            <a:off x="5549700" y="3997500"/>
            <a:ext cx="751500" cy="438300"/>
          </a:xfrm>
          <a:prstGeom prst="straightConnector1">
            <a:avLst/>
          </a:prstGeom>
          <a:noFill/>
          <a:ln cap="flat" cmpd="sng" w="28575">
            <a:solidFill>
              <a:schemeClr val="dk1"/>
            </a:solidFill>
            <a:prstDash val="solid"/>
            <a:round/>
            <a:headEnd len="med" w="med" type="triangle"/>
            <a:tailEnd len="med" w="med" type="triangle"/>
          </a:ln>
        </p:spPr>
      </p:cxnSp>
      <p:cxnSp>
        <p:nvCxnSpPr>
          <p:cNvPr id="1473" name="Google Shape;1473;p99"/>
          <p:cNvCxnSpPr/>
          <p:nvPr/>
        </p:nvCxnSpPr>
        <p:spPr>
          <a:xfrm>
            <a:off x="6824075" y="1434025"/>
            <a:ext cx="359400" cy="219900"/>
          </a:xfrm>
          <a:prstGeom prst="straightConnector1">
            <a:avLst/>
          </a:prstGeom>
          <a:noFill/>
          <a:ln cap="flat" cmpd="sng" w="28575">
            <a:solidFill>
              <a:schemeClr val="dk1"/>
            </a:solidFill>
            <a:prstDash val="solid"/>
            <a:round/>
            <a:headEnd len="med" w="med" type="triangle"/>
            <a:tailEnd len="med" w="med" type="triangle"/>
          </a:ln>
        </p:spPr>
      </p:cxnSp>
      <p:sp>
        <p:nvSpPr>
          <p:cNvPr id="1474" name="Google Shape;1474;p99"/>
          <p:cNvSpPr txBox="1"/>
          <p:nvPr/>
        </p:nvSpPr>
        <p:spPr>
          <a:xfrm>
            <a:off x="6740775" y="4192550"/>
            <a:ext cx="80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
        <p:nvSpPr>
          <p:cNvPr id="1475" name="Google Shape;1475;p99"/>
          <p:cNvSpPr txBox="1"/>
          <p:nvPr/>
        </p:nvSpPr>
        <p:spPr>
          <a:xfrm>
            <a:off x="859675" y="2934700"/>
            <a:ext cx="86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 cm</a:t>
            </a:r>
            <a:endParaRPr sz="1800">
              <a:solidFill>
                <a:schemeClr val="dk1"/>
              </a:solidFill>
              <a:latin typeface="Lexend"/>
              <a:ea typeface="Lexend"/>
              <a:cs typeface="Lexend"/>
              <a:sym typeface="Lexend"/>
            </a:endParaRPr>
          </a:p>
        </p:txBody>
      </p:sp>
      <p:sp>
        <p:nvSpPr>
          <p:cNvPr id="1476" name="Google Shape;1476;p99"/>
          <p:cNvSpPr txBox="1"/>
          <p:nvPr/>
        </p:nvSpPr>
        <p:spPr>
          <a:xfrm>
            <a:off x="1455075" y="415805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1477" name="Google Shape;1477;p99"/>
          <p:cNvSpPr txBox="1"/>
          <p:nvPr/>
        </p:nvSpPr>
        <p:spPr>
          <a:xfrm>
            <a:off x="3139200" y="4089150"/>
            <a:ext cx="121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 cm</a:t>
            </a:r>
            <a:endParaRPr sz="1800">
              <a:solidFill>
                <a:schemeClr val="dk1"/>
              </a:solidFill>
              <a:latin typeface="Lexend"/>
              <a:ea typeface="Lexend"/>
              <a:cs typeface="Lexend"/>
              <a:sym typeface="Lexend"/>
            </a:endParaRPr>
          </a:p>
        </p:txBody>
      </p:sp>
      <p:sp>
        <p:nvSpPr>
          <p:cNvPr id="1478" name="Google Shape;1478;p99"/>
          <p:cNvSpPr txBox="1"/>
          <p:nvPr/>
        </p:nvSpPr>
        <p:spPr>
          <a:xfrm>
            <a:off x="3906300" y="29347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479" name="Google Shape;1479;p99"/>
          <p:cNvSpPr txBox="1"/>
          <p:nvPr/>
        </p:nvSpPr>
        <p:spPr>
          <a:xfrm>
            <a:off x="4811400" y="31381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 cm</a:t>
            </a:r>
            <a:endParaRPr sz="1800">
              <a:solidFill>
                <a:schemeClr val="dk1"/>
              </a:solidFill>
              <a:latin typeface="Lexend"/>
              <a:ea typeface="Lexend"/>
              <a:cs typeface="Lexend"/>
              <a:sym typeface="Lexend"/>
            </a:endParaRPr>
          </a:p>
        </p:txBody>
      </p:sp>
      <p:sp>
        <p:nvSpPr>
          <p:cNvPr id="1480" name="Google Shape;1480;p99"/>
          <p:cNvSpPr txBox="1"/>
          <p:nvPr/>
        </p:nvSpPr>
        <p:spPr>
          <a:xfrm>
            <a:off x="5298925" y="408915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sp>
        <p:nvSpPr>
          <p:cNvPr id="1481" name="Google Shape;1481;p99"/>
          <p:cNvSpPr txBox="1"/>
          <p:nvPr/>
        </p:nvSpPr>
        <p:spPr>
          <a:xfrm>
            <a:off x="7314575" y="2536825"/>
            <a:ext cx="801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22 cm</a:t>
            </a:r>
            <a:endParaRPr sz="1800">
              <a:solidFill>
                <a:schemeClr val="dk1"/>
              </a:solidFill>
              <a:latin typeface="Lexend"/>
              <a:ea typeface="Lexend"/>
              <a:cs typeface="Lexend"/>
              <a:sym typeface="Lexend"/>
            </a:endParaRPr>
          </a:p>
        </p:txBody>
      </p:sp>
      <p:sp>
        <p:nvSpPr>
          <p:cNvPr id="1482" name="Google Shape;1482;p99"/>
          <p:cNvSpPr txBox="1"/>
          <p:nvPr/>
        </p:nvSpPr>
        <p:spPr>
          <a:xfrm>
            <a:off x="6966075" y="11583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cm</a:t>
            </a:r>
            <a:endParaRPr sz="1800">
              <a:solidFill>
                <a:schemeClr val="dk1"/>
              </a:solidFill>
              <a:latin typeface="Lexend"/>
              <a:ea typeface="Lexend"/>
              <a:cs typeface="Lexend"/>
              <a:sym typeface="Lexend"/>
            </a:endParaRPr>
          </a:p>
        </p:txBody>
      </p:sp>
      <p:sp>
        <p:nvSpPr>
          <p:cNvPr id="1483" name="Google Shape;1483;p99"/>
          <p:cNvSpPr txBox="1"/>
          <p:nvPr/>
        </p:nvSpPr>
        <p:spPr>
          <a:xfrm>
            <a:off x="3023038" y="3275725"/>
            <a:ext cx="438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a:t>
            </a:r>
            <a:endParaRPr sz="2000">
              <a:solidFill>
                <a:schemeClr val="dk1"/>
              </a:solidFill>
              <a:latin typeface="Lexend"/>
              <a:ea typeface="Lexend"/>
              <a:cs typeface="Lexend"/>
              <a:sym typeface="Lexend"/>
            </a:endParaRPr>
          </a:p>
        </p:txBody>
      </p:sp>
      <p:sp>
        <p:nvSpPr>
          <p:cNvPr id="1484" name="Google Shape;1484;p99"/>
          <p:cNvSpPr txBox="1"/>
          <p:nvPr/>
        </p:nvSpPr>
        <p:spPr>
          <a:xfrm>
            <a:off x="6584175" y="2676938"/>
            <a:ext cx="381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B</a:t>
            </a:r>
            <a:endParaRPr sz="2000">
              <a:solidFill>
                <a:schemeClr val="dk1"/>
              </a:solidFill>
              <a:latin typeface="Lexend"/>
              <a:ea typeface="Lexend"/>
              <a:cs typeface="Lexend"/>
              <a:sym typeface="Lexen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8" name="Shape 1488"/>
        <p:cNvGrpSpPr/>
        <p:nvPr/>
      </p:nvGrpSpPr>
      <p:grpSpPr>
        <a:xfrm>
          <a:off x="0" y="0"/>
          <a:ext cx="0" cy="0"/>
          <a:chOff x="0" y="0"/>
          <a:chExt cx="0" cy="0"/>
        </a:xfrm>
      </p:grpSpPr>
      <p:pic>
        <p:nvPicPr>
          <p:cNvPr descr="2 lines Line 1: open paren one half times open paren 12.5 plus close paren times x close paren times 5 equals 300 Line 2: open paren one half times times x close paren times 5 equals 300&#10;&#10;&lt;math xmlns=&quot;http://www.w3.org/1998/Math/MathML&quot; display=&quot;block&quot; data-is-equatio=&quot;1&quot; data-latex=&quot;\begin{array}{l}\left(\frac{1}{2}\times\left(12.5+\ \ \ \ \ \right)\times x\right)\times5=300\\&amp;#13;&amp;#10;\left(\frac{1}{2}\times\ \ \ \ \ \times x\right)\times5=300\end{array}&quot;&gt;&lt;mtable columnalign=&quot;left&quot; columnspacing=&quot;1em&quot; rowspacing=&quot;4pt&quot;&gt;&lt;mtr&gt;&lt;mtd&gt;&lt;mrow data-mjx-texclass=&quot;INNER&quot;&gt;&lt;mo data-mjx-texclass=&quot;OPEN&quot;&gt;(&lt;/mo&gt;&lt;mfrac&gt;&lt;mn&gt;1&lt;/mn&gt;&lt;mn&gt;2&lt;/mn&gt;&lt;/mfrac&gt;&lt;mo&gt;×&lt;/mo&gt;&lt;mrow data-mjx-texclass=&quot;INNER&quot;&gt;&lt;mo data-mjx-texclass=&quot;OPEN&quot;&gt;(&lt;/mo&gt;&lt;mn&gt;12.5&lt;/mn&gt;&lt;mo&gt;+&lt;/mo&gt;&lt;mtext&gt;&lt;/mtext&gt;&lt;mtext&gt;&lt;/mtext&gt;&lt;mtext&gt;&lt;/mtext&gt;&lt;mtext&gt;&lt;/mtext&gt;&lt;mtext&gt;&lt;/mtext&gt;&lt;mo data-mjx-texclass=&quot;CLOSE&quot;&gt;)&lt;/mo&gt;&lt;/mrow&gt;&lt;mo&gt;×&lt;/mo&gt;&lt;mi&gt;x&lt;/mi&gt;&lt;mo data-mjx-texclass=&quot;CLOSE&quot;&gt;)&lt;/mo&gt;&lt;/mrow&gt;&lt;mo&gt;×&lt;/mo&gt;&lt;mn&gt;5&lt;/mn&gt;&lt;mo&gt;=&lt;/mo&gt;&lt;mn&gt;300&lt;/mn&gt;&lt;/mtd&gt;&lt;/mtr&gt;&lt;mtr&gt;&lt;mtd&gt;&lt;mrow data-mjx-texclass=&quot;INNER&quot;&gt;&lt;mo data-mjx-texclass=&quot;OPEN&quot;&gt;(&lt;/mo&gt;&lt;mfrac&gt;&lt;mn&gt;1&lt;/mn&gt;&lt;mn&gt;2&lt;/mn&gt;&lt;/mfrac&gt;&lt;mo&gt;×&lt;/mo&gt;&lt;mtext&gt;&lt;/mtext&gt;&lt;mtext&gt;&lt;/mtext&gt;&lt;mtext&gt;&lt;/mtext&gt;&lt;mtext&gt;&lt;/mtext&gt;&lt;mtext&gt;&lt;/mtext&gt;&lt;mo&gt;×&lt;/mo&gt;&lt;mi&gt;x&lt;/mi&gt;&lt;mo data-mjx-texclass=&quot;CLOSE&quot;&gt;)&lt;/mo&gt;&lt;/mrow&gt;&lt;mo&gt;×&lt;/mo&gt;&lt;mn&gt;5&lt;/mn&gt;&lt;mo&gt;=&lt;/mo&gt;&lt;mn&gt;300&lt;/mn&gt;&lt;/mtd&gt;&lt;/mtr&gt;&lt;/mtable&gt;&lt;/math&gt;" id="1489" name="Google Shape;1489;p100"/>
          <p:cNvPicPr preferRelativeResize="0"/>
          <p:nvPr/>
        </p:nvPicPr>
        <p:blipFill rotWithShape="1">
          <a:blip r:embed="rId3">
            <a:alphaModFix/>
          </a:blip>
          <a:srcRect b="0" l="0" r="0" t="48984"/>
          <a:stretch/>
        </p:blipFill>
        <p:spPr>
          <a:xfrm>
            <a:off x="5341184" y="1973752"/>
            <a:ext cx="3770525" cy="450725"/>
          </a:xfrm>
          <a:prstGeom prst="rect">
            <a:avLst/>
          </a:prstGeom>
          <a:noFill/>
          <a:ln>
            <a:noFill/>
          </a:ln>
        </p:spPr>
      </p:pic>
      <p:pic>
        <p:nvPicPr>
          <p:cNvPr descr="2 lines Line 1: open paren one half times open paren 12.5 plus close paren times x close paren times 5 equals 300 Line 2: open paren one half times times x close paren times 5 equals 300&#10;&#10;&lt;math xmlns=&quot;http://www.w3.org/1998/Math/MathML&quot; display=&quot;block&quot; data-is-equatio=&quot;1&quot; data-latex=&quot;\begin{array}{l}\left(\frac{1}{2}\times\left(12.5+\ \ \ \ \ \right)\times x\right)\times5=300\\&amp;#13;&amp;#10;\left(\frac{1}{2}\times\ \ \ \ \ \times x\right)\times5=300\end{array}&quot;&gt;&lt;mtable columnalign=&quot;left&quot; columnspacing=&quot;1em&quot; rowspacing=&quot;4pt&quot;&gt;&lt;mtr&gt;&lt;mtd&gt;&lt;mrow data-mjx-texclass=&quot;INNER&quot;&gt;&lt;mo data-mjx-texclass=&quot;OPEN&quot;&gt;(&lt;/mo&gt;&lt;mfrac&gt;&lt;mn&gt;1&lt;/mn&gt;&lt;mn&gt;2&lt;/mn&gt;&lt;/mfrac&gt;&lt;mo&gt;×&lt;/mo&gt;&lt;mrow data-mjx-texclass=&quot;INNER&quot;&gt;&lt;mo data-mjx-texclass=&quot;OPEN&quot;&gt;(&lt;/mo&gt;&lt;mn&gt;12.5&lt;/mn&gt;&lt;mo&gt;+&lt;/mo&gt;&lt;mtext&gt;&lt;/mtext&gt;&lt;mtext&gt;&lt;/mtext&gt;&lt;mtext&gt;&lt;/mtext&gt;&lt;mtext&gt;&lt;/mtext&gt;&lt;mtext&gt;&lt;/mtext&gt;&lt;mo data-mjx-texclass=&quot;CLOSE&quot;&gt;)&lt;/mo&gt;&lt;/mrow&gt;&lt;mo&gt;×&lt;/mo&gt;&lt;mi&gt;x&lt;/mi&gt;&lt;mo data-mjx-texclass=&quot;CLOSE&quot;&gt;)&lt;/mo&gt;&lt;/mrow&gt;&lt;mo&gt;×&lt;/mo&gt;&lt;mn&gt;5&lt;/mn&gt;&lt;mo&gt;=&lt;/mo&gt;&lt;mn&gt;300&lt;/mn&gt;&lt;/mtd&gt;&lt;/mtr&gt;&lt;mtr&gt;&lt;mtd&gt;&lt;mrow data-mjx-texclass=&quot;INNER&quot;&gt;&lt;mo data-mjx-texclass=&quot;OPEN&quot;&gt;(&lt;/mo&gt;&lt;mfrac&gt;&lt;mn&gt;1&lt;/mn&gt;&lt;mn&gt;2&lt;/mn&gt;&lt;/mfrac&gt;&lt;mo&gt;×&lt;/mo&gt;&lt;mtext&gt;&lt;/mtext&gt;&lt;mtext&gt;&lt;/mtext&gt;&lt;mtext&gt;&lt;/mtext&gt;&lt;mtext&gt;&lt;/mtext&gt;&lt;mtext&gt;&lt;/mtext&gt;&lt;mo&gt;×&lt;/mo&gt;&lt;mi&gt;x&lt;/mi&gt;&lt;mo data-mjx-texclass=&quot;CLOSE&quot;&gt;)&lt;/mo&gt;&lt;/mrow&gt;&lt;mo&gt;×&lt;/mo&gt;&lt;mn&gt;5&lt;/mn&gt;&lt;mo&gt;=&lt;/mo&gt;&lt;mn&gt;300&lt;/mn&gt;&lt;/mtd&gt;&lt;/mtr&gt;&lt;/mtable&gt;&lt;/math&gt;" id="1490" name="Google Shape;1490;p100"/>
          <p:cNvPicPr preferRelativeResize="0"/>
          <p:nvPr/>
        </p:nvPicPr>
        <p:blipFill rotWithShape="1">
          <a:blip r:embed="rId3">
            <a:alphaModFix/>
          </a:blip>
          <a:srcRect b="48984" l="0" r="0" t="0"/>
          <a:stretch/>
        </p:blipFill>
        <p:spPr>
          <a:xfrm>
            <a:off x="4340676" y="1517193"/>
            <a:ext cx="3770525" cy="450725"/>
          </a:xfrm>
          <a:prstGeom prst="rect">
            <a:avLst/>
          </a:prstGeom>
          <a:noFill/>
          <a:ln>
            <a:noFill/>
          </a:ln>
        </p:spPr>
      </p:pic>
      <p:pic>
        <p:nvPicPr>
          <p:cNvPr id="1491" name="Google Shape;1491;p100"/>
          <p:cNvPicPr preferRelativeResize="0"/>
          <p:nvPr/>
        </p:nvPicPr>
        <p:blipFill>
          <a:blip r:embed="rId4">
            <a:alphaModFix/>
          </a:blip>
          <a:stretch>
            <a:fillRect/>
          </a:stretch>
        </p:blipFill>
        <p:spPr>
          <a:xfrm>
            <a:off x="1000719" y="1330250"/>
            <a:ext cx="2645724" cy="2530997"/>
          </a:xfrm>
          <a:prstGeom prst="rect">
            <a:avLst/>
          </a:prstGeom>
          <a:noFill/>
          <a:ln>
            <a:noFill/>
          </a:ln>
        </p:spPr>
      </p:pic>
      <p:sp>
        <p:nvSpPr>
          <p:cNvPr id="1492" name="Google Shape;1492;p10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1) Complete the missing parts of the calculation.</a:t>
            </a:r>
            <a:endParaRPr sz="2000"/>
          </a:p>
        </p:txBody>
      </p:sp>
      <p:sp>
        <p:nvSpPr>
          <p:cNvPr id="1493" name="Google Shape;1493;p100"/>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cxnSp>
        <p:nvCxnSpPr>
          <p:cNvPr id="1494" name="Google Shape;1494;p100"/>
          <p:cNvCxnSpPr/>
          <p:nvPr/>
        </p:nvCxnSpPr>
        <p:spPr>
          <a:xfrm>
            <a:off x="973638" y="1842600"/>
            <a:ext cx="0" cy="933000"/>
          </a:xfrm>
          <a:prstGeom prst="straightConnector1">
            <a:avLst/>
          </a:prstGeom>
          <a:noFill/>
          <a:ln cap="flat" cmpd="sng" w="28575">
            <a:solidFill>
              <a:schemeClr val="dk1"/>
            </a:solidFill>
            <a:prstDash val="solid"/>
            <a:round/>
            <a:headEnd len="med" w="med" type="triangle"/>
            <a:tailEnd len="med" w="med" type="triangle"/>
          </a:ln>
        </p:spPr>
      </p:cxnSp>
      <p:cxnSp>
        <p:nvCxnSpPr>
          <p:cNvPr id="1495" name="Google Shape;1495;p100"/>
          <p:cNvCxnSpPr/>
          <p:nvPr/>
        </p:nvCxnSpPr>
        <p:spPr>
          <a:xfrm>
            <a:off x="1956900" y="1302969"/>
            <a:ext cx="1271100" cy="733800"/>
          </a:xfrm>
          <a:prstGeom prst="straightConnector1">
            <a:avLst/>
          </a:prstGeom>
          <a:noFill/>
          <a:ln cap="flat" cmpd="sng" w="28575">
            <a:solidFill>
              <a:schemeClr val="dk1"/>
            </a:solidFill>
            <a:prstDash val="solid"/>
            <a:round/>
            <a:headEnd len="med" w="med" type="triangle"/>
            <a:tailEnd len="med" w="med" type="triangle"/>
          </a:ln>
        </p:spPr>
      </p:cxnSp>
      <p:cxnSp>
        <p:nvCxnSpPr>
          <p:cNvPr id="1496" name="Google Shape;1496;p100"/>
          <p:cNvCxnSpPr/>
          <p:nvPr/>
        </p:nvCxnSpPr>
        <p:spPr>
          <a:xfrm flipH="1" rot="10800000">
            <a:off x="2837038" y="3356312"/>
            <a:ext cx="809400" cy="467400"/>
          </a:xfrm>
          <a:prstGeom prst="straightConnector1">
            <a:avLst/>
          </a:prstGeom>
          <a:noFill/>
          <a:ln cap="flat" cmpd="sng" w="28575">
            <a:solidFill>
              <a:schemeClr val="dk1"/>
            </a:solidFill>
            <a:prstDash val="solid"/>
            <a:round/>
            <a:headEnd len="med" w="med" type="triangle"/>
            <a:tailEnd len="med" w="med" type="triangle"/>
          </a:ln>
        </p:spPr>
      </p:cxnSp>
      <p:sp>
        <p:nvSpPr>
          <p:cNvPr id="1497" name="Google Shape;1497;p100"/>
          <p:cNvSpPr txBox="1"/>
          <p:nvPr/>
        </p:nvSpPr>
        <p:spPr>
          <a:xfrm>
            <a:off x="1534500" y="4272675"/>
            <a:ext cx="2868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Volume = 300 m</a:t>
            </a:r>
            <a:r>
              <a:rPr baseline="30000" lang="en-GB" sz="1800">
                <a:solidFill>
                  <a:schemeClr val="dk1"/>
                </a:solidFill>
                <a:latin typeface="Lexend"/>
                <a:ea typeface="Lexend"/>
                <a:cs typeface="Lexend"/>
                <a:sym typeface="Lexend"/>
              </a:rPr>
              <a:t>3</a:t>
            </a:r>
            <a:endParaRPr baseline="30000" sz="1800">
              <a:solidFill>
                <a:schemeClr val="dk1"/>
              </a:solidFill>
              <a:latin typeface="Lexend"/>
              <a:ea typeface="Lexend"/>
              <a:cs typeface="Lexend"/>
              <a:sym typeface="Lexend"/>
            </a:endParaRPr>
          </a:p>
        </p:txBody>
      </p:sp>
      <p:sp>
        <p:nvSpPr>
          <p:cNvPr id="1498" name="Google Shape;1498;p100"/>
          <p:cNvSpPr txBox="1"/>
          <p:nvPr/>
        </p:nvSpPr>
        <p:spPr>
          <a:xfrm>
            <a:off x="1049250" y="3286275"/>
            <a:ext cx="10272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12.5 m</a:t>
            </a:r>
            <a:endParaRPr sz="1800">
              <a:solidFill>
                <a:schemeClr val="dk1"/>
              </a:solidFill>
              <a:latin typeface="Lexend"/>
              <a:ea typeface="Lexend"/>
              <a:cs typeface="Lexend"/>
              <a:sym typeface="Lexend"/>
            </a:endParaRPr>
          </a:p>
        </p:txBody>
      </p:sp>
      <p:sp>
        <p:nvSpPr>
          <p:cNvPr id="1499" name="Google Shape;1499;p100"/>
          <p:cNvSpPr txBox="1"/>
          <p:nvPr/>
        </p:nvSpPr>
        <p:spPr>
          <a:xfrm>
            <a:off x="367725" y="2062800"/>
            <a:ext cx="80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m</a:t>
            </a:r>
            <a:endParaRPr sz="1800">
              <a:solidFill>
                <a:schemeClr val="dk1"/>
              </a:solidFill>
              <a:latin typeface="Lexend"/>
              <a:ea typeface="Lexend"/>
              <a:cs typeface="Lexend"/>
              <a:sym typeface="Lexend"/>
            </a:endParaRPr>
          </a:p>
        </p:txBody>
      </p:sp>
      <p:sp>
        <p:nvSpPr>
          <p:cNvPr id="1500" name="Google Shape;1500;p100"/>
          <p:cNvSpPr txBox="1"/>
          <p:nvPr/>
        </p:nvSpPr>
        <p:spPr>
          <a:xfrm>
            <a:off x="3145750" y="3599800"/>
            <a:ext cx="121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5 m</a:t>
            </a:r>
            <a:endParaRPr sz="1800">
              <a:solidFill>
                <a:schemeClr val="dk1"/>
              </a:solidFill>
              <a:latin typeface="Lexend"/>
              <a:ea typeface="Lexend"/>
              <a:cs typeface="Lexend"/>
              <a:sym typeface="Lexend"/>
            </a:endParaRPr>
          </a:p>
        </p:txBody>
      </p:sp>
      <p:sp>
        <p:nvSpPr>
          <p:cNvPr id="1501" name="Google Shape;1501;p100"/>
          <p:cNvSpPr txBox="1"/>
          <p:nvPr/>
        </p:nvSpPr>
        <p:spPr>
          <a:xfrm>
            <a:off x="2568000" y="12352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7.5 m</a:t>
            </a:r>
            <a:endParaRPr sz="1800">
              <a:solidFill>
                <a:schemeClr val="dk1"/>
              </a:solidFill>
              <a:latin typeface="Lexend"/>
              <a:ea typeface="Lexend"/>
              <a:cs typeface="Lexend"/>
              <a:sym typeface="Lexend"/>
            </a:endParaRPr>
          </a:p>
        </p:txBody>
      </p:sp>
      <p:cxnSp>
        <p:nvCxnSpPr>
          <p:cNvPr id="1502" name="Google Shape;1502;p100"/>
          <p:cNvCxnSpPr/>
          <p:nvPr/>
        </p:nvCxnSpPr>
        <p:spPr>
          <a:xfrm>
            <a:off x="1049250" y="2905169"/>
            <a:ext cx="1587900" cy="916800"/>
          </a:xfrm>
          <a:prstGeom prst="straightConnector1">
            <a:avLst/>
          </a:prstGeom>
          <a:noFill/>
          <a:ln cap="flat" cmpd="sng" w="28575">
            <a:solidFill>
              <a:schemeClr val="dk1"/>
            </a:solidFill>
            <a:prstDash val="solid"/>
            <a:round/>
            <a:headEnd len="med" w="med" type="triangle"/>
            <a:tailEnd len="med" w="med" type="triangle"/>
          </a:ln>
        </p:spPr>
      </p:cxnSp>
      <p:sp>
        <p:nvSpPr>
          <p:cNvPr id="1503" name="Google Shape;1503;p100"/>
          <p:cNvSpPr txBox="1"/>
          <p:nvPr/>
        </p:nvSpPr>
        <p:spPr>
          <a:xfrm>
            <a:off x="6856373" y="2422950"/>
            <a:ext cx="909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200">
                <a:solidFill>
                  <a:schemeClr val="dk1"/>
                </a:solidFill>
                <a:latin typeface="Times New Roman"/>
                <a:ea typeface="Times New Roman"/>
                <a:cs typeface="Times New Roman"/>
                <a:sym typeface="Times New Roman"/>
              </a:rPr>
              <a:t>10</a:t>
            </a:r>
            <a:r>
              <a:rPr i="1" lang="en-GB" sz="2400">
                <a:solidFill>
                  <a:schemeClr val="dk1"/>
                </a:solidFill>
                <a:latin typeface="Times New Roman"/>
                <a:ea typeface="Times New Roman"/>
                <a:cs typeface="Times New Roman"/>
                <a:sym typeface="Times New Roman"/>
              </a:rPr>
              <a:t>x</a:t>
            </a:r>
            <a:r>
              <a:rPr lang="en-GB" sz="2200">
                <a:solidFill>
                  <a:schemeClr val="dk1"/>
                </a:solidFill>
                <a:latin typeface="Times New Roman"/>
                <a:ea typeface="Times New Roman"/>
                <a:cs typeface="Times New Roman"/>
                <a:sym typeface="Times New Roman"/>
              </a:rPr>
              <a:t> =  </a:t>
            </a:r>
            <a:endParaRPr sz="2200">
              <a:solidFill>
                <a:schemeClr val="dk1"/>
              </a:solidFill>
              <a:latin typeface="Times New Roman"/>
              <a:ea typeface="Times New Roman"/>
              <a:cs typeface="Times New Roman"/>
              <a:sym typeface="Times New Roman"/>
            </a:endParaRPr>
          </a:p>
        </p:txBody>
      </p:sp>
      <p:sp>
        <p:nvSpPr>
          <p:cNvPr id="1504" name="Google Shape;1504;p100"/>
          <p:cNvSpPr txBox="1"/>
          <p:nvPr/>
        </p:nvSpPr>
        <p:spPr>
          <a:xfrm>
            <a:off x="7135638" y="2864975"/>
            <a:ext cx="8016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400">
                <a:solidFill>
                  <a:schemeClr val="dk1"/>
                </a:solidFill>
                <a:latin typeface="Times New Roman"/>
                <a:ea typeface="Times New Roman"/>
                <a:cs typeface="Times New Roman"/>
                <a:sym typeface="Times New Roman"/>
              </a:rPr>
              <a:t>x</a:t>
            </a:r>
            <a:r>
              <a:rPr lang="en-GB" sz="2200">
                <a:solidFill>
                  <a:schemeClr val="dk1"/>
                </a:solidFill>
                <a:latin typeface="Times New Roman"/>
                <a:ea typeface="Times New Roman"/>
                <a:cs typeface="Times New Roman"/>
                <a:sym typeface="Times New Roman"/>
              </a:rPr>
              <a:t> =  </a:t>
            </a:r>
            <a:endParaRPr sz="2200">
              <a:solidFill>
                <a:schemeClr val="dk1"/>
              </a:solidFill>
              <a:latin typeface="Times New Roman"/>
              <a:ea typeface="Times New Roman"/>
              <a:cs typeface="Times New Roman"/>
              <a:sym typeface="Times New Roman"/>
            </a:endParaRPr>
          </a:p>
        </p:txBody>
      </p:sp>
      <p:cxnSp>
        <p:nvCxnSpPr>
          <p:cNvPr id="1505" name="Google Shape;1505;p100"/>
          <p:cNvCxnSpPr/>
          <p:nvPr/>
        </p:nvCxnSpPr>
        <p:spPr>
          <a:xfrm>
            <a:off x="5811575" y="1871600"/>
            <a:ext cx="430800" cy="0"/>
          </a:xfrm>
          <a:prstGeom prst="straightConnector1">
            <a:avLst/>
          </a:prstGeom>
          <a:noFill/>
          <a:ln cap="flat" cmpd="sng" w="38100">
            <a:solidFill>
              <a:schemeClr val="dk1"/>
            </a:solidFill>
            <a:prstDash val="solid"/>
            <a:round/>
            <a:headEnd len="med" w="med" type="none"/>
            <a:tailEnd len="med" w="med" type="none"/>
          </a:ln>
        </p:spPr>
      </p:cxnSp>
      <p:cxnSp>
        <p:nvCxnSpPr>
          <p:cNvPr id="1506" name="Google Shape;1506;p100"/>
          <p:cNvCxnSpPr/>
          <p:nvPr/>
        </p:nvCxnSpPr>
        <p:spPr>
          <a:xfrm>
            <a:off x="5850175" y="2373856"/>
            <a:ext cx="545100" cy="0"/>
          </a:xfrm>
          <a:prstGeom prst="straightConnector1">
            <a:avLst/>
          </a:prstGeom>
          <a:noFill/>
          <a:ln cap="flat" cmpd="sng" w="38100">
            <a:solidFill>
              <a:schemeClr val="dk1"/>
            </a:solidFill>
            <a:prstDash val="solid"/>
            <a:round/>
            <a:headEnd len="med" w="med" type="none"/>
            <a:tailEnd len="med" w="med" type="none"/>
          </a:ln>
        </p:spPr>
      </p:cxnSp>
      <p:cxnSp>
        <p:nvCxnSpPr>
          <p:cNvPr id="1507" name="Google Shape;1507;p100"/>
          <p:cNvCxnSpPr/>
          <p:nvPr/>
        </p:nvCxnSpPr>
        <p:spPr>
          <a:xfrm>
            <a:off x="7706798" y="2852962"/>
            <a:ext cx="699300" cy="0"/>
          </a:xfrm>
          <a:prstGeom prst="straightConnector1">
            <a:avLst/>
          </a:prstGeom>
          <a:noFill/>
          <a:ln cap="flat" cmpd="sng" w="38100">
            <a:solidFill>
              <a:schemeClr val="dk1"/>
            </a:solidFill>
            <a:prstDash val="solid"/>
            <a:round/>
            <a:headEnd len="med" w="med" type="none"/>
            <a:tailEnd len="med" w="med" type="none"/>
          </a:ln>
        </p:spPr>
      </p:cxnSp>
      <p:cxnSp>
        <p:nvCxnSpPr>
          <p:cNvPr id="1508" name="Google Shape;1508;p100"/>
          <p:cNvCxnSpPr/>
          <p:nvPr/>
        </p:nvCxnSpPr>
        <p:spPr>
          <a:xfrm>
            <a:off x="7689213" y="3306949"/>
            <a:ext cx="699300" cy="0"/>
          </a:xfrm>
          <a:prstGeom prst="straightConnector1">
            <a:avLst/>
          </a:prstGeom>
          <a:noFill/>
          <a:ln cap="flat" cmpd="sng" w="38100">
            <a:solidFill>
              <a:schemeClr val="dk1"/>
            </a:solidFill>
            <a:prstDash val="solid"/>
            <a:round/>
            <a:headEnd len="med" w="med" type="none"/>
            <a:tailEnd len="med" w="med" type="none"/>
          </a:ln>
        </p:spPr>
      </p:cxnSp>
      <p:sp>
        <p:nvSpPr>
          <p:cNvPr id="1509" name="Google Shape;1509;p100"/>
          <p:cNvSpPr txBox="1"/>
          <p:nvPr/>
        </p:nvSpPr>
        <p:spPr>
          <a:xfrm>
            <a:off x="5761928" y="1495719"/>
            <a:ext cx="56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7.5</a:t>
            </a:r>
            <a:endParaRPr sz="2000">
              <a:solidFill>
                <a:schemeClr val="dk1"/>
              </a:solidFill>
              <a:latin typeface="Kalam"/>
              <a:ea typeface="Kalam"/>
              <a:cs typeface="Kalam"/>
              <a:sym typeface="Kalam"/>
            </a:endParaRPr>
          </a:p>
        </p:txBody>
      </p:sp>
      <p:sp>
        <p:nvSpPr>
          <p:cNvPr id="1510" name="Google Shape;1510;p100"/>
          <p:cNvSpPr txBox="1"/>
          <p:nvPr/>
        </p:nvSpPr>
        <p:spPr>
          <a:xfrm>
            <a:off x="5915725" y="2015551"/>
            <a:ext cx="56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20</a:t>
            </a:r>
            <a:endParaRPr sz="2000">
              <a:solidFill>
                <a:schemeClr val="dk1"/>
              </a:solidFill>
              <a:latin typeface="Kalam"/>
              <a:ea typeface="Kalam"/>
              <a:cs typeface="Kalam"/>
              <a:sym typeface="Kalam"/>
            </a:endParaRPr>
          </a:p>
        </p:txBody>
      </p:sp>
      <p:sp>
        <p:nvSpPr>
          <p:cNvPr id="1511" name="Google Shape;1511;p100"/>
          <p:cNvSpPr txBox="1"/>
          <p:nvPr/>
        </p:nvSpPr>
        <p:spPr>
          <a:xfrm>
            <a:off x="7743206" y="2487053"/>
            <a:ext cx="56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60</a:t>
            </a:r>
            <a:endParaRPr sz="2000">
              <a:solidFill>
                <a:schemeClr val="dk1"/>
              </a:solidFill>
              <a:latin typeface="Kalam"/>
              <a:ea typeface="Kalam"/>
              <a:cs typeface="Kalam"/>
              <a:sym typeface="Kalam"/>
            </a:endParaRPr>
          </a:p>
        </p:txBody>
      </p:sp>
      <p:sp>
        <p:nvSpPr>
          <p:cNvPr id="1512" name="Google Shape;1512;p100"/>
          <p:cNvSpPr txBox="1"/>
          <p:nvPr/>
        </p:nvSpPr>
        <p:spPr>
          <a:xfrm>
            <a:off x="7725641" y="2947029"/>
            <a:ext cx="568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6</a:t>
            </a:r>
            <a:endParaRPr sz="2000">
              <a:solidFill>
                <a:schemeClr val="dk1"/>
              </a:solidFill>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50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50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0"/>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0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12"/>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508"/>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pic>
        <p:nvPicPr>
          <p:cNvPr id="1517" name="Google Shape;1517;p101"/>
          <p:cNvPicPr preferRelativeResize="0"/>
          <p:nvPr/>
        </p:nvPicPr>
        <p:blipFill>
          <a:blip r:embed="rId3">
            <a:alphaModFix/>
          </a:blip>
          <a:stretch>
            <a:fillRect/>
          </a:stretch>
        </p:blipFill>
        <p:spPr>
          <a:xfrm>
            <a:off x="1570025" y="1543924"/>
            <a:ext cx="1905250" cy="2785346"/>
          </a:xfrm>
          <a:prstGeom prst="rect">
            <a:avLst/>
          </a:prstGeom>
          <a:noFill/>
          <a:ln>
            <a:noFill/>
          </a:ln>
        </p:spPr>
      </p:pic>
      <p:sp>
        <p:nvSpPr>
          <p:cNvPr id="1518" name="Google Shape;1518;p101"/>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cxnSp>
        <p:nvCxnSpPr>
          <p:cNvPr id="1519" name="Google Shape;1519;p101"/>
          <p:cNvCxnSpPr/>
          <p:nvPr/>
        </p:nvCxnSpPr>
        <p:spPr>
          <a:xfrm>
            <a:off x="3440344" y="3228871"/>
            <a:ext cx="0" cy="933000"/>
          </a:xfrm>
          <a:prstGeom prst="straightConnector1">
            <a:avLst/>
          </a:prstGeom>
          <a:noFill/>
          <a:ln cap="flat" cmpd="sng" w="28575">
            <a:solidFill>
              <a:schemeClr val="dk1"/>
            </a:solidFill>
            <a:prstDash val="solid"/>
            <a:round/>
            <a:headEnd len="med" w="med" type="triangle"/>
            <a:tailEnd len="med" w="med" type="triangle"/>
          </a:ln>
        </p:spPr>
      </p:cxnSp>
      <p:cxnSp>
        <p:nvCxnSpPr>
          <p:cNvPr id="1520" name="Google Shape;1520;p101"/>
          <p:cNvCxnSpPr/>
          <p:nvPr/>
        </p:nvCxnSpPr>
        <p:spPr>
          <a:xfrm>
            <a:off x="1684800" y="3351925"/>
            <a:ext cx="1615500" cy="920700"/>
          </a:xfrm>
          <a:prstGeom prst="straightConnector1">
            <a:avLst/>
          </a:prstGeom>
          <a:noFill/>
          <a:ln cap="flat" cmpd="sng" w="28575">
            <a:solidFill>
              <a:schemeClr val="dk1"/>
            </a:solidFill>
            <a:prstDash val="solid"/>
            <a:round/>
            <a:headEnd len="med" w="med" type="triangle"/>
            <a:tailEnd len="med" w="med" type="triangle"/>
          </a:ln>
        </p:spPr>
      </p:cxnSp>
      <p:cxnSp>
        <p:nvCxnSpPr>
          <p:cNvPr id="1521" name="Google Shape;1521;p101"/>
          <p:cNvCxnSpPr/>
          <p:nvPr/>
        </p:nvCxnSpPr>
        <p:spPr>
          <a:xfrm flipH="1" rot="10800000">
            <a:off x="1681763" y="1568979"/>
            <a:ext cx="1203000" cy="694500"/>
          </a:xfrm>
          <a:prstGeom prst="straightConnector1">
            <a:avLst/>
          </a:prstGeom>
          <a:noFill/>
          <a:ln cap="flat" cmpd="sng" w="28575">
            <a:solidFill>
              <a:schemeClr val="dk1"/>
            </a:solidFill>
            <a:prstDash val="solid"/>
            <a:round/>
            <a:headEnd len="med" w="med" type="triangle"/>
            <a:tailEnd len="med" w="med" type="triangle"/>
          </a:ln>
        </p:spPr>
      </p:cxnSp>
      <p:sp>
        <p:nvSpPr>
          <p:cNvPr id="1522" name="Google Shape;1522;p101"/>
          <p:cNvSpPr txBox="1"/>
          <p:nvPr/>
        </p:nvSpPr>
        <p:spPr>
          <a:xfrm>
            <a:off x="1570025" y="1510225"/>
            <a:ext cx="8658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a</a:t>
            </a:r>
            <a:r>
              <a:rPr lang="en-GB" sz="1800">
                <a:solidFill>
                  <a:schemeClr val="dk1"/>
                </a:solidFill>
                <a:latin typeface="Lexend"/>
                <a:ea typeface="Lexend"/>
                <a:cs typeface="Lexend"/>
                <a:sym typeface="Lexend"/>
              </a:rPr>
              <a:t> mm</a:t>
            </a:r>
            <a:endParaRPr sz="1800">
              <a:solidFill>
                <a:schemeClr val="dk1"/>
              </a:solidFill>
              <a:latin typeface="Lexend"/>
              <a:ea typeface="Lexend"/>
              <a:cs typeface="Lexend"/>
              <a:sym typeface="Lexend"/>
            </a:endParaRPr>
          </a:p>
        </p:txBody>
      </p:sp>
      <p:sp>
        <p:nvSpPr>
          <p:cNvPr id="1523" name="Google Shape;1523;p101"/>
          <p:cNvSpPr txBox="1"/>
          <p:nvPr/>
        </p:nvSpPr>
        <p:spPr>
          <a:xfrm>
            <a:off x="1882475" y="3700175"/>
            <a:ext cx="801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 mm</a:t>
            </a:r>
            <a:endParaRPr sz="1800">
              <a:solidFill>
                <a:schemeClr val="dk1"/>
              </a:solidFill>
              <a:latin typeface="Lexend"/>
              <a:ea typeface="Lexend"/>
              <a:cs typeface="Lexend"/>
              <a:sym typeface="Lexend"/>
            </a:endParaRPr>
          </a:p>
        </p:txBody>
      </p:sp>
      <p:sp>
        <p:nvSpPr>
          <p:cNvPr id="1524" name="Google Shape;1524;p101"/>
          <p:cNvSpPr txBox="1"/>
          <p:nvPr/>
        </p:nvSpPr>
        <p:spPr>
          <a:xfrm>
            <a:off x="3486625" y="3464525"/>
            <a:ext cx="121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7 mm</a:t>
            </a:r>
            <a:endParaRPr sz="1800">
              <a:solidFill>
                <a:schemeClr val="dk1"/>
              </a:solidFill>
              <a:latin typeface="Lexend"/>
              <a:ea typeface="Lexend"/>
              <a:cs typeface="Lexend"/>
              <a:sym typeface="Lexend"/>
            </a:endParaRPr>
          </a:p>
        </p:txBody>
      </p:sp>
      <p:sp>
        <p:nvSpPr>
          <p:cNvPr id="1525" name="Google Shape;1525;p101"/>
          <p:cNvSpPr txBox="1"/>
          <p:nvPr>
            <p:ph idx="1" type="body"/>
          </p:nvPr>
        </p:nvSpPr>
        <p:spPr>
          <a:xfrm>
            <a:off x="324000" y="770314"/>
            <a:ext cx="8237700" cy="3372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2) Both prisms have a volume of 378 mm</a:t>
            </a:r>
            <a:r>
              <a:rPr baseline="30000" lang="en-GB" sz="2000"/>
              <a:t>3</a:t>
            </a:r>
            <a:r>
              <a:rPr lang="en-GB" sz="2000"/>
              <a:t>. Work out the missing length in each prism.</a:t>
            </a:r>
            <a:endParaRPr sz="2000"/>
          </a:p>
        </p:txBody>
      </p:sp>
      <p:pic>
        <p:nvPicPr>
          <p:cNvPr descr="4 lines Line 1: open paren one half times 12 times a close paren times 7 equals 378 Line 2: 6 a times 7 equals 378 Line 3: 42 a equals 378 Line 4: a equals 9&#10;&#10;&lt;math xmlns=&quot;http://www.w3.org/1998/Math/MathML&quot; display=&quot;block&quot; data-is-equatio=&quot;1&quot; data-latex=&quot;\begin{array}{l}\left(\frac{1}{2}\times12\times a\right)\times7=378\\&amp;#13;&amp;#10;\ \ \ \ \ \ \ \ \ \ \ \ \ \ \ \ \ \ 6a\times7=378\\&amp;#13;&amp;#10;\ \ \ \ \ \ \ \ \ \ \ \ \ \ \ \ \ \ \ \ \ \ 42a=378\\&amp;#13;&amp;#10;\ \ \ \ \ \ \ \ \ \ \ \ \ \ \ \ \ \ \ \ \ \ \ \ \ \ a=9\end{array}&quot;&gt;&lt;mtable columnalign=&quot;left&quot; columnspacing=&quot;1em&quot; rowspacing=&quot;4pt&quot;&gt;&lt;mtr&gt;&lt;mtd&gt;&lt;mrow data-mjx-texclass=&quot;INNER&quot;&gt;&lt;mo data-mjx-texclass=&quot;OPEN&quot;&gt;(&lt;/mo&gt;&lt;mfrac&gt;&lt;mn&gt;1&lt;/mn&gt;&lt;mn&gt;2&lt;/mn&gt;&lt;/mfrac&gt;&lt;mo&gt;×&lt;/mo&gt;&lt;mn&gt;12&lt;/mn&gt;&lt;mo&gt;×&lt;/mo&gt;&lt;mi&gt;a&lt;/mi&gt;&lt;mo data-mjx-texclass=&quot;CLOSE&quot;&gt;)&lt;/mo&gt;&lt;/mrow&gt;&lt;mo&gt;×&lt;/mo&gt;&lt;mn&gt;7&lt;/mn&gt;&lt;mo&gt;=&lt;/mo&gt;&lt;mn&gt;378&lt;/mn&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n&gt;6&lt;/mn&gt;&lt;mi&gt;a&lt;/mi&gt;&lt;mo&gt;×&lt;/mo&gt;&lt;mn&gt;7&lt;/mn&gt;&lt;mo&gt;=&lt;/mo&gt;&lt;mn&gt;378&lt;/mn&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n&gt;42&lt;/mn&gt;&lt;mi&gt;a&lt;/mi&gt;&lt;mo&gt;=&lt;/mo&gt;&lt;mn&gt;378&lt;/mn&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i&gt;a&lt;/mi&gt;&lt;mo&gt;=&lt;/mo&gt;&lt;mn&gt;9&lt;/mn&gt;&lt;/mtd&gt;&lt;/mtr&gt;&lt;/mtable&gt;&lt;/math&gt;" id="1526" name="Google Shape;1526;p101"/>
          <p:cNvPicPr preferRelativeResize="0"/>
          <p:nvPr/>
        </p:nvPicPr>
        <p:blipFill>
          <a:blip r:embed="rId4">
            <a:alphaModFix/>
          </a:blip>
          <a:stretch>
            <a:fillRect/>
          </a:stretch>
        </p:blipFill>
        <p:spPr>
          <a:xfrm>
            <a:off x="4436888" y="1745797"/>
            <a:ext cx="3157120" cy="1759587"/>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0" name="Shape 1530"/>
        <p:cNvGrpSpPr/>
        <p:nvPr/>
      </p:nvGrpSpPr>
      <p:grpSpPr>
        <a:xfrm>
          <a:off x="0" y="0"/>
          <a:ext cx="0" cy="0"/>
          <a:chOff x="0" y="0"/>
          <a:chExt cx="0" cy="0"/>
        </a:xfrm>
      </p:grpSpPr>
      <p:pic>
        <p:nvPicPr>
          <p:cNvPr id="1531" name="Google Shape;1531;p102"/>
          <p:cNvPicPr preferRelativeResize="0"/>
          <p:nvPr/>
        </p:nvPicPr>
        <p:blipFill>
          <a:blip r:embed="rId3">
            <a:alphaModFix/>
          </a:blip>
          <a:stretch>
            <a:fillRect/>
          </a:stretch>
        </p:blipFill>
        <p:spPr>
          <a:xfrm>
            <a:off x="1140250" y="1684700"/>
            <a:ext cx="2568851" cy="3173804"/>
          </a:xfrm>
          <a:prstGeom prst="rect">
            <a:avLst/>
          </a:prstGeom>
          <a:noFill/>
          <a:ln>
            <a:noFill/>
          </a:ln>
        </p:spPr>
      </p:pic>
      <p:sp>
        <p:nvSpPr>
          <p:cNvPr id="1532" name="Google Shape;1532;p102"/>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cxnSp>
        <p:nvCxnSpPr>
          <p:cNvPr id="1533" name="Google Shape;1533;p102"/>
          <p:cNvCxnSpPr/>
          <p:nvPr/>
        </p:nvCxnSpPr>
        <p:spPr>
          <a:xfrm>
            <a:off x="1524788" y="2758875"/>
            <a:ext cx="0" cy="1127700"/>
          </a:xfrm>
          <a:prstGeom prst="straightConnector1">
            <a:avLst/>
          </a:prstGeom>
          <a:noFill/>
          <a:ln cap="flat" cmpd="sng" w="28575">
            <a:solidFill>
              <a:schemeClr val="dk1"/>
            </a:solidFill>
            <a:prstDash val="solid"/>
            <a:round/>
            <a:headEnd len="med" w="med" type="triangle"/>
            <a:tailEnd len="med" w="med" type="triangle"/>
          </a:ln>
        </p:spPr>
      </p:cxnSp>
      <p:cxnSp>
        <p:nvCxnSpPr>
          <p:cNvPr id="1534" name="Google Shape;1534;p102"/>
          <p:cNvCxnSpPr/>
          <p:nvPr/>
        </p:nvCxnSpPr>
        <p:spPr>
          <a:xfrm flipH="1" rot="10800000">
            <a:off x="1233375" y="1684700"/>
            <a:ext cx="1191300" cy="584400"/>
          </a:xfrm>
          <a:prstGeom prst="straightConnector1">
            <a:avLst/>
          </a:prstGeom>
          <a:noFill/>
          <a:ln cap="flat" cmpd="sng" w="28575">
            <a:solidFill>
              <a:schemeClr val="dk1"/>
            </a:solidFill>
            <a:prstDash val="dash"/>
            <a:round/>
            <a:headEnd len="med" w="med" type="triangle"/>
            <a:tailEnd len="med" w="med" type="triangle"/>
          </a:ln>
        </p:spPr>
      </p:cxnSp>
      <p:cxnSp>
        <p:nvCxnSpPr>
          <p:cNvPr id="1535" name="Google Shape;1535;p102"/>
          <p:cNvCxnSpPr/>
          <p:nvPr/>
        </p:nvCxnSpPr>
        <p:spPr>
          <a:xfrm>
            <a:off x="1811700" y="2081650"/>
            <a:ext cx="1670700" cy="1425900"/>
          </a:xfrm>
          <a:prstGeom prst="straightConnector1">
            <a:avLst/>
          </a:prstGeom>
          <a:noFill/>
          <a:ln cap="flat" cmpd="sng" w="28575">
            <a:solidFill>
              <a:schemeClr val="dk1"/>
            </a:solidFill>
            <a:prstDash val="dash"/>
            <a:round/>
            <a:headEnd len="med" w="med" type="triangle"/>
            <a:tailEnd len="med" w="med" type="triangle"/>
          </a:ln>
        </p:spPr>
      </p:cxnSp>
      <p:sp>
        <p:nvSpPr>
          <p:cNvPr id="1536" name="Google Shape;1536;p102"/>
          <p:cNvSpPr txBox="1"/>
          <p:nvPr/>
        </p:nvSpPr>
        <p:spPr>
          <a:xfrm>
            <a:off x="719488" y="3076425"/>
            <a:ext cx="80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b</a:t>
            </a:r>
            <a:r>
              <a:rPr lang="en-GB" sz="1800">
                <a:solidFill>
                  <a:schemeClr val="dk1"/>
                </a:solidFill>
                <a:latin typeface="Lexend"/>
                <a:ea typeface="Lexend"/>
                <a:cs typeface="Lexend"/>
                <a:sym typeface="Lexend"/>
              </a:rPr>
              <a:t> mm</a:t>
            </a:r>
            <a:endParaRPr sz="1800">
              <a:solidFill>
                <a:schemeClr val="dk1"/>
              </a:solidFill>
              <a:latin typeface="Lexend"/>
              <a:ea typeface="Lexend"/>
              <a:cs typeface="Lexend"/>
              <a:sym typeface="Lexend"/>
            </a:endParaRPr>
          </a:p>
        </p:txBody>
      </p:sp>
      <p:sp>
        <p:nvSpPr>
          <p:cNvPr id="1537" name="Google Shape;1537;p102"/>
          <p:cNvSpPr txBox="1"/>
          <p:nvPr/>
        </p:nvSpPr>
        <p:spPr>
          <a:xfrm>
            <a:off x="1233375" y="1602675"/>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a:t>
            </a:r>
            <a:r>
              <a:rPr lang="en-GB" sz="1800">
                <a:solidFill>
                  <a:schemeClr val="dk1"/>
                </a:solidFill>
                <a:latin typeface="Lexend"/>
                <a:ea typeface="Lexend"/>
                <a:cs typeface="Lexend"/>
                <a:sym typeface="Lexend"/>
              </a:rPr>
              <a:t> mm</a:t>
            </a:r>
            <a:endParaRPr sz="1800">
              <a:solidFill>
                <a:schemeClr val="dk1"/>
              </a:solidFill>
              <a:latin typeface="Lexend"/>
              <a:ea typeface="Lexend"/>
              <a:cs typeface="Lexend"/>
              <a:sym typeface="Lexend"/>
            </a:endParaRPr>
          </a:p>
        </p:txBody>
      </p:sp>
      <p:sp>
        <p:nvSpPr>
          <p:cNvPr id="1538" name="Google Shape;1538;p102"/>
          <p:cNvSpPr txBox="1"/>
          <p:nvPr/>
        </p:nvSpPr>
        <p:spPr>
          <a:xfrm>
            <a:off x="2061750" y="2060875"/>
            <a:ext cx="9987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21 mm</a:t>
            </a:r>
            <a:endParaRPr sz="1800">
              <a:solidFill>
                <a:schemeClr val="dk1"/>
              </a:solidFill>
              <a:latin typeface="Lexend"/>
              <a:ea typeface="Lexend"/>
              <a:cs typeface="Lexend"/>
              <a:sym typeface="Lexend"/>
            </a:endParaRPr>
          </a:p>
        </p:txBody>
      </p:sp>
      <p:sp>
        <p:nvSpPr>
          <p:cNvPr id="1539" name="Google Shape;1539;p102"/>
          <p:cNvSpPr txBox="1"/>
          <p:nvPr/>
        </p:nvSpPr>
        <p:spPr>
          <a:xfrm>
            <a:off x="5097701" y="1571925"/>
            <a:ext cx="33276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21</a:t>
            </a:r>
            <a:r>
              <a:rPr lang="en-GB" sz="2000">
                <a:solidFill>
                  <a:schemeClr val="dk1"/>
                </a:solidFill>
                <a:latin typeface="Kalam"/>
                <a:ea typeface="Kalam"/>
                <a:cs typeface="Kalam"/>
                <a:sym typeface="Kalam"/>
              </a:rPr>
              <a:t> × 6 × </a:t>
            </a:r>
            <a:r>
              <a:rPr i="1" lang="en-GB" sz="2200">
                <a:solidFill>
                  <a:schemeClr val="dk1"/>
                </a:solidFill>
                <a:latin typeface="Times New Roman"/>
                <a:ea typeface="Times New Roman"/>
                <a:cs typeface="Times New Roman"/>
                <a:sym typeface="Times New Roman"/>
              </a:rPr>
              <a:t>b</a:t>
            </a:r>
            <a:r>
              <a:rPr lang="en-GB" sz="2000">
                <a:solidFill>
                  <a:schemeClr val="dk1"/>
                </a:solidFill>
                <a:latin typeface="Kalam"/>
                <a:ea typeface="Kalam"/>
                <a:cs typeface="Kalam"/>
                <a:sym typeface="Kalam"/>
              </a:rPr>
              <a:t> = 378</a:t>
            </a:r>
            <a:endParaRPr sz="2000">
              <a:solidFill>
                <a:schemeClr val="dk1"/>
              </a:solidFill>
              <a:latin typeface="Kalam"/>
              <a:ea typeface="Kalam"/>
              <a:cs typeface="Kalam"/>
              <a:sym typeface="Kalam"/>
            </a:endParaRPr>
          </a:p>
        </p:txBody>
      </p:sp>
      <p:sp>
        <p:nvSpPr>
          <p:cNvPr id="1540" name="Google Shape;1540;p102"/>
          <p:cNvSpPr txBox="1"/>
          <p:nvPr/>
        </p:nvSpPr>
        <p:spPr>
          <a:xfrm>
            <a:off x="5748026" y="2088900"/>
            <a:ext cx="24363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126</a:t>
            </a:r>
            <a:r>
              <a:rPr i="1" lang="en-GB" sz="2200">
                <a:solidFill>
                  <a:schemeClr val="dk1"/>
                </a:solidFill>
                <a:latin typeface="Times New Roman"/>
                <a:ea typeface="Times New Roman"/>
                <a:cs typeface="Times New Roman"/>
                <a:sym typeface="Times New Roman"/>
              </a:rPr>
              <a:t>b</a:t>
            </a:r>
            <a:r>
              <a:rPr lang="en-GB" sz="2000">
                <a:solidFill>
                  <a:schemeClr val="dk1"/>
                </a:solidFill>
                <a:latin typeface="Kalam"/>
                <a:ea typeface="Kalam"/>
                <a:cs typeface="Kalam"/>
                <a:sym typeface="Kalam"/>
              </a:rPr>
              <a:t> = 378</a:t>
            </a:r>
            <a:endParaRPr sz="2000">
              <a:solidFill>
                <a:schemeClr val="dk1"/>
              </a:solidFill>
              <a:latin typeface="Kalam"/>
              <a:ea typeface="Kalam"/>
              <a:cs typeface="Kalam"/>
              <a:sym typeface="Kalam"/>
            </a:endParaRPr>
          </a:p>
        </p:txBody>
      </p:sp>
      <p:sp>
        <p:nvSpPr>
          <p:cNvPr id="1541" name="Google Shape;1541;p102"/>
          <p:cNvSpPr txBox="1"/>
          <p:nvPr/>
        </p:nvSpPr>
        <p:spPr>
          <a:xfrm>
            <a:off x="6120376" y="2553225"/>
            <a:ext cx="20301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200">
                <a:solidFill>
                  <a:schemeClr val="dk1"/>
                </a:solidFill>
                <a:latin typeface="Times New Roman"/>
                <a:ea typeface="Times New Roman"/>
                <a:cs typeface="Times New Roman"/>
                <a:sym typeface="Times New Roman"/>
              </a:rPr>
              <a:t>b</a:t>
            </a:r>
            <a:r>
              <a:rPr lang="en-GB" sz="2000">
                <a:solidFill>
                  <a:schemeClr val="dk1"/>
                </a:solidFill>
                <a:latin typeface="Kalam"/>
                <a:ea typeface="Kalam"/>
                <a:cs typeface="Kalam"/>
                <a:sym typeface="Kalam"/>
              </a:rPr>
              <a:t> = 3</a:t>
            </a:r>
            <a:endParaRPr sz="2000">
              <a:solidFill>
                <a:schemeClr val="dk1"/>
              </a:solidFill>
              <a:latin typeface="Kalam"/>
              <a:ea typeface="Kalam"/>
              <a:cs typeface="Kalam"/>
              <a:sym typeface="Kalam"/>
            </a:endParaRPr>
          </a:p>
        </p:txBody>
      </p:sp>
      <p:sp>
        <p:nvSpPr>
          <p:cNvPr id="1542" name="Google Shape;1542;p102"/>
          <p:cNvSpPr txBox="1"/>
          <p:nvPr>
            <p:ph idx="1" type="body"/>
          </p:nvPr>
        </p:nvSpPr>
        <p:spPr>
          <a:xfrm>
            <a:off x="324000" y="770314"/>
            <a:ext cx="8237700" cy="3372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2) Both prisms have a volume of 378 mm</a:t>
            </a:r>
            <a:r>
              <a:rPr baseline="30000" lang="en-GB" sz="2000"/>
              <a:t>3</a:t>
            </a:r>
            <a:r>
              <a:rPr lang="en-GB" sz="2000"/>
              <a:t>. Work out the missing length in each prism.</a:t>
            </a:r>
            <a:endParaRPr sz="20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6" name="Shape 1546"/>
        <p:cNvGrpSpPr/>
        <p:nvPr/>
      </p:nvGrpSpPr>
      <p:grpSpPr>
        <a:xfrm>
          <a:off x="0" y="0"/>
          <a:ext cx="0" cy="0"/>
          <a:chOff x="0" y="0"/>
          <a:chExt cx="0" cy="0"/>
        </a:xfrm>
      </p:grpSpPr>
      <p:pic>
        <p:nvPicPr>
          <p:cNvPr id="1547" name="Google Shape;1547;p103"/>
          <p:cNvPicPr preferRelativeResize="0"/>
          <p:nvPr/>
        </p:nvPicPr>
        <p:blipFill>
          <a:blip r:embed="rId3">
            <a:alphaModFix/>
          </a:blip>
          <a:stretch>
            <a:fillRect/>
          </a:stretch>
        </p:blipFill>
        <p:spPr>
          <a:xfrm>
            <a:off x="5445949" y="1354450"/>
            <a:ext cx="1868625" cy="3104607"/>
          </a:xfrm>
          <a:prstGeom prst="rect">
            <a:avLst/>
          </a:prstGeom>
          <a:noFill/>
          <a:ln>
            <a:noFill/>
          </a:ln>
        </p:spPr>
      </p:pic>
      <p:sp>
        <p:nvSpPr>
          <p:cNvPr id="1548" name="Google Shape;1548;p10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3) Prism A and prism B have the same volume. Work out the missing length of prism B.</a:t>
            </a:r>
            <a:endParaRPr sz="2000"/>
          </a:p>
        </p:txBody>
      </p:sp>
      <p:sp>
        <p:nvSpPr>
          <p:cNvPr id="1549" name="Google Shape;1549;p103"/>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pic>
        <p:nvPicPr>
          <p:cNvPr id="1550" name="Google Shape;1550;p103"/>
          <p:cNvPicPr preferRelativeResize="0"/>
          <p:nvPr/>
        </p:nvPicPr>
        <p:blipFill>
          <a:blip r:embed="rId4">
            <a:alphaModFix/>
          </a:blip>
          <a:stretch>
            <a:fillRect/>
          </a:stretch>
        </p:blipFill>
        <p:spPr>
          <a:xfrm>
            <a:off x="1616100" y="1789675"/>
            <a:ext cx="2290200" cy="2661700"/>
          </a:xfrm>
          <a:prstGeom prst="rect">
            <a:avLst/>
          </a:prstGeom>
          <a:noFill/>
          <a:ln>
            <a:noFill/>
          </a:ln>
        </p:spPr>
      </p:pic>
      <p:cxnSp>
        <p:nvCxnSpPr>
          <p:cNvPr id="1551" name="Google Shape;1551;p103"/>
          <p:cNvCxnSpPr/>
          <p:nvPr/>
        </p:nvCxnSpPr>
        <p:spPr>
          <a:xfrm>
            <a:off x="1672975" y="2491600"/>
            <a:ext cx="0" cy="1347900"/>
          </a:xfrm>
          <a:prstGeom prst="straightConnector1">
            <a:avLst/>
          </a:prstGeom>
          <a:noFill/>
          <a:ln cap="flat" cmpd="sng" w="28575">
            <a:solidFill>
              <a:schemeClr val="dk1"/>
            </a:solidFill>
            <a:prstDash val="solid"/>
            <a:round/>
            <a:headEnd len="med" w="med" type="triangle"/>
            <a:tailEnd len="med" w="med" type="triangle"/>
          </a:ln>
        </p:spPr>
      </p:cxnSp>
      <p:cxnSp>
        <p:nvCxnSpPr>
          <p:cNvPr id="1552" name="Google Shape;1552;p103"/>
          <p:cNvCxnSpPr/>
          <p:nvPr/>
        </p:nvCxnSpPr>
        <p:spPr>
          <a:xfrm>
            <a:off x="3906300" y="2731425"/>
            <a:ext cx="0" cy="933000"/>
          </a:xfrm>
          <a:prstGeom prst="straightConnector1">
            <a:avLst/>
          </a:prstGeom>
          <a:noFill/>
          <a:ln cap="flat" cmpd="sng" w="28575">
            <a:solidFill>
              <a:schemeClr val="dk1"/>
            </a:solidFill>
            <a:prstDash val="solid"/>
            <a:round/>
            <a:headEnd len="med" w="med" type="triangle"/>
            <a:tailEnd len="med" w="med" type="triangle"/>
          </a:ln>
        </p:spPr>
      </p:cxnSp>
      <p:cxnSp>
        <p:nvCxnSpPr>
          <p:cNvPr id="1553" name="Google Shape;1553;p103"/>
          <p:cNvCxnSpPr/>
          <p:nvPr/>
        </p:nvCxnSpPr>
        <p:spPr>
          <a:xfrm>
            <a:off x="1725450" y="3998500"/>
            <a:ext cx="751500" cy="438300"/>
          </a:xfrm>
          <a:prstGeom prst="straightConnector1">
            <a:avLst/>
          </a:prstGeom>
          <a:noFill/>
          <a:ln cap="flat" cmpd="sng" w="28575">
            <a:solidFill>
              <a:schemeClr val="dk1"/>
            </a:solidFill>
            <a:prstDash val="solid"/>
            <a:round/>
            <a:headEnd len="med" w="med" type="triangle"/>
            <a:tailEnd len="med" w="med" type="triangle"/>
          </a:ln>
        </p:spPr>
      </p:cxnSp>
      <p:cxnSp>
        <p:nvCxnSpPr>
          <p:cNvPr id="1554" name="Google Shape;1554;p103"/>
          <p:cNvCxnSpPr/>
          <p:nvPr/>
        </p:nvCxnSpPr>
        <p:spPr>
          <a:xfrm flipH="1" rot="10800000">
            <a:off x="2708400" y="3795575"/>
            <a:ext cx="1152900" cy="655800"/>
          </a:xfrm>
          <a:prstGeom prst="straightConnector1">
            <a:avLst/>
          </a:prstGeom>
          <a:noFill/>
          <a:ln cap="flat" cmpd="sng" w="28575">
            <a:solidFill>
              <a:schemeClr val="dk1"/>
            </a:solidFill>
            <a:prstDash val="solid"/>
            <a:round/>
            <a:headEnd len="med" w="med" type="triangle"/>
            <a:tailEnd len="med" w="med" type="triangle"/>
          </a:ln>
        </p:spPr>
      </p:cxnSp>
      <p:cxnSp>
        <p:nvCxnSpPr>
          <p:cNvPr id="1555" name="Google Shape;1555;p103"/>
          <p:cNvCxnSpPr/>
          <p:nvPr/>
        </p:nvCxnSpPr>
        <p:spPr>
          <a:xfrm>
            <a:off x="5506575" y="3014950"/>
            <a:ext cx="0" cy="846300"/>
          </a:xfrm>
          <a:prstGeom prst="straightConnector1">
            <a:avLst/>
          </a:prstGeom>
          <a:noFill/>
          <a:ln cap="flat" cmpd="sng" w="28575">
            <a:solidFill>
              <a:schemeClr val="dk1"/>
            </a:solidFill>
            <a:prstDash val="solid"/>
            <a:round/>
            <a:headEnd len="med" w="med" type="triangle"/>
            <a:tailEnd len="med" w="med" type="triangle"/>
          </a:ln>
        </p:spPr>
      </p:cxnSp>
      <p:cxnSp>
        <p:nvCxnSpPr>
          <p:cNvPr id="1556" name="Google Shape;1556;p103"/>
          <p:cNvCxnSpPr/>
          <p:nvPr/>
        </p:nvCxnSpPr>
        <p:spPr>
          <a:xfrm>
            <a:off x="7277550" y="1696900"/>
            <a:ext cx="0" cy="2149800"/>
          </a:xfrm>
          <a:prstGeom prst="straightConnector1">
            <a:avLst/>
          </a:prstGeom>
          <a:noFill/>
          <a:ln cap="flat" cmpd="sng" w="28575">
            <a:solidFill>
              <a:schemeClr val="dk1"/>
            </a:solidFill>
            <a:prstDash val="solid"/>
            <a:round/>
            <a:headEnd len="med" w="med" type="triangle"/>
            <a:tailEnd len="med" w="med" type="triangle"/>
          </a:ln>
        </p:spPr>
      </p:cxnSp>
      <p:cxnSp>
        <p:nvCxnSpPr>
          <p:cNvPr id="1557" name="Google Shape;1557;p103"/>
          <p:cNvCxnSpPr/>
          <p:nvPr/>
        </p:nvCxnSpPr>
        <p:spPr>
          <a:xfrm flipH="1" rot="10800000">
            <a:off x="6467075" y="4014300"/>
            <a:ext cx="760200" cy="421500"/>
          </a:xfrm>
          <a:prstGeom prst="straightConnector1">
            <a:avLst/>
          </a:prstGeom>
          <a:noFill/>
          <a:ln cap="flat" cmpd="sng" w="28575">
            <a:solidFill>
              <a:schemeClr val="dk1"/>
            </a:solidFill>
            <a:prstDash val="solid"/>
            <a:round/>
            <a:headEnd len="med" w="med" type="triangle"/>
            <a:tailEnd len="med" w="med" type="triangle"/>
          </a:ln>
        </p:spPr>
      </p:cxnSp>
      <p:cxnSp>
        <p:nvCxnSpPr>
          <p:cNvPr id="1558" name="Google Shape;1558;p103"/>
          <p:cNvCxnSpPr/>
          <p:nvPr/>
        </p:nvCxnSpPr>
        <p:spPr>
          <a:xfrm>
            <a:off x="5549700" y="3997500"/>
            <a:ext cx="751500" cy="438300"/>
          </a:xfrm>
          <a:prstGeom prst="straightConnector1">
            <a:avLst/>
          </a:prstGeom>
          <a:noFill/>
          <a:ln cap="flat" cmpd="sng" w="28575">
            <a:solidFill>
              <a:schemeClr val="dk1"/>
            </a:solidFill>
            <a:prstDash val="solid"/>
            <a:round/>
            <a:headEnd len="med" w="med" type="triangle"/>
            <a:tailEnd len="med" w="med" type="triangle"/>
          </a:ln>
        </p:spPr>
      </p:cxnSp>
      <p:cxnSp>
        <p:nvCxnSpPr>
          <p:cNvPr id="1559" name="Google Shape;1559;p103"/>
          <p:cNvCxnSpPr/>
          <p:nvPr/>
        </p:nvCxnSpPr>
        <p:spPr>
          <a:xfrm>
            <a:off x="6824075" y="1434025"/>
            <a:ext cx="359400" cy="219900"/>
          </a:xfrm>
          <a:prstGeom prst="straightConnector1">
            <a:avLst/>
          </a:prstGeom>
          <a:noFill/>
          <a:ln cap="flat" cmpd="sng" w="28575">
            <a:solidFill>
              <a:schemeClr val="dk1"/>
            </a:solidFill>
            <a:prstDash val="solid"/>
            <a:round/>
            <a:headEnd len="med" w="med" type="triangle"/>
            <a:tailEnd len="med" w="med" type="triangle"/>
          </a:ln>
        </p:spPr>
      </p:cxnSp>
      <p:sp>
        <p:nvSpPr>
          <p:cNvPr id="1560" name="Google Shape;1560;p103"/>
          <p:cNvSpPr txBox="1"/>
          <p:nvPr/>
        </p:nvSpPr>
        <p:spPr>
          <a:xfrm>
            <a:off x="6740775" y="4192550"/>
            <a:ext cx="80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GB" sz="2000">
                <a:solidFill>
                  <a:schemeClr val="dk1"/>
                </a:solidFill>
                <a:latin typeface="Times New Roman"/>
                <a:ea typeface="Times New Roman"/>
                <a:cs typeface="Times New Roman"/>
                <a:sym typeface="Times New Roman"/>
              </a:rPr>
              <a:t>x</a:t>
            </a:r>
            <a:r>
              <a:rPr lang="en-GB" sz="1800">
                <a:solidFill>
                  <a:schemeClr val="dk1"/>
                </a:solidFill>
                <a:latin typeface="Lexend"/>
                <a:ea typeface="Lexend"/>
                <a:cs typeface="Lexend"/>
                <a:sym typeface="Lexend"/>
              </a:rPr>
              <a:t> cm</a:t>
            </a:r>
            <a:endParaRPr sz="1800">
              <a:solidFill>
                <a:schemeClr val="dk1"/>
              </a:solidFill>
              <a:latin typeface="Lexend"/>
              <a:ea typeface="Lexend"/>
              <a:cs typeface="Lexend"/>
              <a:sym typeface="Lexend"/>
            </a:endParaRPr>
          </a:p>
        </p:txBody>
      </p:sp>
      <p:sp>
        <p:nvSpPr>
          <p:cNvPr id="1561" name="Google Shape;1561;p103"/>
          <p:cNvSpPr txBox="1"/>
          <p:nvPr/>
        </p:nvSpPr>
        <p:spPr>
          <a:xfrm>
            <a:off x="859675" y="2934700"/>
            <a:ext cx="865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12 cm</a:t>
            </a:r>
            <a:endParaRPr sz="1800">
              <a:solidFill>
                <a:schemeClr val="dk1"/>
              </a:solidFill>
              <a:latin typeface="Lexend"/>
              <a:ea typeface="Lexend"/>
              <a:cs typeface="Lexend"/>
              <a:sym typeface="Lexend"/>
            </a:endParaRPr>
          </a:p>
        </p:txBody>
      </p:sp>
      <p:sp>
        <p:nvSpPr>
          <p:cNvPr id="1562" name="Google Shape;1562;p103"/>
          <p:cNvSpPr txBox="1"/>
          <p:nvPr/>
        </p:nvSpPr>
        <p:spPr>
          <a:xfrm>
            <a:off x="1455075" y="415805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sp>
        <p:nvSpPr>
          <p:cNvPr id="1563" name="Google Shape;1563;p103"/>
          <p:cNvSpPr txBox="1"/>
          <p:nvPr/>
        </p:nvSpPr>
        <p:spPr>
          <a:xfrm>
            <a:off x="3139200" y="4089150"/>
            <a:ext cx="12174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15 cm</a:t>
            </a:r>
            <a:endParaRPr sz="1800">
              <a:solidFill>
                <a:schemeClr val="dk1"/>
              </a:solidFill>
              <a:latin typeface="Lexend"/>
              <a:ea typeface="Lexend"/>
              <a:cs typeface="Lexend"/>
              <a:sym typeface="Lexend"/>
            </a:endParaRPr>
          </a:p>
        </p:txBody>
      </p:sp>
      <p:sp>
        <p:nvSpPr>
          <p:cNvPr id="1564" name="Google Shape;1564;p103"/>
          <p:cNvSpPr txBox="1"/>
          <p:nvPr/>
        </p:nvSpPr>
        <p:spPr>
          <a:xfrm>
            <a:off x="3906300" y="29347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9 cm</a:t>
            </a:r>
            <a:endParaRPr sz="1800">
              <a:solidFill>
                <a:schemeClr val="dk1"/>
              </a:solidFill>
              <a:latin typeface="Lexend"/>
              <a:ea typeface="Lexend"/>
              <a:cs typeface="Lexend"/>
              <a:sym typeface="Lexend"/>
            </a:endParaRPr>
          </a:p>
        </p:txBody>
      </p:sp>
      <p:sp>
        <p:nvSpPr>
          <p:cNvPr id="1565" name="Google Shape;1565;p103"/>
          <p:cNvSpPr txBox="1"/>
          <p:nvPr/>
        </p:nvSpPr>
        <p:spPr>
          <a:xfrm>
            <a:off x="4811400" y="31381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8 cm</a:t>
            </a:r>
            <a:endParaRPr sz="1800">
              <a:solidFill>
                <a:schemeClr val="dk1"/>
              </a:solidFill>
              <a:latin typeface="Lexend"/>
              <a:ea typeface="Lexend"/>
              <a:cs typeface="Lexend"/>
              <a:sym typeface="Lexend"/>
            </a:endParaRPr>
          </a:p>
        </p:txBody>
      </p:sp>
      <p:sp>
        <p:nvSpPr>
          <p:cNvPr id="1566" name="Google Shape;1566;p103"/>
          <p:cNvSpPr txBox="1"/>
          <p:nvPr/>
        </p:nvSpPr>
        <p:spPr>
          <a:xfrm>
            <a:off x="5298925" y="408915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sp>
        <p:nvSpPr>
          <p:cNvPr id="1567" name="Google Shape;1567;p103"/>
          <p:cNvSpPr txBox="1"/>
          <p:nvPr/>
        </p:nvSpPr>
        <p:spPr>
          <a:xfrm>
            <a:off x="7314575" y="2536825"/>
            <a:ext cx="8016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22 cm</a:t>
            </a:r>
            <a:endParaRPr sz="1800">
              <a:solidFill>
                <a:schemeClr val="dk1"/>
              </a:solidFill>
              <a:latin typeface="Lexend"/>
              <a:ea typeface="Lexend"/>
              <a:cs typeface="Lexend"/>
              <a:sym typeface="Lexend"/>
            </a:endParaRPr>
          </a:p>
        </p:txBody>
      </p:sp>
      <p:sp>
        <p:nvSpPr>
          <p:cNvPr id="1568" name="Google Shape;1568;p103"/>
          <p:cNvSpPr txBox="1"/>
          <p:nvPr/>
        </p:nvSpPr>
        <p:spPr>
          <a:xfrm>
            <a:off x="6966075" y="1158300"/>
            <a:ext cx="8016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dk1"/>
                </a:solidFill>
                <a:latin typeface="Lexend"/>
                <a:ea typeface="Lexend"/>
                <a:cs typeface="Lexend"/>
                <a:sym typeface="Lexend"/>
              </a:rPr>
              <a:t>3 cm</a:t>
            </a:r>
            <a:endParaRPr sz="1800">
              <a:solidFill>
                <a:schemeClr val="dk1"/>
              </a:solidFill>
              <a:latin typeface="Lexend"/>
              <a:ea typeface="Lexend"/>
              <a:cs typeface="Lexend"/>
              <a:sym typeface="Lexend"/>
            </a:endParaRPr>
          </a:p>
        </p:txBody>
      </p:sp>
      <p:sp>
        <p:nvSpPr>
          <p:cNvPr id="1569" name="Google Shape;1569;p103"/>
          <p:cNvSpPr txBox="1"/>
          <p:nvPr/>
        </p:nvSpPr>
        <p:spPr>
          <a:xfrm>
            <a:off x="3023038" y="3275725"/>
            <a:ext cx="4383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A</a:t>
            </a:r>
            <a:endParaRPr sz="2000">
              <a:solidFill>
                <a:schemeClr val="dk1"/>
              </a:solidFill>
              <a:latin typeface="Lexend"/>
              <a:ea typeface="Lexend"/>
              <a:cs typeface="Lexend"/>
              <a:sym typeface="Lexend"/>
            </a:endParaRPr>
          </a:p>
        </p:txBody>
      </p:sp>
      <p:sp>
        <p:nvSpPr>
          <p:cNvPr id="1570" name="Google Shape;1570;p103"/>
          <p:cNvSpPr txBox="1"/>
          <p:nvPr/>
        </p:nvSpPr>
        <p:spPr>
          <a:xfrm>
            <a:off x="6584175" y="2676938"/>
            <a:ext cx="3819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Lexend"/>
                <a:ea typeface="Lexend"/>
                <a:cs typeface="Lexend"/>
                <a:sym typeface="Lexend"/>
              </a:rPr>
              <a:t>B</a:t>
            </a:r>
            <a:endParaRPr sz="2000">
              <a:solidFill>
                <a:schemeClr val="dk1"/>
              </a:solidFill>
              <a:latin typeface="Lexend"/>
              <a:ea typeface="Lexend"/>
              <a:cs typeface="Lexend"/>
              <a:sym typeface="Lexen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4" name="Shape 1574"/>
        <p:cNvGrpSpPr/>
        <p:nvPr/>
      </p:nvGrpSpPr>
      <p:grpSpPr>
        <a:xfrm>
          <a:off x="0" y="0"/>
          <a:ext cx="0" cy="0"/>
          <a:chOff x="0" y="0"/>
          <a:chExt cx="0" cy="0"/>
        </a:xfrm>
      </p:grpSpPr>
      <p:sp>
        <p:nvSpPr>
          <p:cNvPr id="1575" name="Google Shape;1575;p104"/>
          <p:cNvSpPr txBox="1"/>
          <p:nvPr>
            <p:ph idx="1" type="body"/>
          </p:nvPr>
        </p:nvSpPr>
        <p:spPr>
          <a:xfrm>
            <a:off x="324000" y="759300"/>
            <a:ext cx="8237700" cy="807000"/>
          </a:xfrm>
          <a:prstGeom prst="rect">
            <a:avLst/>
          </a:prstGeom>
        </p:spPr>
        <p:txBody>
          <a:bodyPr anchorCtr="0" anchor="t" bIns="0" lIns="0" spcFirstLastPara="1" rIns="0" wrap="square" tIns="0">
            <a:noAutofit/>
          </a:bodyPr>
          <a:lstStyle/>
          <a:p>
            <a:pPr indent="-360000" lvl="0" marL="360000" rtl="0" algn="l">
              <a:spcBef>
                <a:spcPts val="0"/>
              </a:spcBef>
              <a:spcAft>
                <a:spcPts val="1000"/>
              </a:spcAft>
              <a:buNone/>
            </a:pPr>
            <a:r>
              <a:rPr lang="en-GB" sz="2000"/>
              <a:t>3) Prism A and prism B have the same volume. Work out the missing length of prism B.</a:t>
            </a:r>
            <a:endParaRPr sz="2000"/>
          </a:p>
        </p:txBody>
      </p:sp>
      <p:sp>
        <p:nvSpPr>
          <p:cNvPr id="1576" name="Google Shape;1576;p104"/>
          <p:cNvSpPr txBox="1"/>
          <p:nvPr>
            <p:ph idx="2" type="subTitle"/>
          </p:nvPr>
        </p:nvSpPr>
        <p:spPr>
          <a:xfrm>
            <a:off x="1570025" y="134975"/>
            <a:ext cx="6855300" cy="3372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Using the volume of a prism</a:t>
            </a:r>
            <a:endParaRPr/>
          </a:p>
        </p:txBody>
      </p:sp>
      <p:sp>
        <p:nvSpPr>
          <p:cNvPr id="1577" name="Google Shape;1577;p104"/>
          <p:cNvSpPr txBox="1"/>
          <p:nvPr/>
        </p:nvSpPr>
        <p:spPr>
          <a:xfrm>
            <a:off x="2299829" y="1763075"/>
            <a:ext cx="46116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2000">
                <a:solidFill>
                  <a:schemeClr val="dk1"/>
                </a:solidFill>
                <a:latin typeface="Kalam"/>
                <a:ea typeface="Kalam"/>
                <a:cs typeface="Kalam"/>
                <a:sym typeface="Kalam"/>
              </a:rPr>
              <a:t>Volume of prism A = volume of </a:t>
            </a:r>
            <a:r>
              <a:rPr lang="en-GB" sz="2000">
                <a:solidFill>
                  <a:schemeClr val="dk1"/>
                </a:solidFill>
                <a:latin typeface="Kalam"/>
                <a:ea typeface="Kalam"/>
                <a:cs typeface="Kalam"/>
                <a:sym typeface="Kalam"/>
              </a:rPr>
              <a:t>prism B</a:t>
            </a:r>
            <a:endParaRPr sz="2000">
              <a:solidFill>
                <a:schemeClr val="dk1"/>
              </a:solidFill>
              <a:latin typeface="Kalam"/>
              <a:ea typeface="Kalam"/>
              <a:cs typeface="Kalam"/>
              <a:sym typeface="Kalam"/>
            </a:endParaRPr>
          </a:p>
        </p:txBody>
      </p:sp>
      <p:pic>
        <p:nvPicPr>
          <p:cNvPr descr="3 lines Line 1: open paren one half times open paren 12 plus 9 close paren times 4 close paren times 15 equals open paren 8 times 6 plus 14 times 3 close paren times x Line 2: 630 equals 90 x Line 3: 7 equals x&#10;&#10;&lt;math xmlns=&quot;http://www.w3.org/1998/Math/MathML&quot; display=&quot;block&quot; data-is-equatio=&quot;1&quot; data-latex=&quot;\begin{array}{l}\left(\frac{1}{2}\times\left(12+9\right)\times4\right)\times15=\left(8\times6+14\times3\right)\times x\\&amp;#13;&amp;#10;\ \ \ \ \ \ \ \ \ \ \ \ \ \ \ \ \ \ \ \ \ \ \ \ \ \ \ \ \ \ \ \ \ \ 630=90x\\&amp;#13;&amp;#10;\ \ \ \ \ \ \ \ \ \ \ \ \ \ \ \ \ \ \ \ \ \ \ \ \ \ \ \ \ \ \ \ \ \ \ \ \ \ 7=x\end{array}&quot;&gt;&lt;mtable columnalign=&quot;left&quot; columnspacing=&quot;1em&quot; rowspacing=&quot;4pt&quot;&gt;&lt;mtr&gt;&lt;mtd&gt;&lt;mrow data-mjx-texclass=&quot;INNER&quot;&gt;&lt;mo data-mjx-texclass=&quot;OPEN&quot;&gt;(&lt;/mo&gt;&lt;mfrac&gt;&lt;mn&gt;1&lt;/mn&gt;&lt;mn&gt;2&lt;/mn&gt;&lt;/mfrac&gt;&lt;mo&gt;×&lt;/mo&gt;&lt;mrow data-mjx-texclass=&quot;INNER&quot;&gt;&lt;mo data-mjx-texclass=&quot;OPEN&quot;&gt;(&lt;/mo&gt;&lt;mn&gt;12&lt;/mn&gt;&lt;mo&gt;+&lt;/mo&gt;&lt;mn&gt;9&lt;/mn&gt;&lt;mo data-mjx-texclass=&quot;CLOSE&quot;&gt;)&lt;/mo&gt;&lt;/mrow&gt;&lt;mo&gt;×&lt;/mo&gt;&lt;mn&gt;4&lt;/mn&gt;&lt;mo data-mjx-texclass=&quot;CLOSE&quot;&gt;)&lt;/mo&gt;&lt;/mrow&gt;&lt;mo&gt;×&lt;/mo&gt;&lt;mn&gt;15&lt;/mn&gt;&lt;mo&gt;=&lt;/mo&gt;&lt;mrow data-mjx-texclass=&quot;INNER&quot;&gt;&lt;mo data-mjx-texclass=&quot;OPEN&quot;&gt;(&lt;/mo&gt;&lt;mn&gt;8&lt;/mn&gt;&lt;mo&gt;×&lt;/mo&gt;&lt;mn&gt;6&lt;/mn&gt;&lt;mo&gt;+&lt;/mo&gt;&lt;mn&gt;14&lt;/mn&gt;&lt;mo&gt;×&lt;/mo&gt;&lt;mn&gt;3&lt;/mn&gt;&lt;mo data-mjx-texclass=&quot;CLOSE&quot;&gt;)&lt;/mo&gt;&lt;/mrow&gt;&lt;mo&gt;×&lt;/mo&gt;&lt;mi&gt;x&lt;/mi&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n&gt;630&lt;/mn&gt;&lt;mo&gt;=&lt;/mo&gt;&lt;mn&gt;90&lt;/mn&gt;&lt;mi&gt;x&lt;/mi&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n&gt;7&lt;/mn&gt;&lt;mo&gt;=&lt;/mo&gt;&lt;mi&gt;x&lt;/mi&gt;&lt;/mtd&gt;&lt;/mtr&gt;&lt;/mtable&gt;&lt;/math&gt;" id="1578" name="Google Shape;1578;p104"/>
          <p:cNvPicPr preferRelativeResize="0"/>
          <p:nvPr/>
        </p:nvPicPr>
        <p:blipFill rotWithShape="1">
          <a:blip r:embed="rId3">
            <a:alphaModFix/>
          </a:blip>
          <a:srcRect b="61922" l="0" r="0" t="0"/>
          <a:stretch/>
        </p:blipFill>
        <p:spPr>
          <a:xfrm>
            <a:off x="1612034" y="2625900"/>
            <a:ext cx="5477126" cy="439450"/>
          </a:xfrm>
          <a:prstGeom prst="rect">
            <a:avLst/>
          </a:prstGeom>
          <a:noFill/>
          <a:ln>
            <a:noFill/>
          </a:ln>
        </p:spPr>
      </p:pic>
      <p:pic>
        <p:nvPicPr>
          <p:cNvPr descr="3 lines Line 1: open paren one half times open paren 12 plus 9 close paren times 4 close paren times 15 equals open paren 8 times 6 plus 14 times 3 close paren times x Line 2: 630 equals 90 x Line 3: 7 equals x&#10;&#10;&lt;math xmlns=&quot;http://www.w3.org/1998/Math/MathML&quot; display=&quot;block&quot; data-is-equatio=&quot;1&quot; data-latex=&quot;\begin{array}{l}\left(\frac{1}{2}\times\left(12+9\right)\times4\right)\times15=\left(8\times6+14\times3\right)\times x\\&amp;#13;&amp;#10;\ \ \ \ \ \ \ \ \ \ \ \ \ \ \ \ \ \ \ \ \ \ \ \ \ \ \ \ \ \ \ \ \ \ 630=90x\\&amp;#13;&amp;#10;\ \ \ \ \ \ \ \ \ \ \ \ \ \ \ \ \ \ \ \ \ \ \ \ \ \ \ \ \ \ \ \ \ \ \ \ \ \ 7=x\end{array}&quot;&gt;&lt;mtable columnalign=&quot;left&quot; columnspacing=&quot;1em&quot; rowspacing=&quot;4pt&quot;&gt;&lt;mtr&gt;&lt;mtd&gt;&lt;mrow data-mjx-texclass=&quot;INNER&quot;&gt;&lt;mo data-mjx-texclass=&quot;OPEN&quot;&gt;(&lt;/mo&gt;&lt;mfrac&gt;&lt;mn&gt;1&lt;/mn&gt;&lt;mn&gt;2&lt;/mn&gt;&lt;/mfrac&gt;&lt;mo&gt;×&lt;/mo&gt;&lt;mrow data-mjx-texclass=&quot;INNER&quot;&gt;&lt;mo data-mjx-texclass=&quot;OPEN&quot;&gt;(&lt;/mo&gt;&lt;mn&gt;12&lt;/mn&gt;&lt;mo&gt;+&lt;/mo&gt;&lt;mn&gt;9&lt;/mn&gt;&lt;mo data-mjx-texclass=&quot;CLOSE&quot;&gt;)&lt;/mo&gt;&lt;/mrow&gt;&lt;mo&gt;×&lt;/mo&gt;&lt;mn&gt;4&lt;/mn&gt;&lt;mo data-mjx-texclass=&quot;CLOSE&quot;&gt;)&lt;/mo&gt;&lt;/mrow&gt;&lt;mo&gt;×&lt;/mo&gt;&lt;mn&gt;15&lt;/mn&gt;&lt;mo&gt;=&lt;/mo&gt;&lt;mrow data-mjx-texclass=&quot;INNER&quot;&gt;&lt;mo data-mjx-texclass=&quot;OPEN&quot;&gt;(&lt;/mo&gt;&lt;mn&gt;8&lt;/mn&gt;&lt;mo&gt;×&lt;/mo&gt;&lt;mn&gt;6&lt;/mn&gt;&lt;mo&gt;+&lt;/mo&gt;&lt;mn&gt;14&lt;/mn&gt;&lt;mo&gt;×&lt;/mo&gt;&lt;mn&gt;3&lt;/mn&gt;&lt;mo data-mjx-texclass=&quot;CLOSE&quot;&gt;)&lt;/mo&gt;&lt;/mrow&gt;&lt;mo&gt;×&lt;/mo&gt;&lt;mi&gt;x&lt;/mi&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n&gt;630&lt;/mn&gt;&lt;mo&gt;=&lt;/mo&gt;&lt;mn&gt;90&lt;/mn&gt;&lt;mi&gt;x&lt;/mi&gt;&lt;/mtd&gt;&lt;/mtr&gt;&lt;mtr&gt;&lt;mtd&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text&gt;&lt;mn&gt;7&lt;/mn&gt;&lt;mo&gt;=&lt;/mo&gt;&lt;mi&gt;x&lt;/mi&gt;&lt;/mtd&gt;&lt;/mtr&gt;&lt;/mtable&gt;&lt;/math&gt;" id="1579" name="Google Shape;1579;p104"/>
          <p:cNvPicPr preferRelativeResize="0"/>
          <p:nvPr/>
        </p:nvPicPr>
        <p:blipFill rotWithShape="1">
          <a:blip r:embed="rId3">
            <a:alphaModFix/>
          </a:blip>
          <a:srcRect b="0" l="0" r="0" t="38076"/>
          <a:stretch/>
        </p:blipFill>
        <p:spPr>
          <a:xfrm>
            <a:off x="1528650" y="3065350"/>
            <a:ext cx="5477126" cy="7146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3" name="Shape 1583"/>
        <p:cNvGrpSpPr/>
        <p:nvPr/>
      </p:nvGrpSpPr>
      <p:grpSpPr>
        <a:xfrm>
          <a:off x="0" y="0"/>
          <a:ext cx="0" cy="0"/>
          <a:chOff x="0" y="0"/>
          <a:chExt cx="0" cy="0"/>
        </a:xfrm>
      </p:grpSpPr>
      <p:sp>
        <p:nvSpPr>
          <p:cNvPr id="1584" name="Google Shape;1584;p105"/>
          <p:cNvSpPr txBox="1"/>
          <p:nvPr>
            <p:ph idx="1" type="body"/>
          </p:nvPr>
        </p:nvSpPr>
        <p:spPr>
          <a:xfrm>
            <a:off x="324000" y="1080000"/>
            <a:ext cx="8113800" cy="8505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The volume of any prism is the product of the area of the cross-sectional face and the length of the prism.</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You can use this relationship to find the volume if you know the area and length (or have enough information to find the area) or if you are given the volume can find missing areas or lengths.</a:t>
            </a:r>
            <a:endParaRPr/>
          </a:p>
          <a:p>
            <a:pPr indent="0" lvl="0" marL="0" rtl="0" algn="l">
              <a:spcBef>
                <a:spcPts val="0"/>
              </a:spcBef>
              <a:spcAft>
                <a:spcPts val="0"/>
              </a:spcAft>
              <a:buNone/>
            </a:pPr>
            <a:r>
              <a:t/>
            </a:r>
            <a:endParaRPr/>
          </a:p>
        </p:txBody>
      </p:sp>
      <p:sp>
        <p:nvSpPr>
          <p:cNvPr id="1585" name="Google Shape;1585;p105"/>
          <p:cNvSpPr txBox="1"/>
          <p:nvPr>
            <p:ph type="title"/>
          </p:nvPr>
        </p:nvSpPr>
        <p:spPr>
          <a:xfrm>
            <a:off x="1684800" y="157525"/>
            <a:ext cx="5741400" cy="382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Volume of prisms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9" name="Shape 1589"/>
        <p:cNvGrpSpPr/>
        <p:nvPr/>
      </p:nvGrpSpPr>
      <p:grpSpPr>
        <a:xfrm>
          <a:off x="0" y="0"/>
          <a:ext cx="0" cy="0"/>
          <a:chOff x="0" y="0"/>
          <a:chExt cx="0" cy="0"/>
        </a:xfrm>
      </p:grpSpPr>
      <p:sp>
        <p:nvSpPr>
          <p:cNvPr id="1590" name="Google Shape;1590;p106"/>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2023.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
            </a:r>
            <a:r>
              <a:rPr lang="en-GB"/>
              <a:t>athematics in Education and Industry</a:t>
            </a:r>
            <a:r>
              <a:rPr lang="en-GB"/>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1591" name="Google Shape;1591;p106"/>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