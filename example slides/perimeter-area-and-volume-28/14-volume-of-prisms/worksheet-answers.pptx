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7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7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7833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25456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506966" y="6583150"/>
            <a:ext cx="6586200" cy="4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0000" lvl="0" marL="36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There are pairs of shapes with the same volume. Which shape does not have a pair?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3655869" y="7631668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2858651" y="7713910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533840" y="7351046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922079" y="7190476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82979" y="7501628"/>
            <a:ext cx="59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518762" y="7018438"/>
            <a:ext cx="542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960694" y="7343472"/>
            <a:ext cx="51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512219" y="6828163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>
            <a:endCxn id="181" idx="0"/>
          </p:cNvCxnSpPr>
          <p:nvPr/>
        </p:nvCxnSpPr>
        <p:spPr>
          <a:xfrm flipH="1" rot="10800000">
            <a:off x="889094" y="3959146"/>
            <a:ext cx="623700" cy="3675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637" y="3959146"/>
            <a:ext cx="1312313" cy="118548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2588904" y="6953850"/>
            <a:ext cx="117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cm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30379" y="7885775"/>
            <a:ext cx="591600" cy="6060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2588916" y="6948147"/>
            <a:ext cx="623700" cy="385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776324" y="4953129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770750" y="3875641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2158895" y="4323829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716748" y="3784114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2775261" y="4398725"/>
            <a:ext cx="80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3821202" y="5191248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4992747" y="3886513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6253454" y="4427750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136906" y="4953129"/>
            <a:ext cx="57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5" name="Google Shape;195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Volume of prisms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497783" y="1430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Calculating the volume of any prism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82929" y="1767570"/>
            <a:ext cx="6321300" cy="14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Sketch all the cuboids with integer lengths, that have a volume of 18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volume of these cuboids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482891" y="3784113"/>
            <a:ext cx="3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835044" y="3784113"/>
            <a:ext cx="3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16478" y="3784113"/>
            <a:ext cx="33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" name="Google Shape;20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5486" y="3922693"/>
            <a:ext cx="706119" cy="1392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0002" y="3988173"/>
            <a:ext cx="1073454" cy="1185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3" name="Google Shape;203;p20"/>
          <p:cNvCxnSpPr/>
          <p:nvPr/>
        </p:nvCxnSpPr>
        <p:spPr>
          <a:xfrm>
            <a:off x="2158886" y="4285245"/>
            <a:ext cx="0" cy="38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4" name="Google Shape;204;p20"/>
          <p:cNvCxnSpPr/>
          <p:nvPr/>
        </p:nvCxnSpPr>
        <p:spPr>
          <a:xfrm>
            <a:off x="889262" y="4859227"/>
            <a:ext cx="491700" cy="27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5" name="Google Shape;205;p20"/>
          <p:cNvCxnSpPr/>
          <p:nvPr/>
        </p:nvCxnSpPr>
        <p:spPr>
          <a:xfrm>
            <a:off x="3386586" y="4104263"/>
            <a:ext cx="0" cy="953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6" name="Google Shape;206;p20"/>
          <p:cNvCxnSpPr/>
          <p:nvPr/>
        </p:nvCxnSpPr>
        <p:spPr>
          <a:xfrm flipH="1" rot="10800000">
            <a:off x="3821210" y="5191300"/>
            <a:ext cx="217800" cy="126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7" name="Google Shape;207;p20"/>
          <p:cNvCxnSpPr/>
          <p:nvPr/>
        </p:nvCxnSpPr>
        <p:spPr>
          <a:xfrm>
            <a:off x="3657422" y="3959146"/>
            <a:ext cx="360900" cy="196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8" name="Google Shape;208;p20"/>
          <p:cNvCxnSpPr/>
          <p:nvPr/>
        </p:nvCxnSpPr>
        <p:spPr>
          <a:xfrm>
            <a:off x="5228135" y="4859227"/>
            <a:ext cx="491700" cy="27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09" name="Google Shape;209;p20"/>
          <p:cNvCxnSpPr/>
          <p:nvPr/>
        </p:nvCxnSpPr>
        <p:spPr>
          <a:xfrm>
            <a:off x="6221505" y="4389166"/>
            <a:ext cx="0" cy="455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0" name="Google Shape;210;p20"/>
          <p:cNvCxnSpPr/>
          <p:nvPr/>
        </p:nvCxnSpPr>
        <p:spPr>
          <a:xfrm flipH="1" rot="10800000">
            <a:off x="5228135" y="4062801"/>
            <a:ext cx="397200" cy="227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11" name="Google Shape;211;p20"/>
          <p:cNvSpPr txBox="1"/>
          <p:nvPr/>
        </p:nvSpPr>
        <p:spPr>
          <a:xfrm>
            <a:off x="1719981" y="7313786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2" name="Google Shape;212;p20"/>
          <p:cNvPicPr preferRelativeResize="0"/>
          <p:nvPr/>
        </p:nvPicPr>
        <p:blipFill rotWithShape="1">
          <a:blip r:embed="rId6">
            <a:alphaModFix/>
          </a:blip>
          <a:srcRect b="57908" l="39035" r="38194" t="12156"/>
          <a:stretch/>
        </p:blipFill>
        <p:spPr>
          <a:xfrm>
            <a:off x="3041083" y="7006323"/>
            <a:ext cx="942370" cy="84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0"/>
          <p:cNvPicPr preferRelativeResize="0"/>
          <p:nvPr/>
        </p:nvPicPr>
        <p:blipFill rotWithShape="1">
          <a:blip r:embed="rId6">
            <a:alphaModFix/>
          </a:blip>
          <a:srcRect b="17520" l="10745" r="61337" t="46947"/>
          <a:stretch/>
        </p:blipFill>
        <p:spPr>
          <a:xfrm>
            <a:off x="2446911" y="8206779"/>
            <a:ext cx="1155439" cy="9978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0"/>
          <p:cNvPicPr preferRelativeResize="0"/>
          <p:nvPr/>
        </p:nvPicPr>
        <p:blipFill rotWithShape="1">
          <a:blip r:embed="rId6">
            <a:alphaModFix/>
          </a:blip>
          <a:srcRect b="20046" l="47053" r="30176" t="42138"/>
          <a:stretch/>
        </p:blipFill>
        <p:spPr>
          <a:xfrm>
            <a:off x="778218" y="6983703"/>
            <a:ext cx="942370" cy="1061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 rotWithShape="1">
          <a:blip r:embed="rId6">
            <a:alphaModFix/>
          </a:blip>
          <a:srcRect b="11973" l="72842" r="4387" t="15017"/>
          <a:stretch/>
        </p:blipFill>
        <p:spPr>
          <a:xfrm>
            <a:off x="4546680" y="7104994"/>
            <a:ext cx="942370" cy="2050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28459" y="7210404"/>
            <a:ext cx="804246" cy="13705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20"/>
          <p:cNvCxnSpPr/>
          <p:nvPr/>
        </p:nvCxnSpPr>
        <p:spPr>
          <a:xfrm flipH="1" rot="10800000">
            <a:off x="3103674" y="8938798"/>
            <a:ext cx="455100" cy="26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8" name="Google Shape;218;p20"/>
          <p:cNvCxnSpPr/>
          <p:nvPr/>
        </p:nvCxnSpPr>
        <p:spPr>
          <a:xfrm flipH="1" rot="10800000">
            <a:off x="3505238" y="7581149"/>
            <a:ext cx="455100" cy="26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19" name="Google Shape;219;p20"/>
          <p:cNvCxnSpPr/>
          <p:nvPr/>
        </p:nvCxnSpPr>
        <p:spPr>
          <a:xfrm rot="10800000">
            <a:off x="6487204" y="7364774"/>
            <a:ext cx="0" cy="851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0" name="Google Shape;220;p20"/>
          <p:cNvCxnSpPr/>
          <p:nvPr/>
        </p:nvCxnSpPr>
        <p:spPr>
          <a:xfrm rot="10800000">
            <a:off x="2479034" y="8494662"/>
            <a:ext cx="0" cy="38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1" name="Google Shape;221;p20"/>
          <p:cNvCxnSpPr/>
          <p:nvPr/>
        </p:nvCxnSpPr>
        <p:spPr>
          <a:xfrm rot="10800000">
            <a:off x="4615455" y="7177692"/>
            <a:ext cx="0" cy="168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2" name="Google Shape;222;p20"/>
          <p:cNvCxnSpPr/>
          <p:nvPr/>
        </p:nvCxnSpPr>
        <p:spPr>
          <a:xfrm rot="10800000">
            <a:off x="1720590" y="7216054"/>
            <a:ext cx="0" cy="564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3" name="Google Shape;223;p20"/>
          <p:cNvCxnSpPr/>
          <p:nvPr/>
        </p:nvCxnSpPr>
        <p:spPr>
          <a:xfrm rot="10800000">
            <a:off x="3061329" y="7403150"/>
            <a:ext cx="0" cy="25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4" name="Google Shape;224;p20"/>
          <p:cNvCxnSpPr/>
          <p:nvPr/>
        </p:nvCxnSpPr>
        <p:spPr>
          <a:xfrm>
            <a:off x="2479043" y="8923582"/>
            <a:ext cx="513600" cy="2964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5" name="Google Shape;225;p20"/>
          <p:cNvCxnSpPr/>
          <p:nvPr/>
        </p:nvCxnSpPr>
        <p:spPr>
          <a:xfrm>
            <a:off x="3066110" y="7698740"/>
            <a:ext cx="3204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6" name="Google Shape;226;p20"/>
          <p:cNvCxnSpPr/>
          <p:nvPr/>
        </p:nvCxnSpPr>
        <p:spPr>
          <a:xfrm>
            <a:off x="1400300" y="6983870"/>
            <a:ext cx="3204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7" name="Google Shape;227;p20"/>
          <p:cNvCxnSpPr/>
          <p:nvPr/>
        </p:nvCxnSpPr>
        <p:spPr>
          <a:xfrm flipH="1" rot="10800000">
            <a:off x="1400291" y="7858724"/>
            <a:ext cx="320400" cy="193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8" name="Google Shape;228;p20"/>
          <p:cNvCxnSpPr/>
          <p:nvPr/>
        </p:nvCxnSpPr>
        <p:spPr>
          <a:xfrm rot="10800000">
            <a:off x="1032391" y="7395794"/>
            <a:ext cx="0" cy="243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29" name="Google Shape;229;p20"/>
          <p:cNvCxnSpPr/>
          <p:nvPr/>
        </p:nvCxnSpPr>
        <p:spPr>
          <a:xfrm rot="10800000">
            <a:off x="818841" y="7565675"/>
            <a:ext cx="202500" cy="117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30" name="Google Shape;230;p20"/>
          <p:cNvCxnSpPr/>
          <p:nvPr/>
        </p:nvCxnSpPr>
        <p:spPr>
          <a:xfrm rot="10800000">
            <a:off x="964176" y="7177168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1" name="Google Shape;231;p20"/>
          <p:cNvSpPr/>
          <p:nvPr/>
        </p:nvSpPr>
        <p:spPr>
          <a:xfrm>
            <a:off x="2537272" y="8831083"/>
            <a:ext cx="55030" cy="89417"/>
          </a:xfrm>
          <a:custGeom>
            <a:rect b="b" l="l" r="r" t="t"/>
            <a:pathLst>
              <a:path extrusionOk="0" h="4808" w="2959">
                <a:moveTo>
                  <a:pt x="0" y="0"/>
                </a:moveTo>
                <a:lnTo>
                  <a:pt x="92" y="3236"/>
                </a:lnTo>
                <a:lnTo>
                  <a:pt x="2867" y="4808"/>
                </a:lnTo>
                <a:lnTo>
                  <a:pt x="2959" y="1664"/>
                </a:lnTo>
                <a:close/>
              </a:path>
            </a:pathLst>
          </a:cu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32" name="Google Shape;232;p20"/>
          <p:cNvCxnSpPr/>
          <p:nvPr/>
        </p:nvCxnSpPr>
        <p:spPr>
          <a:xfrm>
            <a:off x="4664904" y="8917728"/>
            <a:ext cx="320400" cy="180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33" name="Google Shape;233;p20"/>
          <p:cNvSpPr txBox="1"/>
          <p:nvPr/>
        </p:nvSpPr>
        <p:spPr>
          <a:xfrm>
            <a:off x="6194675" y="6741479"/>
            <a:ext cx="76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= 3 cm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4" name="Google Shape;234;p20"/>
          <p:cNvCxnSpPr>
            <a:stCxn id="233" idx="1"/>
          </p:cNvCxnSpPr>
          <p:nvPr/>
        </p:nvCxnSpPr>
        <p:spPr>
          <a:xfrm flipH="1">
            <a:off x="6011075" y="7018529"/>
            <a:ext cx="183600" cy="4599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5" name="Google Shape;235;p20"/>
          <p:cNvSpPr txBox="1"/>
          <p:nvPr/>
        </p:nvSpPr>
        <p:spPr>
          <a:xfrm>
            <a:off x="6507330" y="7476157"/>
            <a:ext cx="54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3267855" y="9010038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4044994" y="7893274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14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4414175" y="8888451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2029185" y="8505586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1511982" y="7858620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2367203" y="8994354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1511982" y="6769387"/>
            <a:ext cx="625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3" name="Google Shape;243;p20"/>
          <p:cNvCxnSpPr/>
          <p:nvPr/>
        </p:nvCxnSpPr>
        <p:spPr>
          <a:xfrm rot="10800000">
            <a:off x="3974864" y="7029391"/>
            <a:ext cx="0" cy="511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244" name="Google Shape;244;p20"/>
          <p:cNvCxnSpPr/>
          <p:nvPr/>
        </p:nvCxnSpPr>
        <p:spPr>
          <a:xfrm flipH="1" rot="10800000">
            <a:off x="4703417" y="7073539"/>
            <a:ext cx="232800" cy="88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245" name="Google Shape;245;p20"/>
          <p:cNvCxnSpPr/>
          <p:nvPr/>
        </p:nvCxnSpPr>
        <p:spPr>
          <a:xfrm rot="10800000">
            <a:off x="4933031" y="7067690"/>
            <a:ext cx="423000" cy="280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46" name="Google Shape;246;p20"/>
          <p:cNvSpPr/>
          <p:nvPr/>
        </p:nvSpPr>
        <p:spPr>
          <a:xfrm>
            <a:off x="4896694" y="7073741"/>
            <a:ext cx="100780" cy="42756"/>
          </a:xfrm>
          <a:custGeom>
            <a:rect b="b" l="l" r="r" t="t"/>
            <a:pathLst>
              <a:path extrusionOk="0" h="2299" w="5419">
                <a:moveTo>
                  <a:pt x="0" y="821"/>
                </a:moveTo>
                <a:lnTo>
                  <a:pt x="2956" y="0"/>
                </a:lnTo>
                <a:lnTo>
                  <a:pt x="5419" y="1806"/>
                </a:lnTo>
                <a:lnTo>
                  <a:pt x="2792" y="2299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247" name="Google Shape;247;p20"/>
          <p:cNvSpPr txBox="1"/>
          <p:nvPr/>
        </p:nvSpPr>
        <p:spPr>
          <a:xfrm>
            <a:off x="1249091" y="1972009"/>
            <a:ext cx="509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There are four cuboids with integer lengths  1 × 1 × 18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      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× 2 × 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      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× 3 × 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                                              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 × 3 × 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8" name="Google Shape;248;p20"/>
          <p:cNvSpPr txBox="1"/>
          <p:nvPr/>
        </p:nvSpPr>
        <p:spPr>
          <a:xfrm>
            <a:off x="533866" y="5368943"/>
            <a:ext cx="24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2 × 4 = 24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9" name="Google Shape;249;p20"/>
          <p:cNvSpPr txBox="1"/>
          <p:nvPr/>
        </p:nvSpPr>
        <p:spPr>
          <a:xfrm>
            <a:off x="2906591" y="5368943"/>
            <a:ext cx="24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5 × 2 × 1 = 10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0" name="Google Shape;250;p20"/>
          <p:cNvSpPr txBox="1"/>
          <p:nvPr/>
        </p:nvSpPr>
        <p:spPr>
          <a:xfrm>
            <a:off x="5216416" y="5216550"/>
            <a:ext cx="190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 × 3.2 × 3.2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40.96 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0"/>
          <p:cNvSpPr txBox="1"/>
          <p:nvPr/>
        </p:nvSpPr>
        <p:spPr>
          <a:xfrm>
            <a:off x="5356041" y="8701375"/>
            <a:ext cx="117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 cm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0"/>
          <p:cNvSpPr txBox="1"/>
          <p:nvPr/>
        </p:nvSpPr>
        <p:spPr>
          <a:xfrm>
            <a:off x="482891" y="8001425"/>
            <a:ext cx="117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 cm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0"/>
          <p:cNvSpPr txBox="1"/>
          <p:nvPr/>
        </p:nvSpPr>
        <p:spPr>
          <a:xfrm>
            <a:off x="3116329" y="8104650"/>
            <a:ext cx="117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cm</a:t>
            </a:r>
            <a:r>
              <a:rPr baseline="30000"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5538116" y="6826300"/>
            <a:ext cx="1484400" cy="1723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/>
          <p:nvPr/>
        </p:nvSpPr>
        <p:spPr>
          <a:xfrm>
            <a:off x="5411354" y="8598475"/>
            <a:ext cx="591600" cy="606000"/>
          </a:xfrm>
          <a:prstGeom prst="ellipse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/>
          <p:nvPr/>
        </p:nvSpPr>
        <p:spPr>
          <a:xfrm>
            <a:off x="3123041" y="8099847"/>
            <a:ext cx="623700" cy="3852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7" name="Google Shape;257;p20"/>
          <p:cNvCxnSpPr/>
          <p:nvPr/>
        </p:nvCxnSpPr>
        <p:spPr>
          <a:xfrm>
            <a:off x="474757" y="99535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8" name="Google Shape;258;p20"/>
          <p:cNvSpPr txBox="1"/>
          <p:nvPr/>
        </p:nvSpPr>
        <p:spPr>
          <a:xfrm>
            <a:off x="2749766" y="4632438"/>
            <a:ext cx="99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5 cm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0"/>
          <p:cNvSpPr txBox="1"/>
          <p:nvPr/>
        </p:nvSpPr>
        <p:spPr>
          <a:xfrm>
            <a:off x="993891" y="7334803"/>
            <a:ext cx="59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baseline="30000"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0"/>
          <p:cNvSpPr txBox="1"/>
          <p:nvPr/>
        </p:nvSpPr>
        <p:spPr>
          <a:xfrm>
            <a:off x="6457187" y="8285375"/>
            <a:ext cx="483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 cm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 txBox="1"/>
          <p:nvPr/>
        </p:nvSpPr>
        <p:spPr>
          <a:xfrm>
            <a:off x="1520030" y="9506100"/>
            <a:ext cx="81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549612" y="7179960"/>
            <a:ext cx="65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1"/>
          <p:cNvSpPr txBox="1"/>
          <p:nvPr/>
        </p:nvSpPr>
        <p:spPr>
          <a:xfrm>
            <a:off x="986765" y="7743625"/>
            <a:ext cx="62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 txBox="1"/>
          <p:nvPr/>
        </p:nvSpPr>
        <p:spPr>
          <a:xfrm>
            <a:off x="1762702" y="7711875"/>
            <a:ext cx="88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2116117" y="7179950"/>
            <a:ext cx="81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473112" y="9004143"/>
            <a:ext cx="67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 txBox="1"/>
          <p:nvPr/>
        </p:nvSpPr>
        <p:spPr>
          <a:xfrm>
            <a:off x="808769" y="9564126"/>
            <a:ext cx="643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1794113" y="8791397"/>
            <a:ext cx="67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1627638" y="8073329"/>
            <a:ext cx="681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3957120" y="1849241"/>
            <a:ext cx="261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     ×       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× 5 = 300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3291900" y="1426250"/>
            <a:ext cx="382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    × (12.5 +        ) 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× 5 = 300</a:t>
            </a:r>
            <a:r>
              <a:rPr lang="en-GB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5467019" y="2393400"/>
            <a:ext cx="174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5467026" y="2085450"/>
            <a:ext cx="43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455035" y="1858763"/>
            <a:ext cx="291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79" name="Google Shape;279;p21"/>
          <p:cNvSpPr txBox="1"/>
          <p:nvPr/>
        </p:nvSpPr>
        <p:spPr>
          <a:xfrm>
            <a:off x="4293974" y="1537750"/>
            <a:ext cx="291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7.5</a:t>
            </a:r>
            <a:endParaRPr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0" name="Google Shape;280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81" name="Google Shape;281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Volume of prisms</a:t>
            </a:r>
            <a:endParaRPr/>
          </a:p>
        </p:txBody>
      </p:sp>
      <p:sp>
        <p:nvSpPr>
          <p:cNvPr id="282" name="Google Shape;282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>
            <p:ph idx="2" type="subTitle"/>
          </p:nvPr>
        </p:nvSpPr>
        <p:spPr>
          <a:xfrm>
            <a:off x="3925456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pic>
        <p:nvPicPr>
          <p:cNvPr id="284" name="Google Shape;2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102" y="1481149"/>
            <a:ext cx="1378581" cy="131879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1"/>
          <p:cNvSpPr txBox="1"/>
          <p:nvPr/>
        </p:nvSpPr>
        <p:spPr>
          <a:xfrm>
            <a:off x="533674" y="1132813"/>
            <a:ext cx="376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0000" lvl="0" marL="3600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Complete the missing parts of the calculation.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6" name="Google Shape;286;p21"/>
          <p:cNvCxnSpPr/>
          <p:nvPr/>
        </p:nvCxnSpPr>
        <p:spPr>
          <a:xfrm>
            <a:off x="1024991" y="1748112"/>
            <a:ext cx="0" cy="48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7" name="Google Shape;287;p21"/>
          <p:cNvCxnSpPr/>
          <p:nvPr/>
        </p:nvCxnSpPr>
        <p:spPr>
          <a:xfrm>
            <a:off x="1537329" y="1466934"/>
            <a:ext cx="662400" cy="382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288" name="Google Shape;288;p21"/>
          <p:cNvCxnSpPr/>
          <p:nvPr/>
        </p:nvCxnSpPr>
        <p:spPr>
          <a:xfrm flipH="1" rot="10800000">
            <a:off x="1995933" y="2536786"/>
            <a:ext cx="421800" cy="24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89" name="Google Shape;289;p21"/>
          <p:cNvSpPr txBox="1"/>
          <p:nvPr/>
        </p:nvSpPr>
        <p:spPr>
          <a:xfrm>
            <a:off x="1044239" y="2870321"/>
            <a:ext cx="149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Volume = 300 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aseline="30000"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1064388" y="2500359"/>
            <a:ext cx="75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12.5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1"/>
          <p:cNvSpPr txBox="1"/>
          <p:nvPr/>
        </p:nvSpPr>
        <p:spPr>
          <a:xfrm>
            <a:off x="533177" y="1817975"/>
            <a:ext cx="53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2156790" y="2612925"/>
            <a:ext cx="63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1"/>
          <p:cNvSpPr txBox="1"/>
          <p:nvPr/>
        </p:nvSpPr>
        <p:spPr>
          <a:xfrm>
            <a:off x="1791516" y="1364536"/>
            <a:ext cx="60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7.5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4" name="Google Shape;294;p21"/>
          <p:cNvCxnSpPr/>
          <p:nvPr/>
        </p:nvCxnSpPr>
        <p:spPr>
          <a:xfrm>
            <a:off x="1064390" y="2301772"/>
            <a:ext cx="827400" cy="477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95" name="Google Shape;295;p21"/>
          <p:cNvSpPr txBox="1"/>
          <p:nvPr/>
        </p:nvSpPr>
        <p:spPr>
          <a:xfrm>
            <a:off x="4997654" y="2069250"/>
            <a:ext cx="104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5177905" y="2393407"/>
            <a:ext cx="49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97" name="Google Shape;297;p21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0479" y="1466436"/>
            <a:ext cx="105350" cy="345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298" name="Google Shape;298;p21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6393" y="1784229"/>
            <a:ext cx="105350" cy="34542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1"/>
          <p:cNvSpPr txBox="1"/>
          <p:nvPr/>
        </p:nvSpPr>
        <p:spPr>
          <a:xfrm>
            <a:off x="512676" y="839675"/>
            <a:ext cx="62856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the volume of a prism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0" name="Google Shape;30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724" y="3482443"/>
            <a:ext cx="1062140" cy="155276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1"/>
          <p:cNvSpPr txBox="1"/>
          <p:nvPr/>
        </p:nvSpPr>
        <p:spPr>
          <a:xfrm>
            <a:off x="506624" y="3232538"/>
            <a:ext cx="6630000" cy="3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0000" lvl="0" marL="3600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Both prisms have a volume of 378 mm</a:t>
            </a:r>
            <a:r>
              <a:rPr baseline="30000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Work out the missing length in each prism.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2" name="Google Shape;302;p21"/>
          <p:cNvCxnSpPr/>
          <p:nvPr/>
        </p:nvCxnSpPr>
        <p:spPr>
          <a:xfrm>
            <a:off x="1694391" y="4421763"/>
            <a:ext cx="0" cy="5202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3" name="Google Shape;303;p21"/>
          <p:cNvCxnSpPr/>
          <p:nvPr/>
        </p:nvCxnSpPr>
        <p:spPr>
          <a:xfrm>
            <a:off x="715709" y="4490363"/>
            <a:ext cx="900300" cy="5136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" name="Google Shape;304;p21"/>
          <p:cNvCxnSpPr/>
          <p:nvPr/>
        </p:nvCxnSpPr>
        <p:spPr>
          <a:xfrm flipH="1" rot="10800000">
            <a:off x="714016" y="3496279"/>
            <a:ext cx="670500" cy="387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05" name="Google Shape;305;p21"/>
          <p:cNvSpPr txBox="1"/>
          <p:nvPr/>
        </p:nvSpPr>
        <p:spPr>
          <a:xfrm>
            <a:off x="562050" y="3369129"/>
            <a:ext cx="62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6" name="Google Shape;306;p21"/>
          <p:cNvSpPr txBox="1"/>
          <p:nvPr/>
        </p:nvSpPr>
        <p:spPr>
          <a:xfrm>
            <a:off x="626075" y="4724400"/>
            <a:ext cx="75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/>
        </p:nvSpPr>
        <p:spPr>
          <a:xfrm>
            <a:off x="1720192" y="4553135"/>
            <a:ext cx="67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659024" y="5255850"/>
            <a:ext cx="2144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   × 12 × </a:t>
            </a:r>
            <a:r>
              <a:rPr i="1"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 × 7 = 378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1385532" y="5596800"/>
            <a:ext cx="1131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r>
              <a:rPr i="1"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7 = 378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1566795" y="5861325"/>
            <a:ext cx="1495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42</a:t>
            </a:r>
            <a:r>
              <a:rPr i="1"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378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1736008" y="6104700"/>
            <a:ext cx="107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9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312" name="Google Shape;312;p21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173" y="5209650"/>
            <a:ext cx="90000" cy="29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7791" y="3625085"/>
            <a:ext cx="1362632" cy="16835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4" name="Google Shape;314;p21"/>
          <p:cNvCxnSpPr/>
          <p:nvPr/>
        </p:nvCxnSpPr>
        <p:spPr>
          <a:xfrm>
            <a:off x="3491767" y="4194871"/>
            <a:ext cx="0" cy="598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5" name="Google Shape;315;p21"/>
          <p:cNvCxnSpPr/>
          <p:nvPr/>
        </p:nvCxnSpPr>
        <p:spPr>
          <a:xfrm flipH="1" rot="10800000">
            <a:off x="3337189" y="3625175"/>
            <a:ext cx="631800" cy="3099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cxnSp>
        <p:nvCxnSpPr>
          <p:cNvPr id="316" name="Google Shape;316;p21"/>
          <p:cNvCxnSpPr/>
          <p:nvPr/>
        </p:nvCxnSpPr>
        <p:spPr>
          <a:xfrm>
            <a:off x="3643958" y="3835643"/>
            <a:ext cx="886200" cy="756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med" w="med" type="triangle"/>
            <a:tailEnd len="med" w="med" type="triangle"/>
          </a:ln>
        </p:spPr>
      </p:cxnSp>
      <p:sp>
        <p:nvSpPr>
          <p:cNvPr id="317" name="Google Shape;317;p21"/>
          <p:cNvSpPr txBox="1"/>
          <p:nvPr/>
        </p:nvSpPr>
        <p:spPr>
          <a:xfrm>
            <a:off x="2935325" y="4363300"/>
            <a:ext cx="62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1"/>
          <p:cNvSpPr txBox="1"/>
          <p:nvPr/>
        </p:nvSpPr>
        <p:spPr>
          <a:xfrm>
            <a:off x="3241770" y="3519688"/>
            <a:ext cx="827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3736257" y="3769335"/>
            <a:ext cx="70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21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3489649" y="5255850"/>
            <a:ext cx="15588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 × 6 × </a:t>
            </a:r>
            <a:r>
              <a:rPr i="1"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378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3875414" y="5596800"/>
            <a:ext cx="15960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126</a:t>
            </a:r>
            <a:r>
              <a:rPr i="1"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378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4099252" y="5861325"/>
            <a:ext cx="15960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3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323" name="Google Shape;32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01525" y="8226601"/>
            <a:ext cx="892585" cy="148300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1"/>
          <p:cNvSpPr txBox="1"/>
          <p:nvPr/>
        </p:nvSpPr>
        <p:spPr>
          <a:xfrm>
            <a:off x="529124" y="6424277"/>
            <a:ext cx="65850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0000" lvl="0" marL="3600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Prism A and prism B have the same volume. Work out the missing length of prism B.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5" name="Google Shape;325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60942" y="6652395"/>
            <a:ext cx="1055187" cy="12263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6" name="Google Shape;326;p21"/>
          <p:cNvCxnSpPr/>
          <p:nvPr/>
        </p:nvCxnSpPr>
        <p:spPr>
          <a:xfrm>
            <a:off x="1087146" y="6975805"/>
            <a:ext cx="0" cy="621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7" name="Google Shape;327;p21"/>
          <p:cNvCxnSpPr/>
          <p:nvPr/>
        </p:nvCxnSpPr>
        <p:spPr>
          <a:xfrm>
            <a:off x="2116128" y="7086303"/>
            <a:ext cx="0" cy="429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8" name="Google Shape;328;p21"/>
          <p:cNvCxnSpPr/>
          <p:nvPr/>
        </p:nvCxnSpPr>
        <p:spPr>
          <a:xfrm>
            <a:off x="1111324" y="7670104"/>
            <a:ext cx="346200" cy="202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9" name="Google Shape;329;p21"/>
          <p:cNvCxnSpPr/>
          <p:nvPr/>
        </p:nvCxnSpPr>
        <p:spPr>
          <a:xfrm flipH="1" rot="10800000">
            <a:off x="1564208" y="7576665"/>
            <a:ext cx="531300" cy="302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0" name="Google Shape;330;p21"/>
          <p:cNvCxnSpPr/>
          <p:nvPr/>
        </p:nvCxnSpPr>
        <p:spPr>
          <a:xfrm>
            <a:off x="930484" y="9019786"/>
            <a:ext cx="0" cy="404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1" name="Google Shape;331;p21"/>
          <p:cNvCxnSpPr/>
          <p:nvPr/>
        </p:nvCxnSpPr>
        <p:spPr>
          <a:xfrm>
            <a:off x="1776424" y="8390182"/>
            <a:ext cx="0" cy="1026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2" name="Google Shape;332;p21"/>
          <p:cNvCxnSpPr/>
          <p:nvPr/>
        </p:nvCxnSpPr>
        <p:spPr>
          <a:xfrm flipH="1" rot="10800000">
            <a:off x="1389285" y="9496895"/>
            <a:ext cx="363000" cy="201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3" name="Google Shape;333;p21"/>
          <p:cNvCxnSpPr/>
          <p:nvPr/>
        </p:nvCxnSpPr>
        <p:spPr>
          <a:xfrm>
            <a:off x="951083" y="9489128"/>
            <a:ext cx="359100" cy="2097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34" name="Google Shape;334;p21"/>
          <p:cNvCxnSpPr/>
          <p:nvPr/>
        </p:nvCxnSpPr>
        <p:spPr>
          <a:xfrm>
            <a:off x="1559813" y="8264612"/>
            <a:ext cx="171600" cy="1050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5" name="Google Shape;335;p21"/>
          <p:cNvSpPr txBox="1"/>
          <p:nvPr/>
        </p:nvSpPr>
        <p:spPr>
          <a:xfrm>
            <a:off x="1655827" y="7259953"/>
            <a:ext cx="20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1389293" y="8851331"/>
            <a:ext cx="18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3545762" y="6976063"/>
            <a:ext cx="3002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Volume of prism A = volume of prism B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3092779" y="7490550"/>
            <a:ext cx="3998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   × (12 + 9) × 4) × 15 = (8 × 6 + 14 × 3) ×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/>
          </a:p>
        </p:txBody>
      </p:sp>
      <p:sp>
        <p:nvSpPr>
          <p:cNvPr id="339" name="Google Shape;339;p21"/>
          <p:cNvSpPr txBox="1"/>
          <p:nvPr/>
        </p:nvSpPr>
        <p:spPr>
          <a:xfrm>
            <a:off x="4497327" y="8005038"/>
            <a:ext cx="97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630 = 90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/>
          </a:p>
        </p:txBody>
      </p:sp>
      <p:sp>
        <p:nvSpPr>
          <p:cNvPr id="340" name="Google Shape;340;p21"/>
          <p:cNvSpPr txBox="1"/>
          <p:nvPr/>
        </p:nvSpPr>
        <p:spPr>
          <a:xfrm>
            <a:off x="4676393" y="8519525"/>
            <a:ext cx="69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7 = 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/>
          </a:p>
        </p:txBody>
      </p:sp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341" name="Google Shape;341;p21" title="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4858" y="7442970"/>
            <a:ext cx="97200" cy="3178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2" name="Google Shape;342;p21"/>
          <p:cNvCxnSpPr/>
          <p:nvPr/>
        </p:nvCxnSpPr>
        <p:spPr>
          <a:xfrm>
            <a:off x="474757" y="995355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