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Volume of prisms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5355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0"/>
          <p:cNvSpPr txBox="1"/>
          <p:nvPr/>
        </p:nvSpPr>
        <p:spPr>
          <a:xfrm>
            <a:off x="506966" y="5973550"/>
            <a:ext cx="6586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000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There are pairs of shapes with the same volume. Which shape does not have a pair?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3655869" y="7022068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2858651" y="7104310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2533840" y="6741446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3922079" y="6536202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82979" y="6892028"/>
            <a:ext cx="59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518762" y="6408838"/>
            <a:ext cx="54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960694" y="6733872"/>
            <a:ext cx="51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512219" y="6218563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" name="Google Shape;171;p20"/>
          <p:cNvCxnSpPr>
            <a:endCxn id="172" idx="0"/>
          </p:cNvCxnSpPr>
          <p:nvPr/>
        </p:nvCxnSpPr>
        <p:spPr>
          <a:xfrm flipH="1" rot="10800000">
            <a:off x="889094" y="3654346"/>
            <a:ext cx="623700" cy="367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72" name="Google Shape;17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37" y="3654346"/>
            <a:ext cx="1312313" cy="118548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776324" y="4648329"/>
            <a:ext cx="57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770750" y="3570841"/>
            <a:ext cx="57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2158895" y="4019029"/>
            <a:ext cx="57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3716748" y="3479314"/>
            <a:ext cx="57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2775261" y="4093925"/>
            <a:ext cx="80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821202" y="4886448"/>
            <a:ext cx="57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992747" y="3581713"/>
            <a:ext cx="57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253454" y="4122950"/>
            <a:ext cx="57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136906" y="4648329"/>
            <a:ext cx="57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97783" y="1430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Calculating the volume of any prism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82929" y="1691370"/>
            <a:ext cx="6321300" cy="14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Sketch all the cuboids with integer lengths, that have a volume of 18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the volume of these cuboids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82891" y="3479313"/>
            <a:ext cx="3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835044" y="3479313"/>
            <a:ext cx="3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616478" y="3479313"/>
            <a:ext cx="3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" name="Google Shape;18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5486" y="3617893"/>
            <a:ext cx="706119" cy="139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0002" y="3683373"/>
            <a:ext cx="1073454" cy="1185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20"/>
          <p:cNvCxnSpPr/>
          <p:nvPr/>
        </p:nvCxnSpPr>
        <p:spPr>
          <a:xfrm>
            <a:off x="2158886" y="3980445"/>
            <a:ext cx="0" cy="383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0" name="Google Shape;190;p20"/>
          <p:cNvCxnSpPr/>
          <p:nvPr/>
        </p:nvCxnSpPr>
        <p:spPr>
          <a:xfrm>
            <a:off x="889262" y="4554427"/>
            <a:ext cx="491700" cy="27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" name="Google Shape;191;p20"/>
          <p:cNvCxnSpPr/>
          <p:nvPr/>
        </p:nvCxnSpPr>
        <p:spPr>
          <a:xfrm>
            <a:off x="3386586" y="3799463"/>
            <a:ext cx="0" cy="953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2" name="Google Shape;192;p20"/>
          <p:cNvCxnSpPr/>
          <p:nvPr/>
        </p:nvCxnSpPr>
        <p:spPr>
          <a:xfrm flipH="1" rot="10800000">
            <a:off x="3821210" y="4886500"/>
            <a:ext cx="217800" cy="126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3" name="Google Shape;193;p20"/>
          <p:cNvCxnSpPr/>
          <p:nvPr/>
        </p:nvCxnSpPr>
        <p:spPr>
          <a:xfrm>
            <a:off x="3657422" y="3654346"/>
            <a:ext cx="360900" cy="196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4" name="Google Shape;194;p20"/>
          <p:cNvCxnSpPr/>
          <p:nvPr/>
        </p:nvCxnSpPr>
        <p:spPr>
          <a:xfrm>
            <a:off x="5228135" y="4554427"/>
            <a:ext cx="491700" cy="27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5" name="Google Shape;195;p20"/>
          <p:cNvCxnSpPr/>
          <p:nvPr/>
        </p:nvCxnSpPr>
        <p:spPr>
          <a:xfrm>
            <a:off x="6221505" y="4084366"/>
            <a:ext cx="0" cy="45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6" name="Google Shape;196;p20"/>
          <p:cNvCxnSpPr/>
          <p:nvPr/>
        </p:nvCxnSpPr>
        <p:spPr>
          <a:xfrm flipH="1" rot="10800000">
            <a:off x="5228135" y="3758001"/>
            <a:ext cx="397200" cy="227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" name="Google Shape;197;p20"/>
          <p:cNvSpPr txBox="1"/>
          <p:nvPr/>
        </p:nvSpPr>
        <p:spPr>
          <a:xfrm>
            <a:off x="1719981" y="6704186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" name="Google Shape;198;p20"/>
          <p:cNvPicPr preferRelativeResize="0"/>
          <p:nvPr/>
        </p:nvPicPr>
        <p:blipFill rotWithShape="1">
          <a:blip r:embed="rId6">
            <a:alphaModFix/>
          </a:blip>
          <a:srcRect b="57908" l="39035" r="38194" t="12156"/>
          <a:stretch/>
        </p:blipFill>
        <p:spPr>
          <a:xfrm>
            <a:off x="3041083" y="6396723"/>
            <a:ext cx="942370" cy="84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6">
            <a:alphaModFix/>
          </a:blip>
          <a:srcRect b="17520" l="10745" r="61337" t="46947"/>
          <a:stretch/>
        </p:blipFill>
        <p:spPr>
          <a:xfrm>
            <a:off x="2446911" y="7597179"/>
            <a:ext cx="1155439" cy="997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 rotWithShape="1">
          <a:blip r:embed="rId6">
            <a:alphaModFix/>
          </a:blip>
          <a:srcRect b="20046" l="47053" r="30176" t="42138"/>
          <a:stretch/>
        </p:blipFill>
        <p:spPr>
          <a:xfrm>
            <a:off x="778218" y="6374103"/>
            <a:ext cx="942370" cy="1061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 rotWithShape="1">
          <a:blip r:embed="rId6">
            <a:alphaModFix/>
          </a:blip>
          <a:srcRect b="11973" l="72842" r="4387" t="15017"/>
          <a:stretch/>
        </p:blipFill>
        <p:spPr>
          <a:xfrm>
            <a:off x="4546680" y="6495394"/>
            <a:ext cx="942370" cy="2050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28459" y="6600804"/>
            <a:ext cx="804246" cy="13705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20"/>
          <p:cNvCxnSpPr/>
          <p:nvPr/>
        </p:nvCxnSpPr>
        <p:spPr>
          <a:xfrm flipH="1" rot="10800000">
            <a:off x="3103674" y="8329198"/>
            <a:ext cx="455100" cy="26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4" name="Google Shape;204;p20"/>
          <p:cNvCxnSpPr/>
          <p:nvPr/>
        </p:nvCxnSpPr>
        <p:spPr>
          <a:xfrm flipH="1" rot="10800000">
            <a:off x="3505238" y="6971549"/>
            <a:ext cx="455100" cy="26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5" name="Google Shape;205;p20"/>
          <p:cNvCxnSpPr/>
          <p:nvPr/>
        </p:nvCxnSpPr>
        <p:spPr>
          <a:xfrm rot="10800000">
            <a:off x="6487204" y="6755174"/>
            <a:ext cx="0" cy="851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6" name="Google Shape;206;p20"/>
          <p:cNvCxnSpPr/>
          <p:nvPr/>
        </p:nvCxnSpPr>
        <p:spPr>
          <a:xfrm rot="10800000">
            <a:off x="2479034" y="7885062"/>
            <a:ext cx="0" cy="386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7" name="Google Shape;207;p20"/>
          <p:cNvCxnSpPr/>
          <p:nvPr/>
        </p:nvCxnSpPr>
        <p:spPr>
          <a:xfrm rot="10800000">
            <a:off x="4615455" y="6568092"/>
            <a:ext cx="0" cy="168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8" name="Google Shape;208;p20"/>
          <p:cNvCxnSpPr/>
          <p:nvPr/>
        </p:nvCxnSpPr>
        <p:spPr>
          <a:xfrm rot="10800000">
            <a:off x="1720590" y="6606454"/>
            <a:ext cx="0" cy="564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9" name="Google Shape;209;p20"/>
          <p:cNvCxnSpPr/>
          <p:nvPr/>
        </p:nvCxnSpPr>
        <p:spPr>
          <a:xfrm rot="10800000">
            <a:off x="3061329" y="6793550"/>
            <a:ext cx="0" cy="250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0" name="Google Shape;210;p20"/>
          <p:cNvCxnSpPr/>
          <p:nvPr/>
        </p:nvCxnSpPr>
        <p:spPr>
          <a:xfrm>
            <a:off x="2479043" y="8313982"/>
            <a:ext cx="513600" cy="296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1" name="Google Shape;211;p20"/>
          <p:cNvCxnSpPr/>
          <p:nvPr/>
        </p:nvCxnSpPr>
        <p:spPr>
          <a:xfrm>
            <a:off x="3066110" y="7089140"/>
            <a:ext cx="3204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2" name="Google Shape;212;p20"/>
          <p:cNvCxnSpPr/>
          <p:nvPr/>
        </p:nvCxnSpPr>
        <p:spPr>
          <a:xfrm>
            <a:off x="1400300" y="6374270"/>
            <a:ext cx="3204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3" name="Google Shape;213;p20"/>
          <p:cNvCxnSpPr/>
          <p:nvPr/>
        </p:nvCxnSpPr>
        <p:spPr>
          <a:xfrm flipH="1" rot="10800000">
            <a:off x="1400291" y="7249124"/>
            <a:ext cx="320400" cy="193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4" name="Google Shape;214;p20"/>
          <p:cNvCxnSpPr/>
          <p:nvPr/>
        </p:nvCxnSpPr>
        <p:spPr>
          <a:xfrm rot="10800000">
            <a:off x="1032391" y="6786194"/>
            <a:ext cx="0" cy="243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5" name="Google Shape;215;p20"/>
          <p:cNvCxnSpPr/>
          <p:nvPr/>
        </p:nvCxnSpPr>
        <p:spPr>
          <a:xfrm rot="10800000">
            <a:off x="818841" y="6956075"/>
            <a:ext cx="202500" cy="117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6" name="Google Shape;216;p20"/>
          <p:cNvCxnSpPr/>
          <p:nvPr/>
        </p:nvCxnSpPr>
        <p:spPr>
          <a:xfrm rot="10800000">
            <a:off x="964176" y="6567568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7" name="Google Shape;217;p20"/>
          <p:cNvSpPr/>
          <p:nvPr/>
        </p:nvSpPr>
        <p:spPr>
          <a:xfrm>
            <a:off x="2537272" y="8221483"/>
            <a:ext cx="55030" cy="89417"/>
          </a:xfrm>
          <a:custGeom>
            <a:rect b="b" l="l" r="r" t="t"/>
            <a:pathLst>
              <a:path extrusionOk="0" h="4808" w="2959">
                <a:moveTo>
                  <a:pt x="0" y="0"/>
                </a:moveTo>
                <a:lnTo>
                  <a:pt x="92" y="3236"/>
                </a:lnTo>
                <a:lnTo>
                  <a:pt x="2867" y="4808"/>
                </a:lnTo>
                <a:lnTo>
                  <a:pt x="2959" y="1664"/>
                </a:lnTo>
                <a:close/>
              </a:path>
            </a:pathLst>
          </a:cu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18" name="Google Shape;218;p20"/>
          <p:cNvCxnSpPr/>
          <p:nvPr/>
        </p:nvCxnSpPr>
        <p:spPr>
          <a:xfrm>
            <a:off x="4664904" y="8308128"/>
            <a:ext cx="3204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9" name="Google Shape;219;p20"/>
          <p:cNvSpPr txBox="1"/>
          <p:nvPr/>
        </p:nvSpPr>
        <p:spPr>
          <a:xfrm>
            <a:off x="6194675" y="6131879"/>
            <a:ext cx="76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3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0" name="Google Shape;220;p20"/>
          <p:cNvCxnSpPr>
            <a:stCxn id="219" idx="1"/>
          </p:cNvCxnSpPr>
          <p:nvPr/>
        </p:nvCxnSpPr>
        <p:spPr>
          <a:xfrm flipH="1">
            <a:off x="6011075" y="6408929"/>
            <a:ext cx="183600" cy="459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20"/>
          <p:cNvSpPr txBox="1"/>
          <p:nvPr/>
        </p:nvSpPr>
        <p:spPr>
          <a:xfrm>
            <a:off x="6507330" y="6866557"/>
            <a:ext cx="54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3267855" y="8400438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044994" y="7283674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414175" y="8278851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2029185" y="7895986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1511982" y="7249020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2367203" y="8384754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1511982" y="6159787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9" name="Google Shape;229;p20"/>
          <p:cNvCxnSpPr/>
          <p:nvPr/>
        </p:nvCxnSpPr>
        <p:spPr>
          <a:xfrm rot="10800000">
            <a:off x="3974864" y="6419791"/>
            <a:ext cx="0" cy="51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230" name="Google Shape;230;p20"/>
          <p:cNvCxnSpPr/>
          <p:nvPr/>
        </p:nvCxnSpPr>
        <p:spPr>
          <a:xfrm flipH="1" rot="10800000">
            <a:off x="4703417" y="6463939"/>
            <a:ext cx="232800" cy="88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231" name="Google Shape;231;p20"/>
          <p:cNvCxnSpPr/>
          <p:nvPr/>
        </p:nvCxnSpPr>
        <p:spPr>
          <a:xfrm rot="10800000">
            <a:off x="4933031" y="6458090"/>
            <a:ext cx="423000" cy="28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2" name="Google Shape;232;p20"/>
          <p:cNvSpPr/>
          <p:nvPr/>
        </p:nvSpPr>
        <p:spPr>
          <a:xfrm>
            <a:off x="4896694" y="6464141"/>
            <a:ext cx="100780" cy="42756"/>
          </a:xfrm>
          <a:custGeom>
            <a:rect b="b" l="l" r="r" t="t"/>
            <a:pathLst>
              <a:path extrusionOk="0" h="2299" w="5419">
                <a:moveTo>
                  <a:pt x="0" y="821"/>
                </a:moveTo>
                <a:lnTo>
                  <a:pt x="2956" y="0"/>
                </a:lnTo>
                <a:lnTo>
                  <a:pt x="5419" y="1806"/>
                </a:lnTo>
                <a:lnTo>
                  <a:pt x="2792" y="2299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3" name="Google Shape;233;p20"/>
          <p:cNvSpPr txBox="1"/>
          <p:nvPr/>
        </p:nvSpPr>
        <p:spPr>
          <a:xfrm>
            <a:off x="993891" y="6725203"/>
            <a:ext cx="59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9" name="Google Shape;239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Volume of prisms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4034630" y="7448700"/>
            <a:ext cx="81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549612" y="6722760"/>
            <a:ext cx="65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986765" y="7286425"/>
            <a:ext cx="62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1762702" y="7254675"/>
            <a:ext cx="8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2116117" y="6722750"/>
            <a:ext cx="81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2987712" y="6946743"/>
            <a:ext cx="67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3323369" y="7506726"/>
            <a:ext cx="64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4308713" y="6733997"/>
            <a:ext cx="67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4142238" y="6015929"/>
            <a:ext cx="68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3957120" y="1849241"/>
            <a:ext cx="261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     ×       ×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× 5 = 300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3291900" y="1426250"/>
            <a:ext cx="382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    × (12.5 +        ) ×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× 5 = 300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3" name="Google Shape;25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102" y="1481149"/>
            <a:ext cx="1378581" cy="131879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/>
        </p:nvSpPr>
        <p:spPr>
          <a:xfrm>
            <a:off x="533674" y="1132813"/>
            <a:ext cx="376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0000" lvl="0" marL="3600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Complete the missing parts of the calculation.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5" name="Google Shape;255;p21"/>
          <p:cNvCxnSpPr/>
          <p:nvPr/>
        </p:nvCxnSpPr>
        <p:spPr>
          <a:xfrm>
            <a:off x="1024991" y="1748112"/>
            <a:ext cx="0" cy="48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6" name="Google Shape;256;p21"/>
          <p:cNvCxnSpPr/>
          <p:nvPr/>
        </p:nvCxnSpPr>
        <p:spPr>
          <a:xfrm>
            <a:off x="1537329" y="1466934"/>
            <a:ext cx="662400" cy="382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7" name="Google Shape;257;p21"/>
          <p:cNvCxnSpPr/>
          <p:nvPr/>
        </p:nvCxnSpPr>
        <p:spPr>
          <a:xfrm flipH="1" rot="10800000">
            <a:off x="1995933" y="2536786"/>
            <a:ext cx="421800" cy="24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8" name="Google Shape;258;p21"/>
          <p:cNvSpPr txBox="1"/>
          <p:nvPr/>
        </p:nvSpPr>
        <p:spPr>
          <a:xfrm>
            <a:off x="1044239" y="2870321"/>
            <a:ext cx="149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Volume = 300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1064388" y="2500359"/>
            <a:ext cx="75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12.5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533177" y="1817975"/>
            <a:ext cx="5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2156790" y="2612925"/>
            <a:ext cx="63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1791516" y="1364536"/>
            <a:ext cx="60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3" name="Google Shape;263;p21"/>
          <p:cNvCxnSpPr/>
          <p:nvPr/>
        </p:nvCxnSpPr>
        <p:spPr>
          <a:xfrm>
            <a:off x="1064390" y="2301772"/>
            <a:ext cx="827400" cy="477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4" name="Google Shape;264;p21"/>
          <p:cNvSpPr txBox="1"/>
          <p:nvPr/>
        </p:nvSpPr>
        <p:spPr>
          <a:xfrm>
            <a:off x="4997654" y="2069250"/>
            <a:ext cx="104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5177905" y="2393407"/>
            <a:ext cx="49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66" name="Google Shape;266;p21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0479" y="1466436"/>
            <a:ext cx="105350" cy="3454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67" name="Google Shape;267;p21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6393" y="1784229"/>
            <a:ext cx="105350" cy="34542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1"/>
          <p:cNvSpPr txBox="1"/>
          <p:nvPr/>
        </p:nvSpPr>
        <p:spPr>
          <a:xfrm>
            <a:off x="512676" y="687275"/>
            <a:ext cx="62856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the volume of a prism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9" name="Google Shape;26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2724" y="3482443"/>
            <a:ext cx="1062140" cy="155276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 txBox="1"/>
          <p:nvPr/>
        </p:nvSpPr>
        <p:spPr>
          <a:xfrm>
            <a:off x="506624" y="3232538"/>
            <a:ext cx="66300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0000" lvl="0" marL="3600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Both prisms have a volume of 378 mm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Work out the missing length in each prism.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1" name="Google Shape;271;p21"/>
          <p:cNvCxnSpPr/>
          <p:nvPr/>
        </p:nvCxnSpPr>
        <p:spPr>
          <a:xfrm>
            <a:off x="2075391" y="4421763"/>
            <a:ext cx="0" cy="52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2" name="Google Shape;272;p21"/>
          <p:cNvCxnSpPr/>
          <p:nvPr/>
        </p:nvCxnSpPr>
        <p:spPr>
          <a:xfrm>
            <a:off x="1096709" y="4490363"/>
            <a:ext cx="900300" cy="51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3" name="Google Shape;273;p21"/>
          <p:cNvCxnSpPr/>
          <p:nvPr/>
        </p:nvCxnSpPr>
        <p:spPr>
          <a:xfrm flipH="1" rot="10800000">
            <a:off x="1095016" y="3496279"/>
            <a:ext cx="670500" cy="38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4" name="Google Shape;274;p21"/>
          <p:cNvSpPr txBox="1"/>
          <p:nvPr/>
        </p:nvSpPr>
        <p:spPr>
          <a:xfrm>
            <a:off x="943050" y="3369129"/>
            <a:ext cx="6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1007075" y="4724400"/>
            <a:ext cx="75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2101192" y="4553135"/>
            <a:ext cx="67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7" name="Google Shape;27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87791" y="3625085"/>
            <a:ext cx="1362632" cy="16835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p21"/>
          <p:cNvCxnSpPr/>
          <p:nvPr/>
        </p:nvCxnSpPr>
        <p:spPr>
          <a:xfrm>
            <a:off x="3491767" y="4194871"/>
            <a:ext cx="0" cy="598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9" name="Google Shape;279;p21"/>
          <p:cNvCxnSpPr/>
          <p:nvPr/>
        </p:nvCxnSpPr>
        <p:spPr>
          <a:xfrm flipH="1" rot="10800000">
            <a:off x="3337189" y="3625175"/>
            <a:ext cx="631800" cy="30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280" name="Google Shape;280;p21"/>
          <p:cNvCxnSpPr/>
          <p:nvPr/>
        </p:nvCxnSpPr>
        <p:spPr>
          <a:xfrm>
            <a:off x="3643958" y="3835643"/>
            <a:ext cx="886200" cy="75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281" name="Google Shape;281;p21"/>
          <p:cNvSpPr txBox="1"/>
          <p:nvPr/>
        </p:nvSpPr>
        <p:spPr>
          <a:xfrm>
            <a:off x="2935325" y="4363300"/>
            <a:ext cx="62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3241770" y="3519688"/>
            <a:ext cx="82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3736257" y="3769335"/>
            <a:ext cx="70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4" name="Google Shape;284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16125" y="6169201"/>
            <a:ext cx="892585" cy="148300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1"/>
          <p:cNvSpPr txBox="1"/>
          <p:nvPr/>
        </p:nvSpPr>
        <p:spPr>
          <a:xfrm>
            <a:off x="529124" y="5814677"/>
            <a:ext cx="65850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0000" lvl="0" marL="3600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Prism A and prism B have the same volume. Work out the missing length of prism 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6" name="Google Shape;286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60942" y="6195195"/>
            <a:ext cx="1055187" cy="12263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21"/>
          <p:cNvCxnSpPr/>
          <p:nvPr/>
        </p:nvCxnSpPr>
        <p:spPr>
          <a:xfrm>
            <a:off x="1087146" y="6518605"/>
            <a:ext cx="0" cy="62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8" name="Google Shape;288;p21"/>
          <p:cNvCxnSpPr/>
          <p:nvPr/>
        </p:nvCxnSpPr>
        <p:spPr>
          <a:xfrm>
            <a:off x="2116128" y="6629103"/>
            <a:ext cx="0" cy="429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9" name="Google Shape;289;p21"/>
          <p:cNvCxnSpPr/>
          <p:nvPr/>
        </p:nvCxnSpPr>
        <p:spPr>
          <a:xfrm>
            <a:off x="1111324" y="7212904"/>
            <a:ext cx="346200" cy="20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0" name="Google Shape;290;p21"/>
          <p:cNvCxnSpPr/>
          <p:nvPr/>
        </p:nvCxnSpPr>
        <p:spPr>
          <a:xfrm flipH="1" rot="10800000">
            <a:off x="1564208" y="7119465"/>
            <a:ext cx="531300" cy="302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1" name="Google Shape;291;p21"/>
          <p:cNvCxnSpPr/>
          <p:nvPr/>
        </p:nvCxnSpPr>
        <p:spPr>
          <a:xfrm>
            <a:off x="3445084" y="6962386"/>
            <a:ext cx="0" cy="404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2" name="Google Shape;292;p21"/>
          <p:cNvCxnSpPr/>
          <p:nvPr/>
        </p:nvCxnSpPr>
        <p:spPr>
          <a:xfrm>
            <a:off x="4291024" y="6332782"/>
            <a:ext cx="0" cy="102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3" name="Google Shape;293;p21"/>
          <p:cNvCxnSpPr/>
          <p:nvPr/>
        </p:nvCxnSpPr>
        <p:spPr>
          <a:xfrm flipH="1" rot="10800000">
            <a:off x="3903885" y="7439495"/>
            <a:ext cx="363000" cy="201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4" name="Google Shape;294;p21"/>
          <p:cNvCxnSpPr/>
          <p:nvPr/>
        </p:nvCxnSpPr>
        <p:spPr>
          <a:xfrm>
            <a:off x="3465683" y="7431728"/>
            <a:ext cx="359100" cy="209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5" name="Google Shape;295;p21"/>
          <p:cNvCxnSpPr/>
          <p:nvPr/>
        </p:nvCxnSpPr>
        <p:spPr>
          <a:xfrm>
            <a:off x="4074413" y="6207212"/>
            <a:ext cx="171600" cy="105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6" name="Google Shape;296;p21"/>
          <p:cNvSpPr txBox="1"/>
          <p:nvPr/>
        </p:nvSpPr>
        <p:spPr>
          <a:xfrm>
            <a:off x="1655827" y="6802753"/>
            <a:ext cx="20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3903893" y="6793931"/>
            <a:ext cx="18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8" name="Google Shape;298;p21"/>
          <p:cNvCxnSpPr/>
          <p:nvPr/>
        </p:nvCxnSpPr>
        <p:spPr>
          <a:xfrm>
            <a:off x="474757" y="995355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21"/>
          <p:cNvCxnSpPr/>
          <p:nvPr/>
        </p:nvCxnSpPr>
        <p:spPr>
          <a:xfrm>
            <a:off x="4216546" y="1715823"/>
            <a:ext cx="343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21"/>
          <p:cNvCxnSpPr/>
          <p:nvPr/>
        </p:nvCxnSpPr>
        <p:spPr>
          <a:xfrm>
            <a:off x="4366027" y="2052496"/>
            <a:ext cx="339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21"/>
          <p:cNvCxnSpPr/>
          <p:nvPr/>
        </p:nvCxnSpPr>
        <p:spPr>
          <a:xfrm>
            <a:off x="5437145" y="2257240"/>
            <a:ext cx="28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21"/>
          <p:cNvCxnSpPr/>
          <p:nvPr/>
        </p:nvCxnSpPr>
        <p:spPr>
          <a:xfrm>
            <a:off x="5441907" y="2566803"/>
            <a:ext cx="28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