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F2C2EF-91D7-43D8-B5D5-9D85A8EC1F43}">
  <a:tblStyle styleId="{72F2C2EF-91D7-43D8-B5D5-9D85A8EC1F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prisms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82891" y="13541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Defining a prism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82891" y="1674575"/>
            <a:ext cx="57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Which of these match the properties of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1521" l="30054" r="437" t="11035"/>
          <a:stretch/>
        </p:blipFill>
        <p:spPr>
          <a:xfrm>
            <a:off x="1763851" y="2207273"/>
            <a:ext cx="2246720" cy="1127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7404" y="2175003"/>
            <a:ext cx="2863075" cy="1318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20"/>
          <p:cNvGrpSpPr/>
          <p:nvPr/>
        </p:nvGrpSpPr>
        <p:grpSpPr>
          <a:xfrm>
            <a:off x="1019980" y="2176780"/>
            <a:ext cx="241127" cy="220508"/>
            <a:chOff x="1020916" y="1442088"/>
            <a:chExt cx="457200" cy="457200"/>
          </a:xfrm>
        </p:grpSpPr>
        <p:pic>
          <p:nvPicPr>
            <p:cNvPr id="166" name="Google Shape;166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8" name="Google Shape;168;p20"/>
          <p:cNvPicPr preferRelativeResize="0"/>
          <p:nvPr/>
        </p:nvPicPr>
        <p:blipFill rotWithShape="1">
          <a:blip r:embed="rId6">
            <a:alphaModFix/>
          </a:blip>
          <a:srcRect b="0" l="6050" r="0" t="9346"/>
          <a:stretch/>
        </p:blipFill>
        <p:spPr>
          <a:xfrm>
            <a:off x="482891" y="2433905"/>
            <a:ext cx="1025732" cy="77973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/>
          <p:nvPr/>
        </p:nvSpPr>
        <p:spPr>
          <a:xfrm>
            <a:off x="3495884" y="2833843"/>
            <a:ext cx="492300" cy="49230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82891" y="4033725"/>
            <a:ext cx="539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a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object.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All of its 2D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must be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 at least one direction, all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must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each other.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82891" y="354415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Complete the sentences with the missing words provided to give an explanation of what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7">
            <a:alphaModFix/>
          </a:blip>
          <a:srcRect b="15945" l="-331" r="85318" t="0"/>
          <a:stretch/>
        </p:blipFill>
        <p:spPr>
          <a:xfrm flipH="1">
            <a:off x="5990517" y="3900446"/>
            <a:ext cx="766228" cy="1486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7">
            <a:alphaModFix/>
          </a:blip>
          <a:srcRect b="12802" l="20786" r="64200" t="59370"/>
          <a:stretch/>
        </p:blipFill>
        <p:spPr>
          <a:xfrm flipH="1">
            <a:off x="6001376" y="4911825"/>
            <a:ext cx="766228" cy="492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7">
            <a:alphaModFix/>
          </a:blip>
          <a:srcRect b="12802" l="20786" r="64200" t="59370"/>
          <a:stretch/>
        </p:blipFill>
        <p:spPr>
          <a:xfrm flipH="1">
            <a:off x="6001376" y="4295949"/>
            <a:ext cx="766228" cy="492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 rotWithShape="1">
          <a:blip r:embed="rId7">
            <a:alphaModFix/>
          </a:blip>
          <a:srcRect b="12802" l="20786" r="64200" t="59370"/>
          <a:stretch/>
        </p:blipFill>
        <p:spPr>
          <a:xfrm flipH="1">
            <a:off x="6001376" y="3885374"/>
            <a:ext cx="766228" cy="49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20"/>
          <p:cNvGrpSpPr/>
          <p:nvPr/>
        </p:nvGrpSpPr>
        <p:grpSpPr>
          <a:xfrm>
            <a:off x="2363226" y="2146250"/>
            <a:ext cx="241127" cy="220508"/>
            <a:chOff x="1020916" y="1442088"/>
            <a:chExt cx="457200" cy="457200"/>
          </a:xfrm>
        </p:grpSpPr>
        <p:pic>
          <p:nvPicPr>
            <p:cNvPr id="177" name="Google Shape;17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2962467" y="2496024"/>
            <a:ext cx="241127" cy="220508"/>
            <a:chOff x="1020916" y="1442088"/>
            <a:chExt cx="457200" cy="457200"/>
          </a:xfrm>
        </p:grpSpPr>
        <p:pic>
          <p:nvPicPr>
            <p:cNvPr id="180" name="Google Shape;180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3457270" y="2569034"/>
            <a:ext cx="241127" cy="220508"/>
            <a:chOff x="1020916" y="1442088"/>
            <a:chExt cx="457200" cy="457200"/>
          </a:xfrm>
        </p:grpSpPr>
        <p:pic>
          <p:nvPicPr>
            <p:cNvPr id="183" name="Google Shape;183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4847934" y="2066055"/>
            <a:ext cx="241127" cy="220508"/>
            <a:chOff x="1020916" y="1442088"/>
            <a:chExt cx="457200" cy="457200"/>
          </a:xfrm>
        </p:grpSpPr>
        <p:pic>
          <p:nvPicPr>
            <p:cNvPr id="186" name="Google Shape;186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" name="Google Shape;188;p20"/>
          <p:cNvGrpSpPr/>
          <p:nvPr/>
        </p:nvGrpSpPr>
        <p:grpSpPr>
          <a:xfrm>
            <a:off x="5640864" y="2176769"/>
            <a:ext cx="241127" cy="220508"/>
            <a:chOff x="1020916" y="1442088"/>
            <a:chExt cx="457200" cy="457200"/>
          </a:xfrm>
        </p:grpSpPr>
        <p:pic>
          <p:nvPicPr>
            <p:cNvPr id="189" name="Google Shape;189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1" name="Google Shape;191;p20"/>
          <p:cNvPicPr preferRelativeResize="0"/>
          <p:nvPr/>
        </p:nvPicPr>
        <p:blipFill rotWithShape="1">
          <a:blip r:embed="rId8">
            <a:alphaModFix/>
          </a:blip>
          <a:srcRect b="0" l="56739" r="0" t="0"/>
          <a:stretch/>
        </p:blipFill>
        <p:spPr>
          <a:xfrm>
            <a:off x="483991" y="7453841"/>
            <a:ext cx="1102568" cy="158875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482897" y="6458386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These diagrams all show the same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of the diagrams show the correct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that help demonstrate it is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pris?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 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8">
            <a:alphaModFix/>
          </a:blip>
          <a:srcRect b="0" l="56739" r="0" t="0"/>
          <a:stretch/>
        </p:blipFill>
        <p:spPr>
          <a:xfrm>
            <a:off x="2878345" y="7453841"/>
            <a:ext cx="1102568" cy="158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 rotWithShape="1">
          <a:blip r:embed="rId8">
            <a:alphaModFix/>
          </a:blip>
          <a:srcRect b="0" l="56739" r="0" t="0"/>
          <a:stretch/>
        </p:blipFill>
        <p:spPr>
          <a:xfrm>
            <a:off x="5015696" y="7453841"/>
            <a:ext cx="1102568" cy="158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8">
            <a:alphaModFix/>
          </a:blip>
          <a:srcRect b="2" l="-86" r="56826" t="71698"/>
          <a:stretch/>
        </p:blipFill>
        <p:spPr>
          <a:xfrm>
            <a:off x="2882182" y="8592988"/>
            <a:ext cx="1102559" cy="44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8">
            <a:alphaModFix/>
          </a:blip>
          <a:srcRect b="2" l="-86" r="56826" t="71698"/>
          <a:stretch/>
        </p:blipFill>
        <p:spPr>
          <a:xfrm>
            <a:off x="2882182" y="7859312"/>
            <a:ext cx="1102559" cy="449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/>
          <p:nvPr/>
        </p:nvSpPr>
        <p:spPr>
          <a:xfrm rot="-5400000">
            <a:off x="-58112" y="8049809"/>
            <a:ext cx="1518600" cy="3843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 rot="-5400000">
            <a:off x="731373" y="7992579"/>
            <a:ext cx="1251600" cy="233700"/>
          </a:xfrm>
          <a:prstGeom prst="parallelogram">
            <a:avLst>
              <a:gd fmla="val 31325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 rot="-5400000">
            <a:off x="4481367" y="8056042"/>
            <a:ext cx="1518600" cy="3843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 flipH="1" rot="5400000">
            <a:off x="5131032" y="8056042"/>
            <a:ext cx="1518600" cy="3843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914230" y="7075155"/>
            <a:ext cx="241127" cy="220508"/>
            <a:chOff x="1020916" y="1442088"/>
            <a:chExt cx="457200" cy="457200"/>
          </a:xfrm>
        </p:grpSpPr>
        <p:pic>
          <p:nvPicPr>
            <p:cNvPr id="202" name="Google Shape;202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3293569" y="7075150"/>
            <a:ext cx="241127" cy="220508"/>
            <a:chOff x="1020916" y="1442088"/>
            <a:chExt cx="457200" cy="457200"/>
          </a:xfrm>
        </p:grpSpPr>
        <p:pic>
          <p:nvPicPr>
            <p:cNvPr id="205" name="Google Shape;205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>
            <a:off x="5496517" y="7075149"/>
            <a:ext cx="241127" cy="220508"/>
            <a:chOff x="1020916" y="1442088"/>
            <a:chExt cx="457200" cy="457200"/>
          </a:xfrm>
        </p:grpSpPr>
        <p:pic>
          <p:nvPicPr>
            <p:cNvPr id="208" name="Google Shape;208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>
            <a:off x="6534068" y="2446657"/>
            <a:ext cx="241127" cy="256032"/>
            <a:chOff x="1020916" y="1442088"/>
            <a:chExt cx="457200" cy="457200"/>
          </a:xfrm>
        </p:grpSpPr>
        <p:pic>
          <p:nvPicPr>
            <p:cNvPr id="211" name="Google Shape;21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0"/>
            <p:cNvSpPr txBox="1"/>
            <p:nvPr/>
          </p:nvSpPr>
          <p:spPr>
            <a:xfrm>
              <a:off x="1045503" y="149044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3" name="Google Shape;213;p20"/>
          <p:cNvSpPr/>
          <p:nvPr/>
        </p:nvSpPr>
        <p:spPr>
          <a:xfrm>
            <a:off x="499025" y="5554632"/>
            <a:ext cx="536100" cy="274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860920" y="5927737"/>
            <a:ext cx="536100" cy="274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1257089" y="5554632"/>
            <a:ext cx="888300" cy="274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circular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1622837" y="5927737"/>
            <a:ext cx="888300" cy="274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polygons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367982" y="5554632"/>
            <a:ext cx="888300" cy="274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parallel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2737583" y="5927737"/>
            <a:ext cx="1258200" cy="274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perpendicular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478875" y="5554632"/>
            <a:ext cx="1062000" cy="274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congruent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221549" y="5927737"/>
            <a:ext cx="1062000" cy="274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equidistant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0"/>
          <p:cNvCxnSpPr/>
          <p:nvPr/>
        </p:nvCxnSpPr>
        <p:spPr>
          <a:xfrm>
            <a:off x="468007" y="99666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/>
          <p:nvPr/>
        </p:nvSpPr>
        <p:spPr>
          <a:xfrm rot="5400000">
            <a:off x="1480630" y="6956196"/>
            <a:ext cx="122100" cy="87600"/>
          </a:xfrm>
          <a:prstGeom prst="parallelogram">
            <a:avLst>
              <a:gd fmla="val 5289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 rotWithShape="1">
          <a:blip r:embed="rId3">
            <a:alphaModFix/>
          </a:blip>
          <a:srcRect b="0" l="0" r="0" t="3456"/>
          <a:stretch/>
        </p:blipFill>
        <p:spPr>
          <a:xfrm>
            <a:off x="4999244" y="6573757"/>
            <a:ext cx="1334981" cy="1406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 rotWithShape="1">
          <a:blip r:embed="rId4">
            <a:alphaModFix/>
          </a:blip>
          <a:srcRect b="55152" l="0" r="44994" t="0"/>
          <a:stretch/>
        </p:blipFill>
        <p:spPr>
          <a:xfrm>
            <a:off x="715150" y="6627125"/>
            <a:ext cx="1458101" cy="9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0" name="Google Shape;23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prisms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82891" y="670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Categorising prisms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" name="Google Shape;233;p21"/>
          <p:cNvCxnSpPr/>
          <p:nvPr/>
        </p:nvCxnSpPr>
        <p:spPr>
          <a:xfrm>
            <a:off x="482899" y="6226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34" name="Google Shape;234;p21"/>
          <p:cNvGraphicFramePr/>
          <p:nvPr/>
        </p:nvGraphicFramePr>
        <p:xfrm>
          <a:off x="4815491" y="9466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{72F2C2EF-91D7-43D8-B5D5-9D85A8EC1F43}</a:tableStyleId>
              </a:tblPr>
              <a:tblGrid>
                <a:gridCol w="2124000"/>
              </a:tblGrid>
              <a:tr h="28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triangular </a:t>
                      </a: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quadrilateral </a:t>
                      </a: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pentagonal </a:t>
                      </a: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a </a:t>
                      </a: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35" name="Google Shape;235;p21"/>
          <p:cNvPicPr preferRelativeResize="0"/>
          <p:nvPr/>
        </p:nvPicPr>
        <p:blipFill rotWithShape="1">
          <a:blip r:embed="rId5">
            <a:alphaModFix/>
          </a:blip>
          <a:srcRect b="39777" l="0" r="0" t="0"/>
          <a:stretch/>
        </p:blipFill>
        <p:spPr>
          <a:xfrm>
            <a:off x="494916" y="1319773"/>
            <a:ext cx="3694767" cy="123680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82891" y="946650"/>
            <a:ext cx="433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Place these 3D shapes into the correct row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" name="Google Shape;237;p21"/>
          <p:cNvPicPr preferRelativeResize="0"/>
          <p:nvPr/>
        </p:nvPicPr>
        <p:blipFill rotWithShape="1">
          <a:blip r:embed="rId5">
            <a:alphaModFix/>
          </a:blip>
          <a:srcRect b="6418" l="0" r="0" t="59528"/>
          <a:stretch/>
        </p:blipFill>
        <p:spPr>
          <a:xfrm>
            <a:off x="494916" y="2519842"/>
            <a:ext cx="3694767" cy="6993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21"/>
          <p:cNvGrpSpPr/>
          <p:nvPr/>
        </p:nvGrpSpPr>
        <p:grpSpPr>
          <a:xfrm>
            <a:off x="1159564" y="1372240"/>
            <a:ext cx="248717" cy="245608"/>
            <a:chOff x="1020916" y="1442088"/>
            <a:chExt cx="457200" cy="457200"/>
          </a:xfrm>
        </p:grpSpPr>
        <p:pic>
          <p:nvPicPr>
            <p:cNvPr id="239" name="Google Shape;239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2524828" y="1192622"/>
            <a:ext cx="248717" cy="245608"/>
            <a:chOff x="1020916" y="1442088"/>
            <a:chExt cx="457200" cy="457200"/>
          </a:xfrm>
        </p:grpSpPr>
        <p:pic>
          <p:nvPicPr>
            <p:cNvPr id="242" name="Google Shape;242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4" name="Google Shape;244;p21"/>
          <p:cNvGrpSpPr/>
          <p:nvPr/>
        </p:nvGrpSpPr>
        <p:grpSpPr>
          <a:xfrm>
            <a:off x="3745229" y="1433661"/>
            <a:ext cx="248717" cy="245608"/>
            <a:chOff x="1020916" y="1442088"/>
            <a:chExt cx="457200" cy="457200"/>
          </a:xfrm>
        </p:grpSpPr>
        <p:pic>
          <p:nvPicPr>
            <p:cNvPr id="245" name="Google Shape;245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7" name="Google Shape;247;p21"/>
          <p:cNvGrpSpPr/>
          <p:nvPr/>
        </p:nvGrpSpPr>
        <p:grpSpPr>
          <a:xfrm>
            <a:off x="617717" y="2308551"/>
            <a:ext cx="248717" cy="245608"/>
            <a:chOff x="1020916" y="1442088"/>
            <a:chExt cx="457200" cy="457200"/>
          </a:xfrm>
        </p:grpSpPr>
        <p:pic>
          <p:nvPicPr>
            <p:cNvPr id="248" name="Google Shape;248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0" name="Google Shape;250;p21"/>
          <p:cNvGrpSpPr/>
          <p:nvPr/>
        </p:nvGrpSpPr>
        <p:grpSpPr>
          <a:xfrm>
            <a:off x="2302525" y="2387667"/>
            <a:ext cx="248717" cy="245608"/>
            <a:chOff x="1020916" y="1442088"/>
            <a:chExt cx="457200" cy="457200"/>
          </a:xfrm>
        </p:grpSpPr>
        <p:pic>
          <p:nvPicPr>
            <p:cNvPr id="251" name="Google Shape;251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3" name="Google Shape;253;p21"/>
          <p:cNvGrpSpPr/>
          <p:nvPr/>
        </p:nvGrpSpPr>
        <p:grpSpPr>
          <a:xfrm>
            <a:off x="3861029" y="2493995"/>
            <a:ext cx="248717" cy="245608"/>
            <a:chOff x="1020916" y="1442088"/>
            <a:chExt cx="457200" cy="457200"/>
          </a:xfrm>
        </p:grpSpPr>
        <p:pic>
          <p:nvPicPr>
            <p:cNvPr id="254" name="Google Shape;25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6" name="Google Shape;256;p21"/>
          <p:cNvSpPr txBox="1"/>
          <p:nvPr/>
        </p:nvSpPr>
        <p:spPr>
          <a:xfrm>
            <a:off x="482891" y="3985082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On squared paper, sketch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cross sectional polygon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for each of these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7" name="Google Shape;25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44" y="4157364"/>
            <a:ext cx="3674152" cy="109232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559091" y="6156650"/>
            <a:ext cx="509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Write down a suitable name for each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9" name="Google Shape;259;p21"/>
          <p:cNvCxnSpPr/>
          <p:nvPr/>
        </p:nvCxnSpPr>
        <p:spPr>
          <a:xfrm>
            <a:off x="468007" y="99666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0" name="Google Shape;260;p21"/>
          <p:cNvGrpSpPr/>
          <p:nvPr/>
        </p:nvGrpSpPr>
        <p:grpSpPr>
          <a:xfrm>
            <a:off x="868355" y="6425755"/>
            <a:ext cx="241127" cy="220508"/>
            <a:chOff x="1020916" y="1442088"/>
            <a:chExt cx="457200" cy="457200"/>
          </a:xfrm>
        </p:grpSpPr>
        <p:pic>
          <p:nvPicPr>
            <p:cNvPr id="261" name="Google Shape;261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3" name="Google Shape;263;p21"/>
          <p:cNvGrpSpPr/>
          <p:nvPr/>
        </p:nvGrpSpPr>
        <p:grpSpPr>
          <a:xfrm>
            <a:off x="2932876" y="6469500"/>
            <a:ext cx="241127" cy="220508"/>
            <a:chOff x="1020916" y="1442088"/>
            <a:chExt cx="457200" cy="457200"/>
          </a:xfrm>
        </p:grpSpPr>
        <p:pic>
          <p:nvPicPr>
            <p:cNvPr id="264" name="Google Shape;26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6" name="Google Shape;266;p21"/>
          <p:cNvGrpSpPr/>
          <p:nvPr/>
        </p:nvGrpSpPr>
        <p:grpSpPr>
          <a:xfrm>
            <a:off x="850105" y="7887174"/>
            <a:ext cx="241127" cy="220508"/>
            <a:chOff x="1020916" y="1442088"/>
            <a:chExt cx="457200" cy="457200"/>
          </a:xfrm>
        </p:grpSpPr>
        <p:pic>
          <p:nvPicPr>
            <p:cNvPr id="267" name="Google Shape;267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1"/>
          <p:cNvGrpSpPr/>
          <p:nvPr/>
        </p:nvGrpSpPr>
        <p:grpSpPr>
          <a:xfrm>
            <a:off x="3123895" y="7815209"/>
            <a:ext cx="241127" cy="220508"/>
            <a:chOff x="1020916" y="1442088"/>
            <a:chExt cx="457200" cy="457200"/>
          </a:xfrm>
        </p:grpSpPr>
        <p:pic>
          <p:nvPicPr>
            <p:cNvPr id="270" name="Google Shape;270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4948097" y="6474730"/>
            <a:ext cx="241127" cy="220508"/>
            <a:chOff x="1020916" y="1442088"/>
            <a:chExt cx="457200" cy="457200"/>
          </a:xfrm>
        </p:grpSpPr>
        <p:pic>
          <p:nvPicPr>
            <p:cNvPr id="273" name="Google Shape;273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75" name="Google Shape;275;p21"/>
          <p:cNvPicPr preferRelativeResize="0"/>
          <p:nvPr/>
        </p:nvPicPr>
        <p:blipFill rotWithShape="1">
          <a:blip r:embed="rId4">
            <a:alphaModFix/>
          </a:blip>
          <a:srcRect b="0" l="0" r="54722" t="42189"/>
          <a:stretch/>
        </p:blipFill>
        <p:spPr>
          <a:xfrm>
            <a:off x="943750" y="8063200"/>
            <a:ext cx="1200251" cy="1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/>
          <p:cNvPicPr preferRelativeResize="0"/>
          <p:nvPr/>
        </p:nvPicPr>
        <p:blipFill rotWithShape="1">
          <a:blip r:embed="rId4">
            <a:alphaModFix/>
          </a:blip>
          <a:srcRect b="0" l="44994" r="0" t="42189"/>
          <a:stretch/>
        </p:blipFill>
        <p:spPr>
          <a:xfrm>
            <a:off x="3050874" y="7987000"/>
            <a:ext cx="1458101" cy="12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/>
          <p:cNvPicPr preferRelativeResize="0"/>
          <p:nvPr/>
        </p:nvPicPr>
        <p:blipFill rotWithShape="1">
          <a:blip r:embed="rId4">
            <a:alphaModFix/>
          </a:blip>
          <a:srcRect b="55152" l="62241" r="0" t="0"/>
          <a:stretch/>
        </p:blipFill>
        <p:spPr>
          <a:xfrm>
            <a:off x="3050874" y="6550925"/>
            <a:ext cx="1000901" cy="9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