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ed85c3ee27_0_14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ed85c3ee2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Nets of cuboids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" name="Google Shape;162;p20"/>
          <p:cNvGrpSpPr/>
          <p:nvPr/>
        </p:nvGrpSpPr>
        <p:grpSpPr>
          <a:xfrm>
            <a:off x="468087" y="2567850"/>
            <a:ext cx="2807764" cy="692594"/>
            <a:chOff x="324000" y="2012321"/>
            <a:chExt cx="4083426" cy="1007263"/>
          </a:xfrm>
        </p:grpSpPr>
        <p:pic>
          <p:nvPicPr>
            <p:cNvPr id="163" name="Google Shape;163;p20"/>
            <p:cNvPicPr preferRelativeResize="0"/>
            <p:nvPr/>
          </p:nvPicPr>
          <p:blipFill rotWithShape="1">
            <a:blip r:embed="rId3">
              <a:alphaModFix/>
            </a:blip>
            <a:srcRect b="28242" l="0" r="53639" t="41624"/>
            <a:stretch/>
          </p:blipFill>
          <p:spPr>
            <a:xfrm>
              <a:off x="324000" y="2012321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4" name="Google Shape;164;p20"/>
            <p:cNvSpPr txBox="1"/>
            <p:nvPr/>
          </p:nvSpPr>
          <p:spPr>
            <a:xfrm>
              <a:off x="38526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" name="Google Shape;165;p20"/>
            <p:cNvSpPr txBox="1"/>
            <p:nvPr/>
          </p:nvSpPr>
          <p:spPr>
            <a:xfrm>
              <a:off x="66562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" name="Google Shape;166;p20"/>
            <p:cNvSpPr txBox="1"/>
            <p:nvPr/>
          </p:nvSpPr>
          <p:spPr>
            <a:xfrm>
              <a:off x="1802299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2082657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321933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49969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>
            <a:off x="468088" y="3260441"/>
            <a:ext cx="2807764" cy="692594"/>
            <a:chOff x="324000" y="3339435"/>
            <a:chExt cx="4083426" cy="1007263"/>
          </a:xfrm>
        </p:grpSpPr>
        <p:pic>
          <p:nvPicPr>
            <p:cNvPr id="171" name="Google Shape;171;p20"/>
            <p:cNvPicPr preferRelativeResize="0"/>
            <p:nvPr/>
          </p:nvPicPr>
          <p:blipFill rotWithShape="1">
            <a:blip r:embed="rId3">
              <a:alphaModFix/>
            </a:blip>
            <a:srcRect b="-4706" l="0" r="53639" t="74574"/>
            <a:stretch/>
          </p:blipFill>
          <p:spPr>
            <a:xfrm>
              <a:off x="324000" y="3339435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2" name="Google Shape;172;p20"/>
            <p:cNvSpPr txBox="1"/>
            <p:nvPr/>
          </p:nvSpPr>
          <p:spPr>
            <a:xfrm>
              <a:off x="38526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66562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321933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349969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467910" y="3953214"/>
            <a:ext cx="2807764" cy="692594"/>
            <a:chOff x="4524077" y="685206"/>
            <a:chExt cx="4083426" cy="1007263"/>
          </a:xfrm>
        </p:grpSpPr>
        <p:pic>
          <p:nvPicPr>
            <p:cNvPr id="177" name="Google Shape;177;p20"/>
            <p:cNvPicPr preferRelativeResize="0"/>
            <p:nvPr/>
          </p:nvPicPr>
          <p:blipFill rotWithShape="1">
            <a:blip r:embed="rId3">
              <a:alphaModFix/>
            </a:blip>
            <a:srcRect b="70798" l="51298" r="2341" t="-931"/>
            <a:stretch/>
          </p:blipFill>
          <p:spPr>
            <a:xfrm>
              <a:off x="4524077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459774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487809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6014775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6295133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743181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771216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468047" y="4645858"/>
            <a:ext cx="2807815" cy="658347"/>
            <a:chOff x="4524077" y="2012333"/>
            <a:chExt cx="4295922" cy="1007263"/>
          </a:xfrm>
        </p:grpSpPr>
        <p:pic>
          <p:nvPicPr>
            <p:cNvPr id="185" name="Google Shape;185;p20"/>
            <p:cNvPicPr preferRelativeResize="0"/>
            <p:nvPr/>
          </p:nvPicPr>
          <p:blipFill rotWithShape="1">
            <a:blip r:embed="rId3">
              <a:alphaModFix/>
            </a:blip>
            <a:srcRect b="37029" l="50714" r="512" t="32838"/>
            <a:stretch/>
          </p:blipFill>
          <p:spPr>
            <a:xfrm>
              <a:off x="4524077" y="2012333"/>
              <a:ext cx="4295922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6" name="Google Shape;186;p20"/>
            <p:cNvSpPr txBox="1"/>
            <p:nvPr/>
          </p:nvSpPr>
          <p:spPr>
            <a:xfrm>
              <a:off x="4651201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4931559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6216528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6496886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7627195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7907554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468077" y="1875285"/>
            <a:ext cx="2807764" cy="692594"/>
            <a:chOff x="324000" y="685206"/>
            <a:chExt cx="4083426" cy="1007263"/>
          </a:xfrm>
        </p:grpSpPr>
        <p:pic>
          <p:nvPicPr>
            <p:cNvPr id="193" name="Google Shape;193;p20"/>
            <p:cNvPicPr preferRelativeResize="0"/>
            <p:nvPr/>
          </p:nvPicPr>
          <p:blipFill rotWithShape="1">
            <a:blip r:embed="rId3">
              <a:alphaModFix/>
            </a:blip>
            <a:srcRect b="66405" l="0" r="53639" t="3462"/>
            <a:stretch/>
          </p:blipFill>
          <p:spPr>
            <a:xfrm>
              <a:off x="324000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4" name="Google Shape;194;p20"/>
            <p:cNvSpPr txBox="1"/>
            <p:nvPr/>
          </p:nvSpPr>
          <p:spPr>
            <a:xfrm>
              <a:off x="38526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66562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1802299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2082657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321933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349969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0" name="Google Shape;200;p20"/>
            <p:cNvPicPr preferRelativeResize="0"/>
            <p:nvPr/>
          </p:nvPicPr>
          <p:blipFill rotWithShape="1">
            <a:blip r:embed="rId3">
              <a:alphaModFix/>
            </a:blip>
            <a:srcRect b="72907" l="16442" r="80422" t="9964"/>
            <a:stretch/>
          </p:blipFill>
          <p:spPr>
            <a:xfrm rot="10800000">
              <a:off x="2653131" y="895559"/>
              <a:ext cx="276095" cy="572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20"/>
          <p:cNvSpPr txBox="1"/>
          <p:nvPr/>
        </p:nvSpPr>
        <p:spPr>
          <a:xfrm>
            <a:off x="3276100" y="1767575"/>
            <a:ext cx="3816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Groups are either: all nets that can fold up into cubes, or all composite shapes that won’t fold up into cubes.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Can you spot any patterns or similarities with each of the shapes in a group?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groups can fold up into cubes, and which can’t?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68100" y="5955675"/>
            <a:ext cx="6624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Can you come up with any potential rules for arrangements of 6 squares that definitely are or definitely are not nets of cubes?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There is one unique net (not a rotation or reflection of one in a group) that isn’t given. Can you draw this missing net and fold it up into a cube to check?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Surface area of cuboids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567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Surface area of cuboids from nets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87350" y="939750"/>
            <a:ext cx="304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These six rectangles can be connected to create the net of a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034" y="919137"/>
            <a:ext cx="3450316" cy="1690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21"/>
          <p:cNvGrpSpPr/>
          <p:nvPr/>
        </p:nvGrpSpPr>
        <p:grpSpPr>
          <a:xfrm rot="5400000">
            <a:off x="3044990" y="1458903"/>
            <a:ext cx="546361" cy="627842"/>
            <a:chOff x="7309296" y="2227128"/>
            <a:chExt cx="1102200" cy="1256689"/>
          </a:xfrm>
        </p:grpSpPr>
        <p:sp>
          <p:nvSpPr>
            <p:cNvPr id="215" name="Google Shape;215;p21"/>
            <p:cNvSpPr/>
            <p:nvPr/>
          </p:nvSpPr>
          <p:spPr>
            <a:xfrm rot="-5400000">
              <a:off x="7236461" y="2698417"/>
              <a:ext cx="1247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10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6" name="Google Shape;216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17" name="Google Shape;217;p21"/>
          <p:cNvSpPr txBox="1"/>
          <p:nvPr/>
        </p:nvSpPr>
        <p:spPr>
          <a:xfrm>
            <a:off x="487350" y="1421600"/>
            <a:ext cx="24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area of the three rectangles labelled a, b, 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1"/>
          <p:cNvGrpSpPr/>
          <p:nvPr/>
        </p:nvGrpSpPr>
        <p:grpSpPr>
          <a:xfrm>
            <a:off x="4214864" y="2099740"/>
            <a:ext cx="1069906" cy="165020"/>
            <a:chOff x="7309296" y="2227128"/>
            <a:chExt cx="1102200" cy="330304"/>
          </a:xfrm>
        </p:grpSpPr>
        <p:sp>
          <p:nvSpPr>
            <p:cNvPr id="219" name="Google Shape;219;p21"/>
            <p:cNvSpPr/>
            <p:nvPr/>
          </p:nvSpPr>
          <p:spPr>
            <a:xfrm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14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0" name="Google Shape;220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21" name="Google Shape;221;p21"/>
          <p:cNvGrpSpPr/>
          <p:nvPr/>
        </p:nvGrpSpPr>
        <p:grpSpPr>
          <a:xfrm>
            <a:off x="3534800" y="2099723"/>
            <a:ext cx="591140" cy="165024"/>
            <a:chOff x="6876836" y="2227128"/>
            <a:chExt cx="1758300" cy="330312"/>
          </a:xfrm>
        </p:grpSpPr>
        <p:sp>
          <p:nvSpPr>
            <p:cNvPr id="222" name="Google Shape;222;p21"/>
            <p:cNvSpPr/>
            <p:nvPr/>
          </p:nvSpPr>
          <p:spPr>
            <a:xfrm>
              <a:off x="6876836" y="2236740"/>
              <a:ext cx="1758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3" name="Google Shape;223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24" name="Google Shape;224;p21"/>
          <p:cNvGrpSpPr/>
          <p:nvPr/>
        </p:nvGrpSpPr>
        <p:grpSpPr>
          <a:xfrm rot="5400000">
            <a:off x="3677146" y="861797"/>
            <a:ext cx="370560" cy="594878"/>
            <a:chOff x="7309296" y="2227128"/>
            <a:chExt cx="1102200" cy="1190708"/>
          </a:xfrm>
        </p:grpSpPr>
        <p:sp>
          <p:nvSpPr>
            <p:cNvPr id="225" name="Google Shape;225;p21"/>
            <p:cNvSpPr/>
            <p:nvPr/>
          </p:nvSpPr>
          <p:spPr>
            <a:xfrm rot="-5400000">
              <a:off x="7285605" y="2604986"/>
              <a:ext cx="114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6" name="Google Shape;226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27" name="Google Shape;227;p21"/>
          <p:cNvGrpSpPr/>
          <p:nvPr/>
        </p:nvGrpSpPr>
        <p:grpSpPr>
          <a:xfrm>
            <a:off x="4654276" y="1521833"/>
            <a:ext cx="190332" cy="190332"/>
            <a:chOff x="1020916" y="1442088"/>
            <a:chExt cx="457200" cy="457200"/>
          </a:xfrm>
        </p:grpSpPr>
        <p:pic>
          <p:nvPicPr>
            <p:cNvPr id="228" name="Google Shape;22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" name="Google Shape;230;p21"/>
          <p:cNvGrpSpPr/>
          <p:nvPr/>
        </p:nvGrpSpPr>
        <p:grpSpPr>
          <a:xfrm>
            <a:off x="3770485" y="1521833"/>
            <a:ext cx="190332" cy="190332"/>
            <a:chOff x="1020916" y="1442088"/>
            <a:chExt cx="457200" cy="457200"/>
          </a:xfrm>
        </p:grpSpPr>
        <p:pic>
          <p:nvPicPr>
            <p:cNvPr id="231" name="Google Shape;23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>
            <a:off x="4654276" y="988371"/>
            <a:ext cx="190332" cy="190332"/>
            <a:chOff x="1020916" y="1442088"/>
            <a:chExt cx="457200" cy="457200"/>
          </a:xfrm>
        </p:grpSpPr>
        <p:pic>
          <p:nvPicPr>
            <p:cNvPr id="234" name="Google Shape;23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" name="Google Shape;236;p21"/>
          <p:cNvSpPr txBox="1"/>
          <p:nvPr/>
        </p:nvSpPr>
        <p:spPr>
          <a:xfrm>
            <a:off x="468000" y="4020112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By finding the area of at least three rectangles, complete the calculation to find the surface area of the cuboid which would be made from this net.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7" name="Google Shape;237;p21"/>
          <p:cNvGrpSpPr/>
          <p:nvPr/>
        </p:nvGrpSpPr>
        <p:grpSpPr>
          <a:xfrm rot="5400000">
            <a:off x="423404" y="4805999"/>
            <a:ext cx="520840" cy="458898"/>
            <a:chOff x="7309296" y="1992378"/>
            <a:chExt cx="1055400" cy="1413733"/>
          </a:xfrm>
        </p:grpSpPr>
        <p:sp>
          <p:nvSpPr>
            <p:cNvPr id="238" name="Google Shape;238;p21"/>
            <p:cNvSpPr/>
            <p:nvPr/>
          </p:nvSpPr>
          <p:spPr>
            <a:xfrm rot="-5400000">
              <a:off x="7171802" y="2556061"/>
              <a:ext cx="1377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9" name="Google Shape;239;p21"/>
            <p:cNvCxnSpPr/>
            <p:nvPr/>
          </p:nvCxnSpPr>
          <p:spPr>
            <a:xfrm rot="10800000">
              <a:off x="7836996" y="1464678"/>
              <a:ext cx="0" cy="105540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40" name="Google Shape;240;p21"/>
          <p:cNvGrpSpPr/>
          <p:nvPr/>
        </p:nvGrpSpPr>
        <p:grpSpPr>
          <a:xfrm>
            <a:off x="986826" y="5564139"/>
            <a:ext cx="1648450" cy="128874"/>
            <a:chOff x="7309296" y="2227128"/>
            <a:chExt cx="1102200" cy="330278"/>
          </a:xfrm>
        </p:grpSpPr>
        <p:sp>
          <p:nvSpPr>
            <p:cNvPr id="241" name="Google Shape;241;p21"/>
            <p:cNvSpPr/>
            <p:nvPr/>
          </p:nvSpPr>
          <p:spPr>
            <a:xfrm>
              <a:off x="7522018" y="2236706"/>
              <a:ext cx="676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2" name="Google Shape;242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243" name="Google Shape;2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5979" y="4560345"/>
            <a:ext cx="3729132" cy="976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21"/>
          <p:cNvGrpSpPr/>
          <p:nvPr/>
        </p:nvGrpSpPr>
        <p:grpSpPr>
          <a:xfrm>
            <a:off x="4273181" y="5387725"/>
            <a:ext cx="591132" cy="128881"/>
            <a:chOff x="6149975" y="2227101"/>
            <a:chExt cx="3420900" cy="330294"/>
          </a:xfrm>
        </p:grpSpPr>
        <p:sp>
          <p:nvSpPr>
            <p:cNvPr id="245" name="Google Shape;245;p21"/>
            <p:cNvSpPr/>
            <p:nvPr/>
          </p:nvSpPr>
          <p:spPr>
            <a:xfrm>
              <a:off x="6149975" y="2236695"/>
              <a:ext cx="3420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6" name="Google Shape;246;p21"/>
            <p:cNvCxnSpPr/>
            <p:nvPr/>
          </p:nvCxnSpPr>
          <p:spPr>
            <a:xfrm>
              <a:off x="7162743" y="2227101"/>
              <a:ext cx="1543500" cy="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7" name="Google Shape;247;p21"/>
          <p:cNvSpPr txBox="1"/>
          <p:nvPr/>
        </p:nvSpPr>
        <p:spPr>
          <a:xfrm>
            <a:off x="490713" y="5766788"/>
            <a:ext cx="345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surface area of this cuboid is: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3211547" y="5756475"/>
            <a:ext cx="233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2(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9" name="Google Shape;249;p21"/>
          <p:cNvGrpSpPr/>
          <p:nvPr/>
        </p:nvGrpSpPr>
        <p:grpSpPr>
          <a:xfrm rot="5400000">
            <a:off x="573280" y="5213222"/>
            <a:ext cx="233124" cy="446433"/>
            <a:chOff x="7309296" y="2031844"/>
            <a:chExt cx="1349100" cy="1142356"/>
          </a:xfrm>
        </p:grpSpPr>
        <p:sp>
          <p:nvSpPr>
            <p:cNvPr id="250" name="Google Shape;250;p21"/>
            <p:cNvSpPr/>
            <p:nvPr/>
          </p:nvSpPr>
          <p:spPr>
            <a:xfrm rot="-5400000">
              <a:off x="7386788" y="2338550"/>
              <a:ext cx="947100" cy="7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1" name="Google Shape;251;p21"/>
            <p:cNvCxnSpPr/>
            <p:nvPr/>
          </p:nvCxnSpPr>
          <p:spPr>
            <a:xfrm rot="10800000">
              <a:off x="7983846" y="1357294"/>
              <a:ext cx="0" cy="134910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252" name="Google Shape;252;p21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1"/>
          <p:cNvSpPr txBox="1"/>
          <p:nvPr/>
        </p:nvSpPr>
        <p:spPr>
          <a:xfrm>
            <a:off x="494725" y="2100996"/>
            <a:ext cx="290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three remaining rectangles have the same areas as in part a. Write the correct area on the corresponding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92216" y="3165070"/>
            <a:ext cx="483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Hence, find the surface area of the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136449" y="9289350"/>
            <a:ext cx="25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surface area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67887" y="7029025"/>
            <a:ext cx="644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761" y="7471125"/>
            <a:ext cx="1707524" cy="16461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1"/>
          <p:cNvGrpSpPr/>
          <p:nvPr/>
        </p:nvGrpSpPr>
        <p:grpSpPr>
          <a:xfrm rot="1813360">
            <a:off x="674179" y="9002887"/>
            <a:ext cx="459521" cy="132199"/>
            <a:chOff x="7309296" y="2227128"/>
            <a:chExt cx="1139996" cy="390737"/>
          </a:xfrm>
        </p:grpSpPr>
        <p:sp>
          <p:nvSpPr>
            <p:cNvPr id="259" name="Google Shape;259;p21"/>
            <p:cNvSpPr/>
            <p:nvPr/>
          </p:nvSpPr>
          <p:spPr>
            <a:xfrm>
              <a:off x="7360592" y="2361665"/>
              <a:ext cx="1088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0" name="Google Shape;260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61" name="Google Shape;261;p21"/>
          <p:cNvGrpSpPr/>
          <p:nvPr/>
        </p:nvGrpSpPr>
        <p:grpSpPr>
          <a:xfrm rot="-1800158">
            <a:off x="1113666" y="8787005"/>
            <a:ext cx="1295178" cy="126315"/>
            <a:chOff x="7309296" y="2227128"/>
            <a:chExt cx="1148503" cy="372934"/>
          </a:xfrm>
        </p:grpSpPr>
        <p:sp>
          <p:nvSpPr>
            <p:cNvPr id="262" name="Google Shape;262;p21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64" name="Google Shape;264;p21"/>
          <p:cNvGrpSpPr/>
          <p:nvPr/>
        </p:nvGrpSpPr>
        <p:grpSpPr>
          <a:xfrm rot="-5399421">
            <a:off x="2184487" y="7927131"/>
            <a:ext cx="653935" cy="355425"/>
            <a:chOff x="7309296" y="2219492"/>
            <a:chExt cx="1102200" cy="2258100"/>
          </a:xfrm>
        </p:grpSpPr>
        <p:sp>
          <p:nvSpPr>
            <p:cNvPr id="265" name="Google Shape;265;p21"/>
            <p:cNvSpPr/>
            <p:nvPr/>
          </p:nvSpPr>
          <p:spPr>
            <a:xfrm rot="5400000">
              <a:off x="6731346" y="3269042"/>
              <a:ext cx="22581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6" name="Google Shape;266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67" name="Google Shape;267;p21"/>
          <p:cNvSpPr txBox="1"/>
          <p:nvPr/>
        </p:nvSpPr>
        <p:spPr>
          <a:xfrm>
            <a:off x="4136455" y="7504509"/>
            <a:ext cx="23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= 2 ×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136455" y="7801984"/>
            <a:ext cx="23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back =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136455" y="8099465"/>
            <a:ext cx="255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right =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136455" y="8396934"/>
            <a:ext cx="231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left =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136455" y="8694409"/>
            <a:ext cx="231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bottom = 2 × 11 =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136455" y="8991884"/>
            <a:ext cx="231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68000" y="6663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Surface area of cuboids from 3D representations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474757" y="64133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Surface area of cuboids</a:t>
            </a:r>
            <a:endParaRPr/>
          </a:p>
        </p:txBody>
      </p:sp>
      <p:sp>
        <p:nvSpPr>
          <p:cNvPr id="280" name="Google Shape;28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3496200" y="2078680"/>
            <a:ext cx="3312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and bottom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×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22"/>
          <p:cNvPicPr preferRelativeResize="0"/>
          <p:nvPr/>
        </p:nvPicPr>
        <p:blipFill rotWithShape="1">
          <a:blip r:embed="rId3">
            <a:alphaModFix/>
          </a:blip>
          <a:srcRect b="3025" l="0" r="3855" t="0"/>
          <a:stretch/>
        </p:blipFill>
        <p:spPr>
          <a:xfrm>
            <a:off x="624097" y="1162315"/>
            <a:ext cx="2211013" cy="148552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503400" y="622075"/>
            <a:ext cx="593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4" name="Google Shape;284;p22"/>
          <p:cNvGrpSpPr/>
          <p:nvPr/>
        </p:nvGrpSpPr>
        <p:grpSpPr>
          <a:xfrm rot="1813881">
            <a:off x="502160" y="2254562"/>
            <a:ext cx="1631104" cy="153623"/>
            <a:chOff x="7309296" y="2227128"/>
            <a:chExt cx="1102200" cy="372931"/>
          </a:xfrm>
        </p:grpSpPr>
        <p:sp>
          <p:nvSpPr>
            <p:cNvPr id="285" name="Google Shape;285;p22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30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6" name="Google Shape;286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87" name="Google Shape;287;p22"/>
          <p:cNvSpPr txBox="1"/>
          <p:nvPr/>
        </p:nvSpPr>
        <p:spPr>
          <a:xfrm>
            <a:off x="3496200" y="2761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8" name="Google Shape;288;p22"/>
          <p:cNvGrpSpPr/>
          <p:nvPr/>
        </p:nvGrpSpPr>
        <p:grpSpPr>
          <a:xfrm rot="-1800028">
            <a:off x="2075075" y="2451780"/>
            <a:ext cx="884564" cy="153782"/>
            <a:chOff x="7309296" y="2227128"/>
            <a:chExt cx="1148503" cy="372934"/>
          </a:xfrm>
        </p:grpSpPr>
        <p:sp>
          <p:nvSpPr>
            <p:cNvPr id="289" name="Google Shape;289;p22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0" name="Google Shape;290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91" name="Google Shape;291;p22"/>
          <p:cNvSpPr txBox="1"/>
          <p:nvPr/>
        </p:nvSpPr>
        <p:spPr>
          <a:xfrm>
            <a:off x="3496200" y="963925"/>
            <a:ext cx="331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and back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30 × 4 × 2 =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3496200" y="1521302"/>
            <a:ext cx="3312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left and right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2 =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3" name="Google Shape;293;p22"/>
          <p:cNvGrpSpPr/>
          <p:nvPr/>
        </p:nvGrpSpPr>
        <p:grpSpPr>
          <a:xfrm rot="-5400000">
            <a:off x="2855964" y="1965715"/>
            <a:ext cx="254278" cy="296243"/>
            <a:chOff x="7309296" y="2219412"/>
            <a:chExt cx="1102200" cy="1871400"/>
          </a:xfrm>
        </p:grpSpPr>
        <p:sp>
          <p:nvSpPr>
            <p:cNvPr id="294" name="Google Shape;294;p22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5" name="Google Shape;295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296" name="Google Shape;29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116" y="4052850"/>
            <a:ext cx="1869136" cy="148359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468000" y="382922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8" name="Google Shape;298;p22"/>
          <p:cNvGrpSpPr/>
          <p:nvPr/>
        </p:nvGrpSpPr>
        <p:grpSpPr>
          <a:xfrm rot="1813824">
            <a:off x="4467626" y="5251001"/>
            <a:ext cx="1256803" cy="139820"/>
            <a:chOff x="7309296" y="2227128"/>
            <a:chExt cx="1102200" cy="372931"/>
          </a:xfrm>
        </p:grpSpPr>
        <p:sp>
          <p:nvSpPr>
            <p:cNvPr id="299" name="Google Shape;299;p22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0" name="Google Shape;300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01" name="Google Shape;301;p22"/>
          <p:cNvGrpSpPr/>
          <p:nvPr/>
        </p:nvGrpSpPr>
        <p:grpSpPr>
          <a:xfrm rot="-1800186">
            <a:off x="5739439" y="5411040"/>
            <a:ext cx="628325" cy="139967"/>
            <a:chOff x="7309296" y="2227128"/>
            <a:chExt cx="1261309" cy="372939"/>
          </a:xfrm>
        </p:grpSpPr>
        <p:sp>
          <p:nvSpPr>
            <p:cNvPr id="302" name="Google Shape;302;p22"/>
            <p:cNvSpPr/>
            <p:nvPr/>
          </p:nvSpPr>
          <p:spPr>
            <a:xfrm>
              <a:off x="7343605" y="2343868"/>
              <a:ext cx="12270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3" name="Google Shape;303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04" name="Google Shape;304;p22"/>
          <p:cNvGrpSpPr/>
          <p:nvPr/>
        </p:nvGrpSpPr>
        <p:grpSpPr>
          <a:xfrm flipH="1" rot="5400000">
            <a:off x="3992605" y="4304919"/>
            <a:ext cx="542944" cy="614144"/>
            <a:chOff x="7309296" y="2219459"/>
            <a:chExt cx="1102200" cy="2877900"/>
          </a:xfrm>
        </p:grpSpPr>
        <p:sp>
          <p:nvSpPr>
            <p:cNvPr id="305" name="Google Shape;305;p22"/>
            <p:cNvSpPr/>
            <p:nvPr/>
          </p:nvSpPr>
          <p:spPr>
            <a:xfrm rot="5400000">
              <a:off x="6421454" y="3578909"/>
              <a:ext cx="28779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6" name="Google Shape;306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07" name="Google Shape;307;p22"/>
          <p:cNvSpPr txBox="1"/>
          <p:nvPr/>
        </p:nvSpPr>
        <p:spPr>
          <a:xfrm>
            <a:off x="466825" y="4314613"/>
            <a:ext cx="529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=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right =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=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surface area = 2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478650" y="8710041"/>
            <a:ext cx="66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Jun says there is a quicker way of calculating the surface area of a cube. Is Jun correct? If so, show a more efficient calculation to find the surface area of a cube.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468000" y="6480398"/>
            <a:ext cx="660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This is a cube.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area of the front, right, and top faces of the cube, and hence calculate the surface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0" name="Google Shape;310;p22"/>
          <p:cNvPicPr preferRelativeResize="0"/>
          <p:nvPr/>
        </p:nvPicPr>
        <p:blipFill rotWithShape="1">
          <a:blip r:embed="rId5">
            <a:alphaModFix/>
          </a:blip>
          <a:srcRect b="2146" l="2856" r="0" t="7273"/>
          <a:stretch/>
        </p:blipFill>
        <p:spPr>
          <a:xfrm>
            <a:off x="5502775" y="6900250"/>
            <a:ext cx="1225526" cy="1368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2"/>
          <p:cNvGrpSpPr/>
          <p:nvPr/>
        </p:nvGrpSpPr>
        <p:grpSpPr>
          <a:xfrm flipH="1" rot="5400000">
            <a:off x="4910402" y="7346430"/>
            <a:ext cx="656801" cy="486657"/>
            <a:chOff x="7309296" y="2322283"/>
            <a:chExt cx="1102200" cy="2430853"/>
          </a:xfrm>
        </p:grpSpPr>
        <p:sp>
          <p:nvSpPr>
            <p:cNvPr id="312" name="Google Shape;312;p22"/>
            <p:cNvSpPr/>
            <p:nvPr/>
          </p:nvSpPr>
          <p:spPr>
            <a:xfrm rot="5400000">
              <a:off x="6653361" y="3466586"/>
              <a:ext cx="24141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3" name="Google Shape;313;p22"/>
            <p:cNvCxnSpPr/>
            <p:nvPr/>
          </p:nvCxnSpPr>
          <p:spPr>
            <a:xfrm>
              <a:off x="7309296" y="23222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14" name="Google Shape;314;p22"/>
          <p:cNvSpPr txBox="1"/>
          <p:nvPr/>
        </p:nvSpPr>
        <p:spPr>
          <a:xfrm>
            <a:off x="466825" y="7117500"/>
            <a:ext cx="529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=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right =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=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surface area = 2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cxnSp>
        <p:nvCxnSpPr>
          <p:cNvPr id="316" name="Google Shape;316;p22"/>
          <p:cNvCxnSpPr/>
          <p:nvPr/>
        </p:nvCxnSpPr>
        <p:spPr>
          <a:xfrm>
            <a:off x="398557" y="98423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