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A70605-4B97-4E0C-A7A3-237E027595C9}">
  <a:tblStyle styleId="{29A70605-4B97-4E0C-A7A3-237E027595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Statistical problems - statistical summaries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Problems with statistical measures based on the data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865900"/>
            <a:ext cx="6624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four sets of data all have a mean of seven.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 which sets of data do you think that this average provides a good summary of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information? Give reasons for your answers.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649724" y="2740588"/>
            <a:ext cx="1877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1, 1, 1, 1, 1, 1, 43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633164" y="3288321"/>
            <a:ext cx="1877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7, 7, 7, 7, 7, 7, 7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46275" y="3836053"/>
            <a:ext cx="32073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1.5, 2.8, 6.1, 6.9, 7.9, 9.4, 14.4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640784" y="4383785"/>
            <a:ext cx="1877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4, 5, 6, 7, 8, 9, 10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96249" y="5527350"/>
            <a:ext cx="6570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mean, median and mode for the set of data.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696774" y="7279950"/>
            <a:ext cx="64434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average least represents the central tendency for this data? Explain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378094" y="5908358"/>
            <a:ext cx="2465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1, 2, 3, 3, 4, 4, 5, 6, 9, 9, 9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8" name="Google Shape;178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Statistical problems - statistical summaries</a:t>
            </a:r>
            <a:endParaRPr/>
          </a:p>
        </p:txBody>
      </p:sp>
      <p:sp>
        <p:nvSpPr>
          <p:cNvPr id="179" name="Google Shape;179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1" name="Google Shape;181;p21"/>
          <p:cNvGraphicFramePr/>
          <p:nvPr/>
        </p:nvGraphicFramePr>
        <p:xfrm>
          <a:off x="481613" y="176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{29A70605-4B97-4E0C-A7A3-237E027595C9}</a:tableStyleId>
              </a:tblPr>
              <a:tblGrid>
                <a:gridCol w="759725"/>
                <a:gridCol w="487550"/>
                <a:gridCol w="487550"/>
                <a:gridCol w="487550"/>
                <a:gridCol w="487550"/>
                <a:gridCol w="487550"/>
                <a:gridCol w="487550"/>
                <a:gridCol w="487550"/>
                <a:gridCol w="487550"/>
                <a:gridCol w="487550"/>
                <a:gridCol w="487550"/>
                <a:gridCol w="487550"/>
                <a:gridCol w="487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Jul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Sep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Nov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no. days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2" name="Google Shape;182;p21"/>
          <p:cNvSpPr txBox="1"/>
          <p:nvPr/>
        </p:nvSpPr>
        <p:spPr>
          <a:xfrm>
            <a:off x="476400" y="2800350"/>
            <a:ext cx="66240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mean number of days of frost in a month, giving your answer to 2 decimal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places.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76400" y="34006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median number of days of frost in a month.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76400" y="3824375"/>
            <a:ext cx="237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the mode.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76400" y="4248150"/>
            <a:ext cx="66240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Which measure of average would be the least useful for describing the amount of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frost that could be expected during a typical month in Cambridge? Explain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76400" y="1216500"/>
            <a:ext cx="66240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contains data from The Met Office about the weather in Cambridge in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2004. It shows the number of days in each month where there was frost.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Choosing statistical measures based on the context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76400" y="5834925"/>
            <a:ext cx="66240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homeowner is selling their house. The data below shows the prices for the last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five houses that were sold on the same street.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1006149" y="6390825"/>
            <a:ext cx="5455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£150 000          £350 000          £360 000          £350 000          £210 000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506173" y="6877750"/>
            <a:ext cx="3392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mean and median house price.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06173" y="7627969"/>
            <a:ext cx="66183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average suggests that houses here are worth more money?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11976" y="8199088"/>
            <a:ext cx="66183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average suggests that houses here are worth less money?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11976" y="8770206"/>
            <a:ext cx="66183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Which average might the seller prefer to 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11976" y="9341325"/>
            <a:ext cx="6618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Which average might the buyer prefer to 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1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