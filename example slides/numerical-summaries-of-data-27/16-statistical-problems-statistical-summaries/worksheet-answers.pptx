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A64B58F-0C8B-4CB8-8F5D-B861DFEDD2AA}">
  <a:tblStyle styleId="{FA64B58F-0C8B-4CB8-8F5D-B861DFEDD2A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Statistical problems - statistical summaries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51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Problems with statistical measures based on the data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865900"/>
            <a:ext cx="66240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four sets of data all have a mean of seven.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In which sets of data do you think that this average provides a good summary of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information? Give reasons for your answers.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649724" y="2740588"/>
            <a:ext cx="18777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1, 1, 1, 1, 1, 1, 43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633164" y="3288321"/>
            <a:ext cx="18777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7, 7, 7, 7, 7, 7, 7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646275" y="3836053"/>
            <a:ext cx="32073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1.5, 2.8, 6.1, 6.9, 7.9, 9.4, 14.4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640784" y="4383785"/>
            <a:ext cx="18777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d)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4, 5, 6, 7, 8, 9, 10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96249" y="5527350"/>
            <a:ext cx="65706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mean, median and mode for the set of data.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696774" y="7279950"/>
            <a:ext cx="64434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average least represents the central tendency for this data? Explain why.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1378094" y="5908358"/>
            <a:ext cx="24651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1, 2, 3, 3, 4, 4, 5, 6, 9, 9, 9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2" name="Google Shape;182;p20"/>
          <p:cNvCxnSpPr/>
          <p:nvPr/>
        </p:nvCxnSpPr>
        <p:spPr>
          <a:xfrm>
            <a:off x="40030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83" name="Google Shape;18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5369" y="2717776"/>
            <a:ext cx="245100" cy="25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2274825" y="2651850"/>
            <a:ext cx="45609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43 is much bigger than all of the other numbers, which are all equal to 1.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5" name="Google Shape;18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5775" y="3221125"/>
            <a:ext cx="307741" cy="29026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2173325" y="3194100"/>
            <a:ext cx="491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All of the numbers are 7.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2342054" y="4272681"/>
            <a:ext cx="47499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 is in the centre of the data. Each number that is below 7 has a matching pair which is just as much above 7.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88" name="Google Shape;18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6609" y="3798337"/>
            <a:ext cx="307741" cy="290268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2914350" y="3678325"/>
            <a:ext cx="40272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 is around the centre of the data and many of the numbers are close to 7.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0" name="Google Shape;19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3284" y="4344082"/>
            <a:ext cx="307741" cy="29026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1378100" y="6250800"/>
            <a:ext cx="19950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mean = 5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median = 4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mode = 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697025" y="7758300"/>
            <a:ext cx="108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mode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697025" y="8306950"/>
            <a:ext cx="636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mode happens to be equal to the highest value in this data.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1422625" y="360000"/>
            <a:ext cx="4823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Statistical problems - statistical summaries</a:t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2" name="Google Shape;202;p21"/>
          <p:cNvGraphicFramePr/>
          <p:nvPr/>
        </p:nvGraphicFramePr>
        <p:xfrm>
          <a:off x="467963" y="176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{FA64B58F-0C8B-4CB8-8F5D-B861DFEDD2AA}</a:tableStyleId>
              </a:tblPr>
              <a:tblGrid>
                <a:gridCol w="761375"/>
                <a:gridCol w="488550"/>
                <a:gridCol w="488550"/>
                <a:gridCol w="488550"/>
                <a:gridCol w="488550"/>
                <a:gridCol w="488550"/>
                <a:gridCol w="488550"/>
                <a:gridCol w="488550"/>
                <a:gridCol w="488550"/>
                <a:gridCol w="488550"/>
                <a:gridCol w="488550"/>
                <a:gridCol w="488550"/>
                <a:gridCol w="488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Jan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Feb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Mar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Apr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May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Jun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Jul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Aug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Sep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Oct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Nov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Dec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no. days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3" name="Google Shape;203;p21"/>
          <p:cNvSpPr txBox="1"/>
          <p:nvPr/>
        </p:nvSpPr>
        <p:spPr>
          <a:xfrm>
            <a:off x="476400" y="2800350"/>
            <a:ext cx="66240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Find the mean number of days of frost in a month, giving your answer to 2 decimal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places.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76400" y="34006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Find the median number of days of frost in a month.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476400" y="3824375"/>
            <a:ext cx="2379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Find the mode.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476400" y="4248150"/>
            <a:ext cx="66240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Which measure of average would be the least useful for describing the amount of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frost that could be expected during a typical month in Cambridge? Explain why.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476400" y="1216500"/>
            <a:ext cx="66240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table contains data from The Met Office about the weather in Cambridge in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2004. It shows the number of days in each month where there was frost.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Choosing statistical measures based on the context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476400" y="5834925"/>
            <a:ext cx="66240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homeowner is selling their house. The data below shows the prices for the last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five houses that were sold on the same street.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1006149" y="6390825"/>
            <a:ext cx="5455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£150 000          £350 000          £360 000          £350 000          £210 000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506173" y="6877750"/>
            <a:ext cx="33924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Find the mean and median house price.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506173" y="7627969"/>
            <a:ext cx="66183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Which average suggests that houses here are worth more money?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511976" y="8199088"/>
            <a:ext cx="66183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Which average suggests that houses here are worth less money?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511976" y="8770206"/>
            <a:ext cx="66183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Which average might the seller prefer to use?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511976" y="9341325"/>
            <a:ext cx="66183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Which average might the buyer prefer to use?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6" name="Google Shape;216;p21"/>
          <p:cNvCxnSpPr/>
          <p:nvPr/>
        </p:nvCxnSpPr>
        <p:spPr>
          <a:xfrm>
            <a:off x="40030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" name="Google Shape;217;p21"/>
          <p:cNvSpPr txBox="1"/>
          <p:nvPr/>
        </p:nvSpPr>
        <p:spPr>
          <a:xfrm>
            <a:off x="1323750" y="2988603"/>
            <a:ext cx="68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2.75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1874216" y="3747512"/>
            <a:ext cx="41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596325" y="3271290"/>
            <a:ext cx="41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579275" y="4772950"/>
            <a:ext cx="64650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mean </a:t>
            </a:r>
            <a:endParaRPr sz="1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would suggest that each month typically has 2-3 days of frost, but most months do not have any frost.</a:t>
            </a:r>
            <a:endParaRPr sz="1200"/>
          </a:p>
        </p:txBody>
      </p:sp>
      <p:sp>
        <p:nvSpPr>
          <p:cNvPr id="221" name="Google Shape;221;p21"/>
          <p:cNvSpPr txBox="1"/>
          <p:nvPr/>
        </p:nvSpPr>
        <p:spPr>
          <a:xfrm>
            <a:off x="3768588" y="6887145"/>
            <a:ext cx="23700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mean = £284 000 </a:t>
            </a:r>
            <a:b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median = £350 000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5676160" y="7555409"/>
            <a:ext cx="158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median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5546026" y="8096722"/>
            <a:ext cx="146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mean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4208176" y="8711763"/>
            <a:ext cx="146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median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4120601" y="9298498"/>
            <a:ext cx="146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mean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