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EEDC2F2-C178-43D0-B11D-B549A7845FF2}">
  <a:tblStyle styleId="{CEEDC2F2-C178-43D0-B11D-B549A7845F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" name="Shape 171"/>
        <p:cNvGrpSpPr/>
        <p:nvPr/>
      </p:nvGrpSpPr>
      <p:grpSpPr>
        <a:xfrm>
          <a:off x="0" y="0"/>
          <a:ext cx="0" cy="0"/>
        </a:xfrm>
      </p:grpSpPr>
      <p:sp>
        <p:nvSpPr>
          <p:cNvPr id="172" name="Google Shape;17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mode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75900" y="13673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Mode from a frequency table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902300"/>
            <a:ext cx="66240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mode for each frequency table? If there is no mode, write no mode.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723750" y="2625325"/>
          <a:ext cx="2077050" cy="1260750"/>
        </p:xfrm>
        <a:graphic>
          <a:graphicData uri="http://schemas.openxmlformats.org/drawingml/2006/table">
            <a:tbl>
              <a:tblPr>
                <a:noFill/>
                <a:tableStyleId>{CEEDC2F2-C178-43D0-B11D-B549A7845FF2}</a:tableStyleId>
              </a:tblPr>
              <a:tblGrid>
                <a:gridCol w="879425"/>
                <a:gridCol w="1197625"/>
              </a:tblGrid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rgbClr val="000000"/>
                    </a:solidFill>
                  </a:tcPr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dog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rabbit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3051025" y="2625325"/>
          <a:ext cx="1902575" cy="1260750"/>
        </p:xfrm>
        <a:graphic>
          <a:graphicData uri="http://schemas.openxmlformats.org/drawingml/2006/table">
            <a:tbl>
              <a:tblPr>
                <a:noFill/>
                <a:tableStyleId>{CEEDC2F2-C178-43D0-B11D-B549A7845FF2}</a:tableStyleId>
              </a:tblPr>
              <a:tblGrid>
                <a:gridCol w="805575"/>
                <a:gridCol w="1097000"/>
              </a:tblGrid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rgbClr val="000000"/>
                    </a:solidFill>
                  </a:tcPr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>
            <a:graphicFrameLocks noGrp="1"/>
          </p:cNvGraphicFramePr>
          <p:nvPr/>
        </p:nvGraphicFramePr>
        <p:xfrm>
          <a:off x="5147988" y="2625325"/>
          <a:ext cx="1902575" cy="1260750"/>
        </p:xfrm>
        <a:graphic>
          <a:graphicData uri="http://schemas.openxmlformats.org/drawingml/2006/table">
            <a:tbl>
              <a:tblPr>
                <a:noFill/>
                <a:tableStyleId>{CEEDC2F2-C178-43D0-B11D-B549A7845FF2}</a:tableStyleId>
              </a:tblPr>
              <a:tblGrid>
                <a:gridCol w="805550"/>
                <a:gridCol w="1097025"/>
              </a:tblGrid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rgbClr val="000000"/>
                    </a:solidFill>
                  </a:tcPr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</a:tbl>
          </a:graphicData>
        </a:graphic>
      </p:graphicFrame>
      <p:sp>
        <p:nvSpPr>
          <p:cNvPr id="168" name="Google Shape;168;p20"/>
          <p:cNvSpPr txBox="1"/>
          <p:nvPr/>
        </p:nvSpPr>
        <p:spPr>
          <a:xfrm>
            <a:off x="476400" y="4569300"/>
            <a:ext cx="6624000" cy="12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data set of 50 is represented on this frequency table.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frequency and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the mode number of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goals scored.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" name="Google Shape;169;p20"/>
          <p:cNvGraphicFramePr>
            <a:graphicFrameLocks noGrp="1"/>
          </p:cNvGraphicFramePr>
          <p:nvPr/>
        </p:nvGraphicFramePr>
        <p:xfrm>
          <a:off x="4296325" y="4934000"/>
          <a:ext cx="2273225" cy="1260750"/>
        </p:xfrm>
        <a:graphic>
          <a:graphicData uri="http://schemas.openxmlformats.org/drawingml/2006/table">
            <a:tbl>
              <a:tblPr>
                <a:noFill/>
                <a:tableStyleId>{CEEDC2F2-C178-43D0-B11D-B549A7845FF2}</a:tableStyleId>
              </a:tblPr>
              <a:tblGrid>
                <a:gridCol w="962500"/>
                <a:gridCol w="1310725"/>
              </a:tblGrid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</a:t>
                      </a:r>
                      <a:endParaRPr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rgbClr val="000000"/>
                    </a:solidFill>
                  </a:tcPr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</a:tbl>
          </a:graphicData>
        </a:graphic>
      </p:graphicFrame>
      <p:cxnSp>
        <p:nvCxnSpPr>
          <p:cNvPr id="170" name="Google Shape;170;p20"/>
          <p:cNvCxnSpPr/>
          <p:nvPr/>
        </p:nvCxnSpPr>
        <p:spPr>
          <a:xfrm>
            <a:off x="491775" y="9880425"/>
            <a:ext cx="6615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pic>
        <p:nvPicPr>
          <p:cNvPr id="175" name="Google Shape;17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375" y="4952575"/>
            <a:ext cx="3198601" cy="181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9997" y="3192012"/>
            <a:ext cx="2482827" cy="181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8" name="Google Shape;17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mode</a:t>
            </a:r>
            <a:endParaRPr/>
          </a:p>
        </p:txBody>
      </p:sp>
      <p:sp>
        <p:nvSpPr>
          <p:cNvPr id="179" name="Google Shape;17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552600" y="3350100"/>
            <a:ext cx="6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data is bimodal.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552600" y="5168900"/>
            <a:ext cx="3198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pieces of data are represented on a bar chart.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data is bimodal.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the two missing bars.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1"/>
          <p:cNvCxnSpPr/>
          <p:nvPr/>
        </p:nvCxnSpPr>
        <p:spPr>
          <a:xfrm>
            <a:off x="491775" y="9898525"/>
            <a:ext cx="6615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1"/>
          <p:cNvSpPr txBox="1"/>
          <p:nvPr/>
        </p:nvSpPr>
        <p:spPr>
          <a:xfrm>
            <a:off x="487275" y="6080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Mode from bar charts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6825" y="1046400"/>
            <a:ext cx="65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mode on each of these bar charts?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00" y="1290125"/>
            <a:ext cx="2389576" cy="1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6699" y="1209214"/>
            <a:ext cx="2579556" cy="17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491775" y="1366325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3670810" y="1274525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86100" y="6781814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Mode from line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66825" y="7249889"/>
            <a:ext cx="8237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modal temperature for each place?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4300" y="7482750"/>
            <a:ext cx="3198600" cy="2322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1"/>
          <p:cNvCxnSpPr/>
          <p:nvPr/>
        </p:nvCxnSpPr>
        <p:spPr>
          <a:xfrm>
            <a:off x="491775" y="6786800"/>
            <a:ext cx="6615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Calculating the mode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2023-12-08T09:44:18.333</cp:lastPrinted>
  <dcterms:created xsi:type="dcterms:W3CDTF">2023-12-08T09:44:18Z</dcterms:created>
  <dcterms:modified xsi:type="dcterms:W3CDTF">2023-12-08T09:44:27Z</dcterms:modified>
</cp:coreProperties>
</file>