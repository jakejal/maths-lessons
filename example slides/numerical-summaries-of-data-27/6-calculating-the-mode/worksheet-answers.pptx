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0C81FEF8-BF2C-4D14-A961-40ACF9D89CAE}">
  <a:tblStyle styleId="{0C81FEF8-BF2C-4D14-A961-40ACF9D89C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sp>
        <p:nvSpPr>
          <p:cNvPr id="187" name="Google Shape;187;g29db7efa97a_0_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9db7efa97a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75900" y="136737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rPr>
              <a:t>Task A: Mode from a frequency table</a:t>
            </a:r>
            <a:endParaRPr b="1">
              <a:solidFill>
                <a:schemeClr val="dk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76400" y="1902300"/>
            <a:ext cx="6624000" cy="58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mode for each frequency table? If there is no mode, write no mode.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723750" y="2625325"/>
          <a:ext cx="2077050" cy="1260750"/>
        </p:xfrm>
        <a:graphic>
          <a:graphicData uri="http://schemas.openxmlformats.org/drawingml/2006/table">
            <a:tbl>
              <a:tblPr>
                <a:noFill/>
                <a:tableStyleId>{0C81FEF8-BF2C-4D14-A961-40ACF9D89CAE}</a:tableStyleId>
              </a:tblPr>
              <a:tblGrid>
                <a:gridCol w="879425"/>
                <a:gridCol w="11976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Animal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dog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rabbit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3051025" y="2625325"/>
          <a:ext cx="1902575" cy="1260750"/>
        </p:xfrm>
        <a:graphic>
          <a:graphicData uri="http://schemas.openxmlformats.org/drawingml/2006/table">
            <a:tbl>
              <a:tblPr>
                <a:noFill/>
                <a:tableStyleId>{0C81FEF8-BF2C-4D14-A961-40ACF9D89CAE}</a:tableStyleId>
              </a:tblPr>
              <a:tblGrid>
                <a:gridCol w="728975"/>
                <a:gridCol w="1173600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graphicFrame>
        <p:nvGraphicFramePr>
          <p:cNvPr id="177" name="Google Shape;177;p20"/>
          <p:cNvGraphicFramePr>
            <a:graphicFrameLocks noGrp="1"/>
          </p:cNvGraphicFramePr>
          <p:nvPr/>
        </p:nvGraphicFramePr>
        <p:xfrm>
          <a:off x="5147988" y="2625325"/>
          <a:ext cx="1902575" cy="1260750"/>
        </p:xfrm>
        <a:graphic>
          <a:graphicData uri="http://schemas.openxmlformats.org/drawingml/2006/table">
            <a:tbl>
              <a:tblPr>
                <a:noFill/>
                <a:tableStyleId>{0C81FEF8-BF2C-4D14-A961-40ACF9D89CAE}</a:tableStyleId>
              </a:tblPr>
              <a:tblGrid>
                <a:gridCol w="767450"/>
                <a:gridCol w="11351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Score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sp>
        <p:nvSpPr>
          <p:cNvPr id="178" name="Google Shape;178;p20"/>
          <p:cNvSpPr txBox="1"/>
          <p:nvPr/>
        </p:nvSpPr>
        <p:spPr>
          <a:xfrm>
            <a:off x="1463475" y="3886075"/>
            <a:ext cx="597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cat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419988" y="3886075"/>
            <a:ext cx="181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and 2 goals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5549125" y="3886075"/>
            <a:ext cx="1815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 mode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76400" y="4569300"/>
            <a:ext cx="6624000" cy="12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data set of 50 is represented on this frequency table.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Fill in the missing frequency and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down the mode number of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goals scored.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2" name="Google Shape;182;p20"/>
          <p:cNvGraphicFramePr>
            <a:graphicFrameLocks noGrp="1"/>
          </p:cNvGraphicFramePr>
          <p:nvPr/>
        </p:nvGraphicFramePr>
        <p:xfrm>
          <a:off x="4296325" y="4934000"/>
          <a:ext cx="2273225" cy="1260750"/>
        </p:xfrm>
        <a:graphic>
          <a:graphicData uri="http://schemas.openxmlformats.org/drawingml/2006/table">
            <a:tbl>
              <a:tblPr>
                <a:noFill/>
                <a:tableStyleId>{0C81FEF8-BF2C-4D14-A961-40ACF9D89CAE}</a:tableStyleId>
              </a:tblPr>
              <a:tblGrid>
                <a:gridCol w="962500"/>
                <a:gridCol w="1310725"/>
              </a:tblGrid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Goals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 b="1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200" b="1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>
                    <a:solidFill>
                      <a:schemeClr val="dk1"/>
                    </a:solidFill>
                  </a:tcPr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  <a:tr h="252150"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0" marB="0"/>
                </a:tc>
              </a:tr>
            </a:tbl>
          </a:graphicData>
        </a:graphic>
      </p:graphicFrame>
      <p:sp>
        <p:nvSpPr>
          <p:cNvPr id="183" name="Google Shape;183;p20"/>
          <p:cNvSpPr txBox="1"/>
          <p:nvPr/>
        </p:nvSpPr>
        <p:spPr>
          <a:xfrm>
            <a:off x="5790024" y="5374591"/>
            <a:ext cx="739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9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1600950" y="5774800"/>
            <a:ext cx="201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 goals scored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85" name="Google Shape;185;p20"/>
          <p:cNvCxnSpPr/>
          <p:nvPr/>
        </p:nvCxnSpPr>
        <p:spPr>
          <a:xfrm>
            <a:off x="491775" y="9862350"/>
            <a:ext cx="6615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9" name="Shape 189"/>
        <p:cNvGrpSpPr/>
        <p:nvPr/>
      </p:nvGrpSpPr>
      <p:grpSpPr>
        <a:xfrm>
          <a:off x="0" y="0"/>
          <a:ext cx="0" cy="0"/>
        </a:xfrm>
      </p:grpSpPr>
      <p:sp>
        <p:nvSpPr>
          <p:cNvPr id="190" name="Google Shape;190;p21"/>
          <p:cNvSpPr txBox="1"/>
          <p:nvPr/>
        </p:nvSpPr>
        <p:spPr>
          <a:xfrm>
            <a:off x="466825" y="1046400"/>
            <a:ext cx="6539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mode on each of these bar charts?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300" y="1290125"/>
            <a:ext cx="2389576" cy="158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6699" y="1209214"/>
            <a:ext cx="2579556" cy="1743524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491775" y="1366325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3670810" y="1274525"/>
            <a:ext cx="469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6" name="Google Shape;196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Calculating the mode</a:t>
            </a:r>
            <a:endParaRPr/>
          </a:p>
        </p:txBody>
      </p:sp>
      <p:sp>
        <p:nvSpPr>
          <p:cNvPr id="197" name="Google Shape;19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52600" y="3121500"/>
            <a:ext cx="653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2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data is bimodal.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Complete the bar chart.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552600" y="4930775"/>
            <a:ext cx="31986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 startAt="3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100 pieces of data are represented on a bar chart.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data is bimodal.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Add the two missing bars.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0" name="Google Shape;200;p21"/>
          <p:cNvCxnSpPr/>
          <p:nvPr/>
        </p:nvCxnSpPr>
        <p:spPr>
          <a:xfrm>
            <a:off x="491775" y="9898525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" name="Google Shape;201;p21"/>
          <p:cNvSpPr txBox="1"/>
          <p:nvPr/>
        </p:nvSpPr>
        <p:spPr>
          <a:xfrm>
            <a:off x="487275" y="608025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Mode from bar charts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 txBox="1"/>
          <p:nvPr/>
        </p:nvSpPr>
        <p:spPr>
          <a:xfrm>
            <a:off x="486100" y="6781814"/>
            <a:ext cx="662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Mode from line graphs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66825" y="7249889"/>
            <a:ext cx="8237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modal temperature for each place?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4300" y="7545688"/>
            <a:ext cx="3047622" cy="2213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21"/>
          <p:cNvCxnSpPr/>
          <p:nvPr/>
        </p:nvCxnSpPr>
        <p:spPr>
          <a:xfrm>
            <a:off x="491775" y="6786800"/>
            <a:ext cx="66150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" name="Google Shape;206;p21"/>
          <p:cNvSpPr txBox="1"/>
          <p:nvPr/>
        </p:nvSpPr>
        <p:spPr>
          <a:xfrm>
            <a:off x="4759200" y="7568738"/>
            <a:ext cx="28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Bradford - no mode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4759200" y="8054775"/>
            <a:ext cx="2844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Eastbourne - trimodal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14°C, 18°C and 24°C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777350" y="8770375"/>
            <a:ext cx="242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Tiree - bimodal 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°C and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16°C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1032375" y="3863476"/>
            <a:ext cx="2466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Bimodal means it has two that appear the most, more than any others.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0" name="Google Shape;210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9011" y="3079865"/>
            <a:ext cx="2429698" cy="1775043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1655850" y="2784850"/>
            <a:ext cx="99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Carriage 1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15475" y="2710575"/>
            <a:ext cx="1422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Size 4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13" name="Google Shape;213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60038" y="4954255"/>
            <a:ext cx="3047624" cy="172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29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Calculating the mode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2023-12-08T09:44:37.726</cp:lastPrinted>
  <dcterms:created xsi:type="dcterms:W3CDTF">2023-12-08T09:44:37Z</dcterms:created>
  <dcterms:modified xsi:type="dcterms:W3CDTF">2023-12-08T09:47:36Z</dcterms:modified>
</cp:coreProperties>
</file>