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28A7C6-7657-42D8-A536-337526C28BF8}">
  <a:tblStyle styleId="{7228A7C6-7657-42D8-A536-337526C28BF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6B08629-151C-4746-B54C-D808049627F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eb554172d0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eb554172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a data point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76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How a changed data point influences the mode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761548" y="1915600"/>
            <a:ext cx="54042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one point to change the mode for each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20449" y="1915600"/>
            <a:ext cx="1689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610916" y="26454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p20"/>
          <p:cNvSpPr/>
          <p:nvPr/>
        </p:nvSpPr>
        <p:spPr>
          <a:xfrm>
            <a:off x="1595627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003270" y="308338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003270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003270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30122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301226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301226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003269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1008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598404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2249206" y="26454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20"/>
          <p:cNvSpPr/>
          <p:nvPr/>
        </p:nvSpPr>
        <p:spPr>
          <a:xfrm>
            <a:off x="3233917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641560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641560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93951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939516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939516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641559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34837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236694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3887496" y="26454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8" name="Google Shape;198;p20"/>
          <p:cNvSpPr/>
          <p:nvPr/>
        </p:nvSpPr>
        <p:spPr>
          <a:xfrm>
            <a:off x="4872207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57780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98666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874984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988862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874984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5525786" y="26454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20"/>
          <p:cNvSpPr/>
          <p:nvPr/>
        </p:nvSpPr>
        <p:spPr>
          <a:xfrm>
            <a:off x="651049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21609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62495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216096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627152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918918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627152" y="323031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627152" y="308216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924330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924330" y="323031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90100" y="40164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 mode: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2, 3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228390" y="40164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2, 3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887809" y="40164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526101" y="4016450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31793" y="23600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170101" y="23600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3808408" y="23600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446673" y="23600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761550" y="5268400"/>
            <a:ext cx="59385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Modify one point with an arrow to change the mode for each of the following:</a:t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20449" y="5268400"/>
            <a:ext cx="1689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610916" y="59982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6" name="Google Shape;226;p20"/>
          <p:cNvSpPr/>
          <p:nvPr/>
        </p:nvSpPr>
        <p:spPr>
          <a:xfrm>
            <a:off x="1595627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1003270" y="643618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1003270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1003270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30122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1301226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301226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003269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1008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1598404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2249206" y="59982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20"/>
          <p:cNvSpPr/>
          <p:nvPr/>
        </p:nvSpPr>
        <p:spPr>
          <a:xfrm>
            <a:off x="3233917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2641560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2641560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293951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2939516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2939516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641559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234837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236694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3887496" y="59982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20"/>
          <p:cNvSpPr/>
          <p:nvPr/>
        </p:nvSpPr>
        <p:spPr>
          <a:xfrm>
            <a:off x="4872207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57780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398666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874984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3988862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874984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5525786" y="59982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4" name="Google Shape;254;p20"/>
          <p:cNvSpPr/>
          <p:nvPr/>
        </p:nvSpPr>
        <p:spPr>
          <a:xfrm>
            <a:off x="651049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621609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562495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6216096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5627152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5918918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627152" y="658311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5627152" y="643496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924330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924330" y="658311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90100" y="73692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2, 3, 4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228390" y="73692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3887809" y="73692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526101" y="7369250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531793" y="57128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2170101" y="57128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808408" y="57128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446673" y="57128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" name="Google Shape;272;p20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936000" y="6018750"/>
            <a:ext cx="809576" cy="47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2623836" y="6122825"/>
            <a:ext cx="430560" cy="476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>
            <a:off x="3949624" y="6267800"/>
            <a:ext cx="809576" cy="47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5624950" y="6018750"/>
            <a:ext cx="393424" cy="47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Changing a data point</a:t>
            </a:r>
            <a:endParaRPr/>
          </a:p>
        </p:txBody>
      </p:sp>
      <p:sp>
        <p:nvSpPr>
          <p:cNvPr id="281" name="Google Shape;28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468000" y="657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How a changed data point influences the mean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99656" y="3351250"/>
            <a:ext cx="6357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One extra data point is added to the original data set. The mean stays the same. What is the value of this extra data point?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99656" y="1943725"/>
            <a:ext cx="6357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I had to modify one data point from 3 to 8, by how much would the mean increase?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99656" y="1277200"/>
            <a:ext cx="635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total value of this data set?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66825" y="952025"/>
            <a:ext cx="652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mean of 5 numbers is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99656" y="4682575"/>
            <a:ext cx="6357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One data point is removed from the original data set. The mean decreases to 3. What is the value of the data point that was removed?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8" name="Google Shape;288;p21"/>
          <p:cNvCxnSpPr/>
          <p:nvPr/>
        </p:nvCxnSpPr>
        <p:spPr>
          <a:xfrm>
            <a:off x="474757" y="61841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1"/>
          <p:cNvSpPr txBox="1"/>
          <p:nvPr/>
        </p:nvSpPr>
        <p:spPr>
          <a:xfrm>
            <a:off x="467525" y="6334325"/>
            <a:ext cx="6624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How a changed data point influences the median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67525" y="6671525"/>
            <a:ext cx="66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modified datasets with the changed median description. There is one odd one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1" name="Google Shape;291;p21"/>
          <p:cNvGraphicFramePr/>
          <p:nvPr/>
        </p:nvGraphicFramePr>
        <p:xfrm>
          <a:off x="462613" y="7245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21"/>
          <p:cNvSpPr txBox="1"/>
          <p:nvPr/>
        </p:nvSpPr>
        <p:spPr>
          <a:xfrm>
            <a:off x="462613" y="7662225"/>
            <a:ext cx="3087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17 added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462613" y="8678150"/>
            <a:ext cx="3087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16 removed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4" name="Google Shape;294;p21"/>
          <p:cNvGraphicFramePr/>
          <p:nvPr/>
        </p:nvGraphicFramePr>
        <p:xfrm>
          <a:off x="462613" y="9276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5" name="Google Shape;295;p21"/>
          <p:cNvSpPr txBox="1"/>
          <p:nvPr/>
        </p:nvSpPr>
        <p:spPr>
          <a:xfrm>
            <a:off x="462613" y="9694075"/>
            <a:ext cx="3087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14 modified to 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6" name="Google Shape;296;p21"/>
          <p:cNvGraphicFramePr/>
          <p:nvPr/>
        </p:nvGraphicFramePr>
        <p:xfrm>
          <a:off x="462613" y="82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21"/>
          <p:cNvSpPr txBox="1"/>
          <p:nvPr/>
        </p:nvSpPr>
        <p:spPr>
          <a:xfrm>
            <a:off x="5293025" y="7389250"/>
            <a:ext cx="156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becomes 14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293025" y="8011625"/>
            <a:ext cx="156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becomes 15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293025" y="8634000"/>
            <a:ext cx="156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becomes 16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5293025" y="9256375"/>
            <a:ext cx="156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becomes 17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1151250" y="1539278"/>
            <a:ext cx="374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× 4 = 20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1075050" y="2461175"/>
            <a:ext cx="316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increases by 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 ÷ 5 = 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mean increases by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1075050" y="3825275"/>
            <a:ext cx="75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now 6 numbers in the data set.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4 = 24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value of the new data point is 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1075050" y="5182142"/>
            <a:ext cx="75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now 4 numbers in the data set.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3 = 12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value of the data point that was removed is 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5" name="Google Shape;305;p21"/>
          <p:cNvCxnSpPr/>
          <p:nvPr/>
        </p:nvCxnSpPr>
        <p:spPr>
          <a:xfrm>
            <a:off x="3487325" y="7706400"/>
            <a:ext cx="1805700" cy="943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1"/>
          <p:cNvCxnSpPr/>
          <p:nvPr/>
        </p:nvCxnSpPr>
        <p:spPr>
          <a:xfrm flipH="1" rot="10800000">
            <a:off x="3594200" y="7557900"/>
            <a:ext cx="1698600" cy="1178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1"/>
          <p:cNvCxnSpPr/>
          <p:nvPr/>
        </p:nvCxnSpPr>
        <p:spPr>
          <a:xfrm flipH="1" rot="10800000">
            <a:off x="3575525" y="8180175"/>
            <a:ext cx="1717500" cy="1576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3" name="Google Shape;31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Changing a data point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468000" y="720000"/>
            <a:ext cx="8496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 that fully describe how each of these medians have changed.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468000" y="1802150"/>
            <a:ext cx="29520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median used to have a value of 99, but has been shifted left by half a data point(s), and now has a value of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8" name="Google Shape;318;p22"/>
          <p:cNvGraphicFramePr/>
          <p:nvPr/>
        </p:nvGraphicFramePr>
        <p:xfrm>
          <a:off x="468000" y="994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9" name="Google Shape;319;p22"/>
          <p:cNvSpPr txBox="1"/>
          <p:nvPr/>
        </p:nvSpPr>
        <p:spPr>
          <a:xfrm>
            <a:off x="468000" y="1412150"/>
            <a:ext cx="295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109 removed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20" name="Google Shape;320;p22"/>
          <p:cNvGraphicFramePr/>
          <p:nvPr/>
        </p:nvGraphicFramePr>
        <p:xfrm>
          <a:off x="4149244" y="994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p22"/>
          <p:cNvSpPr txBox="1"/>
          <p:nvPr/>
        </p:nvSpPr>
        <p:spPr>
          <a:xfrm>
            <a:off x="4140000" y="1412150"/>
            <a:ext cx="295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73 changed to 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4134100" y="1802150"/>
            <a:ext cx="29520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median used to have a value of </a:t>
            </a:r>
            <a:r>
              <a:rPr lang="en-GB" sz="1200">
                <a:solidFill>
                  <a:srgbClr val="EBEDFE"/>
                </a:solidFill>
              </a:rPr>
              <a:t>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but has been shifted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_____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data point(s), and now has a value of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3" name="Google Shape;323;p22"/>
          <p:cNvCxnSpPr/>
          <p:nvPr/>
        </p:nvCxnSpPr>
        <p:spPr>
          <a:xfrm>
            <a:off x="3777050" y="988844"/>
            <a:ext cx="0" cy="165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22"/>
          <p:cNvSpPr txBox="1"/>
          <p:nvPr/>
        </p:nvSpPr>
        <p:spPr>
          <a:xfrm>
            <a:off x="2682000" y="2222600"/>
            <a:ext cx="588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4012900" y="1997475"/>
            <a:ext cx="588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5855175" y="2007336"/>
            <a:ext cx="771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left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4012900" y="2222603"/>
            <a:ext cx="771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4647600" y="2414167"/>
            <a:ext cx="588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468000" y="5010650"/>
            <a:ext cx="29520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median used to have a value of </a:t>
            </a:r>
            <a:r>
              <a:rPr lang="en-GB" sz="1200">
                <a:solidFill>
                  <a:srgbClr val="EBEDFE"/>
                </a:solidFill>
              </a:rPr>
              <a:t>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but now has a value of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468000" y="2942150"/>
            <a:ext cx="661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blanks that fully describe how each of these medians have changed. You must rewrite the list of numbers with the updated values before completing each sentence.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1" name="Google Shape;331;p22"/>
          <p:cNvGraphicFramePr/>
          <p:nvPr/>
        </p:nvGraphicFramePr>
        <p:xfrm>
          <a:off x="468000" y="363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2" name="Google Shape;332;p22"/>
          <p:cNvSpPr txBox="1"/>
          <p:nvPr/>
        </p:nvSpPr>
        <p:spPr>
          <a:xfrm>
            <a:off x="468000" y="4052600"/>
            <a:ext cx="295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101 modified to 95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3" name="Google Shape;333;p22"/>
          <p:cNvGraphicFramePr/>
          <p:nvPr/>
        </p:nvGraphicFramePr>
        <p:xfrm>
          <a:off x="4132800" y="3637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22"/>
          <p:cNvSpPr txBox="1"/>
          <p:nvPr/>
        </p:nvSpPr>
        <p:spPr>
          <a:xfrm>
            <a:off x="4132800" y="405260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66 removed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5" name="Google Shape;335;p22"/>
          <p:cNvCxnSpPr/>
          <p:nvPr/>
        </p:nvCxnSpPr>
        <p:spPr>
          <a:xfrm>
            <a:off x="3790866" y="3578850"/>
            <a:ext cx="0" cy="18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36" name="Google Shape;336;p22"/>
          <p:cNvGraphicFramePr/>
          <p:nvPr/>
        </p:nvGraphicFramePr>
        <p:xfrm>
          <a:off x="468000" y="4523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89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93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93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95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97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7" name="Google Shape;337;p22"/>
          <p:cNvGraphicFramePr/>
          <p:nvPr/>
        </p:nvGraphicFramePr>
        <p:xfrm>
          <a:off x="4132800" y="450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{7228A7C6-7657-42D8-A536-337526C28BF8}</a:tableStyleId>
              </a:tblPr>
              <a:tblGrid>
                <a:gridCol w="421725"/>
                <a:gridCol w="421725"/>
                <a:gridCol w="421725"/>
                <a:gridCol w="421725"/>
                <a:gridCol w="421725"/>
                <a:gridCol w="421725"/>
                <a:gridCol w="421725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44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45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49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58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73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22"/>
          <p:cNvSpPr txBox="1"/>
          <p:nvPr/>
        </p:nvSpPr>
        <p:spPr>
          <a:xfrm>
            <a:off x="377004" y="5202671"/>
            <a:ext cx="4674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2409700" y="5188603"/>
            <a:ext cx="588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4161750" y="5010650"/>
            <a:ext cx="2923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median used to have a value of </a:t>
            </a:r>
            <a:r>
              <a:rPr lang="en-GB" sz="1200">
                <a:solidFill>
                  <a:srgbClr val="EBEDFE"/>
                </a:solidFill>
              </a:rPr>
              <a:t>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but now has a value of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4043168" y="5198919"/>
            <a:ext cx="4674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6089025" y="5183744"/>
            <a:ext cx="588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468000" y="5694350"/>
            <a:ext cx="66180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Two new products have been reviewed 9 times, each rated on a scale of 1 star to 5 stars.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star below represents a review for that product.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could the 10th ratings of each product be in order for their median rating to increase?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4" name="Google Shape;344;p22"/>
          <p:cNvGraphicFramePr/>
          <p:nvPr/>
        </p:nvGraphicFramePr>
        <p:xfrm>
          <a:off x="468000" y="751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{C6B08629-151C-4746-B54C-D808049627F3}</a:tableStyleId>
              </a:tblPr>
              <a:tblGrid>
                <a:gridCol w="453400"/>
              </a:tblGrid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" name="Google Shape;345;p22"/>
          <p:cNvSpPr/>
          <p:nvPr/>
        </p:nvSpPr>
        <p:spPr>
          <a:xfrm>
            <a:off x="964525" y="78578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1332875" y="78578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1701225" y="78578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2069575" y="78578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964525" y="75164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1332875" y="75164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1701225" y="75164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2069575" y="75164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964525" y="8175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4" name="Google Shape;354;p22"/>
          <p:cNvGraphicFramePr/>
          <p:nvPr/>
        </p:nvGraphicFramePr>
        <p:xfrm>
          <a:off x="3795465" y="7516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{C6B08629-151C-4746-B54C-D808049627F3}</a:tableStyleId>
              </a:tblPr>
              <a:tblGrid>
                <a:gridCol w="453400"/>
              </a:tblGrid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5" name="Google Shape;355;p22"/>
          <p:cNvSpPr/>
          <p:nvPr/>
        </p:nvSpPr>
        <p:spPr>
          <a:xfrm>
            <a:off x="4291990" y="7858048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4660340" y="7858048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4291990" y="751662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4291990" y="817527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4291990" y="888232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660340" y="888232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5028690" y="888232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4291990" y="8540898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4660340" y="8540898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468000" y="7103150"/>
            <a:ext cx="1956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product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468000" y="9305750"/>
            <a:ext cx="29232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Median rating of product A was 4.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10th rating needs to be 5.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3795402" y="7103348"/>
            <a:ext cx="1956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product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3780000" y="9305832"/>
            <a:ext cx="3304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Median rating of product B was 2.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10th rating needs to be 3 or above.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