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collection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Choosing what data to collect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65900"/>
            <a:ext cx="66240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A supermarket manager collects data to investigate ways to save money, increase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sales and improve the customers’ experience.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Match the data with the most appropriate tools for collecting it.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472013" y="3174344"/>
            <a:ext cx="40866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customers’ opinions about a product that is for sale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44400" y="5718669"/>
            <a:ext cx="42117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time that customers spend queuing at the checkout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44400" y="4870552"/>
            <a:ext cx="42117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weight of the vegetables which are left unpurchased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44400" y="4022451"/>
            <a:ext cx="42117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customers visiting at each time of the day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728775" y="4868302"/>
            <a:ext cx="105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tally chart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721000" y="3168969"/>
            <a:ext cx="1427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questionnaire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23400" y="4018636"/>
            <a:ext cx="105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stopwatch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23400" y="5717969"/>
            <a:ext cx="15786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weighing scales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>
            <a:stCxn id="176" idx="3"/>
            <a:endCxn id="181" idx="1"/>
          </p:cNvCxnSpPr>
          <p:nvPr/>
        </p:nvCxnSpPr>
        <p:spPr>
          <a:xfrm rot="10800000" flipH="1">
            <a:off x="4558613" y="3299444"/>
            <a:ext cx="1162500" cy="54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0"/>
          <p:cNvCxnSpPr>
            <a:stCxn id="179" idx="3"/>
            <a:endCxn id="180" idx="1"/>
          </p:cNvCxnSpPr>
          <p:nvPr/>
        </p:nvCxnSpPr>
        <p:spPr>
          <a:xfrm>
            <a:off x="4556100" y="4122951"/>
            <a:ext cx="1172700" cy="876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" name="Google Shape;186;p20"/>
          <p:cNvCxnSpPr>
            <a:stCxn id="178" idx="3"/>
            <a:endCxn id="183" idx="1"/>
          </p:cNvCxnSpPr>
          <p:nvPr/>
        </p:nvCxnSpPr>
        <p:spPr>
          <a:xfrm>
            <a:off x="4556100" y="4971052"/>
            <a:ext cx="1167300" cy="8775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0"/>
          <p:cNvCxnSpPr>
            <a:stCxn id="177" idx="3"/>
            <a:endCxn id="182" idx="1"/>
          </p:cNvCxnSpPr>
          <p:nvPr/>
        </p:nvCxnSpPr>
        <p:spPr>
          <a:xfrm rot="10800000" flipH="1">
            <a:off x="4556100" y="4149069"/>
            <a:ext cx="1167300" cy="1700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3" name="Google Shape;19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collection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76400" y="1216500"/>
            <a:ext cx="6624000" cy="28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Jun wants to find out the average time people take to run a 100 metre race in his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school. He assists in a PE lesson for a class in the youngest year group by timing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how long each pupil takes to complete the race. He then calculates the mean time.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What is the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population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Jun’s investigation?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Who does Jun use in his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Why could Jun’s data be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biased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Propose an alternative way for Jun to collect his data.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Choosing where to collect the data from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1"/>
          <p:cNvSpPr txBox="1"/>
          <p:nvPr/>
        </p:nvSpPr>
        <p:spPr>
          <a:xfrm>
            <a:off x="465200" y="5407500"/>
            <a:ext cx="6624000" cy="28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wants to investigate how much time adults in the UK spend exercising, per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week. She designs a questionnaire about people’s exercise habits. She goes to her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local gym and asks people to complete her questionnaire.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population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Laura’s investigation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 does Laura use in her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Why could Laura’s data be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biased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Propose an alternative way for Laura to collect data using her questionnaire.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187987" y="2066099"/>
            <a:ext cx="19965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the pupils in Jun’s school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224925" y="2391295"/>
            <a:ext cx="2722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class in the youngest year group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679509" y="2988311"/>
            <a:ext cx="62760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 has only collected data from a single age group.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87509" y="3288036"/>
            <a:ext cx="33606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Older pupils might run faster than younger pupils.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685506" y="3597911"/>
            <a:ext cx="62760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average time for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sample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could be much higher than the average time for the whole school (assuming older students run faster).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85816" y="4396509"/>
            <a:ext cx="8223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Use a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sample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that includes a mixture of people from each year group.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85816" y="4701309"/>
            <a:ext cx="8223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PE teachers may already have data for the whole school.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242850" y="6235450"/>
            <a:ext cx="13746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adults in the UK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92376" y="6796942"/>
            <a:ext cx="544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people who attend the gym that she went to who agree to take her questionnaire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54275" y="7395247"/>
            <a:ext cx="63918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She has only collected data from people who are members of a gym.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54275" y="7688787"/>
            <a:ext cx="630720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People who go to a gym may do more exercise than people who don’t.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54275" y="7959122"/>
            <a:ext cx="6391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Her results might suggest that adults in the UK spend more time doing exercise than they actually do.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65925" y="8759818"/>
            <a:ext cx="63801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Conduct her questionnaire in a place where both gym members and non-gym members might go to (e.g. town high street or supermarket)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Statistical problems - data collection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2023-12-08T09:51:25.087</cp:lastPrinted>
  <dcterms:created xsi:type="dcterms:W3CDTF">2023-12-08T09:51:25Z</dcterms:created>
  <dcterms:modified xsi:type="dcterms:W3CDTF">2023-12-08T09:51:34Z</dcterms:modified>
</cp:coreProperties>
</file>