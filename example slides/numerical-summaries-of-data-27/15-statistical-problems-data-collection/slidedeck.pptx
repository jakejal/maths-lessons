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fntdata" ContentType="application/x-fontdata"/>
  <Default Extension="png" ContentType="image/png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3.10-->
<p:presentation xmlns:r="http://schemas.openxmlformats.org/officeDocument/2006/relationships" xmlns:a="http://schemas.openxmlformats.org/drawingml/2006/main" xmlns:p="http://schemas.openxmlformats.org/presentationml/2006/main" strictFirstAndLastChars="0" embedTrueTypeFonts="1" saveSubsetFonts="1" autoCompressPictures="0">
  <p:sldMasterIdLst>
    <p:sldMasterId id="2147483710" r:id="rId1"/>
  </p:sldMasterIdLst>
  <p:notesMasterIdLst>
    <p:notesMasterId r:id="rId2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91" r:id="rId38"/>
    <p:sldId id="292" r:id="rId39"/>
    <p:sldId id="293" r:id="rId40"/>
    <p:sldId id="294" r:id="rId41"/>
    <p:sldId id="295" r:id="rId42"/>
    <p:sldId id="296" r:id="rId43"/>
    <p:sldId id="297" r:id="rId44"/>
  </p:sldIdLst>
  <p:sldSz cx="9144000" cy="5143500"/>
  <p:notesSz cx="6858000" cy="9144000"/>
  <p:embeddedFontLst>
    <p:embeddedFont>
      <p:font typeface="Lexend" panose="00000000000000000000"/>
      <p:regular r:id="rId46"/>
    </p:embeddedFont>
    <p:embeddedFont>
      <p:font typeface="Lexend Medium" panose="00000000000000000000"/>
      <p:regular r:id="rId47"/>
    </p:embeddedFont>
    <p:embeddedFont>
      <p:font typeface="Kalam" panose="02000000000000000000"/>
      <p:regular r:id="rId48"/>
    </p:embeddedFont>
    <p:embeddedFont>
      <p:font typeface="Lexend Light" panose="00000000000000000000"/>
      <p:regular r:id="rId49"/>
    </p:embeddedFont>
  </p:embeddedFontLst>
  <p:custDataLst>
    <p:tags r:id="rId45"/>
  </p:custDataLst>
  <p:defaultText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extLs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tableStyles.xml><?xml version="1.0" encoding="utf-8"?>
<a:tblStyleLst xmlns:r="http://schemas.openxmlformats.org/officeDocument/2006/relationships" xmlns:a="http://schemas.openxmlformats.org/drawingml/2006/main" def="{1B9BB0FF-C41E-49AC-9A36-F548C99D8405}">
  <a:tblStyle styleId="{1B9BB0FF-C41E-49AC-9A36-F548C99D840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6000"/>
    <p:restoredTop sz="0"/>
  </p:normalViewPr>
  <p:slideViewPr>
    <p:cSldViewPr>
      <p:cViewPr>
        <p:scale>
          <a:sx n="73" d="100"/>
          <a:sy n="73" d="100"/>
        </p:scale>
        <p:origin x="0" y="0"/>
      </p:cViewPr>
    </p:cSldViewPr>
  </p:slideViewPr>
  <p:notesViewPr>
    <p:cSldViewPr>
      <p:cViewPr>
        <p:scale>
          <a:sx n="1" d="100"/>
          <a:sy n="1" d="100"/>
        </p:scale>
        <p:origin x="0" y="0"/>
      </p:cViewPr>
    </p:cSldViewPr>
  </p:notesViewPr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 /><Relationship Id="rId10" Type="http://schemas.openxmlformats.org/officeDocument/2006/relationships/slide" Target="slides/slide8.xml" /><Relationship Id="rId11" Type="http://schemas.openxmlformats.org/officeDocument/2006/relationships/slide" Target="slides/slide9.xml" /><Relationship Id="rId12" Type="http://schemas.openxmlformats.org/officeDocument/2006/relationships/slide" Target="slides/slide10.xml" /><Relationship Id="rId13" Type="http://schemas.openxmlformats.org/officeDocument/2006/relationships/slide" Target="slides/slide11.xml" /><Relationship Id="rId14" Type="http://schemas.openxmlformats.org/officeDocument/2006/relationships/slide" Target="slides/slide12.xml" /><Relationship Id="rId15" Type="http://schemas.openxmlformats.org/officeDocument/2006/relationships/slide" Target="slides/slide13.xml" /><Relationship Id="rId16" Type="http://schemas.openxmlformats.org/officeDocument/2006/relationships/slide" Target="slides/slide14.xml" /><Relationship Id="rId17" Type="http://schemas.openxmlformats.org/officeDocument/2006/relationships/slide" Target="slides/slide15.xml" /><Relationship Id="rId18" Type="http://schemas.openxmlformats.org/officeDocument/2006/relationships/slide" Target="slides/slide16.xml" /><Relationship Id="rId19" Type="http://schemas.openxmlformats.org/officeDocument/2006/relationships/slide" Target="slides/slide17.xml" /><Relationship Id="rId2" Type="http://schemas.openxmlformats.org/officeDocument/2006/relationships/notesMaster" Target="notesMasters/notesMaster1.xml" /><Relationship Id="rId20" Type="http://schemas.openxmlformats.org/officeDocument/2006/relationships/slide" Target="slides/slide18.xml" /><Relationship Id="rId21" Type="http://schemas.openxmlformats.org/officeDocument/2006/relationships/slide" Target="slides/slide19.xml" /><Relationship Id="rId22" Type="http://schemas.openxmlformats.org/officeDocument/2006/relationships/slide" Target="slides/slide20.xml" /><Relationship Id="rId23" Type="http://schemas.openxmlformats.org/officeDocument/2006/relationships/slide" Target="slides/slide21.xml" /><Relationship Id="rId24" Type="http://schemas.openxmlformats.org/officeDocument/2006/relationships/slide" Target="slides/slide22.xml" /><Relationship Id="rId25" Type="http://schemas.openxmlformats.org/officeDocument/2006/relationships/slide" Target="slides/slide23.xml" /><Relationship Id="rId26" Type="http://schemas.openxmlformats.org/officeDocument/2006/relationships/slide" Target="slides/slide24.xml" /><Relationship Id="rId27" Type="http://schemas.openxmlformats.org/officeDocument/2006/relationships/slide" Target="slides/slide25.xml" /><Relationship Id="rId28" Type="http://schemas.openxmlformats.org/officeDocument/2006/relationships/slide" Target="slides/slide26.xml" /><Relationship Id="rId29" Type="http://schemas.openxmlformats.org/officeDocument/2006/relationships/slide" Target="slides/slide27.xml" /><Relationship Id="rId3" Type="http://schemas.openxmlformats.org/officeDocument/2006/relationships/slide" Target="slides/slide1.xml" /><Relationship Id="rId30" Type="http://schemas.openxmlformats.org/officeDocument/2006/relationships/slide" Target="slides/slide28.xml" /><Relationship Id="rId31" Type="http://schemas.openxmlformats.org/officeDocument/2006/relationships/slide" Target="slides/slide29.xml" /><Relationship Id="rId32" Type="http://schemas.openxmlformats.org/officeDocument/2006/relationships/slide" Target="slides/slide30.xml" /><Relationship Id="rId33" Type="http://schemas.openxmlformats.org/officeDocument/2006/relationships/slide" Target="slides/slide31.xml" /><Relationship Id="rId34" Type="http://schemas.openxmlformats.org/officeDocument/2006/relationships/slide" Target="slides/slide32.xml" /><Relationship Id="rId35" Type="http://schemas.openxmlformats.org/officeDocument/2006/relationships/slide" Target="slides/slide33.xml" /><Relationship Id="rId36" Type="http://schemas.openxmlformats.org/officeDocument/2006/relationships/slide" Target="slides/slide34.xml" /><Relationship Id="rId37" Type="http://schemas.openxmlformats.org/officeDocument/2006/relationships/slide" Target="slides/slide35.xml" /><Relationship Id="rId38" Type="http://schemas.openxmlformats.org/officeDocument/2006/relationships/slide" Target="slides/slide36.xml" /><Relationship Id="rId39" Type="http://schemas.openxmlformats.org/officeDocument/2006/relationships/slide" Target="slides/slide37.xml" /><Relationship Id="rId4" Type="http://schemas.openxmlformats.org/officeDocument/2006/relationships/slide" Target="slides/slide2.xml" /><Relationship Id="rId40" Type="http://schemas.openxmlformats.org/officeDocument/2006/relationships/slide" Target="slides/slide38.xml" /><Relationship Id="rId41" Type="http://schemas.openxmlformats.org/officeDocument/2006/relationships/slide" Target="slides/slide39.xml" /><Relationship Id="rId42" Type="http://schemas.openxmlformats.org/officeDocument/2006/relationships/slide" Target="slides/slide40.xml" /><Relationship Id="rId43" Type="http://schemas.openxmlformats.org/officeDocument/2006/relationships/slide" Target="slides/slide41.xml" /><Relationship Id="rId44" Type="http://schemas.openxmlformats.org/officeDocument/2006/relationships/slide" Target="slides/slide42.xml" /><Relationship Id="rId45" Type="http://schemas.openxmlformats.org/officeDocument/2006/relationships/tags" Target="tags/tag1.xml" /><Relationship Id="rId46" Type="http://schemas.openxmlformats.org/officeDocument/2006/relationships/font" Target="fonts/font1.fntdata" /><Relationship Id="rId47" Type="http://schemas.openxmlformats.org/officeDocument/2006/relationships/font" Target="fonts/font2.fntdata" /><Relationship Id="rId48" Type="http://schemas.openxmlformats.org/officeDocument/2006/relationships/font" Target="fonts/font3.fntdata" /><Relationship Id="rId49" Type="http://schemas.openxmlformats.org/officeDocument/2006/relationships/font" Target="fonts/font4.fntdata" /><Relationship Id="rId5" Type="http://schemas.openxmlformats.org/officeDocument/2006/relationships/slide" Target="slides/slide3.xml" /><Relationship Id="rId50" Type="http://schemas.openxmlformats.org/officeDocument/2006/relationships/presProps" Target="presProps.xml" /><Relationship Id="rId51" Type="http://schemas.openxmlformats.org/officeDocument/2006/relationships/viewProps" Target="viewProps.xml" /><Relationship Id="rId52" Type="http://schemas.openxmlformats.org/officeDocument/2006/relationships/theme" Target="theme/theme1.xml" /><Relationship Id="rId53" Type="http://schemas.openxmlformats.org/officeDocument/2006/relationships/tableStyles" Target="tableStyles.xml" /><Relationship Id="rId6" Type="http://schemas.openxmlformats.org/officeDocument/2006/relationships/slide" Target="slides/slide4.xml" /><Relationship Id="rId7" Type="http://schemas.openxmlformats.org/officeDocument/2006/relationships/slide" Target="slides/slide5.xml" /><Relationship Id="rId8" Type="http://schemas.openxmlformats.org/officeDocument/2006/relationships/slide" Target="slides/slide6.xml" /><Relationship Id="rId9" Type="http://schemas.openxmlformats.org/officeDocument/2006/relationships/slide" Target="slides/slide7.xml" /></Relationships>
</file>

<file path=ppt/notesMasters/_rels/notesMaster1.xml.rels>&#65279;<?xml version="1.0" encoding="utf-8" standalone="yes"?>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>
  <p:cSld name="">
    <p:spTree>
      <p:nvGrpSpPr>
        <p:cNvPr id="2" name="Shape 2"/>
        <p:cNvGrpSpPr/>
        <p:nvPr/>
      </p:nvGrpSpPr>
      <p:grpSpPr>
        <a:xfrm>
          <a:off x="0" y="0"/>
          <a:ext cx="0" cy="0"/>
        </a:xfrm>
      </p:grpSpPr>
      <p:sp>
        <p:nvSpPr>
          <p:cNvPr id="3" name="Google Shape;3;n"/>
          <p:cNvSpPr/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ct val="0"/>
              </a:spcBef>
              <a:spcAft>
                <a:spcPct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ct val="0"/>
              </a:spcBef>
              <a:spcAft>
                <a:spcPct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ct val="0"/>
              </a:spcBef>
              <a:spcAft>
                <a:spcPct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ct val="0"/>
      </a:spcBef>
      <a:spcAft>
        <a:spcPct val="0"/>
      </a:spcAft>
    </a:defPPr>
    <a:lvl1pPr marR="0" lvl="0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ct val="0"/>
      </a:spcBef>
      <a:spcAft>
        <a:spcPct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.xml" /><Relationship Id="rId2" Type="http://schemas.openxmlformats.org/officeDocument/2006/relationships/notesMaster" Target="../notesMasters/notesMaster1.xml" /></Relationships>
</file>

<file path=ppt/notesSlides/_rels/notesSlide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.xml" /><Relationship Id="rId2" Type="http://schemas.openxmlformats.org/officeDocument/2006/relationships/notesMaster" Target="../notesMasters/notesMaster1.xml" /></Relationships>
</file>

<file path=ppt/notesSlides/_rels/notesSlide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.xml" /><Relationship Id="rId2" Type="http://schemas.openxmlformats.org/officeDocument/2006/relationships/notesMaster" Target="../notesMasters/notesMaster1.xml" /></Relationships>
</file>

<file path=ppt/notesSlides/_rels/notesSlide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.xml" /><Relationship Id="rId2" Type="http://schemas.openxmlformats.org/officeDocument/2006/relationships/notesMaster" Target="../notesMasters/notesMaster1.xml" /></Relationships>
</file>

<file path=ppt/notesSlides/_rels/notesSlide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5.xml" /><Relationship Id="rId2" Type="http://schemas.openxmlformats.org/officeDocument/2006/relationships/notesMaster" Target="../notesMasters/notesMaster1.xml" /></Relationships>
</file>

<file path=ppt/notesSlides/_rels/notesSlide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6.xml" /><Relationship Id="rId2" Type="http://schemas.openxmlformats.org/officeDocument/2006/relationships/notesMaster" Target="../notesMasters/notesMaster1.xml" /></Relationships>
</file>

<file path=ppt/notesSlides/_rels/notesSlide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7.xml" /><Relationship Id="rId2" Type="http://schemas.openxmlformats.org/officeDocument/2006/relationships/notesMaster" Target="../notesMasters/notesMaster1.xml" /></Relationships>
</file>

<file path=ppt/notesSlides/_rels/notesSlide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8.xml" /><Relationship Id="rId2" Type="http://schemas.openxmlformats.org/officeDocument/2006/relationships/notesMaster" Target="../notesMasters/notesMaster1.xml" /></Relationships>
</file>

<file path=ppt/notesSlides/_rels/notesSlide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9.xml" /><Relationship Id="rId2" Type="http://schemas.openxmlformats.org/officeDocument/2006/relationships/notesMaster" Target="../notesMasters/notesMaster1.xml" /></Relationships>
</file>

<file path=ppt/notesSlides/_rels/notesSlide1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0.xml" /><Relationship Id="rId2" Type="http://schemas.openxmlformats.org/officeDocument/2006/relationships/notesMaster" Target="../notesMasters/notesMaster1.xml" /></Relationships>
</file>

<file path=ppt/notesSlides/_rels/notesSlide1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1.xml" /><Relationship Id="rId2" Type="http://schemas.openxmlformats.org/officeDocument/2006/relationships/notesMaster" Target="../notesMasters/notesMaster1.xml" /></Relationships>
</file>

<file path=ppt/notesSlides/_rels/notesSlide1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2.xml" /><Relationship Id="rId2" Type="http://schemas.openxmlformats.org/officeDocument/2006/relationships/notesMaster" Target="../notesMasters/notesMaster1.xml" /></Relationships>
</file>

<file path=ppt/notesSlides/_rels/notesSlide1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3.xml" /><Relationship Id="rId2" Type="http://schemas.openxmlformats.org/officeDocument/2006/relationships/notesMaster" Target="../notesMasters/notesMaster1.xml" /></Relationships>
</file>

<file path=ppt/notesSlides/_rels/notesSlide1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4.xml" /><Relationship Id="rId2" Type="http://schemas.openxmlformats.org/officeDocument/2006/relationships/notesMaster" Target="../notesMasters/notesMaster1.xml" /></Relationships>
</file>

<file path=ppt/notesSlides/_rels/notesSlide1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5.xml" /><Relationship Id="rId2" Type="http://schemas.openxmlformats.org/officeDocument/2006/relationships/notesMaster" Target="../notesMasters/notesMaster1.xml" /></Relationships>
</file>

<file path=ppt/notesSlides/_rels/notesSlide1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6.xml" /><Relationship Id="rId2" Type="http://schemas.openxmlformats.org/officeDocument/2006/relationships/notesMaster" Target="../notesMasters/notesMaster1.xml" /></Relationships>
</file>

<file path=ppt/notesSlides/_rels/notesSlide1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7.xml" /><Relationship Id="rId2" Type="http://schemas.openxmlformats.org/officeDocument/2006/relationships/notesMaster" Target="../notesMasters/notesMaster1.xml" /></Relationships>
</file>

<file path=ppt/notesSlides/_rels/notesSlide1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8.xml" /><Relationship Id="rId2" Type="http://schemas.openxmlformats.org/officeDocument/2006/relationships/notesMaster" Target="../notesMasters/notesMaster1.xml" /></Relationships>
</file>

<file path=ppt/notesSlides/_rels/notesSlide1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19.xml" /><Relationship Id="rId2" Type="http://schemas.openxmlformats.org/officeDocument/2006/relationships/notesMaster" Target="../notesMasters/notesMaster1.xml" /></Relationships>
</file>

<file path=ppt/notesSlides/_rels/notesSlide2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0.xml" /><Relationship Id="rId2" Type="http://schemas.openxmlformats.org/officeDocument/2006/relationships/notesMaster" Target="../notesMasters/notesMaster1.xml" /></Relationships>
</file>

<file path=ppt/notesSlides/_rels/notesSlide2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1.xml" /><Relationship Id="rId2" Type="http://schemas.openxmlformats.org/officeDocument/2006/relationships/notesMaster" Target="../notesMasters/notesMaster1.xml" /></Relationships>
</file>

<file path=ppt/notesSlides/_rels/notesSlide2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2.xml" /><Relationship Id="rId2" Type="http://schemas.openxmlformats.org/officeDocument/2006/relationships/notesMaster" Target="../notesMasters/notesMaster1.xml" /></Relationships>
</file>

<file path=ppt/notesSlides/_rels/notesSlide2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3.xml" /><Relationship Id="rId2" Type="http://schemas.openxmlformats.org/officeDocument/2006/relationships/notesMaster" Target="../notesMasters/notesMaster1.xml" /></Relationships>
</file>

<file path=ppt/notesSlides/_rels/notesSlide2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4.xml" /><Relationship Id="rId2" Type="http://schemas.openxmlformats.org/officeDocument/2006/relationships/notesMaster" Target="../notesMasters/notesMaster1.xml" /></Relationships>
</file>

<file path=ppt/notesSlides/_rels/notesSlide2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5.xml" /><Relationship Id="rId2" Type="http://schemas.openxmlformats.org/officeDocument/2006/relationships/notesMaster" Target="../notesMasters/notesMaster1.xml" /></Relationships>
</file>

<file path=ppt/notesSlides/_rels/notesSlide2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6.xml" /><Relationship Id="rId2" Type="http://schemas.openxmlformats.org/officeDocument/2006/relationships/notesMaster" Target="../notesMasters/notesMaster1.xml" /></Relationships>
</file>

<file path=ppt/notesSlides/_rels/notesSlide2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7.xml" /><Relationship Id="rId2" Type="http://schemas.openxmlformats.org/officeDocument/2006/relationships/notesMaster" Target="../notesMasters/notesMaster1.xml" /></Relationships>
</file>

<file path=ppt/notesSlides/_rels/notesSlide2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8.xml" /><Relationship Id="rId2" Type="http://schemas.openxmlformats.org/officeDocument/2006/relationships/notesMaster" Target="../notesMasters/notesMaster1.xml" /></Relationships>
</file>

<file path=ppt/notesSlides/_rels/notesSlide2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29.xml" /><Relationship Id="rId2" Type="http://schemas.openxmlformats.org/officeDocument/2006/relationships/notesMaster" Target="../notesMasters/notesMaster1.xml" /></Relationships>
</file>

<file path=ppt/notesSlides/_rels/notesSlide3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0.xml" /><Relationship Id="rId2" Type="http://schemas.openxmlformats.org/officeDocument/2006/relationships/notesMaster" Target="../notesMasters/notesMaster1.xml" /></Relationships>
</file>

<file path=ppt/notesSlides/_rels/notesSlide3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1.xml" /><Relationship Id="rId2" Type="http://schemas.openxmlformats.org/officeDocument/2006/relationships/notesMaster" Target="../notesMasters/notesMaster1.xml" /></Relationships>
</file>

<file path=ppt/notesSlides/_rels/notesSlide3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2.xml" /><Relationship Id="rId2" Type="http://schemas.openxmlformats.org/officeDocument/2006/relationships/notesMaster" Target="../notesMasters/notesMaster1.xml" /></Relationships>
</file>

<file path=ppt/notesSlides/_rels/notesSlide33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3.xml" /><Relationship Id="rId2" Type="http://schemas.openxmlformats.org/officeDocument/2006/relationships/notesMaster" Target="../notesMasters/notesMaster1.xml" /></Relationships>
</file>

<file path=ppt/notesSlides/_rels/notesSlide34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4.xml" /><Relationship Id="rId2" Type="http://schemas.openxmlformats.org/officeDocument/2006/relationships/notesMaster" Target="../notesMasters/notesMaster1.xml" /></Relationships>
</file>

<file path=ppt/notesSlides/_rels/notesSlide35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5.xml" /><Relationship Id="rId2" Type="http://schemas.openxmlformats.org/officeDocument/2006/relationships/notesMaster" Target="../notesMasters/notesMaster1.xml" /></Relationships>
</file>

<file path=ppt/notesSlides/_rels/notesSlide36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6.xml" /><Relationship Id="rId2" Type="http://schemas.openxmlformats.org/officeDocument/2006/relationships/notesMaster" Target="../notesMasters/notesMaster1.xml" /></Relationships>
</file>

<file path=ppt/notesSlides/_rels/notesSlide37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7.xml" /><Relationship Id="rId2" Type="http://schemas.openxmlformats.org/officeDocument/2006/relationships/notesMaster" Target="../notesMasters/notesMaster1.xml" /></Relationships>
</file>

<file path=ppt/notesSlides/_rels/notesSlide38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8.xml" /><Relationship Id="rId2" Type="http://schemas.openxmlformats.org/officeDocument/2006/relationships/notesMaster" Target="../notesMasters/notesMaster1.xml" /></Relationships>
</file>

<file path=ppt/notesSlides/_rels/notesSlide39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39.xml" /><Relationship Id="rId2" Type="http://schemas.openxmlformats.org/officeDocument/2006/relationships/notesMaster" Target="../notesMasters/notesMaster1.xml" /></Relationships>
</file>

<file path=ppt/notesSlides/_rels/notesSlide40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0.xml" /><Relationship Id="rId2" Type="http://schemas.openxmlformats.org/officeDocument/2006/relationships/notesMaster" Target="../notesMasters/notesMaster1.xml" /></Relationships>
</file>

<file path=ppt/notesSlides/_rels/notesSlide41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1.xml" /><Relationship Id="rId2" Type="http://schemas.openxmlformats.org/officeDocument/2006/relationships/notesMaster" Target="../notesMasters/notesMaster1.xml" /></Relationships>
</file>

<file path=ppt/notesSlides/_rels/notesSlide42.xml.rels>&#65279;<?xml version="1.0" encoding="utf-8" standalone="yes"?><Relationships xmlns="http://schemas.openxmlformats.org/package/2006/relationships"><Relationship Id="rId1" Type="http://schemas.openxmlformats.org/officeDocument/2006/relationships/slide" Target="../slides/slide42.xml" /><Relationship Id="rId2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46" name="Shape 746"/>
        <p:cNvGrpSpPr/>
        <p:nvPr/>
      </p:nvGrpSpPr>
      <p:grpSpPr>
        <a:xfrm>
          <a:off x="0" y="0"/>
          <a:ext cx="0" cy="0"/>
        </a:xfrm>
      </p:grpSpPr>
      <p:sp>
        <p:nvSpPr>
          <p:cNvPr id="747" name="Google Shape;747;g279955a40ae_0_83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8" name="Google Shape;748;g279955a40ae_0_83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2" name="Shape 752"/>
        <p:cNvGrpSpPr/>
        <p:nvPr/>
      </p:nvGrpSpPr>
      <p:grpSpPr>
        <a:xfrm>
          <a:off x="0" y="0"/>
          <a:ext cx="0" cy="0"/>
        </a:xfrm>
      </p:grpSpPr>
      <p:sp>
        <p:nvSpPr>
          <p:cNvPr id="753" name="Google Shape;753;g279955a40ae_0_8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4" name="Google Shape;754;g279955a40ae_0_8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57" name="Shape 757"/>
        <p:cNvGrpSpPr/>
        <p:nvPr/>
      </p:nvGrpSpPr>
      <p:grpSpPr>
        <a:xfrm>
          <a:off x="0" y="0"/>
          <a:ext cx="0" cy="0"/>
        </a:xfrm>
      </p:grpSpPr>
      <p:sp>
        <p:nvSpPr>
          <p:cNvPr id="758" name="Google Shape;758;g279955a40ae_0_84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279955a40ae_0_84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2" name="Shape 762"/>
        <p:cNvGrpSpPr/>
        <p:nvPr/>
      </p:nvGrpSpPr>
      <p:grpSpPr>
        <a:xfrm>
          <a:off x="0" y="0"/>
          <a:ext cx="0" cy="0"/>
        </a:xfrm>
      </p:grpSpPr>
      <p:sp>
        <p:nvSpPr>
          <p:cNvPr id="763" name="Google Shape;763;g29541310d76_0_13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4" name="Google Shape;764;g29541310d76_0_13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69" name="Shape 769"/>
        <p:cNvGrpSpPr/>
        <p:nvPr/>
      </p:nvGrpSpPr>
      <p:grpSpPr>
        <a:xfrm>
          <a:off x="0" y="0"/>
          <a:ext cx="0" cy="0"/>
        </a:xfrm>
      </p:grpSpPr>
      <p:sp>
        <p:nvSpPr>
          <p:cNvPr id="770" name="Google Shape;770;g29410702e8c_0_7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1" name="Google Shape;771;g29410702e8c_0_7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77" name="Shape 777"/>
        <p:cNvGrpSpPr/>
        <p:nvPr/>
      </p:nvGrpSpPr>
      <p:grpSpPr>
        <a:xfrm>
          <a:off x="0" y="0"/>
          <a:ext cx="0" cy="0"/>
        </a:xfrm>
      </p:grpSpPr>
      <p:sp>
        <p:nvSpPr>
          <p:cNvPr id="778" name="Google Shape;778;g29410702e8c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9" name="Google Shape;779;g29410702e8c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797" name="Shape 797"/>
        <p:cNvGrpSpPr/>
        <p:nvPr/>
      </p:nvGrpSpPr>
      <p:grpSpPr>
        <a:xfrm>
          <a:off x="0" y="0"/>
          <a:ext cx="0" cy="0"/>
        </a:xfrm>
      </p:grpSpPr>
      <p:sp>
        <p:nvSpPr>
          <p:cNvPr id="798" name="Google Shape;798;g29410702e8c_0_79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9" name="Google Shape;799;g29410702e8c_0_79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17" name="Shape 817"/>
        <p:cNvGrpSpPr/>
        <p:nvPr/>
      </p:nvGrpSpPr>
      <p:grpSpPr>
        <a:xfrm>
          <a:off x="0" y="0"/>
          <a:ext cx="0" cy="0"/>
        </a:xfrm>
      </p:grpSpPr>
      <p:sp>
        <p:nvSpPr>
          <p:cNvPr id="818" name="Google Shape;818;g29410702e8c_0_83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9" name="Google Shape;819;g29410702e8c_0_83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29" name="Shape 829"/>
        <p:cNvGrpSpPr/>
        <p:nvPr/>
      </p:nvGrpSpPr>
      <p:grpSpPr>
        <a:xfrm>
          <a:off x="0" y="0"/>
          <a:ext cx="0" cy="0"/>
        </a:xfrm>
      </p:grpSpPr>
      <p:sp>
        <p:nvSpPr>
          <p:cNvPr id="830" name="Google Shape;830;g29429e45a2e_0_3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31" name="Google Shape;831;g29429e45a2e_0_3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40" name="Shape 840"/>
        <p:cNvGrpSpPr/>
        <p:nvPr/>
      </p:nvGrpSpPr>
      <p:grpSpPr>
        <a:xfrm>
          <a:off x="0" y="0"/>
          <a:ext cx="0" cy="0"/>
        </a:xfrm>
      </p:grpSpPr>
      <p:sp>
        <p:nvSpPr>
          <p:cNvPr id="841" name="Google Shape;841;g29429e45a2e_0_5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2" name="Google Shape;842;g29429e45a2e_0_5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51" name="Shape 851"/>
        <p:cNvGrpSpPr/>
        <p:nvPr/>
      </p:nvGrpSpPr>
      <p:grpSpPr>
        <a:xfrm>
          <a:off x="0" y="0"/>
          <a:ext cx="0" cy="0"/>
        </a:xfrm>
      </p:grpSpPr>
      <p:sp>
        <p:nvSpPr>
          <p:cNvPr id="852" name="Google Shape;852;g29429e45a2e_0_7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3" name="Google Shape;853;g29429e45a2e_0_7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65" name="Shape 865"/>
        <p:cNvGrpSpPr/>
        <p:nvPr/>
      </p:nvGrpSpPr>
      <p:grpSpPr>
        <a:xfrm>
          <a:off x="0" y="0"/>
          <a:ext cx="0" cy="0"/>
        </a:xfrm>
      </p:grpSpPr>
      <p:sp>
        <p:nvSpPr>
          <p:cNvPr id="866" name="Google Shape;866;g29429e45a2e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7" name="Google Shape;867;g29429e45a2e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77" name="Shape 877"/>
        <p:cNvGrpSpPr/>
        <p:nvPr/>
      </p:nvGrpSpPr>
      <p:grpSpPr>
        <a:xfrm>
          <a:off x="0" y="0"/>
          <a:ext cx="0" cy="0"/>
        </a:xfrm>
      </p:grpSpPr>
      <p:sp>
        <p:nvSpPr>
          <p:cNvPr id="878" name="Google Shape;878;g29410702e8c_0_85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9" name="Google Shape;879;g29410702e8c_0_85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88" name="Shape 888"/>
        <p:cNvGrpSpPr/>
        <p:nvPr/>
      </p:nvGrpSpPr>
      <p:grpSpPr>
        <a:xfrm>
          <a:off x="0" y="0"/>
          <a:ext cx="0" cy="0"/>
        </a:xfrm>
      </p:grpSpPr>
      <p:sp>
        <p:nvSpPr>
          <p:cNvPr id="889" name="Google Shape;889;g29429e45a2e_0_15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0" name="Google Shape;890;g29429e45a2e_0_15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899" name="Shape 899"/>
        <p:cNvGrpSpPr/>
        <p:nvPr/>
      </p:nvGrpSpPr>
      <p:grpSpPr>
        <a:xfrm>
          <a:off x="0" y="0"/>
          <a:ext cx="0" cy="0"/>
        </a:xfrm>
      </p:grpSpPr>
      <p:sp>
        <p:nvSpPr>
          <p:cNvPr id="900" name="Google Shape;900;g29429e45a2e_0_16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01" name="Google Shape;901;g29429e45a2e_0_16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10" name="Shape 910"/>
        <p:cNvGrpSpPr/>
        <p:nvPr/>
      </p:nvGrpSpPr>
      <p:grpSpPr>
        <a:xfrm>
          <a:off x="0" y="0"/>
          <a:ext cx="0" cy="0"/>
        </a:xfrm>
      </p:grpSpPr>
      <p:sp>
        <p:nvSpPr>
          <p:cNvPr id="911" name="Google Shape;911;g29429e45a2e_0_1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2" name="Google Shape;912;g29429e45a2e_0_1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30" name="Shape 930"/>
        <p:cNvGrpSpPr/>
        <p:nvPr/>
      </p:nvGrpSpPr>
      <p:grpSpPr>
        <a:xfrm>
          <a:off x="0" y="0"/>
          <a:ext cx="0" cy="0"/>
        </a:xfrm>
      </p:grpSpPr>
      <p:sp>
        <p:nvSpPr>
          <p:cNvPr id="931" name="Google Shape;931;g29410702e8c_0_87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2" name="Google Shape;932;g29410702e8c_0_87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42" name="Shape 942"/>
        <p:cNvGrpSpPr/>
        <p:nvPr/>
      </p:nvGrpSpPr>
      <p:grpSpPr>
        <a:xfrm>
          <a:off x="0" y="0"/>
          <a:ext cx="0" cy="0"/>
        </a:xfrm>
      </p:grpSpPr>
      <p:sp>
        <p:nvSpPr>
          <p:cNvPr id="943" name="Google Shape;943;g29410702e8c_0_90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4" name="Google Shape;944;g29410702e8c_0_90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50" name="Shape 950"/>
        <p:cNvGrpSpPr/>
        <p:nvPr/>
      </p:nvGrpSpPr>
      <p:grpSpPr>
        <a:xfrm>
          <a:off x="0" y="0"/>
          <a:ext cx="0" cy="0"/>
        </a:xfrm>
      </p:grpSpPr>
      <p:sp>
        <p:nvSpPr>
          <p:cNvPr id="951" name="Google Shape;951;g29410702e8c_0_91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2" name="Google Shape;952;g29410702e8c_0_91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63" name="Shape 963"/>
        <p:cNvGrpSpPr/>
        <p:nvPr/>
      </p:nvGrpSpPr>
      <p:grpSpPr>
        <a:xfrm>
          <a:off x="0" y="0"/>
          <a:ext cx="0" cy="0"/>
        </a:xfrm>
      </p:grpSpPr>
      <p:sp>
        <p:nvSpPr>
          <p:cNvPr id="964" name="Google Shape;964;g29410702e8c_0_92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5" name="Google Shape;965;g29410702e8c_0_92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73" name="Shape 973"/>
        <p:cNvGrpSpPr/>
        <p:nvPr/>
      </p:nvGrpSpPr>
      <p:grpSpPr>
        <a:xfrm>
          <a:off x="0" y="0"/>
          <a:ext cx="0" cy="0"/>
        </a:xfrm>
      </p:grpSpPr>
      <p:sp>
        <p:nvSpPr>
          <p:cNvPr id="974" name="Google Shape;974;g29541310d76_0_136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75" name="Google Shape;975;g29541310d76_0_136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987" name="Shape 987"/>
        <p:cNvGrpSpPr/>
        <p:nvPr/>
      </p:nvGrpSpPr>
      <p:grpSpPr>
        <a:xfrm>
          <a:off x="0" y="0"/>
          <a:ext cx="0" cy="0"/>
        </a:xfrm>
      </p:grpSpPr>
      <p:sp>
        <p:nvSpPr>
          <p:cNvPr id="988" name="Google Shape;988;g29541310d76_0_137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9" name="Google Shape;989;g29541310d76_0_137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05" name="Shape 1005"/>
        <p:cNvGrpSpPr/>
        <p:nvPr/>
      </p:nvGrpSpPr>
      <p:grpSpPr>
        <a:xfrm>
          <a:off x="0" y="0"/>
          <a:ext cx="0" cy="0"/>
        </a:xfrm>
      </p:grpSpPr>
      <p:sp>
        <p:nvSpPr>
          <p:cNvPr id="1006" name="Google Shape;1006;g29410702e8c_0_76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7" name="Google Shape;1007;g29410702e8c_0_76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013" name="Shape 1013"/>
        <p:cNvGrpSpPr/>
        <p:nvPr/>
      </p:nvGrpSpPr>
      <p:grpSpPr>
        <a:xfrm>
          <a:off x="0" y="0"/>
          <a:ext cx="0" cy="0"/>
        </a:xfrm>
      </p:grpSpPr>
      <p:sp>
        <p:nvSpPr>
          <p:cNvPr id="1014" name="Google Shape;1014;g29541310d76_0_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5" name="Google Shape;1015;g29541310d76_0_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22" name="Shape 1122"/>
        <p:cNvGrpSpPr/>
        <p:nvPr/>
      </p:nvGrpSpPr>
      <p:grpSpPr>
        <a:xfrm>
          <a:off x="0" y="0"/>
          <a:ext cx="0" cy="0"/>
        </a:xfrm>
      </p:grpSpPr>
      <p:sp>
        <p:nvSpPr>
          <p:cNvPr id="1123" name="Google Shape;1123;g29541310d76_0_139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4" name="Google Shape;1124;g29541310d76_0_139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36" name="Shape 1136"/>
        <p:cNvGrpSpPr/>
        <p:nvPr/>
      </p:nvGrpSpPr>
      <p:grpSpPr>
        <a:xfrm>
          <a:off x="0" y="0"/>
          <a:ext cx="0" cy="0"/>
        </a:xfrm>
      </p:grpSpPr>
      <p:sp>
        <p:nvSpPr>
          <p:cNvPr id="1137" name="Google Shape;1137;g1ea4a3bcd29_1_503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8" name="Google Shape;1138;g1ea4a3bcd29_1_503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148" name="Shape 1148"/>
        <p:cNvGrpSpPr/>
        <p:nvPr/>
      </p:nvGrpSpPr>
      <p:grpSpPr>
        <a:xfrm>
          <a:off x="0" y="0"/>
          <a:ext cx="0" cy="0"/>
        </a:xfrm>
      </p:grpSpPr>
      <p:sp>
        <p:nvSpPr>
          <p:cNvPr id="1149" name="Google Shape;1149;g1ea4a3bcd29_1_26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0" name="Google Shape;1150;g1ea4a3bcd29_1_26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283" name="Shape 1283"/>
        <p:cNvGrpSpPr/>
        <p:nvPr/>
      </p:nvGrpSpPr>
      <p:grpSpPr>
        <a:xfrm>
          <a:off x="0" y="0"/>
          <a:ext cx="0" cy="0"/>
        </a:xfrm>
      </p:grpSpPr>
      <p:sp>
        <p:nvSpPr>
          <p:cNvPr id="1284" name="Google Shape;1284;g1ea4a3bcd29_1_38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5" name="Google Shape;1285;g1ea4a3bcd29_1_38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06" name="Shape 1406"/>
        <p:cNvGrpSpPr/>
        <p:nvPr/>
      </p:nvGrpSpPr>
      <p:grpSpPr>
        <a:xfrm>
          <a:off x="0" y="0"/>
          <a:ext cx="0" cy="0"/>
        </a:xfrm>
      </p:grpSpPr>
      <p:sp>
        <p:nvSpPr>
          <p:cNvPr id="1407" name="Google Shape;1407;g29541310d76_0_1429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08" name="Google Shape;1408;g29541310d76_0_1429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36" name="Shape 1436"/>
        <p:cNvGrpSpPr/>
        <p:nvPr/>
      </p:nvGrpSpPr>
      <p:grpSpPr>
        <a:xfrm>
          <a:off x="0" y="0"/>
          <a:ext cx="0" cy="0"/>
        </a:xfrm>
      </p:grpSpPr>
      <p:sp>
        <p:nvSpPr>
          <p:cNvPr id="1437" name="Google Shape;1437;g29541310d76_0_84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38" name="Google Shape;1438;g29541310d76_0_84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451" name="Shape 1451"/>
        <p:cNvGrpSpPr/>
        <p:nvPr/>
      </p:nvGrpSpPr>
      <p:grpSpPr>
        <a:xfrm>
          <a:off x="0" y="0"/>
          <a:ext cx="0" cy="0"/>
        </a:xfrm>
      </p:grpSpPr>
      <p:sp>
        <p:nvSpPr>
          <p:cNvPr id="1452" name="Google Shape;1452;g29541310d76_0_122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3" name="Google Shape;1453;g29541310d76_0_122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576" name="Shape 1576"/>
        <p:cNvGrpSpPr/>
        <p:nvPr/>
      </p:nvGrpSpPr>
      <p:grpSpPr>
        <a:xfrm>
          <a:off x="0" y="0"/>
          <a:ext cx="0" cy="0"/>
        </a:xfrm>
      </p:grpSpPr>
      <p:sp>
        <p:nvSpPr>
          <p:cNvPr id="1577" name="Google Shape;1577;g29541310d76_0_860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8" name="Google Shape;1578;g29541310d76_0_860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01" name="Shape 1601"/>
        <p:cNvGrpSpPr/>
        <p:nvPr/>
      </p:nvGrpSpPr>
      <p:grpSpPr>
        <a:xfrm>
          <a:off x="0" y="0"/>
          <a:ext cx="0" cy="0"/>
        </a:xfrm>
      </p:grpSpPr>
      <p:sp>
        <p:nvSpPr>
          <p:cNvPr id="1602" name="Google Shape;1602;g29541310d76_0_888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3" name="Google Shape;1603;g29541310d76_0_888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26" name="Shape 1626"/>
        <p:cNvGrpSpPr/>
        <p:nvPr/>
      </p:nvGrpSpPr>
      <p:grpSpPr>
        <a:xfrm>
          <a:off x="0" y="0"/>
          <a:ext cx="0" cy="0"/>
        </a:xfrm>
      </p:grpSpPr>
      <p:sp>
        <p:nvSpPr>
          <p:cNvPr id="1627" name="Google Shape;1627;g29541310d76_0_105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28" name="Google Shape;1628;g29541310d76_0_105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37" name="Shape 1637"/>
        <p:cNvGrpSpPr/>
        <p:nvPr/>
      </p:nvGrpSpPr>
      <p:grpSpPr>
        <a:xfrm>
          <a:off x="0" y="0"/>
          <a:ext cx="0" cy="0"/>
        </a:xfrm>
      </p:grpSpPr>
      <p:sp>
        <p:nvSpPr>
          <p:cNvPr id="1638" name="Google Shape;1638;g29541310d76_0_108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9" name="Google Shape;1639;g29541310d76_0_108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3" name="Shape 1643"/>
        <p:cNvGrpSpPr/>
        <p:nvPr/>
      </p:nvGrpSpPr>
      <p:grpSpPr>
        <a:xfrm>
          <a:off x="0" y="0"/>
          <a:ext cx="0" cy="0"/>
        </a:xfrm>
      </p:grpSpPr>
      <p:sp>
        <p:nvSpPr>
          <p:cNvPr id="1644" name="Google Shape;1644;g29541310d76_0_109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45" name="Google Shape;1645;g29541310d76_0_109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49" name="Shape 1649"/>
        <p:cNvGrpSpPr/>
        <p:nvPr/>
      </p:nvGrpSpPr>
      <p:grpSpPr>
        <a:xfrm>
          <a:off x="0" y="0"/>
          <a:ext cx="0" cy="0"/>
        </a:xfrm>
      </p:grpSpPr>
      <p:sp>
        <p:nvSpPr>
          <p:cNvPr id="1650" name="Google Shape;1650;g29541310d76_0_1611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1" name="Google Shape;1651;g29541310d76_0_1611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57" name="Shape 1657"/>
        <p:cNvGrpSpPr/>
        <p:nvPr/>
      </p:nvGrpSpPr>
      <p:grpSpPr>
        <a:xfrm>
          <a:off x="0" y="0"/>
          <a:ext cx="0" cy="0"/>
        </a:xfrm>
      </p:grpSpPr>
      <p:sp>
        <p:nvSpPr>
          <p:cNvPr id="1658" name="Google Shape;1658;g29541310d76_0_1625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9" name="Google Shape;1659;g29541310d76_0_1625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68" name="Shape 1668"/>
        <p:cNvGrpSpPr/>
        <p:nvPr/>
      </p:nvGrpSpPr>
      <p:grpSpPr>
        <a:xfrm>
          <a:off x="0" y="0"/>
          <a:ext cx="0" cy="0"/>
        </a:xfrm>
      </p:grpSpPr>
      <p:sp>
        <p:nvSpPr>
          <p:cNvPr id="1669" name="Google Shape;1669;g29541310d76_0_1616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0" name="Google Shape;1670;g29541310d76_0_1616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76" name="Shape 1676"/>
        <p:cNvGrpSpPr/>
        <p:nvPr/>
      </p:nvGrpSpPr>
      <p:grpSpPr>
        <a:xfrm>
          <a:off x="0" y="0"/>
          <a:ext cx="0" cy="0"/>
        </a:xfrm>
      </p:grpSpPr>
      <p:sp>
        <p:nvSpPr>
          <p:cNvPr id="1677" name="Google Shape;1677;g29541310d76_0_1637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78" name="Google Shape;1678;g29541310d76_0_1637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86" name="Shape 1686"/>
        <p:cNvGrpSpPr/>
        <p:nvPr/>
      </p:nvGrpSpPr>
      <p:grpSpPr>
        <a:xfrm>
          <a:off x="0" y="0"/>
          <a:ext cx="0" cy="0"/>
        </a:xfrm>
      </p:grpSpPr>
      <p:sp>
        <p:nvSpPr>
          <p:cNvPr id="1687" name="Google Shape;1687;g2993aded0fe_0_124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88" name="Google Shape;1688;g2993aded0fe_0_124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="http://schemas.openxmlformats.org/presentationml/2006/main" showMasterSp="0" showMasterPhAnim="0">
  <p:cSld name="">
    <p:spTree>
      <p:nvGrpSpPr>
        <p:cNvPr id="1692" name="Shape 1692"/>
        <p:cNvGrpSpPr/>
        <p:nvPr/>
      </p:nvGrpSpPr>
      <p:grpSpPr>
        <a:xfrm>
          <a:off x="0" y="0"/>
          <a:ext cx="0" cy="0"/>
        </a:xfrm>
      </p:grpSpPr>
      <p:sp>
        <p:nvSpPr>
          <p:cNvPr id="1693" name="Google Shape;1693;g279955a40ae_0_852:notes"/>
          <p:cNvSpPr/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rect l="l" t="t" r="r" b="b"/>
            <a:pathLst>
              <a:path w="119999" h="119999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4" name="Google Shape;1694;g279955a40ae_0_852:notes"/>
          <p:cNvSpPr txBox="1"/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3.png" /><Relationship Id="rId4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5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6.png" /><Relationship Id="rId4" Type="http://schemas.openxmlformats.org/officeDocument/2006/relationships/image" Target="../media/image7.png" /><Relationship Id="rId5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8.png" /><Relationship Id="rId2" Type="http://schemas.openxmlformats.org/officeDocument/2006/relationships/image" Target="../media/image2.png" /><Relationship Id="rId3" Type="http://schemas.openxmlformats.org/officeDocument/2006/relationships/image" Target="../media/image1.png" /><Relationship Id="rId4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.png" /><Relationship Id="rId2" Type="http://schemas.openxmlformats.org/officeDocument/2006/relationships/image" Target="../media/image1.png" /><Relationship Id="rId3" Type="http://schemas.openxmlformats.org/officeDocument/2006/relationships/image" Target="../media/image9.png" /><Relationship Id="rId4" Type="http://schemas.openxmlformats.org/officeDocument/2006/relationships/image" Target="../media/image10.png" /><Relationship Id="rId5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1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2.png" /><Relationship Id="rId3" Type="http://schemas.openxmlformats.org/officeDocument/2006/relationships/image" Target="../media/image12.png" /><Relationship Id="rId4" Type="http://schemas.openxmlformats.org/officeDocument/2006/relationships/image" Target="../media/image13.png" /><Relationship Id="rId5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.png" /><Relationship Id="rId2" Type="http://schemas.openxmlformats.org/officeDocument/2006/relationships/image" Target="../media/image14.png" /><Relationship Id="rId3" Type="http://schemas.openxmlformats.org/officeDocument/2006/relationships/image" Target="../media/image2.png" /><Relationship Id="rId4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6.png" /><Relationship Id="rId2" Type="http://schemas.openxmlformats.org/officeDocument/2006/relationships/image" Target="../media/image17.png" /><Relationship Id="rId3" Type="http://schemas.openxmlformats.org/officeDocument/2006/relationships/image" Target="../media/image18.png" /><Relationship Id="rId4" Type="http://schemas.openxmlformats.org/officeDocument/2006/relationships/image" Target="../media/image19.png" /><Relationship Id="rId5" Type="http://schemas.openxmlformats.org/officeDocument/2006/relationships/image" Target="../media/image20.png" /><Relationship Id="rId6" Type="http://schemas.openxmlformats.org/officeDocument/2006/relationships/image" Target="../media/image21.png" /><Relationship Id="rId7" Type="http://schemas.openxmlformats.org/officeDocument/2006/relationships/slideMaster" Target="../slideMasters/slideMaster1.xml" /></Relationships>
</file>

<file path=ppt/slideLayouts/_rels/slideLayout1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1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3.png" /><Relationship Id="rId2" Type="http://schemas.openxmlformats.org/officeDocument/2006/relationships/image" Target="../media/image24.png" /><Relationship Id="rId3" Type="http://schemas.openxmlformats.org/officeDocument/2006/relationships/image" Target="../media/image25.png" /><Relationship Id="rId4" Type="http://schemas.openxmlformats.org/officeDocument/2006/relationships/image" Target="../media/image26.png" /><Relationship Id="rId5" Type="http://schemas.openxmlformats.org/officeDocument/2006/relationships/image" Target="../media/image27.png" /><Relationship Id="rId6" Type="http://schemas.openxmlformats.org/officeDocument/2006/relationships/image" Target="../media/image22.png" /><Relationship Id="rId7" Type="http://schemas.openxmlformats.org/officeDocument/2006/relationships/slideMaster" Target="../slideMasters/slideMaster1.xml" /></Relationships>
</file>

<file path=ppt/slideLayouts/_rels/slideLayout1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2" Type="http://schemas.openxmlformats.org/officeDocument/2006/relationships/image" Target="../media/image25.png" /><Relationship Id="rId3" Type="http://schemas.openxmlformats.org/officeDocument/2006/relationships/image" Target="../media/image23.png" /><Relationship Id="rId4" Type="http://schemas.openxmlformats.org/officeDocument/2006/relationships/image" Target="../media/image24.png" /><Relationship Id="rId5" Type="http://schemas.openxmlformats.org/officeDocument/2006/relationships/image" Target="../media/image29.png" /><Relationship Id="rId6" Type="http://schemas.openxmlformats.org/officeDocument/2006/relationships/image" Target="../media/image26.png" /><Relationship Id="rId7" Type="http://schemas.openxmlformats.org/officeDocument/2006/relationships/image" Target="../media/image27.png" /><Relationship Id="rId8" Type="http://schemas.openxmlformats.org/officeDocument/2006/relationships/image" Target="../media/image22.png" /><Relationship Id="rId9" Type="http://schemas.openxmlformats.org/officeDocument/2006/relationships/slideMaster" Target="../slideMasters/slideMaster1.xml" /></Relationships>
</file>

<file path=ppt/slideLayouts/_rels/slideLayout2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8.png" /><Relationship Id="rId10" Type="http://schemas.openxmlformats.org/officeDocument/2006/relationships/image" Target="../media/image22.png" /><Relationship Id="rId11" Type="http://schemas.openxmlformats.org/officeDocument/2006/relationships/slideMaster" Target="../slideMasters/slideMaster1.xml" /><Relationship Id="rId2" Type="http://schemas.openxmlformats.org/officeDocument/2006/relationships/image" Target="../media/image25.png" /><Relationship Id="rId3" Type="http://schemas.openxmlformats.org/officeDocument/2006/relationships/image" Target="../media/image30.png" /><Relationship Id="rId4" Type="http://schemas.openxmlformats.org/officeDocument/2006/relationships/image" Target="../media/image23.png" /><Relationship Id="rId5" Type="http://schemas.openxmlformats.org/officeDocument/2006/relationships/image" Target="../media/image24.png" /><Relationship Id="rId6" Type="http://schemas.openxmlformats.org/officeDocument/2006/relationships/image" Target="../media/image29.png" /><Relationship Id="rId7" Type="http://schemas.openxmlformats.org/officeDocument/2006/relationships/image" Target="../media/image26.png" /><Relationship Id="rId8" Type="http://schemas.openxmlformats.org/officeDocument/2006/relationships/image" Target="../media/image27.png" /><Relationship Id="rId9" Type="http://schemas.openxmlformats.org/officeDocument/2006/relationships/image" Target="../media/image31.png" /></Relationships>
</file>

<file path=ppt/slideLayouts/_rels/slideLayout2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slideMaster" Target="../slideMasters/slideMaster1.xml" /></Relationships>
</file>

<file path=ppt/slideLayouts/_rels/slideLayout2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3.png" /><Relationship Id="rId3" Type="http://schemas.openxmlformats.org/officeDocument/2006/relationships/image" Target="../media/image37.png" /><Relationship Id="rId4" Type="http://schemas.openxmlformats.org/officeDocument/2006/relationships/slideMaster" Target="../slideMasters/slideMaster1.xml" /></Relationships>
</file>

<file path=ppt/slideLayouts/_rels/slideLayout2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8.png" /><Relationship Id="rId2" Type="http://schemas.openxmlformats.org/officeDocument/2006/relationships/image" Target="../media/image32.png" /><Relationship Id="rId3" Type="http://schemas.openxmlformats.org/officeDocument/2006/relationships/image" Target="../media/image37.png" /><Relationship Id="rId4" Type="http://schemas.openxmlformats.org/officeDocument/2006/relationships/image" Target="../media/image39.png" /><Relationship Id="rId5" Type="http://schemas.openxmlformats.org/officeDocument/2006/relationships/slideMaster" Target="../slideMasters/slideMaster1.xml" /></Relationships>
</file>

<file path=ppt/slideLayouts/_rels/slideLayout3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image" Target="../media/image38.png" /><Relationship Id="rId5" Type="http://schemas.openxmlformats.org/officeDocument/2006/relationships/slideMaster" Target="../slideMasters/slideMaster1.xml" /></Relationships>
</file>

<file path=ppt/slideLayouts/_rels/slideLayout3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3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image" Target="../media/image39.png" /><Relationship Id="rId4" Type="http://schemas.openxmlformats.org/officeDocument/2006/relationships/slideMaster" Target="../slideMasters/slideMaster1.xml" /></Relationships>
</file>

<file path=ppt/slideLayouts/_rels/slideLayout4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37.png" /><Relationship Id="rId3" Type="http://schemas.openxmlformats.org/officeDocument/2006/relationships/slideMaster" Target="../slideMasters/slideMaster1.xml" /></Relationships>
</file>

<file path=ppt/slideLayouts/_rels/slideLayout4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0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2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0.png" /><Relationship Id="rId3" Type="http://schemas.openxmlformats.org/officeDocument/2006/relationships/slideMaster" Target="../slideMasters/slideMaster1.xml" /></Relationships>
</file>

<file path=ppt/slideLayouts/_rels/slideLayout53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2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4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4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5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5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6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36.png" /><Relationship Id="rId2" Type="http://schemas.openxmlformats.org/officeDocument/2006/relationships/image" Target="../media/image41.png" /><Relationship Id="rId3" Type="http://schemas.openxmlformats.org/officeDocument/2006/relationships/slideMaster" Target="../slideMasters/slideMaster1.xml" /></Relationships>
</file>

<file path=ppt/slideLayouts/_rels/slideLayout57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8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22.png" /><Relationship Id="rId2" Type="http://schemas.openxmlformats.org/officeDocument/2006/relationships/slideMaster" Target="../slideMasters/slideMaster1.xml" /></Relationships>
</file>

<file path=ppt/slideLayouts/_rels/slideLayout59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42.png" /><Relationship Id="rId2" Type="http://schemas.openxmlformats.org/officeDocument/2006/relationships/slideMaster" Target="../slideMasters/slideMaster1.xml" /></Relationships>
</file>

<file path=ppt/slideLayouts/_rels/slideLayout6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1.xml.rels>&#65279;<?xml version="1.0" encoding="utf-8" standalone="yes"?><Relationships xmlns="http://schemas.openxmlformats.org/package/2006/relationships"><Relationship Id="rId1" Type="http://schemas.openxmlformats.org/officeDocument/2006/relationships/image" Target="../media/image15.png" /><Relationship Id="rId2" Type="http://schemas.openxmlformats.org/officeDocument/2006/relationships/slideMaster" Target="../slideMasters/slideMaster1.xml" /></Relationships>
</file>

<file path=ppt/slideLayouts/_rels/slideLayout6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English">
  <p:cSld name="Title Slide 2_1">
    <p:bg>
      <p:bgPr>
        <a:solidFill>
          <a:srgbClr val="BEF2BD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English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23850" y="810000"/>
            <a:ext cx="54507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type="subTitle" idx="1"/>
          </p:nvPr>
        </p:nvSpPr>
        <p:spPr>
          <a:xfrm>
            <a:off x="890225" y="4327975"/>
            <a:ext cx="59862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14" name="Google Shape;14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  <p:extLst>
    <p:ext uri="{DCECCB84-F9BA-43D5-87BE-67443E8EF086}">
      <p15:sldGuideLst xmlns:p15="http://schemas.microsoft.com/office/powerpoint/2012/main">
        <p15:guide id="1" orient="horz" pos="2867">
          <p15:clr>
            <a:srgbClr val="E46962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aths">
  <p:cSld name="Title Slide 2_1_1">
    <p:bg>
      <p:bgPr>
        <a:solidFill>
          <a:srgbClr val="BEF2BD"/>
        </a:solidFill>
      </p:bgPr>
    </p:bg>
    <p:spTree>
      <p:nvGrpSpPr>
        <p:cNvPr id="17" name="Shape 17"/>
        <p:cNvGrpSpPr/>
        <p:nvPr/>
      </p:nvGrpSpPr>
      <p:grpSpPr>
        <a:xfrm>
          <a:off x="0" y="0"/>
          <a:ext cx="0" cy="0"/>
        </a:xfrm>
      </p:grpSpPr>
      <p:pic>
        <p:nvPicPr>
          <p:cNvPr id="18" name="Google Shape;18;p3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3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Maths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1" name="Google Shape;21;p3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24" name="Google Shape;24;p3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707200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Geography">
  <p:cSld name="Title Slide 2_1_1_1">
    <p:bg>
      <p:bgPr>
        <a:solidFill>
          <a:srgbClr val="BEF2BD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</a:xfrm>
      </p:grpSpPr>
      <p:pic>
        <p:nvPicPr>
          <p:cNvPr id="26" name="Google Shape;26;p4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259825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28" name="Google Shape;28;p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4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Geography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" name="Google Shape;30;p4"/>
          <p:cNvSpPr txBox="1"/>
          <p:nvPr>
            <p:ph type="subTitle" idx="1"/>
          </p:nvPr>
        </p:nvSpPr>
        <p:spPr>
          <a:xfrm>
            <a:off x="890225" y="4327975"/>
            <a:ext cx="5997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1" name="Google Shape;31;p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2" name="Google Shape;32;p4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History">
  <p:cSld name="Title Slide 2_1_1_1_1">
    <p:bg>
      <p:bgPr>
        <a:solidFill>
          <a:srgbClr val="BEF2BD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</a:xfrm>
      </p:grpSpPr>
      <p:pic>
        <p:nvPicPr>
          <p:cNvPr id="34" name="Google Shape;34;p5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5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" name="Google Shape;36;p5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History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" name="Google Shape;37;p5"/>
          <p:cNvSpPr txBox="1"/>
          <p:nvPr>
            <p:ph type="subTitle" idx="1"/>
          </p:nvPr>
        </p:nvSpPr>
        <p:spPr>
          <a:xfrm>
            <a:off x="890225" y="4327975"/>
            <a:ext cx="5804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38" name="Google Shape;38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p5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40" name="Google Shape;40;p5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41" name="Google Shape;41;p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2" name="Google Shape;42;p5"/>
            <p:cNvSpPr/>
            <p:nvPr/>
          </p:nvSpPr>
          <p:spPr>
            <a:xfrm>
              <a:off x="6860400" y="1205850"/>
              <a:ext cx="1959600" cy="1365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43" name="Google Shape;43;p5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78432">
              <a:off x="7001357" y="1317070"/>
              <a:ext cx="1677682" cy="1143462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Music">
  <p:cSld name="Title Slide 2_1_1_1_1_1">
    <p:bg>
      <p:bgPr>
        <a:solidFill>
          <a:srgbClr val="BEF2BD"/>
        </a:solidFill>
      </p:bgPr>
    </p:bg>
    <p:spTree>
      <p:nvGrpSpPr>
        <p:cNvPr id="44" name="Shape 44"/>
        <p:cNvGrpSpPr/>
        <p:nvPr/>
      </p:nvGrpSpPr>
      <p:grpSpPr>
        <a:xfrm>
          <a:off x="0" y="0"/>
          <a:ext cx="0" cy="0"/>
        </a:xfrm>
      </p:grpSpPr>
      <p:pic>
        <p:nvPicPr>
          <p:cNvPr id="45" name="Google Shape;45;p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6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6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Music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type="subTitle" idx="1"/>
          </p:nvPr>
        </p:nvSpPr>
        <p:spPr>
          <a:xfrm>
            <a:off x="890225" y="4327975"/>
            <a:ext cx="57870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49" name="Google Shape;49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p6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3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661625" cy="128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Science">
  <p:cSld name="Title Slide 2_1_1_1_1_1_1">
    <p:bg>
      <p:bgPr>
        <a:solidFill>
          <a:srgbClr val="BEF2BD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</a:xfrm>
      </p:grpSpPr>
      <p:sp>
        <p:nvSpPr>
          <p:cNvPr id="53" name="Google Shape;53;p7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4" name="Google Shape;54;p7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Science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" name="Google Shape;55;p7"/>
          <p:cNvSpPr txBox="1"/>
          <p:nvPr>
            <p:ph type="subTitle" idx="1"/>
          </p:nvPr>
        </p:nvSpPr>
        <p:spPr>
          <a:xfrm>
            <a:off x="890225" y="4327975"/>
            <a:ext cx="57927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pic>
        <p:nvPicPr>
          <p:cNvPr id="58" name="Google Shape;58;p7"/>
          <p:cNvPicPr preferRelativeResize="0"/>
          <p:nvPr/>
        </p:nvPicPr>
        <p:blipFill>
          <a:blip r:embed="rId2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59" name="Google Shape;59;p7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60" name="Google Shape;60;p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" name="Google Shape;61;p7"/>
            <p:cNvSpPr/>
            <p:nvPr/>
          </p:nvSpPr>
          <p:spPr>
            <a:xfrm>
              <a:off x="6860400" y="869975"/>
              <a:ext cx="1959600" cy="2007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62" name="Google Shape;62;p7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11816">
              <a:off x="7083000" y="1110274"/>
              <a:ext cx="1514398" cy="1526398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Biology">
  <p:cSld name="Title Slide 2_1_1_1_1_1_1_1">
    <p:bg>
      <p:bgPr>
        <a:solidFill>
          <a:srgbClr val="BEF2BD"/>
        </a:solidFill>
      </p:bgPr>
    </p:bg>
    <p:spTree>
      <p:nvGrpSpPr>
        <p:cNvPr id="63" name="Shape 63"/>
        <p:cNvGrpSpPr/>
        <p:nvPr/>
      </p:nvGrpSpPr>
      <p:grpSpPr>
        <a:xfrm>
          <a:off x="0" y="0"/>
          <a:ext cx="0" cy="0"/>
        </a:xfrm>
      </p:grpSpPr>
      <p:pic>
        <p:nvPicPr>
          <p:cNvPr id="64" name="Google Shape;64;p8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8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Biology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" name="Google Shape;68;p8"/>
          <p:cNvSpPr txBox="1"/>
          <p:nvPr>
            <p:ph type="subTitle" idx="1"/>
          </p:nvPr>
        </p:nvSpPr>
        <p:spPr>
          <a:xfrm>
            <a:off x="890225" y="4327975"/>
            <a:ext cx="57756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69" name="Google Shape;69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0" name="Google Shape;70;p8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Physics">
  <p:cSld name="Title Slide 2_1_1_1_1_1_1_1_1">
    <p:bg>
      <p:bgPr>
        <a:solidFill>
          <a:srgbClr val="BEF2BD"/>
        </a:solidFill>
      </p:bgPr>
    </p:bg>
    <p:spTree>
      <p:nvGrpSpPr>
        <p:cNvPr id="71" name="Shape 71"/>
        <p:cNvGrpSpPr/>
        <p:nvPr/>
      </p:nvGrpSpPr>
      <p:grpSpPr>
        <a:xfrm>
          <a:off x="0" y="0"/>
          <a:ext cx="0" cy="0"/>
        </a:xfrm>
      </p:grpSpPr>
      <p:pic>
        <p:nvPicPr>
          <p:cNvPr id="72" name="Google Shape;72;p9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859400" cy="127996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9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4" name="Google Shape;74;p9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Physics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5" name="Google Shape;75;p9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76" name="Google Shape;76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77" name="Google Shape;77;p9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  <p:grpSp>
        <p:nvGrpSpPr>
          <p:cNvPr id="78" name="Google Shape;78;p9"/>
          <p:cNvGrpSpPr/>
          <p:nvPr/>
        </p:nvGrpSpPr>
        <p:grpSpPr>
          <a:xfrm>
            <a:off x="6156975" y="0"/>
            <a:ext cx="2987025" cy="3854074"/>
            <a:chOff x="6156975" y="0"/>
            <a:chExt cx="2987025" cy="3854074"/>
          </a:xfrm>
        </p:grpSpPr>
        <p:pic>
          <p:nvPicPr>
            <p:cNvPr id="79" name="Google Shape;79;p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6156975" y="0"/>
              <a:ext cx="2987025" cy="3854074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80" name="Google Shape;80;p9"/>
            <p:cNvSpPr/>
            <p:nvPr/>
          </p:nvSpPr>
          <p:spPr>
            <a:xfrm>
              <a:off x="6898050" y="839288"/>
              <a:ext cx="1959600" cy="2354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pic>
          <p:nvPicPr>
            <p:cNvPr id="81" name="Google Shape;81;p9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 rot="-384492">
              <a:off x="7235674" y="1037850"/>
              <a:ext cx="1204851" cy="1957577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0 Title slide - Chemistry">
  <p:cSld name="Title Slide 2_1_1_1_1_1_1_1_1_1">
    <p:bg>
      <p:bgPr>
        <a:solidFill>
          <a:srgbClr val="BEF2BD"/>
        </a:solidFill>
      </p:bgPr>
    </p:bg>
    <p:spTree>
      <p:nvGrpSpPr>
        <p:cNvPr id="82" name="Shape 82"/>
        <p:cNvGrpSpPr/>
        <p:nvPr/>
      </p:nvGrpSpPr>
      <p:grpSpPr>
        <a:xfrm>
          <a:off x="0" y="0"/>
          <a:ext cx="0" cy="0"/>
        </a:xfrm>
      </p:grpSpPr>
      <p:pic>
        <p:nvPicPr>
          <p:cNvPr id="83" name="Google Shape;83;p10"/>
          <p:cNvPicPr preferRelativeResize="0"/>
          <p:nvPr/>
        </p:nvPicPr>
        <p:blipFill>
          <a:blip r:embed="rId1">
            <a:alphaModFix/>
          </a:blip>
          <a:srcRect l="6209" r="6209"/>
          <a:stretch>
            <a:fillRect/>
          </a:stretch>
        </p:blipFill>
        <p:spPr>
          <a:xfrm>
            <a:off x="324000" y="4008600"/>
            <a:ext cx="1117400" cy="12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4" name="Google Shape;84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156975" y="0"/>
            <a:ext cx="2987025" cy="3854074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0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3800"/>
              <a:buFont typeface="Lexend"/>
              <a:buNone/>
              <a:defRPr sz="3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6" name="Google Shape;86;p10"/>
          <p:cNvSpPr txBox="1"/>
          <p:nvPr/>
        </p:nvSpPr>
        <p:spPr>
          <a:xfrm>
            <a:off x="323850" y="3781525"/>
            <a:ext cx="18609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Chemistry</a:t>
            </a:r>
            <a:endParaRPr sz="17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7" name="Google Shape;87;p10"/>
          <p:cNvSpPr txBox="1"/>
          <p:nvPr>
            <p:ph type="subTitle" idx="1"/>
          </p:nvPr>
        </p:nvSpPr>
        <p:spPr>
          <a:xfrm>
            <a:off x="890225" y="4327975"/>
            <a:ext cx="5855100" cy="66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None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algn="ctr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SzPts val="1500"/>
              <a:buNone/>
              <a:defRPr sz="1500"/>
            </a:lvl2pPr>
            <a:lvl3pPr lvl="2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400"/>
              <a:buNone/>
              <a:defRPr sz="1400"/>
            </a:lvl3pPr>
            <a:lvl4pPr lvl="3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4pPr>
            <a:lvl5pPr lvl="4" algn="ctr" rtl="0">
              <a:lnSpc>
                <a:spcPct val="10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600"/>
              </a:spcBef>
              <a:spcAft>
                <a:spcPct val="0"/>
              </a:spcAft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400"/>
              </a:spcBef>
              <a:spcAft>
                <a:spcPct val="0"/>
              </a:spcAft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400"/>
              </a:spcBef>
              <a:spcAft>
                <a:spcPts val="200"/>
              </a:spcAft>
              <a:buSzPts val="1200"/>
              <a:buNone/>
              <a:defRPr sz="1200"/>
            </a:lvl9pPr>
          </a:lstStyle>
          <a:p/>
        </p:txBody>
      </p:sp>
      <p:pic>
        <p:nvPicPr>
          <p:cNvPr id="88" name="Google Shape;88;p1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90424" y="4098434"/>
            <a:ext cx="1052750" cy="482825"/>
          </a:xfrm>
          <a:prstGeom prst="rect">
            <a:avLst/>
          </a:prstGeom>
          <a:noFill/>
          <a:ln>
            <a:noFill/>
          </a:ln>
        </p:spPr>
      </p:pic>
      <p:sp>
        <p:nvSpPr>
          <p:cNvPr id="89" name="Google Shape;89;p10"/>
          <p:cNvSpPr txBox="1"/>
          <p:nvPr/>
        </p:nvSpPr>
        <p:spPr>
          <a:xfrm>
            <a:off x="323850" y="4321250"/>
            <a:ext cx="5283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latin typeface="Lexend Light"/>
                <a:ea typeface="Lexend Light"/>
                <a:cs typeface="Lexend Light"/>
                <a:sym typeface="Lexend Light"/>
              </a:rPr>
              <a:t>Unit:</a:t>
            </a:r>
            <a:endParaRPr sz="1800">
              <a:latin typeface="Lexend Light"/>
              <a:ea typeface="Lexend Light"/>
              <a:cs typeface="Lexend Light"/>
              <a:sym typeface="Lexend Light"/>
            </a:endParaRPr>
          </a:p>
        </p:txBody>
      </p:sp>
    </p:spTree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1 Outcome">
  <p:cSld name="CUSTOM_5">
    <p:bg>
      <p:bgPr>
        <a:solidFill>
          <a:srgbClr val="BEF2BD"/>
        </a:solidFill>
      </p:bgPr>
    </p:bg>
    <p:spTree>
      <p:nvGrpSpPr>
        <p:cNvPr id="90" name="Shape 90"/>
        <p:cNvGrpSpPr/>
        <p:nvPr/>
      </p:nvGrpSpPr>
      <p:grpSpPr>
        <a:xfrm>
          <a:off x="0" y="0"/>
          <a:ext cx="0" cy="0"/>
        </a:xfrm>
      </p:grpSpPr>
      <p:pic>
        <p:nvPicPr>
          <p:cNvPr id="91" name="Google Shape;91;p11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3225" y="13883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1"/>
          <p:cNvSpPr txBox="1"/>
          <p:nvPr/>
        </p:nvSpPr>
        <p:spPr>
          <a:xfrm>
            <a:off x="325207" y="454765"/>
            <a:ext cx="45756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800" b="1">
                <a:latin typeface="Lexend"/>
                <a:ea typeface="Lexend"/>
                <a:cs typeface="Lexend"/>
                <a:sym typeface="Lexend"/>
              </a:rPr>
              <a:t>Outcome</a:t>
            </a:r>
            <a:endParaRPr sz="2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3" name="Google Shape;93;p11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000"/>
              <a:buNone/>
              <a:defRPr sz="2000"/>
            </a:lvl1pPr>
            <a:lvl2pPr lvl="1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2 Hidden guidance slide">
  <p:cSld name="CUSTOM_1">
    <p:spTree>
      <p:nvGrpSpPr>
        <p:cNvPr id="94" name="Shape 94"/>
        <p:cNvGrpSpPr/>
        <p:nvPr/>
      </p:nvGrpSpPr>
      <p:grpSpPr>
        <a:xfrm>
          <a:off x="0" y="0"/>
          <a:ext cx="0" cy="0"/>
        </a:xfrm>
      </p:grpSpPr>
      <p:sp>
        <p:nvSpPr>
          <p:cNvPr id="95" name="Google Shape;95;p12"/>
          <p:cNvSpPr txBox="1"/>
          <p:nvPr/>
        </p:nvSpPr>
        <p:spPr>
          <a:xfrm>
            <a:off x="177375" y="724875"/>
            <a:ext cx="42414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Oak’s lessons are structured around 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learning cycles</a:t>
            </a:r>
            <a:r>
              <a:rPr lang="en-GB" sz="1200" i="1">
                <a:latin typeface="Lexend"/>
                <a:ea typeface="Lexend"/>
                <a:cs typeface="Lexend"/>
                <a:sym typeface="Lexend"/>
              </a:rPr>
              <a:t>.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These are indicated through colour in the slide deck: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2"/>
          <p:cNvSpPr txBox="1"/>
          <p:nvPr/>
        </p:nvSpPr>
        <p:spPr>
          <a:xfrm>
            <a:off x="177375" y="248475"/>
            <a:ext cx="42414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Oak’s lesson structure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7" name="Google Shape;97;p12"/>
          <p:cNvSpPr txBox="1"/>
          <p:nvPr/>
        </p:nvSpPr>
        <p:spPr>
          <a:xfrm>
            <a:off x="4825725" y="248475"/>
            <a:ext cx="401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latin typeface="Lexend"/>
                <a:ea typeface="Lexend"/>
                <a:cs typeface="Lexend"/>
                <a:sym typeface="Lexend"/>
              </a:rPr>
              <a:t>Useful links</a:t>
            </a:r>
            <a:endParaRPr sz="1800" b="1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8" name="Google Shape;98;p12"/>
          <p:cNvSpPr txBox="1"/>
          <p:nvPr/>
        </p:nvSpPr>
        <p:spPr>
          <a:xfrm>
            <a:off x="177375" y="3053550"/>
            <a:ext cx="42072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Each</a:t>
            </a:r>
            <a:r>
              <a:rPr lang="en-GB" sz="1200" b="1">
                <a:latin typeface="Lexend"/>
                <a:ea typeface="Lexend"/>
                <a:cs typeface="Lexend"/>
                <a:sym typeface="Lexend"/>
              </a:rPr>
              <a:t> learning cycle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covers several phases: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9" name="Google Shape;99;p12"/>
          <p:cNvSpPr txBox="1"/>
          <p:nvPr/>
        </p:nvSpPr>
        <p:spPr>
          <a:xfrm>
            <a:off x="4825725" y="724875"/>
            <a:ext cx="40128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Advice on                                          to </a:t>
            </a:r>
            <a:r>
              <a:rPr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bring the lesson to life in your classroom and</a:t>
            </a: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 best fit the needs of your pupils.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00" name="Google Shape;100;p12"/>
          <p:cNvGrpSpPr/>
          <p:nvPr/>
        </p:nvGrpSpPr>
        <p:grpSpPr>
          <a:xfrm>
            <a:off x="2498516" y="1415817"/>
            <a:ext cx="1745270" cy="1430724"/>
            <a:chOff x="2642961" y="1644312"/>
            <a:chExt cx="1454634" cy="1195657"/>
          </a:xfrm>
        </p:grpSpPr>
        <p:pic>
          <p:nvPicPr>
            <p:cNvPr id="101" name="Google Shape;101;p12"/>
            <p:cNvPicPr preferRelativeResize="0"/>
            <p:nvPr/>
          </p:nvPicPr>
          <p:blipFill>
            <a:blip r:embed="rId1">
              <a:alphaModFix/>
            </a:blip>
            <a:stretch>
              <a:fillRect/>
            </a:stretch>
          </p:blipFill>
          <p:spPr>
            <a:xfrm>
              <a:off x="2642975" y="1644312"/>
              <a:ext cx="1454621" cy="287396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2" name="Google Shape;102;p12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2642975" y="1936215"/>
              <a:ext cx="1454618" cy="287940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3" name="Google Shape;103;p1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2642965" y="2251391"/>
              <a:ext cx="1454621" cy="284581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  <p:pic>
          <p:nvPicPr>
            <p:cNvPr id="104" name="Google Shape;104;p12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2642961" y="2563206"/>
              <a:ext cx="1454620" cy="276764"/>
            </a:xfrm>
            <a:prstGeom prst="rect">
              <a:avLst/>
            </a:prstGeom>
            <a:noFill/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</p:pic>
      </p:grpSp>
      <p:pic>
        <p:nvPicPr>
          <p:cNvPr id="105" name="Google Shape;105;p12"/>
          <p:cNvPicPr preferRelativeResize="0"/>
          <p:nvPr/>
        </p:nvPicPr>
        <p:blipFill>
          <a:blip r:embed="rId5">
            <a:alphaModFix/>
          </a:blip>
          <a:srcRect l="3910" b="5222"/>
          <a:stretch>
            <a:fillRect/>
          </a:stretch>
        </p:blipFill>
        <p:spPr>
          <a:xfrm>
            <a:off x="1252313" y="3417350"/>
            <a:ext cx="2057336" cy="1195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2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6350" y="1549488"/>
            <a:ext cx="2057324" cy="1163398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</p:spTree>
  </p:cSld>
  <p:clrMapOvr>
    <a:masterClrMapping/>
  </p:clrMapOvr>
  <p:transition/>
  <p:timing/>
</p:sldLayout>
</file>

<file path=ppt/slideLayouts/slideLayout1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 Keywords (3)">
  <p:cSld name="CUSTOM_3_1">
    <p:spTree>
      <p:nvGrpSpPr>
        <p:cNvPr id="107" name="Shape 107"/>
        <p:cNvGrpSpPr/>
        <p:nvPr/>
      </p:nvGrpSpPr>
      <p:grpSpPr>
        <a:xfrm>
          <a:off x="0" y="0"/>
          <a:ext cx="0" cy="0"/>
        </a:xfrm>
      </p:grpSpPr>
      <p:sp>
        <p:nvSpPr>
          <p:cNvPr id="108" name="Google Shape;108;p1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09" name="Google Shape;109;p13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13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13"/>
          <p:cNvSpPr txBox="1"/>
          <p:nvPr>
            <p:ph type="subTitle" idx="1"/>
          </p:nvPr>
        </p:nvSpPr>
        <p:spPr>
          <a:xfrm>
            <a:off x="323994" y="99364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2" name="Google Shape;112;p13"/>
          <p:cNvSpPr txBox="1"/>
          <p:nvPr>
            <p:ph type="subTitle" idx="2"/>
          </p:nvPr>
        </p:nvSpPr>
        <p:spPr>
          <a:xfrm>
            <a:off x="323994" y="223873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3" name="Google Shape;113;p13"/>
          <p:cNvSpPr txBox="1"/>
          <p:nvPr>
            <p:ph type="subTitle" idx="3"/>
          </p:nvPr>
        </p:nvSpPr>
        <p:spPr>
          <a:xfrm>
            <a:off x="323994" y="3483820"/>
            <a:ext cx="72159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0.1 Keywords definitions (3)">
  <p:cSld name="CUSTOM_3_1_1">
    <p:spTree>
      <p:nvGrpSpPr>
        <p:cNvPr id="114" name="Shape 114"/>
        <p:cNvGrpSpPr/>
        <p:nvPr/>
      </p:nvGrpSpPr>
      <p:grpSpPr>
        <a:xfrm>
          <a:off x="0" y="0"/>
          <a:ext cx="0" cy="0"/>
        </a:xfrm>
      </p:grpSpPr>
      <p:sp>
        <p:nvSpPr>
          <p:cNvPr id="115" name="Google Shape;115;p14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16" name="Google Shape;116;p14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4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4"/>
          <p:cNvSpPr txBox="1"/>
          <p:nvPr>
            <p:ph type="subTitle" idx="1"/>
          </p:nvPr>
        </p:nvSpPr>
        <p:spPr>
          <a:xfrm>
            <a:off x="324000" y="993650"/>
            <a:ext cx="8496000" cy="544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19" name="Google Shape;119;p14"/>
          <p:cNvSpPr txBox="1"/>
          <p:nvPr>
            <p:ph type="subTitle" idx="2"/>
          </p:nvPr>
        </p:nvSpPr>
        <p:spPr>
          <a:xfrm>
            <a:off x="324001" y="22387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0" name="Google Shape;120;p14"/>
          <p:cNvSpPr txBox="1"/>
          <p:nvPr>
            <p:ph type="subTitle" idx="3"/>
          </p:nvPr>
        </p:nvSpPr>
        <p:spPr>
          <a:xfrm>
            <a:off x="324001" y="3483825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None/>
              <a:defRPr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 Keyword (4)">
  <p:cSld name="CUSTOM_27_1">
    <p:spTree>
      <p:nvGrpSpPr>
        <p:cNvPr id="121" name="Shape 121"/>
        <p:cNvGrpSpPr/>
        <p:nvPr/>
      </p:nvGrpSpPr>
      <p:grpSpPr>
        <a:xfrm>
          <a:off x="0" y="0"/>
          <a:ext cx="0" cy="0"/>
        </a:xfrm>
      </p:grpSpPr>
      <p:sp>
        <p:nvSpPr>
          <p:cNvPr id="122" name="Google Shape;122;p1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23" name="Google Shape;123;p15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5"/>
          <p:cNvSpPr txBox="1"/>
          <p:nvPr>
            <p:ph type="subTitle" idx="1"/>
          </p:nvPr>
        </p:nvSpPr>
        <p:spPr>
          <a:xfrm>
            <a:off x="324000" y="9084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5" name="Google Shape;125;p15"/>
          <p:cNvSpPr txBox="1"/>
          <p:nvPr>
            <p:ph type="subTitle" idx="2"/>
          </p:nvPr>
        </p:nvSpPr>
        <p:spPr>
          <a:xfrm>
            <a:off x="324000" y="190562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6" name="Google Shape;126;p15"/>
          <p:cNvSpPr txBox="1"/>
          <p:nvPr>
            <p:ph type="subTitle" idx="3"/>
          </p:nvPr>
        </p:nvSpPr>
        <p:spPr>
          <a:xfrm>
            <a:off x="324000" y="2897675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7" name="Google Shape;127;p15"/>
          <p:cNvSpPr txBox="1"/>
          <p:nvPr>
            <p:ph type="subTitle" idx="4"/>
          </p:nvPr>
        </p:nvSpPr>
        <p:spPr>
          <a:xfrm>
            <a:off x="324000" y="3887250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200"/>
              <a:buFont typeface="Lexend"/>
              <a:buNone/>
              <a:defRPr sz="22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28" name="Google Shape;128;p15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1.1 Keyword definitions (4)">
  <p:cSld name="CUSTOM_27_1_2">
    <p:spTree>
      <p:nvGrpSpPr>
        <p:cNvPr id="129" name="Shape 129"/>
        <p:cNvGrpSpPr/>
        <p:nvPr/>
      </p:nvGrpSpPr>
      <p:grpSpPr>
        <a:xfrm>
          <a:off x="0" y="0"/>
          <a:ext cx="0" cy="0"/>
        </a:xfrm>
      </p:grpSpPr>
      <p:sp>
        <p:nvSpPr>
          <p:cNvPr id="130" name="Google Shape;130;p16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1" name="Google Shape;131;p16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32" name="Google Shape;132;p16"/>
          <p:cNvSpPr txBox="1"/>
          <p:nvPr>
            <p:ph type="subTitle" idx="1"/>
          </p:nvPr>
        </p:nvSpPr>
        <p:spPr>
          <a:xfrm>
            <a:off x="324000" y="9084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3" name="Google Shape;133;p16"/>
          <p:cNvSpPr txBox="1"/>
          <p:nvPr>
            <p:ph type="subTitle" idx="2"/>
          </p:nvPr>
        </p:nvSpPr>
        <p:spPr>
          <a:xfrm>
            <a:off x="324000" y="190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4" name="Google Shape;134;p16"/>
          <p:cNvSpPr txBox="1"/>
          <p:nvPr>
            <p:ph type="subTitle" idx="3"/>
          </p:nvPr>
        </p:nvSpPr>
        <p:spPr>
          <a:xfrm>
            <a:off x="324000" y="289767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5" name="Google Shape;135;p16"/>
          <p:cNvSpPr txBox="1"/>
          <p:nvPr>
            <p:ph type="subTitle" idx="4"/>
          </p:nvPr>
        </p:nvSpPr>
        <p:spPr>
          <a:xfrm>
            <a:off x="324000" y="38872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36" name="Google Shape;136;p16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 Keywords (5)">
  <p:cSld name="CUSTOM_27_1_1">
    <p:spTree>
      <p:nvGrpSpPr>
        <p:cNvPr id="137" name="Shape 137"/>
        <p:cNvGrpSpPr/>
        <p:nvPr/>
      </p:nvGrpSpPr>
      <p:grpSpPr>
        <a:xfrm>
          <a:off x="0" y="0"/>
          <a:ext cx="0" cy="0"/>
        </a:xfrm>
      </p:grpSpPr>
      <p:sp>
        <p:nvSpPr>
          <p:cNvPr id="138" name="Google Shape;138;p1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39" name="Google Shape;139;p17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17"/>
          <p:cNvSpPr txBox="1"/>
          <p:nvPr>
            <p:ph type="subTitle" idx="1"/>
          </p:nvPr>
        </p:nvSpPr>
        <p:spPr>
          <a:xfrm>
            <a:off x="324000" y="74403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1" name="Google Shape;141;p17"/>
          <p:cNvSpPr txBox="1"/>
          <p:nvPr>
            <p:ph type="subTitle" idx="2"/>
          </p:nvPr>
        </p:nvSpPr>
        <p:spPr>
          <a:xfrm>
            <a:off x="324000" y="1588788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2" name="Google Shape;142;p17"/>
          <p:cNvSpPr txBox="1"/>
          <p:nvPr>
            <p:ph type="subTitle" idx="3"/>
          </p:nvPr>
        </p:nvSpPr>
        <p:spPr>
          <a:xfrm>
            <a:off x="324000" y="2428437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3" name="Google Shape;143;p17"/>
          <p:cNvSpPr txBox="1"/>
          <p:nvPr>
            <p:ph type="subTitle" idx="4"/>
          </p:nvPr>
        </p:nvSpPr>
        <p:spPr>
          <a:xfrm>
            <a:off x="324000" y="32656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4" name="Google Shape;144;p17"/>
          <p:cNvSpPr txBox="1"/>
          <p:nvPr>
            <p:ph type="subTitle" idx="5"/>
          </p:nvPr>
        </p:nvSpPr>
        <p:spPr>
          <a:xfrm>
            <a:off x="324000" y="4103813"/>
            <a:ext cx="72159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 b="1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45" name="Google Shape;145;p17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2.1 Keywords definitions (5)">
  <p:cSld name="CUSTOM_27_1_1_1">
    <p:spTree>
      <p:nvGrpSpPr>
        <p:cNvPr id="146" name="Shape 146"/>
        <p:cNvGrpSpPr/>
        <p:nvPr/>
      </p:nvGrpSpPr>
      <p:grpSpPr>
        <a:xfrm>
          <a:off x="0" y="0"/>
          <a:ext cx="0" cy="0"/>
        </a:xfrm>
      </p:grpSpPr>
      <p:sp>
        <p:nvSpPr>
          <p:cNvPr id="147" name="Google Shape;147;p18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48" name="Google Shape;148;p1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8"/>
          <p:cNvSpPr txBox="1"/>
          <p:nvPr>
            <p:ph type="subTitle" idx="1"/>
          </p:nvPr>
        </p:nvSpPr>
        <p:spPr>
          <a:xfrm>
            <a:off x="324000" y="74405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0" name="Google Shape;150;p18"/>
          <p:cNvSpPr txBox="1"/>
          <p:nvPr>
            <p:ph type="subTitle" idx="2"/>
          </p:nvPr>
        </p:nvSpPr>
        <p:spPr>
          <a:xfrm>
            <a:off x="324000" y="1588800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1" name="Google Shape;151;p18"/>
          <p:cNvSpPr txBox="1"/>
          <p:nvPr>
            <p:ph type="subTitle" idx="3"/>
          </p:nvPr>
        </p:nvSpPr>
        <p:spPr>
          <a:xfrm>
            <a:off x="324000" y="24284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2" name="Google Shape;152;p18"/>
          <p:cNvSpPr txBox="1"/>
          <p:nvPr>
            <p:ph type="subTitle" idx="4"/>
          </p:nvPr>
        </p:nvSpPr>
        <p:spPr>
          <a:xfrm>
            <a:off x="324000" y="32656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>
                <a:solidFill>
                  <a:srgbClr val="282828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9pPr>
          </a:lstStyle>
          <a:p/>
        </p:txBody>
      </p:sp>
      <p:sp>
        <p:nvSpPr>
          <p:cNvPr id="153" name="Google Shape;153;p18"/>
          <p:cNvSpPr txBox="1"/>
          <p:nvPr>
            <p:ph type="subTitle" idx="5"/>
          </p:nvPr>
        </p:nvSpPr>
        <p:spPr>
          <a:xfrm>
            <a:off x="324000" y="4103825"/>
            <a:ext cx="84960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rgbClr val="282828"/>
              </a:buClr>
              <a:buSzPts val="2000"/>
              <a:buNone/>
              <a:defRPr sz="2000">
                <a:solidFill>
                  <a:srgbClr val="282828"/>
                </a:solidFill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rgbClr val="282828"/>
              </a:buClr>
              <a:buSzPts val="2000"/>
              <a:buFont typeface="Lexend"/>
              <a:buNone/>
              <a:defRPr sz="2000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154" name="Google Shape;154;p18"/>
          <p:cNvSpPr/>
          <p:nvPr/>
        </p:nvSpPr>
        <p:spPr>
          <a:xfrm>
            <a:off x="324000" y="114450"/>
            <a:ext cx="6671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rgbClr val="282828"/>
                </a:solidFill>
                <a:latin typeface="Lexend"/>
                <a:ea typeface="Lexend"/>
                <a:cs typeface="Lexend"/>
                <a:sym typeface="Lexend"/>
              </a:rPr>
              <a:t>Keywords</a:t>
            </a:r>
            <a:endParaRPr sz="2000" b="0" i="0" u="none" strike="noStrike" cap="none">
              <a:solidFill>
                <a:srgbClr val="28282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  <p:transition/>
  <p:timing/>
</p:sldLayout>
</file>

<file path=ppt/slideLayouts/slideLayout1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2)">
  <p:cSld name="CUSTOM_3">
    <p:spTree>
      <p:nvGrpSpPr>
        <p:cNvPr id="155" name="Shape 155"/>
        <p:cNvGrpSpPr/>
        <p:nvPr/>
      </p:nvGrpSpPr>
      <p:grpSpPr>
        <a:xfrm>
          <a:off x="0" y="0"/>
          <a:ext cx="0" cy="0"/>
        </a:xfrm>
      </p:grpSpPr>
      <p:sp>
        <p:nvSpPr>
          <p:cNvPr id="156" name="Google Shape;156;p19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57" name="Google Shape;157;p19"/>
          <p:cNvPicPr preferRelativeResize="0"/>
          <p:nvPr/>
        </p:nvPicPr>
        <p:blipFill>
          <a:blip r:embed="rId1">
            <a:alphaModFix/>
          </a:blip>
          <a:srcRect t="3678" b="3669"/>
          <a:stretch>
            <a:fillRect/>
          </a:stretch>
        </p:blipFill>
        <p:spPr>
          <a:xfrm>
            <a:off x="863550" y="2926472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19"/>
          <p:cNvPicPr preferRelativeResize="0"/>
          <p:nvPr/>
        </p:nvPicPr>
        <p:blipFill>
          <a:blip r:embed="rId2">
            <a:alphaModFix/>
          </a:blip>
          <a:srcRect t="3678" b="3669"/>
          <a:stretch>
            <a:fillRect/>
          </a:stretch>
        </p:blipFill>
        <p:spPr>
          <a:xfrm>
            <a:off x="863550" y="1989425"/>
            <a:ext cx="7439126" cy="572078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19"/>
          <p:cNvPicPr preferRelativeResize="0"/>
          <p:nvPr/>
        </p:nvPicPr>
        <p:blipFill>
          <a:blip r:embed="rId3">
            <a:alphaModFix/>
          </a:blip>
          <a:srcRect l="74623"/>
          <a:stretch>
            <a:fillRect/>
          </a:stretch>
        </p:blipFill>
        <p:spPr>
          <a:xfrm>
            <a:off x="863550" y="1954586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0" name="Google Shape;160;p19"/>
          <p:cNvCxnSpPr>
            <a:endCxn id="161" idx="2"/>
          </p:cNvCxnSpPr>
          <p:nvPr/>
        </p:nvCxnSpPr>
        <p:spPr>
          <a:xfrm flipH="1">
            <a:off x="645063" y="2017282"/>
            <a:ext cx="2700" cy="14805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62" name="Google Shape;162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63482" y="1993619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63" name="Google Shape;163;p19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4" name="Google Shape;164;p19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61" name="Google Shape;161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3340" y="2925705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65" name="Google Shape;165;p19"/>
          <p:cNvPicPr preferRelativeResize="0"/>
          <p:nvPr/>
        </p:nvPicPr>
        <p:blipFill>
          <a:blip r:embed="rId6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66" name="Google Shape;166;p19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67" name="Google Shape;167;p19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1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3)">
  <p:cSld name="CUSTOM_3_2">
    <p:spTree>
      <p:nvGrpSpPr>
        <p:cNvPr id="168" name="Shape 168"/>
        <p:cNvGrpSpPr/>
        <p:nvPr/>
      </p:nvGrpSpPr>
      <p:grpSpPr>
        <a:xfrm>
          <a:off x="0" y="0"/>
          <a:ext cx="0" cy="0"/>
        </a:xfrm>
      </p:grpSpPr>
      <p:pic>
        <p:nvPicPr>
          <p:cNvPr id="169" name="Google Shape;169;p20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642223"/>
            <a:ext cx="7439125" cy="56322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0" name="Google Shape;170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60090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1" name="Google Shape;171;p20"/>
          <p:cNvPicPr preferRelativeResize="0"/>
          <p:nvPr/>
        </p:nvPicPr>
        <p:blipFill>
          <a:blip r:embed="rId3">
            <a:alphaModFix/>
          </a:blip>
          <a:srcRect t="3678" b="3669"/>
          <a:stretch>
            <a:fillRect/>
          </a:stretch>
        </p:blipFill>
        <p:spPr>
          <a:xfrm>
            <a:off x="863550" y="2704186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2" name="Google Shape;172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67798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3" name="Google Shape;173;p20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1678325"/>
            <a:ext cx="7439126" cy="57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74" name="Google Shape;174;p20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643475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75" name="Google Shape;175;p20"/>
          <p:cNvCxnSpPr>
            <a:endCxn id="176" idx="2"/>
          </p:cNvCxnSpPr>
          <p:nvPr/>
        </p:nvCxnSpPr>
        <p:spPr>
          <a:xfrm flipH="1">
            <a:off x="647802" y="1841898"/>
            <a:ext cx="0" cy="23664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6" name="Google Shape;176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66079" y="363622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3482" y="1682508"/>
            <a:ext cx="563185" cy="572092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>
            <p:ph type="title"/>
          </p:nvPr>
        </p:nvSpPr>
        <p:spPr>
          <a:xfrm>
            <a:off x="1225200" y="1779713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79" name="Google Shape;179;p20"/>
          <p:cNvSpPr txBox="1"/>
          <p:nvPr>
            <p:ph type="title" idx="2"/>
          </p:nvPr>
        </p:nvSpPr>
        <p:spPr>
          <a:xfrm>
            <a:off x="1225200" y="2804800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80" name="Google Shape;180;p20"/>
          <p:cNvSpPr txBox="1"/>
          <p:nvPr>
            <p:ph type="title" idx="3"/>
          </p:nvPr>
        </p:nvSpPr>
        <p:spPr>
          <a:xfrm>
            <a:off x="1225200" y="3739189"/>
            <a:ext cx="68508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181" name="Google Shape;181;p2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40" y="2703416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0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183" name="Google Shape;183;p20"/>
          <p:cNvPicPr preferRelativeResize="0"/>
          <p:nvPr/>
        </p:nvPicPr>
        <p:blipFill>
          <a:blip r:embed="rId8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0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85" name="Google Shape;185;p20"/>
          <p:cNvSpPr txBox="1"/>
          <p:nvPr>
            <p:ph type="title" idx="4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3 Lesson outline (4)">
  <p:cSld name="CUSTOM_4">
    <p:spTree>
      <p:nvGrpSpPr>
        <p:cNvPr id="186" name="Shape 186"/>
        <p:cNvGrpSpPr/>
        <p:nvPr/>
      </p:nvGrpSpPr>
      <p:grpSpPr>
        <a:xfrm>
          <a:off x="0" y="0"/>
          <a:ext cx="0" cy="0"/>
        </a:xfrm>
      </p:grpSpPr>
      <p:pic>
        <p:nvPicPr>
          <p:cNvPr id="187" name="Google Shape;187;p21"/>
          <p:cNvPicPr preferRelativeResize="0"/>
          <p:nvPr/>
        </p:nvPicPr>
        <p:blipFill>
          <a:blip r:embed="rId1">
            <a:alphaModFix/>
          </a:blip>
          <a:srcRect t="4429" b="4438"/>
          <a:stretch>
            <a:fillRect/>
          </a:stretch>
        </p:blipFill>
        <p:spPr>
          <a:xfrm>
            <a:off x="863550" y="3146932"/>
            <a:ext cx="7439125" cy="56323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8" name="Google Shape;188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105610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89" name="Google Shape;189;p21"/>
          <p:cNvPicPr preferRelativeResize="0"/>
          <p:nvPr/>
        </p:nvPicPr>
        <p:blipFill>
          <a:blip r:embed="rId3">
            <a:alphaModFix/>
          </a:blip>
          <a:srcRect t="4387" b="4396"/>
          <a:stretch>
            <a:fillRect/>
          </a:stretch>
        </p:blipFill>
        <p:spPr>
          <a:xfrm>
            <a:off x="863550" y="3971358"/>
            <a:ext cx="7439126" cy="563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0" name="Google Shape;190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393964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1" name="Google Shape;191;p21"/>
          <p:cNvPicPr preferRelativeResize="0"/>
          <p:nvPr/>
        </p:nvPicPr>
        <p:blipFill>
          <a:blip r:embed="rId4">
            <a:alphaModFix/>
          </a:blip>
          <a:srcRect t="3678" b="3669"/>
          <a:stretch>
            <a:fillRect/>
          </a:stretch>
        </p:blipFill>
        <p:spPr>
          <a:xfrm>
            <a:off x="863550" y="2292191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2265998"/>
            <a:ext cx="145900" cy="6458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/>
          <p:cNvPicPr preferRelativeResize="0"/>
          <p:nvPr/>
        </p:nvPicPr>
        <p:blipFill>
          <a:blip r:embed="rId5">
            <a:alphaModFix/>
          </a:blip>
          <a:srcRect t="3678" b="3669"/>
          <a:stretch>
            <a:fillRect/>
          </a:stretch>
        </p:blipFill>
        <p:spPr>
          <a:xfrm>
            <a:off x="863550" y="1457950"/>
            <a:ext cx="743912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/>
          <p:cNvPicPr preferRelativeResize="0"/>
          <p:nvPr/>
        </p:nvPicPr>
        <p:blipFill>
          <a:blip r:embed="rId2">
            <a:alphaModFix/>
          </a:blip>
          <a:srcRect l="74623"/>
          <a:stretch>
            <a:fillRect/>
          </a:stretch>
        </p:blipFill>
        <p:spPr>
          <a:xfrm>
            <a:off x="863550" y="1423110"/>
            <a:ext cx="145900" cy="6458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5" name="Google Shape;195;p21"/>
          <p:cNvCxnSpPr/>
          <p:nvPr/>
        </p:nvCxnSpPr>
        <p:spPr>
          <a:xfrm>
            <a:off x="647802" y="1725234"/>
            <a:ext cx="600" cy="2679900"/>
          </a:xfrm>
          <a:prstGeom prst="straightConnector1">
            <a:avLst/>
          </a:prstGeom>
          <a:noFill/>
          <a:ln w="38100" cap="flat" cmpd="sng">
            <a:solidFill>
              <a:srgbClr val="282828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96" name="Google Shape;196;p2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66079" y="3134650"/>
            <a:ext cx="563446" cy="572077"/>
          </a:xfrm>
          <a:prstGeom prst="rect">
            <a:avLst/>
          </a:prstGeom>
          <a:noFill/>
          <a:ln>
            <a:noFill/>
          </a:ln>
        </p:spPr>
      </p:pic>
      <p:pic>
        <p:nvPicPr>
          <p:cNvPr id="197" name="Google Shape;197;p2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63357" y="1462166"/>
            <a:ext cx="563185" cy="572092"/>
          </a:xfrm>
          <a:prstGeom prst="rect">
            <a:avLst/>
          </a:prstGeom>
          <a:noFill/>
          <a:ln>
            <a:noFill/>
          </a:ln>
        </p:spPr>
      </p:pic>
      <p:pic>
        <p:nvPicPr>
          <p:cNvPr id="198" name="Google Shape;198;p21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363340" y="2287588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199" name="Google Shape;199;p21"/>
          <p:cNvSpPr txBox="1"/>
          <p:nvPr>
            <p:ph type="title"/>
          </p:nvPr>
        </p:nvSpPr>
        <p:spPr>
          <a:xfrm>
            <a:off x="1224600" y="1466663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0" name="Google Shape;200;p21"/>
          <p:cNvSpPr txBox="1"/>
          <p:nvPr>
            <p:ph type="title" idx="2"/>
          </p:nvPr>
        </p:nvSpPr>
        <p:spPr>
          <a:xfrm>
            <a:off x="1224600" y="2285700"/>
            <a:ext cx="6850800" cy="572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1" name="Google Shape;201;p21"/>
          <p:cNvSpPr txBox="1"/>
          <p:nvPr>
            <p:ph type="title" idx="3"/>
          </p:nvPr>
        </p:nvSpPr>
        <p:spPr>
          <a:xfrm>
            <a:off x="1224600" y="3160338"/>
            <a:ext cx="6850800" cy="5364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02" name="Google Shape;202;p21"/>
          <p:cNvSpPr txBox="1"/>
          <p:nvPr>
            <p:ph type="title" idx="4"/>
          </p:nvPr>
        </p:nvSpPr>
        <p:spPr>
          <a:xfrm>
            <a:off x="1224600" y="3971414"/>
            <a:ext cx="6850800" cy="5631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1800"/>
              <a:buFont typeface="Lexend"/>
              <a:buNone/>
              <a:defRPr sz="1800" b="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03" name="Google Shape;203;p21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363341" y="3969363"/>
            <a:ext cx="563446" cy="572077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1"/>
          <p:cNvSpPr/>
          <p:nvPr/>
        </p:nvSpPr>
        <p:spPr>
          <a:xfrm>
            <a:off x="0" y="0"/>
            <a:ext cx="9144300" cy="4857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05" name="Google Shape;205;p21"/>
          <p:cNvPicPr preferRelativeResize="0"/>
          <p:nvPr/>
        </p:nvPicPr>
        <p:blipFill>
          <a:blip r:embed="rId10">
            <a:alphaModFix/>
          </a:blip>
          <a:srcRect t="1699" b="1709"/>
          <a:stretch>
            <a:fillRect/>
          </a:stretch>
        </p:blipFill>
        <p:spPr>
          <a:xfrm>
            <a:off x="-12" y="4816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1"/>
          <p:cNvSpPr txBox="1"/>
          <p:nvPr/>
        </p:nvSpPr>
        <p:spPr>
          <a:xfrm>
            <a:off x="324000" y="112500"/>
            <a:ext cx="23049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Lesson outline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07" name="Google Shape;207;p21"/>
          <p:cNvSpPr txBox="1"/>
          <p:nvPr>
            <p:ph type="title" idx="5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2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0 Explanation blank - purple ">
  <p:cSld name="TITLE_AND_TWO_COLUMNS_1_1_6_2_1_4">
    <p:spTree>
      <p:nvGrpSpPr>
        <p:cNvPr id="208" name="Shape 208"/>
        <p:cNvGrpSpPr/>
        <p:nvPr/>
      </p:nvGrpSpPr>
      <p:grpSpPr>
        <a:xfrm>
          <a:off x="0" y="0"/>
          <a:ext cx="0" cy="0"/>
        </a:xfrm>
      </p:grpSpPr>
      <p:pic>
        <p:nvPicPr>
          <p:cNvPr id="209" name="Google Shape;209;p2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2"/>
          <p:cNvSpPr/>
          <p:nvPr/>
        </p:nvSpPr>
        <p:spPr>
          <a:xfrm>
            <a:off x="-1" y="-2"/>
            <a:ext cx="91476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1" name="Google Shape;211;p2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2" name="Google Shape;212;p2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13" name="Google Shape;213;p2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214" name="Google Shape;214;p22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2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0 Explanation blank - jade">
  <p:cSld name="TITLE_AND_TWO_COLUMNS_1_1_6_2_1_2">
    <p:spTree>
      <p:nvGrpSpPr>
        <p:cNvPr id="215" name="Shape 215"/>
        <p:cNvGrpSpPr/>
        <p:nvPr/>
      </p:nvGrpSpPr>
      <p:grpSpPr>
        <a:xfrm>
          <a:off x="0" y="0"/>
          <a:ext cx="0" cy="0"/>
        </a:xfrm>
      </p:grpSpPr>
      <p:pic>
        <p:nvPicPr>
          <p:cNvPr id="216" name="Google Shape;216;p2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2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18" name="Google Shape;218;p2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19" name="Google Shape;219;p23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0" name="Google Shape;220;p2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1" name="Google Shape;221;p2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0 Explanation blank - blue ">
  <p:cSld name="TITLE_AND_TWO_COLUMNS_1_1_6_2_2">
    <p:spTree>
      <p:nvGrpSpPr>
        <p:cNvPr id="222" name="Shape 222"/>
        <p:cNvGrpSpPr/>
        <p:nvPr/>
      </p:nvGrpSpPr>
      <p:grpSpPr>
        <a:xfrm>
          <a:off x="0" y="0"/>
          <a:ext cx="0" cy="0"/>
        </a:xfrm>
      </p:grpSpPr>
      <p:pic>
        <p:nvPicPr>
          <p:cNvPr id="223" name="Google Shape;223;p2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2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25" name="Google Shape;225;p2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26" name="Google Shape;226;p24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27" name="Google Shape;227;p2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28" name="Google Shape;228;p2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0 Explanation blank - pink ">
  <p:cSld name="TITLE_AND_TWO_COLUMNS_1_1_6_2_1_1">
    <p:spTree>
      <p:nvGrpSpPr>
        <p:cNvPr id="229" name="Shape 229"/>
        <p:cNvGrpSpPr/>
        <p:nvPr/>
      </p:nvGrpSpPr>
      <p:grpSpPr>
        <a:xfrm>
          <a:off x="0" y="0"/>
          <a:ext cx="0" cy="0"/>
        </a:xfrm>
      </p:grpSpPr>
      <p:pic>
        <p:nvPicPr>
          <p:cNvPr id="230" name="Google Shape;230;p2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31" name="Google Shape;231;p2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32" name="Google Shape;232;p2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233" name="Google Shape;233;p25"/>
          <p:cNvSpPr txBox="1"/>
          <p:nvPr/>
        </p:nvSpPr>
        <p:spPr>
          <a:xfrm>
            <a:off x="8209250" y="438760"/>
            <a:ext cx="9351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Explanation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34" name="Google Shape;234;p2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235" name="Google Shape;235;p2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426950" y="-562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2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1 I do We do - purple">
  <p:cSld name="TITLE_AND_TWO_COLUMNS_1_1_9_2_2">
    <p:bg>
      <p:bgPr>
        <a:solidFill>
          <a:srgbClr val="F3EEFB"/>
        </a:solidFill>
      </p:bgPr>
    </p:bg>
    <p:spTree>
      <p:nvGrpSpPr>
        <p:cNvPr id="236" name="Shape 236"/>
        <p:cNvGrpSpPr/>
        <p:nvPr/>
      </p:nvGrpSpPr>
      <p:grpSpPr>
        <a:xfrm>
          <a:off x="0" y="0"/>
          <a:ext cx="0" cy="0"/>
        </a:xfrm>
      </p:grpSpPr>
      <p:sp>
        <p:nvSpPr>
          <p:cNvPr id="237" name="Google Shape;237;p26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38" name="Google Shape;238;p2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0"/>
          </a:xfrm>
          <a:prstGeom prst="rect">
            <a:avLst/>
          </a:prstGeom>
          <a:noFill/>
          <a:ln>
            <a:noFill/>
          </a:ln>
        </p:spPr>
      </p:pic>
      <p:sp>
        <p:nvSpPr>
          <p:cNvPr id="239" name="Google Shape;239;p2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40" name="Google Shape;240;p26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type="title"/>
          </p:nvPr>
        </p:nvSpPr>
        <p:spPr>
          <a:xfrm>
            <a:off x="324000" y="0"/>
            <a:ext cx="74505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43" name="Google Shape;243;p26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44" name="Google Shape;244;p26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5" name="Google Shape;245;p26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46" name="Google Shape;246;p26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47" name="Google Shape;247;p2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48" name="Google Shape;248;p26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BEDFE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1 I do We do - jade">
  <p:cSld name="TITLE_AND_TWO_COLUMNS_1_1_9_2_2_1_1">
    <p:bg>
      <p:bgPr>
        <a:solidFill>
          <a:srgbClr val="E6F2F2"/>
        </a:solidFill>
      </p:bgPr>
    </p:bg>
    <p:spTree>
      <p:nvGrpSpPr>
        <p:cNvPr id="249" name="Shape 249"/>
        <p:cNvGrpSpPr/>
        <p:nvPr/>
      </p:nvGrpSpPr>
      <p:grpSpPr>
        <a:xfrm>
          <a:off x="0" y="0"/>
          <a:ext cx="0" cy="0"/>
        </a:xfrm>
      </p:grpSpPr>
      <p:sp>
        <p:nvSpPr>
          <p:cNvPr id="250" name="Google Shape;250;p27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51" name="Google Shape;251;p2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53" name="Google Shape;253;p27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4" name="Google Shape;254;p27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55" name="Google Shape;255;p2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56" name="Google Shape;256;p27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57" name="Google Shape;257;p27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58" name="Google Shape;258;p27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59" name="Google Shape;259;p27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60" name="Google Shape;260;p2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61" name="Google Shape;261;p27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1 I do We do - blue">
  <p:cSld name="TITLE_AND_TWO_COLUMNS_1_1_9_2_3">
    <p:bg>
      <p:bgPr>
        <a:solidFill>
          <a:srgbClr val="EBEDFE"/>
        </a:solidFill>
      </p:bgPr>
    </p:bg>
    <p:spTree>
      <p:nvGrpSpPr>
        <p:cNvPr id="262" name="Shape 262"/>
        <p:cNvGrpSpPr/>
        <p:nvPr/>
      </p:nvGrpSpPr>
      <p:grpSpPr>
        <a:xfrm>
          <a:off x="0" y="0"/>
          <a:ext cx="0" cy="0"/>
        </a:xfrm>
      </p:grpSpPr>
      <p:sp>
        <p:nvSpPr>
          <p:cNvPr id="263" name="Google Shape;263;p28"/>
          <p:cNvSpPr/>
          <p:nvPr/>
        </p:nvSpPr>
        <p:spPr>
          <a:xfrm>
            <a:off x="0" y="18750"/>
            <a:ext cx="4572300" cy="512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64" name="Google Shape;264;p2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66" name="Google Shape;266;p28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7" name="Google Shape;267;p28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68" name="Google Shape;268;p2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69" name="Google Shape;269;p28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70" name="Google Shape;270;p28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1" name="Google Shape;271;p28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72" name="Google Shape;272;p28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73" name="Google Shape;273;p2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74" name="Google Shape;274;p28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E6F2F2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1 I do We do - pink">
  <p:cSld name="TITLE_AND_TWO_COLUMNS_1_1_9_2_2_1_1_1">
    <p:bg>
      <p:bgPr>
        <a:solidFill>
          <a:srgbClr val="FAEAF6"/>
        </a:solidFill>
      </p:bgPr>
    </p:bg>
    <p:spTree>
      <p:nvGrpSpPr>
        <p:cNvPr id="275" name="Shape 275"/>
        <p:cNvGrpSpPr/>
        <p:nvPr/>
      </p:nvGrpSpPr>
      <p:grpSpPr>
        <a:xfrm>
          <a:off x="0" y="0"/>
          <a:ext cx="0" cy="0"/>
        </a:xfrm>
      </p:grpSpPr>
      <p:sp>
        <p:nvSpPr>
          <p:cNvPr id="276" name="Google Shape;276;p29"/>
          <p:cNvSpPr/>
          <p:nvPr/>
        </p:nvSpPr>
        <p:spPr>
          <a:xfrm>
            <a:off x="0" y="18750"/>
            <a:ext cx="45723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277" name="Google Shape;277;p2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p2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79" name="Google Shape;279;p29"/>
          <p:cNvSpPr txBox="1"/>
          <p:nvPr>
            <p:ph type="subTitle" idx="1"/>
          </p:nvPr>
        </p:nvSpPr>
        <p:spPr>
          <a:xfrm>
            <a:off x="337825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type="subTitle" idx="2"/>
          </p:nvPr>
        </p:nvSpPr>
        <p:spPr>
          <a:xfrm>
            <a:off x="4824000" y="810000"/>
            <a:ext cx="3982200" cy="401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81" name="Google Shape;281;p2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282" name="Google Shape;282;p29"/>
          <p:cNvGrpSpPr/>
          <p:nvPr/>
        </p:nvGrpSpPr>
        <p:grpSpPr>
          <a:xfrm>
            <a:off x="7834231" y="1285"/>
            <a:ext cx="828900" cy="576065"/>
            <a:chOff x="7801496" y="1285"/>
            <a:chExt cx="828900" cy="576065"/>
          </a:xfrm>
        </p:grpSpPr>
        <p:pic>
          <p:nvPicPr>
            <p:cNvPr id="283" name="Google Shape;283;p29"/>
            <p:cNvPicPr preferRelativeResize="0"/>
            <p:nvPr/>
          </p:nvPicPr>
          <p:blipFill>
            <a:blip r:embed="rId2">
              <a:alphaModFix/>
            </a:blip>
            <a:stretch>
              <a:fillRect/>
            </a:stretch>
          </p:blipFill>
          <p:spPr>
            <a:xfrm>
              <a:off x="7966096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4" name="Google Shape;284;p29"/>
            <p:cNvSpPr txBox="1"/>
            <p:nvPr/>
          </p:nvSpPr>
          <p:spPr>
            <a:xfrm>
              <a:off x="7801496" y="438750"/>
              <a:ext cx="8289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Explanation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285" name="Google Shape;285;p29"/>
          <p:cNvGrpSpPr/>
          <p:nvPr/>
        </p:nvGrpSpPr>
        <p:grpSpPr>
          <a:xfrm>
            <a:off x="8635663" y="1285"/>
            <a:ext cx="499700" cy="576065"/>
            <a:chOff x="8635663" y="1285"/>
            <a:chExt cx="499700" cy="576065"/>
          </a:xfrm>
        </p:grpSpPr>
        <p:pic>
          <p:nvPicPr>
            <p:cNvPr id="286" name="Google Shape;286;p2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8635663" y="1285"/>
              <a:ext cx="499700" cy="4997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287" name="Google Shape;287;p29"/>
            <p:cNvSpPr txBox="1"/>
            <p:nvPr/>
          </p:nvSpPr>
          <p:spPr>
            <a:xfrm>
              <a:off x="8662913" y="438750"/>
              <a:ext cx="445200" cy="1386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900" b="1">
                  <a:solidFill>
                    <a:srgbClr val="FAEAF6"/>
                  </a:solidFill>
                  <a:latin typeface="Lexend"/>
                  <a:ea typeface="Lexend"/>
                  <a:cs typeface="Lexend"/>
                  <a:sym typeface="Lexend"/>
                </a:rPr>
                <a:t>Check</a:t>
              </a:r>
              <a:endParaRPr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2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2 CfU true/false justify - purple">
  <p:cSld name="TITLE_AND_TWO_COLUMNS_1_1_9_1_3_1">
    <p:bg>
      <p:bgPr>
        <a:solidFill>
          <a:srgbClr val="F3EEFB"/>
        </a:solidFill>
      </p:bgPr>
    </p:bg>
    <p:spTree>
      <p:nvGrpSpPr>
        <p:cNvPr id="288" name="Shape 288"/>
        <p:cNvGrpSpPr/>
        <p:nvPr/>
      </p:nvGrpSpPr>
      <p:grpSpPr>
        <a:xfrm>
          <a:off x="0" y="0"/>
          <a:ext cx="0" cy="0"/>
        </a:xfrm>
      </p:grpSpPr>
      <p:pic>
        <p:nvPicPr>
          <p:cNvPr id="289" name="Google Shape;289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0" name="Google Shape;290;p3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91" name="Google Shape;291;p3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292" name="Google Shape;292;p3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293" name="Google Shape;293;p30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296" name="Google Shape;296;p30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7" name="Google Shape;297;p30"/>
          <p:cNvSpPr txBox="1"/>
          <p:nvPr>
            <p:ph type="subTitle" idx="2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298" name="Google Shape;298;p30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sp>
        <p:nvSpPr>
          <p:cNvPr id="299" name="Google Shape;299;p30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00" name="Google Shape;300;p30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1" name="Google Shape;301;p30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302" name="Google Shape;302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03" name="Google Shape;303;p3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04" name="Google Shape;304;p3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grpSp>
        <p:nvGrpSpPr>
          <p:cNvPr id="305" name="Google Shape;305;p30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06" name="Google Shape;306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07" name="Google Shape;307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08" name="Google Shape;308;p30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09" name="Google Shape;309;p30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10" name="Google Shape;310;p3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2 CfU true/false justify - jade">
  <p:cSld name="TITLE_AND_TWO_COLUMNS_1_1_9_1_3_1_1_1">
    <p:bg>
      <p:bgPr>
        <a:solidFill>
          <a:srgbClr val="E6F2F2"/>
        </a:solidFill>
      </p:bgPr>
    </p:bg>
    <p:spTree>
      <p:nvGrpSpPr>
        <p:cNvPr id="311" name="Shape 311"/>
        <p:cNvGrpSpPr/>
        <p:nvPr/>
      </p:nvGrpSpPr>
      <p:grpSpPr>
        <a:xfrm>
          <a:off x="0" y="0"/>
          <a:ext cx="0" cy="0"/>
        </a:xfrm>
      </p:grpSpPr>
      <p:pic>
        <p:nvPicPr>
          <p:cNvPr id="312" name="Google Shape;312;p3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14" name="Google Shape;314;p31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5" name="Google Shape;315;p31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6" name="Google Shape;316;p31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7" name="Google Shape;317;p31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18" name="Google Shape;318;p31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19" name="Google Shape;319;p3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20" name="Google Shape;320;p3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21" name="Google Shape;321;p3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2" name="Google Shape;322;p31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23" name="Google Shape;323;p31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24" name="Google Shape;324;p31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25" name="Google Shape;325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6" name="Google Shape;326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27" name="Google Shape;327;p31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28" name="Google Shape;328;p3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29" name="Google Shape;329;p3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30" name="Google Shape;330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31" name="Google Shape;331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p31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3" name="Google Shape;333;p31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2 CfU true/false justify - blue">
  <p:cSld name="TITLE_AND_TWO_COLUMNS_1_1_9_1_3_2">
    <p:bg>
      <p:bgPr>
        <a:solidFill>
          <a:srgbClr val="EBEDFE"/>
        </a:solidFill>
      </p:bgPr>
    </p:bg>
    <p:spTree>
      <p:nvGrpSpPr>
        <p:cNvPr id="334" name="Shape 334"/>
        <p:cNvGrpSpPr/>
        <p:nvPr/>
      </p:nvGrpSpPr>
      <p:grpSpPr>
        <a:xfrm>
          <a:off x="0" y="0"/>
          <a:ext cx="0" cy="0"/>
        </a:xfrm>
      </p:grpSpPr>
      <p:pic>
        <p:nvPicPr>
          <p:cNvPr id="335" name="Google Shape;335;p3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36" name="Google Shape;336;p3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37" name="Google Shape;337;p32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8" name="Google Shape;338;p32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39" name="Google Shape;339;p32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0" name="Google Shape;340;p32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1" name="Google Shape;341;p32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42" name="Google Shape;342;p3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43" name="Google Shape;343;p3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44" name="Google Shape;344;p3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45" name="Google Shape;345;p32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46" name="Google Shape;346;p32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47" name="Google Shape;347;p32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48" name="Google Shape;348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49" name="Google Shape;349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50" name="Google Shape;350;p32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51" name="Google Shape;351;p3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52" name="Google Shape;352;p3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53" name="Google Shape;353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54" name="Google Shape;354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55" name="Google Shape;355;p32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56" name="Google Shape;356;p32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2 CfU true/false justify - pink">
  <p:cSld name="TITLE_AND_TWO_COLUMNS_1_1_9_1_3_1_1_1_1">
    <p:bg>
      <p:bgPr>
        <a:solidFill>
          <a:srgbClr val="FAEAF6"/>
        </a:solidFill>
      </p:bgPr>
    </p:bg>
    <p:spTree>
      <p:nvGrpSpPr>
        <p:cNvPr id="357" name="Shape 357"/>
        <p:cNvGrpSpPr/>
        <p:nvPr/>
      </p:nvGrpSpPr>
      <p:grpSpPr>
        <a:xfrm>
          <a:off x="0" y="0"/>
          <a:ext cx="0" cy="0"/>
        </a:xfrm>
      </p:grpSpPr>
      <p:pic>
        <p:nvPicPr>
          <p:cNvPr id="358" name="Google Shape;358;p3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59" name="Google Shape;359;p3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60" name="Google Shape;360;p33"/>
          <p:cNvSpPr txBox="1"/>
          <p:nvPr/>
        </p:nvSpPr>
        <p:spPr>
          <a:xfrm>
            <a:off x="3025325" y="1839875"/>
            <a:ext cx="12891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1" name="Google Shape;361;p33"/>
          <p:cNvSpPr txBox="1"/>
          <p:nvPr/>
        </p:nvSpPr>
        <p:spPr>
          <a:xfrm>
            <a:off x="5431100" y="1817150"/>
            <a:ext cx="10602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False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2" name="Google Shape;362;p33"/>
          <p:cNvSpPr txBox="1"/>
          <p:nvPr/>
        </p:nvSpPr>
        <p:spPr>
          <a:xfrm>
            <a:off x="324000" y="2623800"/>
            <a:ext cx="39684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Justify your answer</a:t>
            </a:r>
            <a:endParaRPr sz="22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3" name="Google Shape;363;p33"/>
          <p:cNvSpPr txBox="1"/>
          <p:nvPr>
            <p:ph type="subTitle" idx="1"/>
          </p:nvPr>
        </p:nvSpPr>
        <p:spPr>
          <a:xfrm>
            <a:off x="324000" y="1080000"/>
            <a:ext cx="6722400" cy="25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4" name="Google Shape;364;p33"/>
          <p:cNvSpPr txBox="1"/>
          <p:nvPr/>
        </p:nvSpPr>
        <p:spPr>
          <a:xfrm>
            <a:off x="324000" y="660750"/>
            <a:ext cx="2189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True or false?</a:t>
            </a:r>
            <a:r>
              <a:rPr lang="en-GB" sz="2400">
                <a:solidFill>
                  <a:schemeClr val="dk1"/>
                </a:solidFill>
                <a:latin typeface="ABeeZee"/>
                <a:ea typeface="ABeeZee"/>
                <a:cs typeface="ABeeZee"/>
                <a:sym typeface="ABeeZee"/>
              </a:rPr>
              <a:t> </a:t>
            </a:r>
            <a:endParaRPr sz="2400">
              <a:solidFill>
                <a:schemeClr val="dk1"/>
              </a:solidFill>
              <a:latin typeface="ABeeZee"/>
              <a:ea typeface="ABeeZee"/>
              <a:cs typeface="ABeeZee"/>
              <a:sym typeface="ABeeZee"/>
            </a:endParaRPr>
          </a:p>
        </p:txBody>
      </p:sp>
      <p:pic>
        <p:nvPicPr>
          <p:cNvPr id="365" name="Google Shape;365;p3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66" name="Google Shape;366;p3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7" name="Google Shape;367;p3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68" name="Google Shape;368;p33"/>
          <p:cNvSpPr txBox="1"/>
          <p:nvPr>
            <p:ph type="subTitle" idx="2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69" name="Google Shape;369;p3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70" name="Google Shape;370;p33"/>
          <p:cNvGrpSpPr/>
          <p:nvPr/>
        </p:nvGrpSpPr>
        <p:grpSpPr>
          <a:xfrm>
            <a:off x="324128" y="3139463"/>
            <a:ext cx="457200" cy="457200"/>
            <a:chOff x="1020916" y="1442088"/>
            <a:chExt cx="457200" cy="457200"/>
          </a:xfrm>
        </p:grpSpPr>
        <p:pic>
          <p:nvPicPr>
            <p:cNvPr id="371" name="Google Shape;371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2" name="Google Shape;372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73" name="Google Shape;373;p33"/>
          <p:cNvGrpSpPr/>
          <p:nvPr/>
        </p:nvGrpSpPr>
        <p:grpSpPr>
          <a:xfrm>
            <a:off x="324128" y="3987825"/>
            <a:ext cx="457200" cy="457200"/>
            <a:chOff x="1020916" y="1442088"/>
            <a:chExt cx="457200" cy="457200"/>
          </a:xfrm>
        </p:grpSpPr>
        <p:pic>
          <p:nvPicPr>
            <p:cNvPr id="374" name="Google Shape;374;p3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75" name="Google Shape;375;p3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pic>
        <p:nvPicPr>
          <p:cNvPr id="376" name="Google Shape;376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29763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77" name="Google Shape;377;p3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23988" y="1780516"/>
            <a:ext cx="457425" cy="45742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3"/>
          <p:cNvSpPr txBox="1"/>
          <p:nvPr/>
        </p:nvSpPr>
        <p:spPr>
          <a:xfrm>
            <a:off x="2454488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79" name="Google Shape;379;p33"/>
          <p:cNvSpPr txBox="1"/>
          <p:nvPr/>
        </p:nvSpPr>
        <p:spPr>
          <a:xfrm>
            <a:off x="4848713" y="1870613"/>
            <a:ext cx="4080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F</a:t>
            </a:r>
            <a:endParaRPr sz="18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3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3 CfU 3 options - purple">
  <p:cSld name="TITLE_AND_TWO_COLUMNS_1_1_7_1">
    <p:bg>
      <p:bgPr>
        <a:solidFill>
          <a:srgbClr val="F3EEFB"/>
        </a:solidFill>
      </p:bgPr>
    </p:bg>
    <p:spTree>
      <p:nvGrpSpPr>
        <p:cNvPr id="380" name="Shape 380"/>
        <p:cNvGrpSpPr/>
        <p:nvPr/>
      </p:nvGrpSpPr>
      <p:grpSpPr>
        <a:xfrm>
          <a:off x="0" y="0"/>
          <a:ext cx="0" cy="0"/>
        </a:xfrm>
      </p:grpSpPr>
      <p:pic>
        <p:nvPicPr>
          <p:cNvPr id="381" name="Google Shape;381;p3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382" name="Google Shape;382;p3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383" name="Google Shape;383;p3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384" name="Google Shape;384;p3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3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86" name="Google Shape;386;p3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87" name="Google Shape;387;p34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8" name="Google Shape;388;p34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389" name="Google Shape;389;p34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390" name="Google Shape;390;p34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391" name="Google Shape;391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2" name="Google Shape;392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3" name="Google Shape;393;p34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394" name="Google Shape;394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5" name="Google Shape;395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396" name="Google Shape;396;p34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397" name="Google Shape;397;p3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398" name="Google Shape;398;p3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3 CfU 3 options - jade">
  <p:cSld name="TITLE_AND_TWO_COLUMNS_1_1_7_1_1_1">
    <p:bg>
      <p:bgPr>
        <a:solidFill>
          <a:srgbClr val="E6F2F2"/>
        </a:solidFill>
      </p:bgPr>
    </p:bg>
    <p:spTree>
      <p:nvGrpSpPr>
        <p:cNvPr id="399" name="Shape 399"/>
        <p:cNvGrpSpPr/>
        <p:nvPr/>
      </p:nvGrpSpPr>
      <p:grpSpPr>
        <a:xfrm>
          <a:off x="0" y="0"/>
          <a:ext cx="0" cy="0"/>
        </a:xfrm>
      </p:grpSpPr>
      <p:pic>
        <p:nvPicPr>
          <p:cNvPr id="400" name="Google Shape;400;p3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3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02" name="Google Shape;402;p3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03" name="Google Shape;403;p3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04" name="Google Shape;404;p3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05" name="Google Shape;405;p3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06" name="Google Shape;406;p35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7" name="Google Shape;407;p35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08" name="Google Shape;408;p35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09" name="Google Shape;409;p35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10" name="Google Shape;410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1" name="Google Shape;411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2" name="Google Shape;412;p35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13" name="Google Shape;413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4" name="Google Shape;414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15" name="Google Shape;415;p35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16" name="Google Shape;416;p3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17" name="Google Shape;417;p3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3 CfU 3 options - blue">
  <p:cSld name="TITLE_AND_TWO_COLUMNS_1_1_7_2">
    <p:bg>
      <p:bgPr>
        <a:solidFill>
          <a:srgbClr val="EBEDFE"/>
        </a:solidFill>
      </p:bgPr>
    </p:bg>
    <p:spTree>
      <p:nvGrpSpPr>
        <p:cNvPr id="418" name="Shape 418"/>
        <p:cNvGrpSpPr/>
        <p:nvPr/>
      </p:nvGrpSpPr>
      <p:grpSpPr>
        <a:xfrm>
          <a:off x="0" y="0"/>
          <a:ext cx="0" cy="0"/>
        </a:xfrm>
      </p:grpSpPr>
      <p:pic>
        <p:nvPicPr>
          <p:cNvPr id="419" name="Google Shape;419;p3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20" name="Google Shape;420;p3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21" name="Google Shape;421;p36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22" name="Google Shape;422;p3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3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24" name="Google Shape;424;p36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5" name="Google Shape;425;p36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6" name="Google Shape;426;p36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27" name="Google Shape;427;p36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28" name="Google Shape;428;p36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29" name="Google Shape;429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0" name="Google Shape;430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1" name="Google Shape;431;p36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32" name="Google Shape;432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34" name="Google Shape;434;p36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35" name="Google Shape;435;p3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6" name="Google Shape;436;p3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3 CfU 3 options - pink">
  <p:cSld name="TITLE_AND_TWO_COLUMNS_1_1_7_1_1_1_1">
    <p:bg>
      <p:bgPr>
        <a:solidFill>
          <a:srgbClr val="FAEAF6"/>
        </a:solidFill>
      </p:bgPr>
    </p:bg>
    <p:spTree>
      <p:nvGrpSpPr>
        <p:cNvPr id="437" name="Shape 437"/>
        <p:cNvGrpSpPr/>
        <p:nvPr/>
      </p:nvGrpSpPr>
      <p:grpSpPr>
        <a:xfrm>
          <a:off x="0" y="0"/>
          <a:ext cx="0" cy="0"/>
        </a:xfrm>
      </p:grpSpPr>
      <p:pic>
        <p:nvPicPr>
          <p:cNvPr id="438" name="Google Shape;438;p3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39" name="Google Shape;439;p3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40" name="Google Shape;440;p37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41" name="Google Shape;441;p3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42" name="Google Shape;442;p3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43" name="Google Shape;443;p3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44" name="Google Shape;444;p37"/>
          <p:cNvSpPr txBox="1"/>
          <p:nvPr>
            <p:ph type="subTitle" idx="1"/>
          </p:nvPr>
        </p:nvSpPr>
        <p:spPr>
          <a:xfrm>
            <a:off x="1034425" y="18377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5" name="Google Shape;445;p37"/>
          <p:cNvSpPr txBox="1"/>
          <p:nvPr>
            <p:ph type="subTitle" idx="3"/>
          </p:nvPr>
        </p:nvSpPr>
        <p:spPr>
          <a:xfrm>
            <a:off x="1034425" y="27942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46" name="Google Shape;446;p37"/>
          <p:cNvSpPr txBox="1"/>
          <p:nvPr>
            <p:ph type="subTitle" idx="4"/>
          </p:nvPr>
        </p:nvSpPr>
        <p:spPr>
          <a:xfrm>
            <a:off x="1034425" y="37669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47" name="Google Shape;447;p37"/>
          <p:cNvGrpSpPr/>
          <p:nvPr/>
        </p:nvGrpSpPr>
        <p:grpSpPr>
          <a:xfrm>
            <a:off x="323653" y="1804438"/>
            <a:ext cx="457200" cy="457200"/>
            <a:chOff x="1020916" y="1442088"/>
            <a:chExt cx="457200" cy="457200"/>
          </a:xfrm>
        </p:grpSpPr>
        <p:pic>
          <p:nvPicPr>
            <p:cNvPr id="448" name="Google Shape;448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49" name="Google Shape;449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0" name="Google Shape;450;p37"/>
          <p:cNvGrpSpPr/>
          <p:nvPr/>
        </p:nvGrpSpPr>
        <p:grpSpPr>
          <a:xfrm>
            <a:off x="323653" y="2766575"/>
            <a:ext cx="457200" cy="457200"/>
            <a:chOff x="1020916" y="1442088"/>
            <a:chExt cx="457200" cy="457200"/>
          </a:xfrm>
        </p:grpSpPr>
        <p:pic>
          <p:nvPicPr>
            <p:cNvPr id="451" name="Google Shape;451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2" name="Google Shape;452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53" name="Google Shape;453;p37"/>
          <p:cNvGrpSpPr/>
          <p:nvPr/>
        </p:nvGrpSpPr>
        <p:grpSpPr>
          <a:xfrm>
            <a:off x="323641" y="3729038"/>
            <a:ext cx="457200" cy="457200"/>
            <a:chOff x="1020916" y="1442088"/>
            <a:chExt cx="457200" cy="457200"/>
          </a:xfrm>
        </p:grpSpPr>
        <p:pic>
          <p:nvPicPr>
            <p:cNvPr id="454" name="Google Shape;454;p37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55" name="Google Shape;455;p37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4 CfU 4 options - purple">
  <p:cSld name="TITLE_AND_TWO_COLUMNS_1_1_8_1">
    <p:bg>
      <p:bgPr>
        <a:solidFill>
          <a:srgbClr val="F3EEFB"/>
        </a:solidFill>
      </p:bgPr>
    </p:bg>
    <p:spTree>
      <p:nvGrpSpPr>
        <p:cNvPr id="456" name="Shape 456"/>
        <p:cNvGrpSpPr/>
        <p:nvPr/>
      </p:nvGrpSpPr>
      <p:grpSpPr>
        <a:xfrm>
          <a:off x="0" y="0"/>
          <a:ext cx="0" cy="0"/>
        </a:xfrm>
      </p:grpSpPr>
      <p:pic>
        <p:nvPicPr>
          <p:cNvPr id="457" name="Google Shape;457;p38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58" name="Google Shape;458;p3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59" name="Google Shape;459;p38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60" name="Google Shape;460;p3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61" name="Google Shape;461;p3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62" name="Google Shape;462;p3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63" name="Google Shape;463;p3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4" name="Google Shape;464;p3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5" name="Google Shape;465;p3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66" name="Google Shape;466;p3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67" name="Google Shape;467;p38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68" name="Google Shape;468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69" name="Google Shape;469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0" name="Google Shape;470;p38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71" name="Google Shape;471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2" name="Google Shape;472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3" name="Google Shape;473;p38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74" name="Google Shape;474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5" name="Google Shape;475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76" name="Google Shape;476;p38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477" name="Google Shape;477;p38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78" name="Google Shape;478;p38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4 CfU 4 options - jade">
  <p:cSld name="TITLE_AND_TWO_COLUMNS_1_1_8_1_1_1">
    <p:bg>
      <p:bgPr>
        <a:solidFill>
          <a:srgbClr val="E6F2F2"/>
        </a:solidFill>
      </p:bgPr>
    </p:bg>
    <p:spTree>
      <p:nvGrpSpPr>
        <p:cNvPr id="479" name="Shape 479"/>
        <p:cNvGrpSpPr/>
        <p:nvPr/>
      </p:nvGrpSpPr>
      <p:grpSpPr>
        <a:xfrm>
          <a:off x="0" y="0"/>
          <a:ext cx="0" cy="0"/>
        </a:xfrm>
      </p:grpSpPr>
      <p:pic>
        <p:nvPicPr>
          <p:cNvPr id="480" name="Google Shape;480;p3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39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482" name="Google Shape;482;p39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483" name="Google Shape;483;p3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3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5" name="Google Shape;485;p39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86" name="Google Shape;486;p39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7" name="Google Shape;487;p39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8" name="Google Shape;488;p39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489" name="Google Shape;489;p39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490" name="Google Shape;490;p39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491" name="Google Shape;491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2" name="Google Shape;492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3" name="Google Shape;493;p39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494" name="Google Shape;494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5" name="Google Shape;495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6" name="Google Shape;496;p39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497" name="Google Shape;497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98" name="Google Shape;498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499" name="Google Shape;499;p39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00" name="Google Shape;500;p3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01" name="Google Shape;501;p3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3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4 CfU 4 options - blue">
  <p:cSld name="TITLE_AND_TWO_COLUMNS_1_1_8_2">
    <p:bg>
      <p:bgPr>
        <a:solidFill>
          <a:srgbClr val="EBEDFE"/>
        </a:solidFill>
      </p:bgPr>
    </p:bg>
    <p:spTree>
      <p:nvGrpSpPr>
        <p:cNvPr id="502" name="Shape 502"/>
        <p:cNvGrpSpPr/>
        <p:nvPr/>
      </p:nvGrpSpPr>
      <p:grpSpPr>
        <a:xfrm>
          <a:off x="0" y="0"/>
          <a:ext cx="0" cy="0"/>
        </a:xfrm>
      </p:grpSpPr>
      <p:pic>
        <p:nvPicPr>
          <p:cNvPr id="503" name="Google Shape;503;p40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04" name="Google Shape;504;p4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05" name="Google Shape;505;p40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06" name="Google Shape;506;p4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07" name="Google Shape;507;p4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8" name="Google Shape;508;p40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09" name="Google Shape;509;p40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0" name="Google Shape;510;p40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1" name="Google Shape;511;p40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12" name="Google Shape;512;p40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13" name="Google Shape;513;p40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14" name="Google Shape;514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5" name="Google Shape;515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6" name="Google Shape;516;p40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17" name="Google Shape;517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18" name="Google Shape;518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19" name="Google Shape;519;p40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20" name="Google Shape;520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1" name="Google Shape;521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22" name="Google Shape;522;p40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23" name="Google Shape;523;p40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24" name="Google Shape;524;p40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4 CfU 4 options - pink">
  <p:cSld name="TITLE_AND_TWO_COLUMNS_1_1_8_1_1_1_1">
    <p:bg>
      <p:bgPr>
        <a:solidFill>
          <a:srgbClr val="FAEAF6"/>
        </a:solidFill>
      </p:bgPr>
    </p:bg>
    <p:spTree>
      <p:nvGrpSpPr>
        <p:cNvPr id="525" name="Shape 525"/>
        <p:cNvGrpSpPr/>
        <p:nvPr/>
      </p:nvGrpSpPr>
      <p:grpSpPr>
        <a:xfrm>
          <a:off x="0" y="0"/>
          <a:ext cx="0" cy="0"/>
        </a:xfrm>
      </p:grpSpPr>
      <p:pic>
        <p:nvPicPr>
          <p:cNvPr id="526" name="Google Shape;526;p4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1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28" name="Google Shape;528;p41"/>
          <p:cNvSpPr txBox="1"/>
          <p:nvPr>
            <p:ph type="title"/>
          </p:nvPr>
        </p:nvSpPr>
        <p:spPr>
          <a:xfrm>
            <a:off x="324000" y="809988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29" name="Google Shape;529;p4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31" name="Google Shape;531;p41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32" name="Google Shape;532;p41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3" name="Google Shape;533;p41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4" name="Google Shape;534;p41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sp>
        <p:nvSpPr>
          <p:cNvPr id="535" name="Google Shape;535;p41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SzPts val="2100"/>
              <a:buNone/>
              <a:defRPr/>
            </a:lvl2pPr>
            <a:lvl3pPr lvl="2" rtl="0">
              <a:spcBef>
                <a:spcPts val="1000"/>
              </a:spcBef>
              <a:spcAft>
                <a:spcPct val="0"/>
              </a:spcAft>
              <a:buSzPts val="2000"/>
              <a:buNone/>
              <a:defRPr/>
            </a:lvl3pPr>
            <a:lvl4pPr lvl="3" rtl="0">
              <a:spcBef>
                <a:spcPts val="800"/>
              </a:spcBef>
              <a:spcAft>
                <a:spcPct val="0"/>
              </a:spcAft>
              <a:buSzPts val="1900"/>
              <a:buNone/>
              <a:defRPr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  <p:grpSp>
        <p:nvGrpSpPr>
          <p:cNvPr id="536" name="Google Shape;536;p41"/>
          <p:cNvGrpSpPr/>
          <p:nvPr/>
        </p:nvGrpSpPr>
        <p:grpSpPr>
          <a:xfrm>
            <a:off x="323653" y="1652038"/>
            <a:ext cx="457200" cy="457200"/>
            <a:chOff x="1020916" y="1442088"/>
            <a:chExt cx="457200" cy="457200"/>
          </a:xfrm>
        </p:grpSpPr>
        <p:pic>
          <p:nvPicPr>
            <p:cNvPr id="537" name="Google Shape;537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38" name="Google Shape;538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39" name="Google Shape;539;p41"/>
          <p:cNvGrpSpPr/>
          <p:nvPr/>
        </p:nvGrpSpPr>
        <p:grpSpPr>
          <a:xfrm>
            <a:off x="323653" y="2461775"/>
            <a:ext cx="457200" cy="457200"/>
            <a:chOff x="1020916" y="1442088"/>
            <a:chExt cx="457200" cy="457200"/>
          </a:xfrm>
        </p:grpSpPr>
        <p:pic>
          <p:nvPicPr>
            <p:cNvPr id="540" name="Google Shape;540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1" name="Google Shape;541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2" name="Google Shape;542;p41"/>
          <p:cNvGrpSpPr/>
          <p:nvPr/>
        </p:nvGrpSpPr>
        <p:grpSpPr>
          <a:xfrm>
            <a:off x="323641" y="3271838"/>
            <a:ext cx="457200" cy="457200"/>
            <a:chOff x="1020916" y="1442088"/>
            <a:chExt cx="457200" cy="457200"/>
          </a:xfrm>
        </p:grpSpPr>
        <p:pic>
          <p:nvPicPr>
            <p:cNvPr id="543" name="Google Shape;543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4" name="Google Shape;544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45" name="Google Shape;545;p41"/>
          <p:cNvGrpSpPr/>
          <p:nvPr/>
        </p:nvGrpSpPr>
        <p:grpSpPr>
          <a:xfrm>
            <a:off x="323641" y="4081763"/>
            <a:ext cx="457200" cy="457200"/>
            <a:chOff x="1020916" y="1442088"/>
            <a:chExt cx="457200" cy="457200"/>
          </a:xfrm>
        </p:grpSpPr>
        <p:pic>
          <p:nvPicPr>
            <p:cNvPr id="546" name="Google Shape;546;p41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47" name="Google Shape;547;p41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5 CfU 3 image options - purple">
  <p:cSld name="TITLE_AND_TWO_COLUMNS_1_1_7_1_1_2">
    <p:bg>
      <p:bgPr>
        <a:solidFill>
          <a:srgbClr val="F3EEFB"/>
        </a:solidFill>
      </p:bgPr>
    </p:bg>
    <p:spTree>
      <p:nvGrpSpPr>
        <p:cNvPr id="548" name="Shape 548"/>
        <p:cNvGrpSpPr/>
        <p:nvPr/>
      </p:nvGrpSpPr>
      <p:grpSpPr>
        <a:xfrm>
          <a:off x="0" y="0"/>
          <a:ext cx="0" cy="0"/>
        </a:xfrm>
      </p:grpSpPr>
      <p:pic>
        <p:nvPicPr>
          <p:cNvPr id="549" name="Google Shape;549;p4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50" name="Google Shape;550;p4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51" name="Google Shape;551;p42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52" name="Google Shape;552;p4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53" name="Google Shape;553;p4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54" name="Google Shape;554;p42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55" name="Google Shape;555;p42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6" name="Google Shape;556;p42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57" name="Google Shape;557;p42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58" name="Google Shape;558;p42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59" name="Google Shape;559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0" name="Google Shape;560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1" name="Google Shape;561;p42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62" name="Google Shape;562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3" name="Google Shape;563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64" name="Google Shape;564;p42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65" name="Google Shape;565;p42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66" name="Google Shape;566;p42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5 CfU 3 image options - jade">
  <p:cSld name="TITLE_AND_TWO_COLUMNS_1_1_7_1_1_1_2">
    <p:bg>
      <p:bgPr>
        <a:solidFill>
          <a:srgbClr val="E6F2F2"/>
        </a:solidFill>
      </p:bgPr>
    </p:bg>
    <p:spTree>
      <p:nvGrpSpPr>
        <p:cNvPr id="567" name="Shape 567"/>
        <p:cNvGrpSpPr/>
        <p:nvPr/>
      </p:nvGrpSpPr>
      <p:grpSpPr>
        <a:xfrm>
          <a:off x="0" y="0"/>
          <a:ext cx="0" cy="0"/>
        </a:xfrm>
      </p:grpSpPr>
      <p:pic>
        <p:nvPicPr>
          <p:cNvPr id="568" name="Google Shape;568;p4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69" name="Google Shape;569;p43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70" name="Google Shape;570;p43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71" name="Google Shape;571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72" name="Google Shape;572;p4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73" name="Google Shape;573;p43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74" name="Google Shape;574;p43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5" name="Google Shape;575;p43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76" name="Google Shape;576;p43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77" name="Google Shape;577;p43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78" name="Google Shape;578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79" name="Google Shape;579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0" name="Google Shape;580;p43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581" name="Google Shape;581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2" name="Google Shape;582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83" name="Google Shape;583;p43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584" name="Google Shape;584;p4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85" name="Google Shape;585;p43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5 CfU 3  image options - blue ">
  <p:cSld name="TITLE_AND_TWO_COLUMNS_1_1_7_2_1">
    <p:bg>
      <p:bgPr>
        <a:solidFill>
          <a:srgbClr val="EBEDFE"/>
        </a:solidFill>
      </p:bgPr>
    </p:bg>
    <p:spTree>
      <p:nvGrpSpPr>
        <p:cNvPr id="586" name="Shape 586"/>
        <p:cNvGrpSpPr/>
        <p:nvPr/>
      </p:nvGrpSpPr>
      <p:grpSpPr>
        <a:xfrm>
          <a:off x="0" y="0"/>
          <a:ext cx="0" cy="0"/>
        </a:xfrm>
      </p:grpSpPr>
      <p:pic>
        <p:nvPicPr>
          <p:cNvPr id="587" name="Google Shape;587;p44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588" name="Google Shape;588;p4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589" name="Google Shape;589;p44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590" name="Google Shape;590;p4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591" name="Google Shape;591;p4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92" name="Google Shape;592;p44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93" name="Google Shape;593;p44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4" name="Google Shape;594;p44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595" name="Google Shape;595;p44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596" name="Google Shape;596;p44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597" name="Google Shape;597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598" name="Google Shape;598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599" name="Google Shape;599;p44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00" name="Google Shape;600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1" name="Google Shape;601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02" name="Google Shape;602;p44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03" name="Google Shape;603;p44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04" name="Google Shape;604;p44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5 CfU 3 image options - pink">
  <p:cSld name="TITLE_AND_TWO_COLUMNS_1_1_7_1_1_1_1_1">
    <p:bg>
      <p:bgPr>
        <a:solidFill>
          <a:srgbClr val="FAEAF6"/>
        </a:solidFill>
      </p:bgPr>
    </p:bg>
    <p:spTree>
      <p:nvGrpSpPr>
        <p:cNvPr id="605" name="Shape 605"/>
        <p:cNvGrpSpPr/>
        <p:nvPr/>
      </p:nvGrpSpPr>
      <p:grpSpPr>
        <a:xfrm>
          <a:off x="0" y="0"/>
          <a:ext cx="0" cy="0"/>
        </a:xfrm>
      </p:grpSpPr>
      <p:pic>
        <p:nvPicPr>
          <p:cNvPr id="606" name="Google Shape;606;p4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07" name="Google Shape;607;p45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08" name="Google Shape;608;p45"/>
          <p:cNvSpPr txBox="1"/>
          <p:nvPr>
            <p:ph type="title"/>
          </p:nvPr>
        </p:nvSpPr>
        <p:spPr>
          <a:xfrm>
            <a:off x="324000" y="748763"/>
            <a:ext cx="8179200" cy="489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2200"/>
              <a:buFont typeface="Lexend"/>
              <a:buNone/>
              <a:defRPr sz="22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pic>
        <p:nvPicPr>
          <p:cNvPr id="609" name="Google Shape;609;p4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10" name="Google Shape;610;p4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11" name="Google Shape;611;p45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12" name="Google Shape;612;p45"/>
          <p:cNvSpPr/>
          <p:nvPr>
            <p:ph type="pic" idx="3"/>
          </p:nvPr>
        </p:nvSpPr>
        <p:spPr>
          <a:xfrm>
            <a:off x="3240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3" name="Google Shape;613;p45"/>
          <p:cNvSpPr/>
          <p:nvPr>
            <p:ph type="pic" idx="4"/>
          </p:nvPr>
        </p:nvSpPr>
        <p:spPr>
          <a:xfrm>
            <a:off x="62568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sp>
        <p:nvSpPr>
          <p:cNvPr id="614" name="Google Shape;614;p45"/>
          <p:cNvSpPr/>
          <p:nvPr>
            <p:ph type="pic" idx="5"/>
          </p:nvPr>
        </p:nvSpPr>
        <p:spPr>
          <a:xfrm>
            <a:off x="3294300" y="1893950"/>
            <a:ext cx="2555400" cy="1939500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/>
        </p:txBody>
      </p:sp>
      <p:grpSp>
        <p:nvGrpSpPr>
          <p:cNvPr id="615" name="Google Shape;615;p45"/>
          <p:cNvGrpSpPr/>
          <p:nvPr/>
        </p:nvGrpSpPr>
        <p:grpSpPr>
          <a:xfrm>
            <a:off x="1381028" y="4148538"/>
            <a:ext cx="457200" cy="457200"/>
            <a:chOff x="1020916" y="1442088"/>
            <a:chExt cx="457200" cy="457200"/>
          </a:xfrm>
        </p:grpSpPr>
        <p:pic>
          <p:nvPicPr>
            <p:cNvPr id="616" name="Google Shape;616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17" name="Google Shape;617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18" name="Google Shape;618;p45"/>
          <p:cNvGrpSpPr/>
          <p:nvPr/>
        </p:nvGrpSpPr>
        <p:grpSpPr>
          <a:xfrm>
            <a:off x="4331066" y="4148550"/>
            <a:ext cx="457200" cy="457200"/>
            <a:chOff x="1020916" y="1442088"/>
            <a:chExt cx="457200" cy="457200"/>
          </a:xfrm>
        </p:grpSpPr>
        <p:pic>
          <p:nvPicPr>
            <p:cNvPr id="619" name="Google Shape;619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0" name="Google Shape;620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621" name="Google Shape;621;p45"/>
          <p:cNvGrpSpPr/>
          <p:nvPr/>
        </p:nvGrpSpPr>
        <p:grpSpPr>
          <a:xfrm>
            <a:off x="7305791" y="4148538"/>
            <a:ext cx="457200" cy="457200"/>
            <a:chOff x="1020916" y="1442088"/>
            <a:chExt cx="457200" cy="457200"/>
          </a:xfrm>
        </p:grpSpPr>
        <p:pic>
          <p:nvPicPr>
            <p:cNvPr id="622" name="Google Shape;622;p4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623" name="Google Shape;623;p4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</p:spTree>
  </p:cSld>
  <p:clrMapOvr>
    <a:masterClrMapping/>
  </p:clrMapOvr>
  <p:transition/>
  <p:timing/>
</p:sldLayout>
</file>

<file path=ppt/slideLayouts/slideLayout4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6 CfU blank - purple ">
  <p:cSld name="TITLE_AND_TWO_COLUMNS_1_1_6_2">
    <p:bg>
      <p:bgPr>
        <a:solidFill>
          <a:srgbClr val="F3EEFB"/>
        </a:solidFill>
      </p:bgPr>
    </p:bg>
    <p:spTree>
      <p:nvGrpSpPr>
        <p:cNvPr id="624" name="Shape 624"/>
        <p:cNvGrpSpPr/>
        <p:nvPr/>
      </p:nvGrpSpPr>
      <p:grpSpPr>
        <a:xfrm>
          <a:off x="0" y="0"/>
          <a:ext cx="0" cy="0"/>
        </a:xfrm>
      </p:grpSpPr>
      <p:pic>
        <p:nvPicPr>
          <p:cNvPr id="625" name="Google Shape;625;p46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26" name="Google Shape;626;p4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27" name="Google Shape;627;p4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28" name="Google Shape;628;p4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29" name="Google Shape;629;p4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0" name="Google Shape;630;p4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6 CfU blank - jade ">
  <p:cSld name="TITLE_AND_TWO_COLUMNS_1_1_6_2_3_1">
    <p:bg>
      <p:bgPr>
        <a:solidFill>
          <a:srgbClr val="E6F2F2"/>
        </a:solidFill>
      </p:bgPr>
    </p:bg>
    <p:spTree>
      <p:nvGrpSpPr>
        <p:cNvPr id="631" name="Shape 631"/>
        <p:cNvGrpSpPr/>
        <p:nvPr/>
      </p:nvGrpSpPr>
      <p:grpSpPr>
        <a:xfrm>
          <a:off x="0" y="0"/>
          <a:ext cx="0" cy="0"/>
        </a:xfrm>
      </p:grpSpPr>
      <p:pic>
        <p:nvPicPr>
          <p:cNvPr id="632" name="Google Shape;632;p4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33" name="Google Shape;633;p47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34" name="Google Shape;634;p4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35" name="Google Shape;635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36" name="Google Shape;636;p4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37" name="Google Shape;637;p4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6 CfU blank - blue ">
  <p:cSld name="TITLE_AND_TWO_COLUMNS_1_1_6_3">
    <p:bg>
      <p:bgPr>
        <a:solidFill>
          <a:srgbClr val="EBEDFE"/>
        </a:solidFill>
      </p:bgPr>
    </p:bg>
    <p:spTree>
      <p:nvGrpSpPr>
        <p:cNvPr id="638" name="Shape 638"/>
        <p:cNvGrpSpPr/>
        <p:nvPr/>
      </p:nvGrpSpPr>
      <p:grpSpPr>
        <a:xfrm>
          <a:off x="0" y="0"/>
          <a:ext cx="0" cy="0"/>
        </a:xfrm>
      </p:grpSpPr>
      <p:pic>
        <p:nvPicPr>
          <p:cNvPr id="639" name="Google Shape;639;p48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0" name="Google Shape;640;p48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1" name="Google Shape;641;p48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2" name="Google Shape;642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43" name="Google Shape;643;p48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44" name="Google Shape;644;p4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6 CfU blank - pink ">
  <p:cSld name="TITLE_AND_TWO_COLUMNS_1_1_6_2_3_1_1">
    <p:bg>
      <p:bgPr>
        <a:solidFill>
          <a:srgbClr val="FAEAF6"/>
        </a:solidFill>
      </p:bgPr>
    </p:bg>
    <p:spTree>
      <p:nvGrpSpPr>
        <p:cNvPr id="645" name="Shape 645"/>
        <p:cNvGrpSpPr/>
        <p:nvPr/>
      </p:nvGrpSpPr>
      <p:grpSpPr>
        <a:xfrm>
          <a:off x="0" y="0"/>
          <a:ext cx="0" cy="0"/>
        </a:xfrm>
      </p:grpSpPr>
      <p:pic>
        <p:nvPicPr>
          <p:cNvPr id="646" name="Google Shape;646;p49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47" name="Google Shape;647;p49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48" name="Google Shape;648;p49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pic>
        <p:nvPicPr>
          <p:cNvPr id="649" name="Google Shape;649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0" name="Google Shape;650;p49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Check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1" name="Google Shape;651;p4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 rtl="0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4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7 Practice - purple ">
  <p:cSld name="TITLE_AND_TWO_COLUMNS_1_1_5_1_3_1_1">
    <p:spTree>
      <p:nvGrpSpPr>
        <p:cNvPr id="652" name="Shape 652"/>
        <p:cNvGrpSpPr/>
        <p:nvPr/>
      </p:nvGrpSpPr>
      <p:grpSpPr>
        <a:xfrm>
          <a:off x="0" y="0"/>
          <a:ext cx="0" cy="0"/>
        </a:xfrm>
      </p:grpSpPr>
      <p:pic>
        <p:nvPicPr>
          <p:cNvPr id="653" name="Google Shape;653;p5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54" name="Google Shape;654;p50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55" name="Google Shape;655;p50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56" name="Google Shape;656;p50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57" name="Google Shape;657;p5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58" name="Google Shape;658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59" name="Google Shape;659;p50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7 Practice - jade">
  <p:cSld name="TITLE_AND_TWO_COLUMNS_1_1_5_1_3_1_1_1_1">
    <p:spTree>
      <p:nvGrpSpPr>
        <p:cNvPr id="660" name="Shape 660"/>
        <p:cNvGrpSpPr/>
        <p:nvPr/>
      </p:nvGrpSpPr>
      <p:grpSpPr>
        <a:xfrm>
          <a:off x="0" y="0"/>
          <a:ext cx="0" cy="0"/>
        </a:xfrm>
      </p:grpSpPr>
      <p:pic>
        <p:nvPicPr>
          <p:cNvPr id="661" name="Google Shape;661;p51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62" name="Google Shape;662;p51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63" name="Google Shape;663;p51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64" name="Google Shape;664;p51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5" name="Google Shape;665;p51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66" name="Google Shape;666;p5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67" name="Google Shape;667;p5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7 Practice - blue ">
  <p:cSld name="TITLE_AND_TWO_COLUMNS_1_1_5_1_3_1_2">
    <p:spTree>
      <p:nvGrpSpPr>
        <p:cNvPr id="668" name="Shape 668"/>
        <p:cNvGrpSpPr/>
        <p:nvPr/>
      </p:nvGrpSpPr>
      <p:grpSpPr>
        <a:xfrm>
          <a:off x="0" y="0"/>
          <a:ext cx="0" cy="0"/>
        </a:xfrm>
      </p:grpSpPr>
      <p:pic>
        <p:nvPicPr>
          <p:cNvPr id="669" name="Google Shape;669;p52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0" name="Google Shape;670;p52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1" name="Google Shape;671;p52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72" name="Google Shape;672;p52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BEDFE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EBEDFE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3" name="Google Shape;673;p52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74" name="Google Shape;674;p5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75" name="Google Shape;67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7 Practice - pink">
  <p:cSld name="TITLE_AND_TWO_COLUMNS_1_1_5_1_3_1_1_1_1_1">
    <p:spTree>
      <p:nvGrpSpPr>
        <p:cNvPr id="676" name="Shape 676"/>
        <p:cNvGrpSpPr/>
        <p:nvPr/>
      </p:nvGrpSpPr>
      <p:grpSpPr>
        <a:xfrm>
          <a:off x="0" y="0"/>
          <a:ext cx="0" cy="0"/>
        </a:xfrm>
      </p:grpSpPr>
      <p:pic>
        <p:nvPicPr>
          <p:cNvPr id="677" name="Google Shape;677;p53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78" name="Google Shape;678;p53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79" name="Google Shape;679;p53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0" name="Google Shape;680;p53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Practice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1" name="Google Shape;681;p53"/>
          <p:cNvSpPr txBox="1"/>
          <p:nvPr/>
        </p:nvSpPr>
        <p:spPr>
          <a:xfrm>
            <a:off x="324000" y="45525"/>
            <a:ext cx="11538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2" name="Google Shape;682;p5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83" name="Google Shape;683;p5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17493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1.08 Feedback - purple">
  <p:cSld name="TITLE_AND_TWO_COLUMNS_1_1_5_1_3_1_1_1">
    <p:bg>
      <p:bgPr>
        <a:solidFill>
          <a:srgbClr val="F3EEFB"/>
        </a:solidFill>
      </p:bgPr>
    </p:bg>
    <p:spTree>
      <p:nvGrpSpPr>
        <p:cNvPr id="684" name="Shape 684"/>
        <p:cNvGrpSpPr/>
        <p:nvPr/>
      </p:nvGrpSpPr>
      <p:grpSpPr>
        <a:xfrm>
          <a:off x="0" y="0"/>
          <a:ext cx="0" cy="0"/>
        </a:xfrm>
      </p:grpSpPr>
      <p:pic>
        <p:nvPicPr>
          <p:cNvPr id="685" name="Google Shape;685;p54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86" name="Google Shape;686;p54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87" name="Google Shape;687;p54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88" name="Google Shape;688;p54"/>
          <p:cNvSpPr txBox="1"/>
          <p:nvPr/>
        </p:nvSpPr>
        <p:spPr>
          <a:xfrm>
            <a:off x="324000" y="45525"/>
            <a:ext cx="10920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A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89" name="Google Shape;689;p5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pic>
        <p:nvPicPr>
          <p:cNvPr id="690" name="Google Shape;690;p5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  <p:sp>
        <p:nvSpPr>
          <p:cNvPr id="691" name="Google Shape;691;p54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3EEFB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3EEFB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5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2.08 Feedback - jade">
  <p:cSld name="TITLE_AND_TWO_COLUMNS_1_1_5_1_3_1_1_1_1_2">
    <p:bg>
      <p:bgPr>
        <a:solidFill>
          <a:srgbClr val="E6F2F2"/>
        </a:solidFill>
      </p:bgPr>
    </p:bg>
    <p:spTree>
      <p:nvGrpSpPr>
        <p:cNvPr id="692" name="Shape 692"/>
        <p:cNvGrpSpPr/>
        <p:nvPr/>
      </p:nvGrpSpPr>
      <p:grpSpPr>
        <a:xfrm>
          <a:off x="0" y="0"/>
          <a:ext cx="0" cy="0"/>
        </a:xfrm>
      </p:grpSpPr>
      <p:pic>
        <p:nvPicPr>
          <p:cNvPr id="693" name="Google Shape;693;p55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694" name="Google Shape;694;p55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695" name="Google Shape;695;p55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696" name="Google Shape;696;p55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B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97" name="Google Shape;697;p5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698" name="Google Shape;698;p55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99" name="Google Shape;699;p5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3.08 Feedback - blue">
  <p:cSld name="TITLE_AND_TWO_COLUMNS_1_1_5_1_3_1_2_1">
    <p:bg>
      <p:bgPr>
        <a:solidFill>
          <a:srgbClr val="EBEDFE"/>
        </a:solidFill>
      </p:bgPr>
    </p:bg>
    <p:spTree>
      <p:nvGrpSpPr>
        <p:cNvPr id="700" name="Shape 700"/>
        <p:cNvGrpSpPr/>
        <p:nvPr/>
      </p:nvGrpSpPr>
      <p:grpSpPr>
        <a:xfrm>
          <a:off x="0" y="0"/>
          <a:ext cx="0" cy="0"/>
        </a:xfrm>
      </p:grpSpPr>
      <p:pic>
        <p:nvPicPr>
          <p:cNvPr id="701" name="Google Shape;701;p56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02" name="Google Shape;702;p56"/>
          <p:cNvSpPr/>
          <p:nvPr/>
        </p:nvSpPr>
        <p:spPr>
          <a:xfrm>
            <a:off x="-1" y="-2"/>
            <a:ext cx="9144300" cy="5403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03" name="Google Shape;703;p56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04" name="Google Shape;704;p56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C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05" name="Google Shape;705;p56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06" name="Google Shape;706;p56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E6F2F2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E6F2F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07" name="Google Shape;707;p5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4.08 Feedback - pink">
  <p:cSld name="TITLE_AND_TWO_COLUMNS_1_1_5_1_3_1_1_1_1_1_1">
    <p:bg>
      <p:bgPr>
        <a:solidFill>
          <a:srgbClr val="FAEAF6"/>
        </a:solidFill>
      </p:bgPr>
    </p:bg>
    <p:spTree>
      <p:nvGrpSpPr>
        <p:cNvPr id="708" name="Shape 708"/>
        <p:cNvGrpSpPr/>
        <p:nvPr/>
      </p:nvGrpSpPr>
      <p:grpSpPr>
        <a:xfrm>
          <a:off x="0" y="0"/>
          <a:ext cx="0" cy="0"/>
        </a:xfrm>
      </p:grpSpPr>
      <p:pic>
        <p:nvPicPr>
          <p:cNvPr id="709" name="Google Shape;709;p57"/>
          <p:cNvPicPr preferRelativeResize="0"/>
          <p:nvPr/>
        </p:nvPicPr>
        <p:blipFill>
          <a:blip r:embed="rId1">
            <a:alphaModFix/>
          </a:blip>
          <a:srcRect t="1662" b="1672"/>
          <a:stretch>
            <a:fillRect/>
          </a:stretch>
        </p:blipFill>
        <p:spPr>
          <a:xfrm>
            <a:off x="0" y="5325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0" name="Google Shape;710;p57"/>
          <p:cNvSpPr/>
          <p:nvPr/>
        </p:nvSpPr>
        <p:spPr>
          <a:xfrm>
            <a:off x="0" y="1"/>
            <a:ext cx="9144300" cy="5403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sp>
        <p:nvSpPr>
          <p:cNvPr id="711" name="Google Shape;711;p57"/>
          <p:cNvSpPr txBox="1"/>
          <p:nvPr>
            <p:ph type="body" idx="1"/>
          </p:nvPr>
        </p:nvSpPr>
        <p:spPr>
          <a:xfrm>
            <a:off x="324000" y="759300"/>
            <a:ext cx="8237700" cy="3020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12" name="Google Shape;712;p57"/>
          <p:cNvSpPr txBox="1"/>
          <p:nvPr/>
        </p:nvSpPr>
        <p:spPr>
          <a:xfrm>
            <a:off x="324000" y="45525"/>
            <a:ext cx="11427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rPr>
              <a:t>Task D</a:t>
            </a:r>
            <a:endParaRPr sz="2000" b="1">
              <a:solidFill>
                <a:schemeClr val="lt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13" name="Google Shape;713;p57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Clr>
                <a:schemeClr val="lt1"/>
              </a:buClr>
              <a:buSzPts val="2000"/>
              <a:buFont typeface="Lexend"/>
              <a:buNone/>
              <a:defRPr sz="2000">
                <a:solidFill>
                  <a:schemeClr val="lt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100"/>
              <a:buNone/>
              <a:defRPr>
                <a:solidFill>
                  <a:schemeClr val="lt1"/>
                </a:solidFill>
              </a:defRPr>
            </a:lvl2pPr>
            <a:lvl3pPr lvl="2" rtl="0">
              <a:spcBef>
                <a:spcPts val="1000"/>
              </a:spcBef>
              <a:spcAft>
                <a:spcPct val="0"/>
              </a:spcAft>
              <a:buClr>
                <a:schemeClr val="lt1"/>
              </a:buClr>
              <a:buSzPts val="2000"/>
              <a:buNone/>
              <a:defRPr>
                <a:solidFill>
                  <a:schemeClr val="lt1"/>
                </a:solidFill>
              </a:defRPr>
            </a:lvl3pPr>
            <a:lvl4pPr lvl="3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900"/>
              <a:buNone/>
              <a:defRPr>
                <a:solidFill>
                  <a:schemeClr val="lt1"/>
                </a:solidFill>
              </a:defRPr>
            </a:lvl4pPr>
            <a:lvl5pPr lvl="4" rtl="0">
              <a:spcBef>
                <a:spcPts val="8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5pPr>
            <a:lvl6pPr lvl="5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6pPr>
            <a:lvl7pPr lvl="6" rtl="0">
              <a:spcBef>
                <a:spcPts val="6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7pPr>
            <a:lvl8pPr lvl="7" rtl="0">
              <a:spcBef>
                <a:spcPts val="400"/>
              </a:spcBef>
              <a:spcAft>
                <a:spcPct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8pPr>
            <a:lvl9pPr lvl="8" rtl="0">
              <a:spcBef>
                <a:spcPts val="400"/>
              </a:spcBef>
              <a:spcAft>
                <a:spcPts val="20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714" name="Google Shape;714;p57"/>
          <p:cNvSpPr txBox="1"/>
          <p:nvPr/>
        </p:nvSpPr>
        <p:spPr>
          <a:xfrm>
            <a:off x="8476560" y="438750"/>
            <a:ext cx="603900" cy="13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900" b="1">
                <a:solidFill>
                  <a:srgbClr val="FAEAF6"/>
                </a:solidFill>
                <a:latin typeface="Lexend"/>
                <a:ea typeface="Lexend"/>
                <a:cs typeface="Lexend"/>
                <a:sym typeface="Lexend"/>
              </a:rPr>
              <a:t>Feedback</a:t>
            </a:r>
            <a:endParaRPr sz="900" b="1">
              <a:solidFill>
                <a:srgbClr val="FAEAF6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15" name="Google Shape;715;p5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28585" y="-11474"/>
            <a:ext cx="499700" cy="499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Layout>
</file>

<file path=ppt/slideLayouts/slideLayout5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1">
  <p:cSld name="TITLE_AND_TWO_COLUMNS_1_1_5_1_2_1">
    <p:spTree>
      <p:nvGrpSpPr>
        <p:cNvPr id="716" name="Shape 716"/>
        <p:cNvGrpSpPr/>
        <p:nvPr/>
      </p:nvGrpSpPr>
      <p:grpSpPr>
        <a:xfrm>
          <a:off x="0" y="0"/>
          <a:ext cx="0" cy="0"/>
        </a:xfrm>
      </p:grpSpPr>
      <p:sp>
        <p:nvSpPr>
          <p:cNvPr id="717" name="Google Shape;717;p58"/>
          <p:cNvSpPr/>
          <p:nvPr/>
        </p:nvSpPr>
        <p:spPr>
          <a:xfrm>
            <a:off x="0" y="0"/>
            <a:ext cx="9144300" cy="5403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18" name="Google Shape;718;p58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535825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19" name="Google Shape;719;p58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0" name="Google Shape;720;p58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1" name="Google Shape;721;p58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9.6 Summary 2">
  <p:cSld name="TITLE_AND_TWO_COLUMNS_1_1_5_1_2">
    <p:spTree>
      <p:nvGrpSpPr>
        <p:cNvPr id="722" name="Shape 722"/>
        <p:cNvGrpSpPr/>
        <p:nvPr/>
      </p:nvGrpSpPr>
      <p:grpSpPr>
        <a:xfrm>
          <a:off x="0" y="0"/>
          <a:ext cx="0" cy="0"/>
        </a:xfrm>
      </p:grpSpPr>
      <p:sp>
        <p:nvSpPr>
          <p:cNvPr id="723" name="Google Shape;723;p59"/>
          <p:cNvSpPr/>
          <p:nvPr/>
        </p:nvSpPr>
        <p:spPr>
          <a:xfrm>
            <a:off x="0" y="0"/>
            <a:ext cx="9144300" cy="7731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</p:txBody>
      </p:sp>
      <p:pic>
        <p:nvPicPr>
          <p:cNvPr id="724" name="Google Shape;724;p59"/>
          <p:cNvPicPr preferRelativeResize="0"/>
          <p:nvPr/>
        </p:nvPicPr>
        <p:blipFill>
          <a:blip r:embed="rId1">
            <a:alphaModFix/>
          </a:blip>
          <a:srcRect t="1699" b="1709"/>
          <a:stretch>
            <a:fillRect/>
          </a:stretch>
        </p:blipFill>
        <p:spPr>
          <a:xfrm>
            <a:off x="0" y="769550"/>
            <a:ext cx="9151202" cy="116709"/>
          </a:xfrm>
          <a:prstGeom prst="rect">
            <a:avLst/>
          </a:prstGeom>
          <a:noFill/>
          <a:ln>
            <a:noFill/>
          </a:ln>
        </p:spPr>
      </p:pic>
      <p:sp>
        <p:nvSpPr>
          <p:cNvPr id="725" name="Google Shape;725;p59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2200"/>
              <a:buFont typeface="Lexend"/>
              <a:buChar char="●"/>
              <a:defRPr sz="2200"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8300" rtl="0">
              <a:spcBef>
                <a:spcPts val="10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spcBef>
                <a:spcPts val="1000"/>
              </a:spcBef>
              <a:spcAft>
                <a:spcPct val="0"/>
              </a:spcAft>
              <a:buSzPts val="20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68300" rtl="0">
              <a:spcBef>
                <a:spcPts val="800"/>
              </a:spcBef>
              <a:spcAft>
                <a:spcPct val="0"/>
              </a:spcAft>
              <a:buSzPts val="2200"/>
              <a:buFont typeface="Lexend"/>
              <a:buChar char="–"/>
              <a:defRPr sz="2200"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spcBef>
                <a:spcPts val="8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 sz="1800"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spcBef>
                <a:spcPts val="6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spcBef>
                <a:spcPts val="400"/>
              </a:spcBef>
              <a:spcAft>
                <a:spcPct val="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spcBef>
                <a:spcPts val="400"/>
              </a:spcBef>
              <a:spcAft>
                <a:spcPts val="200"/>
              </a:spcAft>
              <a:buSzPts val="1800"/>
              <a:buFont typeface="Lexend"/>
              <a:buChar char="–"/>
              <a:defRPr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26" name="Google Shape;726;p59"/>
          <p:cNvSpPr txBox="1"/>
          <p:nvPr/>
        </p:nvSpPr>
        <p:spPr>
          <a:xfrm>
            <a:off x="324000" y="112500"/>
            <a:ext cx="1316700" cy="30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Summary</a:t>
            </a:r>
            <a:endParaRPr sz="2000"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27" name="Google Shape;727;p59"/>
          <p:cNvSpPr txBox="1"/>
          <p:nvPr>
            <p:ph type="title"/>
          </p:nvPr>
        </p:nvSpPr>
        <p:spPr>
          <a:xfrm>
            <a:off x="1684800" y="157525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spcBef>
                <a:spcPct val="0"/>
              </a:spcBef>
              <a:spcAft>
                <a:spcPct val="0"/>
              </a:spcAft>
              <a:buSzPts val="1800"/>
              <a:buFont typeface="Lexend"/>
              <a:buNone/>
              <a:defRPr sz="1800" b="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5pPr>
            <a:lvl6pPr lvl="5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6pPr>
            <a:lvl7pPr lvl="6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7pPr>
            <a:lvl8pPr lvl="7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8pPr>
            <a:lvl9pPr lvl="8" rtl="0"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5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matchingName="Z.3 Projectable quiz">
  <p:cSld name="Title Slide 3_1">
    <p:bg>
      <p:bgPr>
        <a:solidFill>
          <a:schemeClr val="lt1"/>
        </a:solidFill>
      </p:bgPr>
    </p:bg>
    <p:spTree>
      <p:nvGrpSpPr>
        <p:cNvPr id="728" name="Shape 728"/>
        <p:cNvGrpSpPr/>
        <p:nvPr/>
      </p:nvGrpSpPr>
      <p:grpSpPr>
        <a:xfrm>
          <a:off x="0" y="0"/>
          <a:ext cx="0" cy="0"/>
        </a:xfrm>
      </p:grpSpPr>
      <p:pic>
        <p:nvPicPr>
          <p:cNvPr id="729" name="Google Shape;729;p60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  <p:sp>
        <p:nvSpPr>
          <p:cNvPr id="730" name="Google Shape;730;p60"/>
          <p:cNvSpPr txBox="1"/>
          <p:nvPr/>
        </p:nvSpPr>
        <p:spPr>
          <a:xfrm>
            <a:off x="1977450" y="3132468"/>
            <a:ext cx="518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Click to open the interactive quiz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4 Items to copy-paste">
  <p:cSld name="CUSTOM_104_1_2_1_1">
    <p:spTree>
      <p:nvGrpSpPr>
        <p:cNvPr id="731" name="Shape 731"/>
        <p:cNvGrpSpPr/>
        <p:nvPr/>
      </p:nvGrpSpPr>
      <p:grpSpPr>
        <a:xfrm>
          <a:off x="0" y="0"/>
          <a:ext cx="0" cy="0"/>
        </a:xfrm>
      </p:grpSpPr>
      <p:sp>
        <p:nvSpPr>
          <p:cNvPr id="732" name="Google Shape;732;p61"/>
          <p:cNvSpPr/>
          <p:nvPr/>
        </p:nvSpPr>
        <p:spPr>
          <a:xfrm>
            <a:off x="3217188" y="4171902"/>
            <a:ext cx="5214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Tick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3" name="Google Shape;733;p61"/>
          <p:cNvSpPr/>
          <p:nvPr/>
        </p:nvSpPr>
        <p:spPr>
          <a:xfrm>
            <a:off x="483925" y="193075"/>
            <a:ext cx="66717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 b="1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Items to copy and paste</a:t>
            </a:r>
            <a:endParaRPr sz="20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4" name="Google Shape;734;p61"/>
          <p:cNvSpPr/>
          <p:nvPr/>
        </p:nvSpPr>
        <p:spPr>
          <a:xfrm>
            <a:off x="7459200" y="352650"/>
            <a:ext cx="1684800" cy="37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 i="0" u="none" strike="noStrike" cap="non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Video frame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5" name="Google Shape;735;p61"/>
          <p:cNvSpPr/>
          <p:nvPr/>
        </p:nvSpPr>
        <p:spPr>
          <a:xfrm>
            <a:off x="628788" y="4171893"/>
            <a:ext cx="1579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Agenda dot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6" name="Google Shape;736;p61"/>
          <p:cNvSpPr/>
          <p:nvPr/>
        </p:nvSpPr>
        <p:spPr>
          <a:xfrm>
            <a:off x="5891525" y="2313000"/>
            <a:ext cx="1796400" cy="38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CfU option letters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7" name="Google Shape;737;p61"/>
          <p:cNvSpPr/>
          <p:nvPr/>
        </p:nvSpPr>
        <p:spPr>
          <a:xfrm>
            <a:off x="933601" y="2371650"/>
            <a:ext cx="11799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audio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8" name="Google Shape;738;p61"/>
          <p:cNvSpPr/>
          <p:nvPr/>
        </p:nvSpPr>
        <p:spPr>
          <a:xfrm>
            <a:off x="3444210" y="2377200"/>
            <a:ext cx="1116600" cy="252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Play video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39" name="Google Shape;739;p61"/>
          <p:cNvSpPr/>
          <p:nvPr/>
        </p:nvSpPr>
        <p:spPr>
          <a:xfrm>
            <a:off x="4747799" y="4171900"/>
            <a:ext cx="6942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Cross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40" name="Google Shape;740;p61"/>
          <p:cNvSpPr/>
          <p:nvPr/>
        </p:nvSpPr>
        <p:spPr>
          <a:xfrm>
            <a:off x="6451200" y="4171900"/>
            <a:ext cx="1421700" cy="26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Reading icon</a:t>
            </a:r>
            <a:endParaRPr sz="1600" i="0" u="none" strike="noStrike" cap="none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Layout>
</file>

<file path=ppt/slideLayouts/slideLayout6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5 OGL">
  <p:cSld name="CUSTOM_5_1">
    <p:bg>
      <p:bgPr>
        <a:solidFill>
          <a:srgbClr val="BEF2BD"/>
        </a:solidFill>
      </p:bgPr>
    </p:bg>
    <p:spTree>
      <p:nvGrpSpPr>
        <p:cNvPr id="741" name="Shape 741"/>
        <p:cNvGrpSpPr/>
        <p:nvPr/>
      </p:nvGrpSpPr>
      <p:grpSpPr>
        <a:xfrm>
          <a:off x="0" y="0"/>
          <a:ext cx="0" cy="0"/>
        </a:xfrm>
      </p:grpSpPr>
      <p:pic>
        <p:nvPicPr>
          <p:cNvPr id="742" name="Google Shape;742;p62"/>
          <p:cNvPicPr preferRelativeResize="0"/>
          <p:nvPr/>
        </p:nvPicPr>
        <p:blipFill>
          <a:blip r:embed="rId1">
            <a:alphaModFix/>
          </a:blip>
          <a:stretch>
            <a:fillRect/>
          </a:stretch>
        </p:blipFill>
        <p:spPr>
          <a:xfrm>
            <a:off x="347200" y="1111870"/>
            <a:ext cx="7945600" cy="2919776"/>
          </a:xfrm>
          <a:prstGeom prst="rect">
            <a:avLst/>
          </a:prstGeom>
          <a:noFill/>
          <a:ln>
            <a:noFill/>
          </a:ln>
        </p:spPr>
      </p:pic>
      <p:sp>
        <p:nvSpPr>
          <p:cNvPr id="743" name="Google Shape;743;p62"/>
          <p:cNvSpPr txBox="1"/>
          <p:nvPr>
            <p:ph type="subTitle" idx="1"/>
          </p:nvPr>
        </p:nvSpPr>
        <p:spPr>
          <a:xfrm>
            <a:off x="661775" y="1190413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SzPts val="1800"/>
              <a:buNone/>
              <a:defRPr sz="1800"/>
            </a:lvl1pPr>
            <a:lvl2pPr lvl="1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2pPr>
            <a:lvl3pPr lvl="2" rtl="0">
              <a:spcBef>
                <a:spcPts val="1000"/>
              </a:spcBef>
              <a:spcAft>
                <a:spcPct val="0"/>
              </a:spcAft>
              <a:buSzPts val="1800"/>
              <a:buNone/>
              <a:defRPr sz="1800"/>
            </a:lvl3pPr>
            <a:lvl4pPr lvl="3" rtl="0">
              <a:spcBef>
                <a:spcPts val="800"/>
              </a:spcBef>
              <a:spcAft>
                <a:spcPct val="0"/>
              </a:spcAft>
              <a:buSzPts val="1800"/>
              <a:buNone/>
              <a:defRPr sz="1800"/>
            </a:lvl4pPr>
            <a:lvl5pPr lvl="4" rtl="0">
              <a:spcBef>
                <a:spcPts val="800"/>
              </a:spcBef>
              <a:spcAft>
                <a:spcPct val="0"/>
              </a:spcAft>
              <a:buSzPts val="1800"/>
              <a:buNone/>
              <a:defRPr/>
            </a:lvl5pPr>
            <a:lvl6pPr lvl="5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6pPr>
            <a:lvl7pPr lvl="6" rtl="0">
              <a:spcBef>
                <a:spcPts val="600"/>
              </a:spcBef>
              <a:spcAft>
                <a:spcPct val="0"/>
              </a:spcAft>
              <a:buSzPts val="1800"/>
              <a:buNone/>
              <a:defRPr/>
            </a:lvl7pPr>
            <a:lvl8pPr lvl="7" rtl="0">
              <a:spcBef>
                <a:spcPts val="400"/>
              </a:spcBef>
              <a:spcAft>
                <a:spcPct val="0"/>
              </a:spcAft>
              <a:buSzPts val="1800"/>
              <a:buNone/>
              <a:defRPr/>
            </a:lvl8pPr>
            <a:lvl9pPr lvl="8" rtl="0">
              <a:spcBef>
                <a:spcPts val="400"/>
              </a:spcBef>
              <a:spcAft>
                <a:spcPts val="200"/>
              </a:spcAft>
              <a:buSzPts val="1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Layouts/slideLayout6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matchingName="Z.6 Blank">
  <p:cSld name="CUSTOM_6">
    <p:spTree>
      <p:nvGrpSpPr>
        <p:cNvPr id="744" name="Shape 744"/>
        <p:cNvGrpSpPr/>
        <p:nvPr/>
      </p:nvGrpSpPr>
      <p:grpSpPr>
        <a:xfrm>
          <a:off x="0" y="0"/>
          <a:ext cx="0" cy="0"/>
        </a:xfrm>
      </p:grpSpPr>
      <p:sp>
        <p:nvSpPr>
          <p:cNvPr id="745" name="Google Shape;745;p63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>
            <a:lvl1pPr lvl="0">
              <a:spcBef>
                <a:spcPct val="0"/>
              </a:spcBef>
              <a:spcAft>
                <a:spcPct val="0"/>
              </a:spcAft>
              <a:buSzPts val="2200"/>
              <a:buNone/>
              <a:defRPr/>
            </a:lvl1pPr>
            <a:lvl2pPr lvl="1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2pPr>
            <a:lvl3pPr lvl="2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3pPr>
            <a:lvl4pPr lvl="3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4pPr>
            <a:lvl5pPr lvl="4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5pPr>
            <a:lvl6pPr lvl="5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6pPr>
            <a:lvl7pPr lvl="6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7pPr>
            <a:lvl8pPr lvl="7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8pPr>
            <a:lvl9pPr lvl="8">
              <a:spcBef>
                <a:spcPct val="0"/>
              </a:spcBef>
              <a:spcAft>
                <a:spcPct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slideLayout" Target="../slideLayouts/slideLayout12.xml" /><Relationship Id="rId13" Type="http://schemas.openxmlformats.org/officeDocument/2006/relationships/slideLayout" Target="../slideLayouts/slideLayout13.xml" /><Relationship Id="rId14" Type="http://schemas.openxmlformats.org/officeDocument/2006/relationships/slideLayout" Target="../slideLayouts/slideLayout14.xml" /><Relationship Id="rId15" Type="http://schemas.openxmlformats.org/officeDocument/2006/relationships/slideLayout" Target="../slideLayouts/slideLayout15.xml" /><Relationship Id="rId16" Type="http://schemas.openxmlformats.org/officeDocument/2006/relationships/slideLayout" Target="../slideLayouts/slideLayout16.xml" /><Relationship Id="rId17" Type="http://schemas.openxmlformats.org/officeDocument/2006/relationships/slideLayout" Target="../slideLayouts/slideLayout17.xml" /><Relationship Id="rId18" Type="http://schemas.openxmlformats.org/officeDocument/2006/relationships/slideLayout" Target="../slideLayouts/slideLayout18.xml" /><Relationship Id="rId19" Type="http://schemas.openxmlformats.org/officeDocument/2006/relationships/slideLayout" Target="../slideLayouts/slideLayout19.xml" /><Relationship Id="rId2" Type="http://schemas.openxmlformats.org/officeDocument/2006/relationships/slideLayout" Target="../slideLayouts/slideLayout2.xml" /><Relationship Id="rId20" Type="http://schemas.openxmlformats.org/officeDocument/2006/relationships/slideLayout" Target="../slideLayouts/slideLayout20.xml" /><Relationship Id="rId21" Type="http://schemas.openxmlformats.org/officeDocument/2006/relationships/slideLayout" Target="../slideLayouts/slideLayout21.xml" /><Relationship Id="rId22" Type="http://schemas.openxmlformats.org/officeDocument/2006/relationships/slideLayout" Target="../slideLayouts/slideLayout22.xml" /><Relationship Id="rId23" Type="http://schemas.openxmlformats.org/officeDocument/2006/relationships/slideLayout" Target="../slideLayouts/slideLayout23.xml" /><Relationship Id="rId24" Type="http://schemas.openxmlformats.org/officeDocument/2006/relationships/slideLayout" Target="../slideLayouts/slideLayout24.xml" /><Relationship Id="rId25" Type="http://schemas.openxmlformats.org/officeDocument/2006/relationships/slideLayout" Target="../slideLayouts/slideLayout25.xml" /><Relationship Id="rId26" Type="http://schemas.openxmlformats.org/officeDocument/2006/relationships/slideLayout" Target="../slideLayouts/slideLayout26.xml" /><Relationship Id="rId27" Type="http://schemas.openxmlformats.org/officeDocument/2006/relationships/slideLayout" Target="../slideLayouts/slideLayout27.xml" /><Relationship Id="rId28" Type="http://schemas.openxmlformats.org/officeDocument/2006/relationships/slideLayout" Target="../slideLayouts/slideLayout28.xml" /><Relationship Id="rId29" Type="http://schemas.openxmlformats.org/officeDocument/2006/relationships/slideLayout" Target="../slideLayouts/slideLayout29.xml" /><Relationship Id="rId3" Type="http://schemas.openxmlformats.org/officeDocument/2006/relationships/slideLayout" Target="../slideLayouts/slideLayout3.xml" /><Relationship Id="rId30" Type="http://schemas.openxmlformats.org/officeDocument/2006/relationships/slideLayout" Target="../slideLayouts/slideLayout30.xml" /><Relationship Id="rId31" Type="http://schemas.openxmlformats.org/officeDocument/2006/relationships/slideLayout" Target="../slideLayouts/slideLayout31.xml" /><Relationship Id="rId32" Type="http://schemas.openxmlformats.org/officeDocument/2006/relationships/slideLayout" Target="../slideLayouts/slideLayout32.xml" /><Relationship Id="rId33" Type="http://schemas.openxmlformats.org/officeDocument/2006/relationships/slideLayout" Target="../slideLayouts/slideLayout33.xml" /><Relationship Id="rId34" Type="http://schemas.openxmlformats.org/officeDocument/2006/relationships/slideLayout" Target="../slideLayouts/slideLayout34.xml" /><Relationship Id="rId35" Type="http://schemas.openxmlformats.org/officeDocument/2006/relationships/slideLayout" Target="../slideLayouts/slideLayout35.xml" /><Relationship Id="rId36" Type="http://schemas.openxmlformats.org/officeDocument/2006/relationships/slideLayout" Target="../slideLayouts/slideLayout36.xml" /><Relationship Id="rId37" Type="http://schemas.openxmlformats.org/officeDocument/2006/relationships/slideLayout" Target="../slideLayouts/slideLayout37.xml" /><Relationship Id="rId38" Type="http://schemas.openxmlformats.org/officeDocument/2006/relationships/slideLayout" Target="../slideLayouts/slideLayout38.xml" /><Relationship Id="rId39" Type="http://schemas.openxmlformats.org/officeDocument/2006/relationships/slideLayout" Target="../slideLayouts/slideLayout39.xml" /><Relationship Id="rId4" Type="http://schemas.openxmlformats.org/officeDocument/2006/relationships/slideLayout" Target="../slideLayouts/slideLayout4.xml" /><Relationship Id="rId40" Type="http://schemas.openxmlformats.org/officeDocument/2006/relationships/slideLayout" Target="../slideLayouts/slideLayout40.xml" /><Relationship Id="rId41" Type="http://schemas.openxmlformats.org/officeDocument/2006/relationships/slideLayout" Target="../slideLayouts/slideLayout41.xml" /><Relationship Id="rId42" Type="http://schemas.openxmlformats.org/officeDocument/2006/relationships/slideLayout" Target="../slideLayouts/slideLayout42.xml" /><Relationship Id="rId43" Type="http://schemas.openxmlformats.org/officeDocument/2006/relationships/slideLayout" Target="../slideLayouts/slideLayout43.xml" /><Relationship Id="rId44" Type="http://schemas.openxmlformats.org/officeDocument/2006/relationships/slideLayout" Target="../slideLayouts/slideLayout44.xml" /><Relationship Id="rId45" Type="http://schemas.openxmlformats.org/officeDocument/2006/relationships/slideLayout" Target="../slideLayouts/slideLayout45.xml" /><Relationship Id="rId46" Type="http://schemas.openxmlformats.org/officeDocument/2006/relationships/slideLayout" Target="../slideLayouts/slideLayout46.xml" /><Relationship Id="rId47" Type="http://schemas.openxmlformats.org/officeDocument/2006/relationships/slideLayout" Target="../slideLayouts/slideLayout47.xml" /><Relationship Id="rId48" Type="http://schemas.openxmlformats.org/officeDocument/2006/relationships/slideLayout" Target="../slideLayouts/slideLayout48.xml" /><Relationship Id="rId49" Type="http://schemas.openxmlformats.org/officeDocument/2006/relationships/slideLayout" Target="../slideLayouts/slideLayout49.xml" /><Relationship Id="rId5" Type="http://schemas.openxmlformats.org/officeDocument/2006/relationships/slideLayout" Target="../slideLayouts/slideLayout5.xml" /><Relationship Id="rId50" Type="http://schemas.openxmlformats.org/officeDocument/2006/relationships/slideLayout" Target="../slideLayouts/slideLayout50.xml" /><Relationship Id="rId51" Type="http://schemas.openxmlformats.org/officeDocument/2006/relationships/slideLayout" Target="../slideLayouts/slideLayout51.xml" /><Relationship Id="rId52" Type="http://schemas.openxmlformats.org/officeDocument/2006/relationships/slideLayout" Target="../slideLayouts/slideLayout52.xml" /><Relationship Id="rId53" Type="http://schemas.openxmlformats.org/officeDocument/2006/relationships/slideLayout" Target="../slideLayouts/slideLayout53.xml" /><Relationship Id="rId54" Type="http://schemas.openxmlformats.org/officeDocument/2006/relationships/slideLayout" Target="../slideLayouts/slideLayout54.xml" /><Relationship Id="rId55" Type="http://schemas.openxmlformats.org/officeDocument/2006/relationships/slideLayout" Target="../slideLayouts/slideLayout55.xml" /><Relationship Id="rId56" Type="http://schemas.openxmlformats.org/officeDocument/2006/relationships/slideLayout" Target="../slideLayouts/slideLayout56.xml" /><Relationship Id="rId57" Type="http://schemas.openxmlformats.org/officeDocument/2006/relationships/slideLayout" Target="../slideLayouts/slideLayout57.xml" /><Relationship Id="rId58" Type="http://schemas.openxmlformats.org/officeDocument/2006/relationships/slideLayout" Target="../slideLayouts/slideLayout58.xml" /><Relationship Id="rId59" Type="http://schemas.openxmlformats.org/officeDocument/2006/relationships/slideLayout" Target="../slideLayouts/slideLayout59.xml" /><Relationship Id="rId6" Type="http://schemas.openxmlformats.org/officeDocument/2006/relationships/slideLayout" Target="../slideLayouts/slideLayout6.xml" /><Relationship Id="rId60" Type="http://schemas.openxmlformats.org/officeDocument/2006/relationships/slideLayout" Target="../slideLayouts/slideLayout60.xml" /><Relationship Id="rId61" Type="http://schemas.openxmlformats.org/officeDocument/2006/relationships/slideLayout" Target="../slideLayouts/slideLayout61.xml" /><Relationship Id="rId62" Type="http://schemas.openxmlformats.org/officeDocument/2006/relationships/slideLayout" Target="../slideLayouts/slideLayout62.xml" /><Relationship Id="rId63" Type="http://schemas.openxmlformats.org/officeDocument/2006/relationships/image" Target="../media/image42.png" /><Relationship Id="rId64" Type="http://schemas.openxmlformats.org/officeDocument/2006/relationships/theme" Target="../theme/theme1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9000" y="73800"/>
            <a:ext cx="6600600" cy="8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lvl="0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None/>
              <a:defRPr sz="22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800"/>
              <a:buFont typeface="Lexend Medium"/>
              <a:buNone/>
              <a:defRPr sz="28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body" idx="1"/>
          </p:nvPr>
        </p:nvSpPr>
        <p:spPr>
          <a:xfrm>
            <a:off x="459000" y="523400"/>
            <a:ext cx="8226000" cy="315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>
            <a:lvl1pPr marL="457200" lvl="0" indent="-368300" rtl="0">
              <a:lnSpc>
                <a:spcPct val="13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2200"/>
              <a:buFont typeface="Lexend"/>
              <a:buChar char="●"/>
              <a:defRPr sz="2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marL="914400" lvl="1" indent="-36195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100"/>
              <a:buFont typeface="Lexend"/>
              <a:buChar char="–"/>
              <a:defRPr sz="21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marL="1371600" lvl="2" indent="-355600" rtl="0">
              <a:lnSpc>
                <a:spcPct val="130000"/>
              </a:lnSpc>
              <a:spcBef>
                <a:spcPts val="1000"/>
              </a:spcBef>
              <a:spcAft>
                <a:spcPct val="0"/>
              </a:spcAft>
              <a:buClr>
                <a:schemeClr val="dk1"/>
              </a:buClr>
              <a:buSzPts val="2000"/>
              <a:buFont typeface="Lexend"/>
              <a:buChar char="–"/>
              <a:defRPr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marL="1828800" lvl="3" indent="-34925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900"/>
              <a:buFont typeface="Lexend"/>
              <a:buChar char="–"/>
              <a:defRPr sz="1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marL="2286000" lvl="4" indent="-342900" rtl="0">
              <a:lnSpc>
                <a:spcPct val="130000"/>
              </a:lnSpc>
              <a:spcBef>
                <a:spcPts val="8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marL="2743200" lvl="5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marL="3200400" lvl="6" indent="-342900" rtl="0">
              <a:lnSpc>
                <a:spcPct val="130000"/>
              </a:lnSpc>
              <a:spcBef>
                <a:spcPts val="6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marL="3657600" lvl="7" indent="-342900" rtl="0">
              <a:lnSpc>
                <a:spcPct val="130000"/>
              </a:lnSpc>
              <a:spcBef>
                <a:spcPts val="400"/>
              </a:spcBef>
              <a:spcAft>
                <a:spcPct val="0"/>
              </a:spcAft>
              <a:buClr>
                <a:schemeClr val="dk1"/>
              </a:buClr>
              <a:buSzPts val="1800"/>
              <a:buFont typeface="Lexend"/>
              <a:buChar char="–"/>
              <a:defRPr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marL="4114800" lvl="8" indent="-342900" rtl="0">
              <a:lnSpc>
                <a:spcPct val="130000"/>
              </a:lnSpc>
              <a:spcBef>
                <a:spcPts val="400"/>
              </a:spcBef>
              <a:spcAft>
                <a:spcPts val="200"/>
              </a:spcAft>
              <a:buClr>
                <a:schemeClr val="dk1"/>
              </a:buClr>
              <a:buSzPts val="1800"/>
              <a:buFont typeface="Kalam"/>
              <a:buChar char="–"/>
              <a:defRPr sz="18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pic>
        <p:nvPicPr>
          <p:cNvPr id="8" name="Google Shape;8;p1"/>
          <p:cNvPicPr preferRelativeResize="0"/>
          <p:nvPr/>
        </p:nvPicPr>
        <p:blipFill>
          <a:blip r:embed="rId63">
            <a:alphaModFix/>
          </a:blip>
          <a:stretch>
            <a:fillRect/>
          </a:stretch>
        </p:blipFill>
        <p:spPr>
          <a:xfrm>
            <a:off x="8524129" y="4430050"/>
            <a:ext cx="234000" cy="318241"/>
          </a:xfrm>
          <a:prstGeom prst="rect">
            <a:avLst/>
          </a:prstGeom>
          <a:noFill/>
          <a:ln>
            <a:noFill/>
          </a:ln>
        </p:spPr>
      </p:pic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  <p:sldLayoutId id="2147483689" r:id="rId42"/>
    <p:sldLayoutId id="2147483690" r:id="rId43"/>
    <p:sldLayoutId id="2147483691" r:id="rId44"/>
    <p:sldLayoutId id="2147483692" r:id="rId45"/>
    <p:sldLayoutId id="2147483693" r:id="rId46"/>
    <p:sldLayoutId id="2147483694" r:id="rId47"/>
    <p:sldLayoutId id="2147483695" r:id="rId48"/>
    <p:sldLayoutId id="2147483696" r:id="rId49"/>
    <p:sldLayoutId id="2147483697" r:id="rId50"/>
    <p:sldLayoutId id="2147483698" r:id="rId51"/>
    <p:sldLayoutId id="2147483699" r:id="rId52"/>
    <p:sldLayoutId id="2147483700" r:id="rId53"/>
    <p:sldLayoutId id="2147483701" r:id="rId54"/>
    <p:sldLayoutId id="2147483702" r:id="rId55"/>
    <p:sldLayoutId id="2147483703" r:id="rId56"/>
    <p:sldLayoutId id="2147483704" r:id="rId57"/>
    <p:sldLayoutId id="2147483705" r:id="rId58"/>
    <p:sldLayoutId id="2147483706" r:id="rId59"/>
    <p:sldLayoutId id="2147483707" r:id="rId60"/>
    <p:sldLayoutId id="2147483708" r:id="rId61"/>
    <p:sldLayoutId id="2147483709" r:id="rId62"/>
  </p:sldLayoutIdLst>
  <p:transition/>
  <p:timing/>
  <p:txStyles>
    <p:title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ct val="0"/>
        </a:spcBef>
        <a:spcAft>
          <a:spcPct val="0"/>
        </a:spcAft>
      </a:defPPr>
      <a:lvl1pPr marR="0" lvl="0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ct val="0"/>
        </a:spcBef>
        <a:spcAft>
          <a:spcPct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204">
          <p15:clr>
            <a:schemeClr val="dk2"/>
          </p15:clr>
        </p15:guide>
        <p15:guide id="2" pos="1819">
          <p15:clr>
            <a:srgbClr val="0000FF"/>
          </p15:clr>
        </p15:guide>
        <p15:guide id="3" orient="horz" pos="340">
          <p15:clr>
            <a:srgbClr val="222222"/>
          </p15:clr>
        </p15:guide>
        <p15:guide id="4" pos="2123">
          <p15:clr>
            <a:srgbClr val="0000FF"/>
          </p15:clr>
        </p15:guide>
        <p15:guide id="5" pos="2880">
          <p15:clr>
            <a:srgbClr val="EA4335"/>
          </p15:clr>
        </p15:guide>
        <p15:guide id="6" pos="3637">
          <p15:clr>
            <a:srgbClr val="0000FF"/>
          </p15:clr>
        </p15:guide>
        <p15:guide id="7" pos="3941">
          <p15:clr>
            <a:srgbClr val="0000FF"/>
          </p15:clr>
        </p15:guide>
        <p15:guide id="8" pos="5556">
          <p15:clr>
            <a:srgbClr val="222222"/>
          </p15:clr>
        </p15:guide>
        <p15:guide id="9" pos="1061">
          <p15:clr>
            <a:srgbClr val="9AA0A6"/>
          </p15:clr>
        </p15:guide>
        <p15:guide id="10" pos="4699">
          <p15:clr>
            <a:srgbClr val="9AA0A6"/>
          </p15:clr>
        </p15:guide>
        <p15:guide id="11" orient="horz" pos="680">
          <p15:clr>
            <a:srgbClr val="B7B7B7"/>
          </p15:clr>
        </p15:guide>
        <p15:guide id="12" orient="horz" pos="1020">
          <p15:clr>
            <a:srgbClr val="B7B7B7"/>
          </p15:clr>
        </p15:guide>
        <p15:guide id="13" orient="horz" pos="1361">
          <p15:clr>
            <a:srgbClr val="B7B7B7"/>
          </p15:clr>
        </p15:guide>
        <p15:guide id="14" orient="horz" pos="1701">
          <p15:clr>
            <a:srgbClr val="B7B7B7"/>
          </p15:clr>
        </p15:guide>
        <p15:guide id="15" orient="horz" pos="2041">
          <p15:clr>
            <a:srgbClr val="B7B7B7"/>
          </p15:clr>
        </p15:guide>
        <p15:guide id="16" orient="horz" pos="2381">
          <p15:clr>
            <a:srgbClr val="B7B7B7"/>
          </p15:clr>
        </p15:guide>
        <p15:guide id="17" orient="horz" pos="3036">
          <p15:clr>
            <a:srgbClr val="000000"/>
          </p15:clr>
        </p15:guide>
        <p15:guide id="18" pos="2721">
          <p15:clr>
            <a:schemeClr val="dk1"/>
          </p15:clr>
        </p15:guide>
        <p15:guide id="19" pos="3039">
          <p15:clr>
            <a:schemeClr val="dk1"/>
          </p15:clr>
        </p15:guide>
        <p15:guide id="20" orient="horz" pos="510">
          <p15:clr>
            <a:srgbClr val="B7B7B7"/>
          </p15:clr>
        </p15:guide>
        <p15:guide id="21" orient="horz" pos="1620">
          <p15:clr>
            <a:srgbClr val="EA4335"/>
          </p15:clr>
        </p15:guide>
        <p15:guide id="22" orient="horz" pos="2721">
          <p15:clr>
            <a:srgbClr val="B7B7B7"/>
          </p15:clr>
        </p15:guide>
      </p15:sldGuideLst>
    </p:ext>
  </p:extLst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1.xml" /><Relationship Id="rId2" Type="http://schemas.openxmlformats.org/officeDocument/2006/relationships/notesSlide" Target="../notesSlides/notesSlide2.xml" /><Relationship Id="rId3" Type="http://schemas.openxmlformats.org/officeDocument/2006/relationships/hyperlink" Target="https://support.thenational.academy/using-oaks-new-teaching-resources?utm_campaign=OakSlideDeck&amp;utm_medium=document&amp;utm_source=guide" TargetMode="External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0.xml" /><Relationship Id="rId2" Type="http://schemas.openxmlformats.org/officeDocument/2006/relationships/notesSlide" Target="../notesSlides/notesSlide3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3.xml" /><Relationship Id="rId2" Type="http://schemas.openxmlformats.org/officeDocument/2006/relationships/notesSlide" Target="../notesSlides/notesSlide4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5.xml" /><Relationship Id="rId3" Type="http://schemas.openxmlformats.org/officeDocument/2006/relationships/image" Target="../media/image43.pn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6.xml" /><Relationship Id="rId3" Type="http://schemas.openxmlformats.org/officeDocument/2006/relationships/image" Target="../media/image44.png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7.xml" /><Relationship Id="rId3" Type="http://schemas.openxmlformats.org/officeDocument/2006/relationships/image" Target="../media/image44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8.xml" /><Relationship Id="rId3" Type="http://schemas.openxmlformats.org/officeDocument/2006/relationships/image" Target="../media/image45.png" /><Relationship Id="rId4" Type="http://schemas.openxmlformats.org/officeDocument/2006/relationships/image" Target="../media/image46.png" /><Relationship Id="rId5" Type="http://schemas.openxmlformats.org/officeDocument/2006/relationships/image" Target="../media/image47.png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9.xml" /><Relationship Id="rId3" Type="http://schemas.openxmlformats.org/officeDocument/2006/relationships/image" Target="../media/image48.jpeg" /><Relationship Id="rId4" Type="http://schemas.openxmlformats.org/officeDocument/2006/relationships/image" Target="../media/image49.jpe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0.xml" /><Relationship Id="rId3" Type="http://schemas.openxmlformats.org/officeDocument/2006/relationships/image" Target="../media/image50.png" /><Relationship Id="rId4" Type="http://schemas.openxmlformats.org/officeDocument/2006/relationships/image" Target="../media/image51.png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1.xml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2.xml" /><Relationship Id="rId3" Type="http://schemas.openxmlformats.org/officeDocument/2006/relationships/image" Target="../media/image52.png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3.xml" /><Relationship Id="rId3" Type="http://schemas.openxmlformats.org/officeDocument/2006/relationships/image" Target="../media/image53.png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4.xml" /><Relationship Id="rId3" Type="http://schemas.openxmlformats.org/officeDocument/2006/relationships/image" Target="../media/image54.png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37.xml" /><Relationship Id="rId2" Type="http://schemas.openxmlformats.org/officeDocument/2006/relationships/notesSlide" Target="../notesSlides/notesSlide15.xml" /><Relationship Id="rId3" Type="http://schemas.openxmlformats.org/officeDocument/2006/relationships/image" Target="../media/image54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5.xml" /><Relationship Id="rId2" Type="http://schemas.openxmlformats.org/officeDocument/2006/relationships/notesSlide" Target="../notesSlides/notesSlide16.xml" /><Relationship Id="rId3" Type="http://schemas.openxmlformats.org/officeDocument/2006/relationships/image" Target="../media/image39.png" /><Relationship Id="rId4" Type="http://schemas.openxmlformats.org/officeDocument/2006/relationships/image" Target="../media/image54.png" /><Relationship Id="rId5" Type="http://schemas.openxmlformats.org/officeDocument/2006/relationships/image" Target="../media/image55.png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7.xml" /><Relationship Id="rId3" Type="http://schemas.openxmlformats.org/officeDocument/2006/relationships/image" Target="../media/image53.png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8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1.xml" /><Relationship Id="rId2" Type="http://schemas.openxmlformats.org/officeDocument/2006/relationships/notesSlide" Target="../notesSlides/notesSlide19.xml" /><Relationship Id="rId3" Type="http://schemas.openxmlformats.org/officeDocument/2006/relationships/image" Target="../media/image56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9.xml" /><Relationship Id="rId2" Type="http://schemas.openxmlformats.org/officeDocument/2006/relationships/notesSlide" Target="../notesSlides/notesSlide20.xml" /><Relationship Id="rId3" Type="http://schemas.openxmlformats.org/officeDocument/2006/relationships/image" Target="../media/image54.png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9.xml" /><Relationship Id="rId2" Type="http://schemas.openxmlformats.org/officeDocument/2006/relationships/notesSlide" Target="../notesSlides/notesSlide21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3.xml" /><Relationship Id="rId2" Type="http://schemas.openxmlformats.org/officeDocument/2006/relationships/notesSlide" Target="../notesSlides/notesSlide22.xml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8.xml" /><Relationship Id="rId2" Type="http://schemas.openxmlformats.org/officeDocument/2006/relationships/notesSlide" Target="../notesSlides/notesSlide23.xml" /><Relationship Id="rId3" Type="http://schemas.openxmlformats.org/officeDocument/2006/relationships/image" Target="../media/image43.pn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4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5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6.xml" /><Relationship Id="rId3" Type="http://schemas.openxmlformats.org/officeDocument/2006/relationships/image" Target="../media/image57.png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7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8.xml" /><Relationship Id="rId3" Type="http://schemas.openxmlformats.org/officeDocument/2006/relationships/image" Target="../media/image58.png" /></Relationships>
</file>

<file path=ppt/slides/_rels/slide2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29.xml" /><Relationship Id="rId3" Type="http://schemas.openxmlformats.org/officeDocument/2006/relationships/image" Target="../media/image59.jpeg" /></Relationships>
</file>

<file path=ppt/slides/_rels/slide3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0.xml" /><Relationship Id="rId3" Type="http://schemas.openxmlformats.org/officeDocument/2006/relationships/image" Target="../media/image57.png" /></Relationships>
</file>

<file path=ppt/slides/_rels/slide3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2.xml" /><Relationship Id="rId2" Type="http://schemas.openxmlformats.org/officeDocument/2006/relationships/notesSlide" Target="../notesSlides/notesSlide31.xml" /><Relationship Id="rId3" Type="http://schemas.openxmlformats.org/officeDocument/2006/relationships/image" Target="../media/image58.png" /></Relationships>
</file>

<file path=ppt/slides/_rels/slide3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2.xml" /><Relationship Id="rId3" Type="http://schemas.openxmlformats.org/officeDocument/2006/relationships/image" Target="../media/image39.png" /><Relationship Id="rId4" Type="http://schemas.openxmlformats.org/officeDocument/2006/relationships/image" Target="../media/image54.png" /><Relationship Id="rId5" Type="http://schemas.openxmlformats.org/officeDocument/2006/relationships/image" Target="../media/image47.png" /></Relationships>
</file>

<file path=ppt/slides/_rels/slide3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3.xml" /><Relationship Id="rId3" Type="http://schemas.openxmlformats.org/officeDocument/2006/relationships/image" Target="../media/image39.png" /><Relationship Id="rId4" Type="http://schemas.openxmlformats.org/officeDocument/2006/relationships/image" Target="../media/image54.png" /><Relationship Id="rId5" Type="http://schemas.openxmlformats.org/officeDocument/2006/relationships/image" Target="../media/image47.png" /></Relationships>
</file>

<file path=ppt/slides/_rels/slide3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46.xml" /><Relationship Id="rId2" Type="http://schemas.openxmlformats.org/officeDocument/2006/relationships/notesSlide" Target="../notesSlides/notesSlide34.xml" /><Relationship Id="rId3" Type="http://schemas.openxmlformats.org/officeDocument/2006/relationships/image" Target="../media/image47.png" /></Relationships>
</file>

<file path=ppt/slides/_rels/slide3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5.xml" /></Relationships>
</file>

<file path=ppt/slides/_rels/slide3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0.xml" /><Relationship Id="rId2" Type="http://schemas.openxmlformats.org/officeDocument/2006/relationships/notesSlide" Target="../notesSlides/notesSlide36.xml" /></Relationships>
</file>

<file path=ppt/slides/_rels/slide3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7.xml" /></Relationships>
</file>

<file path=ppt/slides/_rels/slide3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8.xml" /></Relationships>
</file>

<file path=ppt/slides/_rels/slide3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39.xml" /></Relationships>
</file>

<file path=ppt/slides/_rels/slide4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4.xml" /><Relationship Id="rId2" Type="http://schemas.openxmlformats.org/officeDocument/2006/relationships/notesSlide" Target="../notesSlides/notesSlide40.xml" /></Relationships>
</file>

<file path=ppt/slides/_rels/slide4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57.xml" /><Relationship Id="rId2" Type="http://schemas.openxmlformats.org/officeDocument/2006/relationships/notesSlide" Target="../notesSlides/notesSlide41.xml" /></Relationships>
</file>

<file path=ppt/slides/_rels/slide4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61.xml" /><Relationship Id="rId2" Type="http://schemas.openxmlformats.org/officeDocument/2006/relationships/notesSlide" Target="../notesSlides/notesSlide42.xml" /><Relationship Id="rId3" Type="http://schemas.openxmlformats.org/officeDocument/2006/relationships/hyperlink" Target="https://www.nationalarchives.gov.uk/doc/open-government-licence/version/3/" TargetMode="External" /><Relationship Id="rId4" Type="http://schemas.openxmlformats.org/officeDocument/2006/relationships/hyperlink" Target="https://www.thenational.academy/legal/terms-and-conditions" TargetMode="External" /><Relationship Id="rId5" Type="http://schemas.openxmlformats.org/officeDocument/2006/relationships/image" Target="../media/image60.png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49" name="Shape 749"/>
        <p:cNvGrpSpPr/>
        <p:nvPr/>
      </p:nvGrpSpPr>
      <p:grpSpPr>
        <a:xfrm>
          <a:off x="0" y="0"/>
          <a:ext cx="0" cy="0"/>
        </a:xfrm>
      </p:grpSpPr>
      <p:sp>
        <p:nvSpPr>
          <p:cNvPr id="750" name="Google Shape;750;p64"/>
          <p:cNvSpPr txBox="1"/>
          <p:nvPr>
            <p:ph type="ctrTitle"/>
          </p:nvPr>
        </p:nvSpPr>
        <p:spPr>
          <a:xfrm>
            <a:off x="323850" y="810000"/>
            <a:ext cx="5502000" cy="2742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collection</a:t>
            </a:r>
            <a:endParaRPr/>
          </a:p>
        </p:txBody>
      </p:sp>
      <p:sp>
        <p:nvSpPr>
          <p:cNvPr id="751" name="Google Shape;751;p64"/>
          <p:cNvSpPr txBox="1"/>
          <p:nvPr>
            <p:ph type="subTitle" idx="1"/>
          </p:nvPr>
        </p:nvSpPr>
        <p:spPr>
          <a:xfrm>
            <a:off x="890225" y="4327975"/>
            <a:ext cx="5758500" cy="66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Numerical summaries of data</a:t>
            </a:r>
            <a:endParaRPr/>
          </a:p>
        </p:txBody>
      </p:sp>
    </p:spTree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="0">
  <p:cSld name="">
    <p:spTree>
      <p:nvGrpSpPr>
        <p:cNvPr id="755" name="Shape 755"/>
        <p:cNvGrpSpPr/>
        <p:nvPr/>
      </p:nvGrpSpPr>
      <p:grpSpPr>
        <a:xfrm>
          <a:off x="0" y="0"/>
          <a:ext cx="0" cy="0"/>
        </a:xfrm>
      </p:grpSpPr>
      <p:sp>
        <p:nvSpPr>
          <p:cNvPr id="756" name="Google Shape;756;p65"/>
          <p:cNvSpPr txBox="1"/>
          <p:nvPr/>
        </p:nvSpPr>
        <p:spPr>
          <a:xfrm>
            <a:off x="5578975" y="724425"/>
            <a:ext cx="19281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ctr" rtl="0">
              <a:lnSpc>
                <a:spcPct val="15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200" u="sng">
                <a:solidFill>
                  <a:srgbClr val="374CF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how to use Oak lessons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0" name="Shape 760"/>
        <p:cNvGrpSpPr/>
        <p:nvPr/>
      </p:nvGrpSpPr>
      <p:grpSpPr>
        <a:xfrm>
          <a:off x="0" y="0"/>
          <a:ext cx="0" cy="0"/>
        </a:xfrm>
      </p:grpSpPr>
      <p:sp>
        <p:nvSpPr>
          <p:cNvPr id="761" name="Google Shape;761;p66"/>
          <p:cNvSpPr txBox="1"/>
          <p:nvPr>
            <p:ph type="subTitle" idx="1"/>
          </p:nvPr>
        </p:nvSpPr>
        <p:spPr>
          <a:xfrm>
            <a:off x="585575" y="1463950"/>
            <a:ext cx="7351200" cy="27627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I can choose what data needs to be collected to explore statistical problems.</a:t>
            </a:r>
            <a:endParaRPr/>
          </a:p>
        </p:txBody>
      </p:sp>
    </p:spTree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65" name="Shape 765"/>
        <p:cNvGrpSpPr/>
        <p:nvPr/>
      </p:nvGrpSpPr>
      <p:grpSpPr>
        <a:xfrm>
          <a:off x="0" y="0"/>
          <a:ext cx="0" cy="0"/>
        </a:xfrm>
      </p:grpSpPr>
      <p:sp>
        <p:nvSpPr>
          <p:cNvPr id="766" name="Google Shape;766;p67"/>
          <p:cNvSpPr txBox="1"/>
          <p:nvPr>
            <p:ph type="subTitle" idx="1"/>
          </p:nvPr>
        </p:nvSpPr>
        <p:spPr>
          <a:xfrm>
            <a:off x="324000" y="993650"/>
            <a:ext cx="8496000" cy="84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In a data investigation, the </a:t>
            </a:r>
            <a:r>
              <a:rPr lang="en-GB" sz="1800" b="1">
                <a:solidFill>
                  <a:schemeClr val="dk1"/>
                </a:solidFill>
              </a:rPr>
              <a:t>population</a:t>
            </a:r>
            <a:r>
              <a:rPr lang="en-GB" sz="1800">
                <a:solidFill>
                  <a:schemeClr val="dk1"/>
                </a:solidFill>
              </a:rPr>
              <a:t> is the entire set of people, creatures, plants or items that make up the whole group which is being studied. </a:t>
            </a:r>
            <a:endParaRPr/>
          </a:p>
        </p:txBody>
      </p:sp>
      <p:sp>
        <p:nvSpPr>
          <p:cNvPr id="767" name="Google Shape;767;p67"/>
          <p:cNvSpPr txBox="1"/>
          <p:nvPr>
            <p:ph type="subTitle" idx="2"/>
          </p:nvPr>
        </p:nvSpPr>
        <p:spPr>
          <a:xfrm>
            <a:off x="324001" y="2212788"/>
            <a:ext cx="8496000" cy="48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A </a:t>
            </a:r>
            <a:r>
              <a:rPr lang="en-GB" sz="1800" b="1">
                <a:solidFill>
                  <a:schemeClr val="dk1"/>
                </a:solidFill>
              </a:rPr>
              <a:t>sample</a:t>
            </a:r>
            <a:r>
              <a:rPr lang="en-GB" sz="1800">
                <a:solidFill>
                  <a:schemeClr val="dk1"/>
                </a:solidFill>
              </a:rPr>
              <a:t> is a subset of the population.</a:t>
            </a:r>
            <a:endParaRPr/>
          </a:p>
        </p:txBody>
      </p:sp>
      <p:sp>
        <p:nvSpPr>
          <p:cNvPr id="768" name="Google Shape;768;p67"/>
          <p:cNvSpPr txBox="1"/>
          <p:nvPr>
            <p:ph type="subTitle" idx="3"/>
          </p:nvPr>
        </p:nvSpPr>
        <p:spPr>
          <a:xfrm>
            <a:off x="324000" y="3145200"/>
            <a:ext cx="8496000" cy="634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 b="1">
                <a:solidFill>
                  <a:schemeClr val="dk1"/>
                </a:solidFill>
              </a:rPr>
              <a:t>Bias </a:t>
            </a:r>
            <a:r>
              <a:rPr lang="en-GB" sz="1800">
                <a:solidFill>
                  <a:schemeClr val="dk1"/>
                </a:solidFill>
              </a:rPr>
              <a:t>can be present in any sample collected from a population and may affect the results of a statistical investigation. </a:t>
            </a:r>
            <a:br>
              <a:rPr lang="en-GB" sz="1800">
                <a:solidFill>
                  <a:schemeClr val="dk1"/>
                </a:solidFill>
              </a:rPr>
            </a:br>
            <a:r>
              <a:rPr lang="en-GB" sz="1800">
                <a:solidFill>
                  <a:schemeClr val="dk1"/>
                </a:solidFill>
              </a:rPr>
              <a:t>e.g. only asking year 7 pupils what food should be served in the school canteen.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>
                <a:solidFill>
                  <a:schemeClr val="dk1"/>
                </a:solidFill>
              </a:rPr>
              <a:t>e.g. only asking people with mobile phones who their provider is. </a:t>
            </a:r>
            <a:endParaRPr sz="1800">
              <a:solidFill>
                <a:schemeClr val="dk1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800">
              <a:solidFill>
                <a:schemeClr val="dk1"/>
              </a:solidFill>
            </a:endParaRPr>
          </a:p>
        </p:txBody>
      </p:sp>
    </p:spTree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72" name="Shape 772"/>
        <p:cNvGrpSpPr/>
        <p:nvPr/>
      </p:nvGrpSpPr>
      <p:grpSpPr>
        <a:xfrm>
          <a:off x="0" y="0"/>
          <a:ext cx="0" cy="0"/>
        </a:xfrm>
      </p:grpSpPr>
      <p:sp>
        <p:nvSpPr>
          <p:cNvPr id="773" name="Google Shape;773;p68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what data to collect</a:t>
            </a:r>
            <a:endParaRPr/>
          </a:p>
        </p:txBody>
      </p:sp>
      <p:sp>
        <p:nvSpPr>
          <p:cNvPr id="774" name="Google Shape;774;p68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where to collect the data from</a:t>
            </a:r>
            <a:endParaRPr/>
          </a:p>
        </p:txBody>
      </p:sp>
      <p:sp>
        <p:nvSpPr>
          <p:cNvPr id="775" name="Google Shape;775;p68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collection</a:t>
            </a:r>
            <a:endParaRPr/>
          </a:p>
        </p:txBody>
      </p:sp>
      <p:pic>
        <p:nvPicPr>
          <p:cNvPr id="776" name="Google Shape;776;p6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50" y="2052100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780" name="Shape 780"/>
        <p:cNvGrpSpPr/>
        <p:nvPr/>
      </p:nvGrpSpPr>
      <p:grpSpPr>
        <a:xfrm>
          <a:off x="0" y="0"/>
          <a:ext cx="0" cy="0"/>
        </a:xfrm>
      </p:grpSpPr>
      <p:sp>
        <p:nvSpPr>
          <p:cNvPr id="781" name="Google Shape;781;p6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782" name="Google Shape;782;p69"/>
          <p:cNvSpPr txBox="1"/>
          <p:nvPr>
            <p:ph type="body" idx="1"/>
          </p:nvPr>
        </p:nvSpPr>
        <p:spPr>
          <a:xfrm>
            <a:off x="324000" y="813925"/>
            <a:ext cx="8386200" cy="6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Working with data usually starts with having a </a:t>
            </a:r>
            <a:r>
              <a:rPr lang="en-GB" sz="2000">
                <a:solidFill>
                  <a:schemeClr val="accent4"/>
                </a:solidFill>
              </a:rPr>
              <a:t>question</a:t>
            </a:r>
            <a:r>
              <a:rPr lang="en-GB" sz="2000"/>
              <a:t> we want to investigate.</a:t>
            </a:r>
            <a:endParaRPr sz="2000"/>
          </a:p>
        </p:txBody>
      </p:sp>
      <p:sp>
        <p:nvSpPr>
          <p:cNvPr id="783" name="Google Shape;783;p69"/>
          <p:cNvSpPr txBox="1"/>
          <p:nvPr/>
        </p:nvSpPr>
        <p:spPr>
          <a:xfrm>
            <a:off x="3093700" y="168120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4" name="Google Shape;784;p69"/>
          <p:cNvSpPr txBox="1"/>
          <p:nvPr/>
        </p:nvSpPr>
        <p:spPr>
          <a:xfrm>
            <a:off x="5711426" y="2390100"/>
            <a:ext cx="20898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5" name="Google Shape;785;p69"/>
          <p:cNvSpPr txBox="1"/>
          <p:nvPr/>
        </p:nvSpPr>
        <p:spPr>
          <a:xfrm>
            <a:off x="5492150" y="3393900"/>
            <a:ext cx="26130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6" name="Google Shape;786;p69"/>
          <p:cNvSpPr txBox="1"/>
          <p:nvPr/>
        </p:nvSpPr>
        <p:spPr>
          <a:xfrm>
            <a:off x="3283627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7" name="Google Shape;787;p69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88" name="Google Shape;788;p69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89" name="Google Shape;789;p69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-737829">
            <a:off x="5666574" y="1839858"/>
            <a:ext cx="535351" cy="63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0" name="Google Shape;790;p69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2699982">
            <a:off x="5989125" y="2858170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1" name="Google Shape;791;p69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792" name="Google Shape;792;p69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793" name="Google Shape;793;p69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-8819938">
            <a:off x="2106150" y="3059848"/>
            <a:ext cx="535349" cy="63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794" name="Google Shape;794;p69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-5400026">
            <a:off x="2438297" y="1911957"/>
            <a:ext cx="535352" cy="632525"/>
          </a:xfrm>
          <a:prstGeom prst="rect">
            <a:avLst/>
          </a:prstGeom>
          <a:noFill/>
          <a:ln>
            <a:noFill/>
          </a:ln>
        </p:spPr>
      </p:pic>
      <p:sp>
        <p:nvSpPr>
          <p:cNvPr id="795" name="Google Shape;795;p69"/>
          <p:cNvSpPr txBox="1"/>
          <p:nvPr>
            <p:ph type="body" idx="1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796" name="Google Shape;796;p69"/>
          <p:cNvSpPr/>
          <p:nvPr/>
        </p:nvSpPr>
        <p:spPr>
          <a:xfrm>
            <a:off x="3125813" y="1652088"/>
            <a:ext cx="2442300" cy="9519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00" name="Shape 800"/>
        <p:cNvGrpSpPr/>
        <p:nvPr/>
      </p:nvGrpSpPr>
      <p:grpSpPr>
        <a:xfrm>
          <a:off x="0" y="0"/>
          <a:ext cx="0" cy="0"/>
        </a:xfrm>
      </p:grpSpPr>
      <p:sp>
        <p:nvSpPr>
          <p:cNvPr id="801" name="Google Shape;801;p7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802" name="Google Shape;802;p70"/>
          <p:cNvSpPr txBox="1"/>
          <p:nvPr/>
        </p:nvSpPr>
        <p:spPr>
          <a:xfrm>
            <a:off x="3093700" y="1680650"/>
            <a:ext cx="2442300" cy="923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Planning the statistical enquiry and asking a question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3" name="Google Shape;803;p70"/>
          <p:cNvSpPr txBox="1"/>
          <p:nvPr/>
        </p:nvSpPr>
        <p:spPr>
          <a:xfrm>
            <a:off x="5711425" y="2390100"/>
            <a:ext cx="20142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Collection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4" name="Google Shape;804;p70"/>
          <p:cNvSpPr txBox="1"/>
          <p:nvPr/>
        </p:nvSpPr>
        <p:spPr>
          <a:xfrm>
            <a:off x="5492150" y="3393897"/>
            <a:ext cx="23091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Organisation and presentation of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5" name="Google Shape;805;p70"/>
          <p:cNvSpPr txBox="1"/>
          <p:nvPr/>
        </p:nvSpPr>
        <p:spPr>
          <a:xfrm>
            <a:off x="3283627" y="4245900"/>
            <a:ext cx="2309100" cy="43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Analysis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6" name="Google Shape;806;p70"/>
          <p:cNvSpPr txBox="1"/>
          <p:nvPr/>
        </p:nvSpPr>
        <p:spPr>
          <a:xfrm>
            <a:off x="1603939" y="3642593"/>
            <a:ext cx="19347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Interpretation of the data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7" name="Google Shape;807;p70"/>
          <p:cNvSpPr txBox="1"/>
          <p:nvPr/>
        </p:nvSpPr>
        <p:spPr>
          <a:xfrm>
            <a:off x="1659370" y="2467318"/>
            <a:ext cx="1429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latin typeface="Lexend"/>
                <a:ea typeface="Lexend"/>
                <a:cs typeface="Lexend"/>
                <a:sym typeface="Lexend"/>
              </a:rPr>
              <a:t>Outcomes and actions</a:t>
            </a:r>
            <a:endParaRPr sz="16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08" name="Google Shape;808;p70"/>
          <p:cNvSpPr txBox="1"/>
          <p:nvPr>
            <p:ph type="body" idx="1"/>
          </p:nvPr>
        </p:nvSpPr>
        <p:spPr>
          <a:xfrm>
            <a:off x="324000" y="813925"/>
            <a:ext cx="8496000" cy="6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question that we are investigating affects </a:t>
            </a:r>
            <a:r>
              <a:rPr lang="en-GB" sz="2000">
                <a:solidFill>
                  <a:schemeClr val="accent4"/>
                </a:solidFill>
              </a:rPr>
              <a:t>what</a:t>
            </a:r>
            <a:r>
              <a:rPr lang="en-GB" sz="2000"/>
              <a:t> data should be collected and </a:t>
            </a:r>
            <a:r>
              <a:rPr lang="en-GB" sz="2000">
                <a:solidFill>
                  <a:schemeClr val="accent4"/>
                </a:solidFill>
              </a:rPr>
              <a:t>how</a:t>
            </a:r>
            <a:r>
              <a:rPr lang="en-GB" sz="2000"/>
              <a:t> it should be collected.</a:t>
            </a:r>
            <a:endParaRPr sz="2000"/>
          </a:p>
        </p:txBody>
      </p:sp>
      <p:sp>
        <p:nvSpPr>
          <p:cNvPr id="809" name="Google Shape;809;p70"/>
          <p:cNvSpPr txBox="1"/>
          <p:nvPr>
            <p:ph type="body" idx="1"/>
          </p:nvPr>
        </p:nvSpPr>
        <p:spPr>
          <a:xfrm>
            <a:off x="3467613" y="3146984"/>
            <a:ext cx="1619100" cy="380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/>
              <a:t>data cycle</a:t>
            </a:r>
            <a:endParaRPr/>
          </a:p>
        </p:txBody>
      </p:sp>
      <p:sp>
        <p:nvSpPr>
          <p:cNvPr id="810" name="Google Shape;810;p70"/>
          <p:cNvSpPr/>
          <p:nvPr/>
        </p:nvSpPr>
        <p:spPr>
          <a:xfrm>
            <a:off x="5752800" y="2376000"/>
            <a:ext cx="1934700" cy="431100"/>
          </a:xfrm>
          <a:prstGeom prst="rect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811" name="Google Shape;811;p70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-737829">
            <a:off x="5666574" y="1839858"/>
            <a:ext cx="535351" cy="63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2" name="Google Shape;812;p70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2699982">
            <a:off x="5989125" y="2858170"/>
            <a:ext cx="535351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3" name="Google Shape;813;p70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5134709">
            <a:off x="5413299" y="3997295"/>
            <a:ext cx="535349" cy="632526"/>
          </a:xfrm>
          <a:prstGeom prst="rect">
            <a:avLst/>
          </a:prstGeom>
          <a:noFill/>
          <a:ln>
            <a:noFill/>
          </a:ln>
        </p:spPr>
      </p:pic>
      <p:pic>
        <p:nvPicPr>
          <p:cNvPr id="814" name="Google Shape;814;p70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9574078">
            <a:off x="2715750" y="4050445"/>
            <a:ext cx="535348" cy="632527"/>
          </a:xfrm>
          <a:prstGeom prst="rect">
            <a:avLst/>
          </a:prstGeom>
          <a:noFill/>
          <a:ln>
            <a:noFill/>
          </a:ln>
        </p:spPr>
      </p:pic>
      <p:pic>
        <p:nvPicPr>
          <p:cNvPr id="815" name="Google Shape;815;p70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-8819938">
            <a:off x="2106150" y="3059848"/>
            <a:ext cx="535349" cy="632524"/>
          </a:xfrm>
          <a:prstGeom prst="rect">
            <a:avLst/>
          </a:prstGeom>
          <a:noFill/>
          <a:ln>
            <a:noFill/>
          </a:ln>
        </p:spPr>
      </p:pic>
      <p:pic>
        <p:nvPicPr>
          <p:cNvPr id="816" name="Google Shape;816;p70"/>
          <p:cNvPicPr preferRelativeResize="0"/>
          <p:nvPr/>
        </p:nvPicPr>
        <p:blipFill>
          <a:blip r:embed="rId3">
            <a:alphaModFix/>
          </a:blip>
          <a:srcRect l="74002" t="50045" r="14809" b="36882"/>
          <a:stretch>
            <a:fillRect/>
          </a:stretch>
        </p:blipFill>
        <p:spPr>
          <a:xfrm rot="-5400026">
            <a:off x="2438297" y="1911957"/>
            <a:ext cx="535352" cy="632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20" name="Shape 820"/>
        <p:cNvGrpSpPr/>
        <p:nvPr/>
      </p:nvGrpSpPr>
      <p:grpSpPr>
        <a:xfrm>
          <a:off x="0" y="0"/>
          <a:ext cx="0" cy="0"/>
        </a:xfrm>
      </p:grpSpPr>
      <p:sp>
        <p:nvSpPr>
          <p:cNvPr id="821" name="Google Shape;821;p7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822" name="Google Shape;822;p71"/>
          <p:cNvSpPr txBox="1"/>
          <p:nvPr>
            <p:ph type="body" idx="1"/>
          </p:nvPr>
        </p:nvSpPr>
        <p:spPr>
          <a:xfrm>
            <a:off x="324000" y="813925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There are different types of data that could be collected.</a:t>
            </a:r>
            <a:endParaRPr sz="2000"/>
          </a:p>
        </p:txBody>
      </p:sp>
      <p:sp>
        <p:nvSpPr>
          <p:cNvPr id="823" name="Google Shape;823;p71"/>
          <p:cNvSpPr txBox="1"/>
          <p:nvPr>
            <p:ph type="body" idx="1"/>
          </p:nvPr>
        </p:nvSpPr>
        <p:spPr>
          <a:xfrm>
            <a:off x="5286932" y="3710528"/>
            <a:ext cx="19575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scores in a sports competition</a:t>
            </a:r>
            <a:endParaRPr sz="1800"/>
          </a:p>
        </p:txBody>
      </p:sp>
      <p:sp>
        <p:nvSpPr>
          <p:cNvPr id="824" name="Google Shape;824;p71"/>
          <p:cNvSpPr txBox="1"/>
          <p:nvPr>
            <p:ph type="body" idx="1"/>
          </p:nvPr>
        </p:nvSpPr>
        <p:spPr>
          <a:xfrm>
            <a:off x="2563048" y="3696896"/>
            <a:ext cx="6789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ages</a:t>
            </a:r>
            <a:endParaRPr sz="2000"/>
          </a:p>
        </p:txBody>
      </p:sp>
      <p:sp>
        <p:nvSpPr>
          <p:cNvPr id="825" name="Google Shape;825;p71"/>
          <p:cNvSpPr txBox="1"/>
          <p:nvPr>
            <p:ph type="body" idx="1"/>
          </p:nvPr>
        </p:nvSpPr>
        <p:spPr>
          <a:xfrm>
            <a:off x="324000" y="1366288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 data are integers:</a:t>
            </a:r>
            <a:endParaRPr sz="2000"/>
          </a:p>
        </p:txBody>
      </p:sp>
      <p:pic>
        <p:nvPicPr>
          <p:cNvPr id="826" name="Google Shape;826;p71"/>
          <p:cNvPicPr preferRelativeResize="0"/>
          <p:nvPr/>
        </p:nvPicPr>
        <p:blipFill>
          <a:blip r:embed="rId3">
            <a:alphaModFix/>
          </a:blip>
          <a:srcRect l="4676" t="10213" r="15794" b="12055"/>
          <a:stretch>
            <a:fillRect/>
          </a:stretch>
        </p:blipFill>
        <p:spPr>
          <a:xfrm>
            <a:off x="5656332" y="2429150"/>
            <a:ext cx="1218725" cy="1191125"/>
          </a:xfrm>
          <a:prstGeom prst="rect">
            <a:avLst/>
          </a:prstGeom>
          <a:noFill/>
          <a:ln>
            <a:noFill/>
          </a:ln>
        </p:spPr>
      </p:pic>
      <p:pic>
        <p:nvPicPr>
          <p:cNvPr id="827" name="Google Shape;827;p7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527998" y="2787679"/>
            <a:ext cx="321809" cy="765797"/>
          </a:xfrm>
          <a:prstGeom prst="rect">
            <a:avLst/>
          </a:prstGeom>
          <a:noFill/>
          <a:ln>
            <a:noFill/>
          </a:ln>
        </p:spPr>
      </p:pic>
      <p:pic>
        <p:nvPicPr>
          <p:cNvPr id="828" name="Google Shape;828;p7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914170" y="2464802"/>
            <a:ext cx="321806" cy="108221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  <p:cond evt="onBegin" delay="0">
                          <p:tn val="6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  <p:cond evt="onBegin" delay="0">
                          <p:tn val="10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  <p:cond evt="onBegin" delay="0">
                          <p:tn val="18"/>
                        </p:cond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32" name="Shape 832"/>
        <p:cNvGrpSpPr/>
        <p:nvPr/>
      </p:nvGrpSpPr>
      <p:grpSpPr>
        <a:xfrm>
          <a:off x="0" y="0"/>
          <a:ext cx="0" cy="0"/>
        </a:xfrm>
      </p:grpSpPr>
      <p:pic>
        <p:nvPicPr>
          <p:cNvPr id="833" name="Google Shape;833;p7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2347" y="2212225"/>
            <a:ext cx="1495049" cy="1308175"/>
          </a:xfrm>
          <a:prstGeom prst="rect">
            <a:avLst/>
          </a:prstGeom>
          <a:noFill/>
          <a:ln>
            <a:noFill/>
          </a:ln>
        </p:spPr>
      </p:pic>
      <p:sp>
        <p:nvSpPr>
          <p:cNvPr id="834" name="Google Shape;834;p7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835" name="Google Shape;835;p72"/>
          <p:cNvSpPr txBox="1"/>
          <p:nvPr>
            <p:ph type="body" idx="1"/>
          </p:nvPr>
        </p:nvSpPr>
        <p:spPr>
          <a:xfrm>
            <a:off x="324000" y="813925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There are different types of data that could be collected.</a:t>
            </a:r>
            <a:endParaRPr sz="2000"/>
          </a:p>
        </p:txBody>
      </p:sp>
      <p:sp>
        <p:nvSpPr>
          <p:cNvPr id="836" name="Google Shape;836;p72"/>
          <p:cNvSpPr txBox="1"/>
          <p:nvPr>
            <p:ph type="body" idx="1"/>
          </p:nvPr>
        </p:nvSpPr>
        <p:spPr>
          <a:xfrm>
            <a:off x="5373072" y="3710525"/>
            <a:ext cx="22044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weights of animals </a:t>
            </a:r>
            <a:endParaRPr sz="1800"/>
          </a:p>
        </p:txBody>
      </p:sp>
      <p:sp>
        <p:nvSpPr>
          <p:cNvPr id="837" name="Google Shape;837;p72"/>
          <p:cNvSpPr txBox="1"/>
          <p:nvPr>
            <p:ph type="body" idx="1"/>
          </p:nvPr>
        </p:nvSpPr>
        <p:spPr>
          <a:xfrm>
            <a:off x="1675467" y="3696900"/>
            <a:ext cx="2295000" cy="700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distance travelled</a:t>
            </a:r>
            <a:endParaRPr sz="2000"/>
          </a:p>
        </p:txBody>
      </p:sp>
      <p:sp>
        <p:nvSpPr>
          <p:cNvPr id="838" name="Google Shape;838;p72"/>
          <p:cNvSpPr txBox="1"/>
          <p:nvPr>
            <p:ph type="body" idx="1"/>
          </p:nvPr>
        </p:nvSpPr>
        <p:spPr>
          <a:xfrm>
            <a:off x="324000" y="1366288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 data can be decimals:</a:t>
            </a:r>
            <a:endParaRPr sz="2000"/>
          </a:p>
        </p:txBody>
      </p:sp>
      <p:pic>
        <p:nvPicPr>
          <p:cNvPr id="839" name="Google Shape;839;p7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08367" y="2380325"/>
            <a:ext cx="2135700" cy="11710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  <p:cond evt="onBegin" delay="0">
                          <p:tn val="6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43" name="Shape 843"/>
        <p:cNvGrpSpPr/>
        <p:nvPr/>
      </p:nvGrpSpPr>
      <p:grpSpPr>
        <a:xfrm>
          <a:off x="0" y="0"/>
          <a:ext cx="0" cy="0"/>
        </a:xfrm>
      </p:grpSpPr>
      <p:sp>
        <p:nvSpPr>
          <p:cNvPr id="844" name="Google Shape;844;p7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845" name="Google Shape;845;p73"/>
          <p:cNvSpPr txBox="1"/>
          <p:nvPr>
            <p:ph type="body" idx="1"/>
          </p:nvPr>
        </p:nvSpPr>
        <p:spPr>
          <a:xfrm>
            <a:off x="324000" y="813925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There are different types of data that could be collected.</a:t>
            </a:r>
            <a:endParaRPr sz="2000"/>
          </a:p>
        </p:txBody>
      </p:sp>
      <p:sp>
        <p:nvSpPr>
          <p:cNvPr id="846" name="Google Shape;846;p73"/>
          <p:cNvSpPr txBox="1"/>
          <p:nvPr>
            <p:ph type="body" idx="1"/>
          </p:nvPr>
        </p:nvSpPr>
        <p:spPr>
          <a:xfrm>
            <a:off x="324000" y="1366288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 data are frequencies:</a:t>
            </a:r>
            <a:endParaRPr sz="2000"/>
          </a:p>
        </p:txBody>
      </p:sp>
      <p:sp>
        <p:nvSpPr>
          <p:cNvPr id="847" name="Google Shape;847;p73"/>
          <p:cNvSpPr txBox="1"/>
          <p:nvPr>
            <p:ph type="body" idx="1"/>
          </p:nvPr>
        </p:nvSpPr>
        <p:spPr>
          <a:xfrm>
            <a:off x="1366147" y="3484875"/>
            <a:ext cx="2135700" cy="79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number people who travel by bus</a:t>
            </a:r>
            <a:endParaRPr sz="1800"/>
          </a:p>
        </p:txBody>
      </p:sp>
      <p:pic>
        <p:nvPicPr>
          <p:cNvPr id="848" name="Google Shape;848;p7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90314" y="2221277"/>
            <a:ext cx="1624875" cy="1130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9" name="Google Shape;849;p73"/>
          <p:cNvSpPr txBox="1"/>
          <p:nvPr>
            <p:ph type="body" idx="1"/>
          </p:nvPr>
        </p:nvSpPr>
        <p:spPr>
          <a:xfrm>
            <a:off x="5099950" y="3484875"/>
            <a:ext cx="2880900" cy="79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how many workplace accidents occur in a year </a:t>
            </a:r>
            <a:endParaRPr sz="1800"/>
          </a:p>
        </p:txBody>
      </p:sp>
      <p:pic>
        <p:nvPicPr>
          <p:cNvPr id="850" name="Google Shape;850;p73"/>
          <p:cNvPicPr preferRelativeResize="0"/>
          <p:nvPr/>
        </p:nvPicPr>
        <p:blipFill>
          <a:blip r:embed="rId4">
            <a:alphaModFix/>
          </a:blip>
          <a:srcRect t="-1551" r="57693" b="70149"/>
          <a:stretch>
            <a:fillRect/>
          </a:stretch>
        </p:blipFill>
        <p:spPr>
          <a:xfrm>
            <a:off x="5818100" y="2210850"/>
            <a:ext cx="1104000" cy="1130700"/>
          </a:xfrm>
          <a:prstGeom prst="diamond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  <p:cond evt="onBegin" delay="0">
                          <p:tn val="6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  <p:cond evt="onBegin" delay="0">
                          <p:tn val="12"/>
                        </p:cond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54" name="Shape 854"/>
        <p:cNvGrpSpPr/>
        <p:nvPr/>
      </p:nvGrpSpPr>
      <p:grpSpPr>
        <a:xfrm>
          <a:off x="0" y="0"/>
          <a:ext cx="0" cy="0"/>
        </a:xfrm>
      </p:grpSpPr>
      <p:sp>
        <p:nvSpPr>
          <p:cNvPr id="855" name="Google Shape;855;p74"/>
          <p:cNvSpPr txBox="1"/>
          <p:nvPr>
            <p:ph type="body" idx="1"/>
          </p:nvPr>
        </p:nvSpPr>
        <p:spPr>
          <a:xfrm>
            <a:off x="3779717" y="2923269"/>
            <a:ext cx="14811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stop watch</a:t>
            </a:r>
            <a:endParaRPr sz="2000"/>
          </a:p>
        </p:txBody>
      </p:sp>
      <p:sp>
        <p:nvSpPr>
          <p:cNvPr id="856" name="Google Shape;856;p74"/>
          <p:cNvSpPr txBox="1"/>
          <p:nvPr>
            <p:ph type="body" idx="1"/>
          </p:nvPr>
        </p:nvSpPr>
        <p:spPr>
          <a:xfrm>
            <a:off x="6593550" y="2913795"/>
            <a:ext cx="6825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ruler</a:t>
            </a:r>
            <a:endParaRPr sz="2000"/>
          </a:p>
        </p:txBody>
      </p:sp>
      <p:sp>
        <p:nvSpPr>
          <p:cNvPr id="857" name="Google Shape;857;p7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858" name="Google Shape;858;p74"/>
          <p:cNvSpPr txBox="1"/>
          <p:nvPr>
            <p:ph type="body" idx="1"/>
          </p:nvPr>
        </p:nvSpPr>
        <p:spPr>
          <a:xfrm>
            <a:off x="324000" y="813925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Data can be collected using lots of different methods and tools.</a:t>
            </a:r>
            <a:endParaRPr sz="2000"/>
          </a:p>
        </p:txBody>
      </p:sp>
      <p:sp>
        <p:nvSpPr>
          <p:cNvPr id="859" name="Google Shape;859;p74"/>
          <p:cNvSpPr txBox="1"/>
          <p:nvPr>
            <p:ph type="body" idx="1"/>
          </p:nvPr>
        </p:nvSpPr>
        <p:spPr>
          <a:xfrm>
            <a:off x="1009800" y="2128300"/>
            <a:ext cx="19362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questionnaires</a:t>
            </a:r>
            <a:endParaRPr sz="2000"/>
          </a:p>
        </p:txBody>
      </p:sp>
      <p:sp>
        <p:nvSpPr>
          <p:cNvPr id="860" name="Google Shape;860;p74"/>
          <p:cNvSpPr txBox="1"/>
          <p:nvPr>
            <p:ph type="body" idx="1"/>
          </p:nvPr>
        </p:nvSpPr>
        <p:spPr>
          <a:xfrm>
            <a:off x="3779725" y="2128300"/>
            <a:ext cx="16767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interviews</a:t>
            </a:r>
            <a:endParaRPr sz="2000"/>
          </a:p>
        </p:txBody>
      </p:sp>
      <p:sp>
        <p:nvSpPr>
          <p:cNvPr id="861" name="Google Shape;861;p74"/>
          <p:cNvSpPr txBox="1"/>
          <p:nvPr>
            <p:ph type="body" idx="1"/>
          </p:nvPr>
        </p:nvSpPr>
        <p:spPr>
          <a:xfrm>
            <a:off x="1009800" y="2922000"/>
            <a:ext cx="20637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weighing scales</a:t>
            </a:r>
            <a:endParaRPr sz="2000"/>
          </a:p>
        </p:txBody>
      </p:sp>
      <p:sp>
        <p:nvSpPr>
          <p:cNvPr id="862" name="Google Shape;862;p74"/>
          <p:cNvSpPr txBox="1"/>
          <p:nvPr>
            <p:ph type="body" idx="1"/>
          </p:nvPr>
        </p:nvSpPr>
        <p:spPr>
          <a:xfrm>
            <a:off x="6384600" y="2130349"/>
            <a:ext cx="11004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tallying</a:t>
            </a:r>
            <a:endParaRPr sz="2000"/>
          </a:p>
        </p:txBody>
      </p:sp>
      <p:sp>
        <p:nvSpPr>
          <p:cNvPr id="863" name="Google Shape;863;p74"/>
          <p:cNvSpPr txBox="1"/>
          <p:nvPr>
            <p:ph type="body" idx="1"/>
          </p:nvPr>
        </p:nvSpPr>
        <p:spPr>
          <a:xfrm>
            <a:off x="324000" y="1441550"/>
            <a:ext cx="14319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Examples:</a:t>
            </a:r>
            <a:endParaRPr sz="2000"/>
          </a:p>
        </p:txBody>
      </p:sp>
      <p:sp>
        <p:nvSpPr>
          <p:cNvPr id="864" name="Google Shape;864;p74"/>
          <p:cNvSpPr txBox="1"/>
          <p:nvPr>
            <p:ph type="body" idx="1"/>
          </p:nvPr>
        </p:nvSpPr>
        <p:spPr>
          <a:xfrm>
            <a:off x="324000" y="3803750"/>
            <a:ext cx="8496000" cy="787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 </a:t>
            </a:r>
            <a:r>
              <a:rPr lang="en-GB" sz="2000">
                <a:solidFill>
                  <a:schemeClr val="accent4"/>
                </a:solidFill>
              </a:rPr>
              <a:t>methods</a:t>
            </a:r>
            <a:r>
              <a:rPr lang="en-GB" sz="2000"/>
              <a:t> we may use to collect data depend on what data we want to collect.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68" name="Shape 868"/>
        <p:cNvGrpSpPr/>
        <p:nvPr/>
      </p:nvGrpSpPr>
      <p:grpSpPr>
        <a:xfrm>
          <a:off x="0" y="0"/>
          <a:ext cx="0" cy="0"/>
        </a:xfrm>
      </p:grpSpPr>
      <p:sp>
        <p:nvSpPr>
          <p:cNvPr id="869" name="Google Shape;869;p7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870" name="Google Shape;870;p75"/>
          <p:cNvSpPr txBox="1"/>
          <p:nvPr>
            <p:ph type="body" idx="1"/>
          </p:nvPr>
        </p:nvSpPr>
        <p:spPr>
          <a:xfrm>
            <a:off x="324000" y="813925"/>
            <a:ext cx="8496000" cy="6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Andeep wants to know whether the </a:t>
            </a:r>
            <a:r>
              <a:rPr lang="en-GB" sz="2000">
                <a:solidFill>
                  <a:schemeClr val="accent4"/>
                </a:solidFill>
              </a:rPr>
              <a:t>modes of transport</a:t>
            </a:r>
            <a:r>
              <a:rPr lang="en-GB" sz="2000"/>
              <a:t> used to travel to school differ between younger and older pupils.</a:t>
            </a:r>
            <a:endParaRPr sz="2000"/>
          </a:p>
        </p:txBody>
      </p:sp>
      <p:sp>
        <p:nvSpPr>
          <p:cNvPr id="871" name="Google Shape;871;p75"/>
          <p:cNvSpPr txBox="1"/>
          <p:nvPr>
            <p:ph type="body" idx="1"/>
          </p:nvPr>
        </p:nvSpPr>
        <p:spPr>
          <a:xfrm>
            <a:off x="324000" y="1743500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data would be most helpful to investigate this?</a:t>
            </a:r>
            <a:endParaRPr sz="2000"/>
          </a:p>
        </p:txBody>
      </p:sp>
      <p:sp>
        <p:nvSpPr>
          <p:cNvPr id="872" name="Google Shape;872;p75"/>
          <p:cNvSpPr txBox="1"/>
          <p:nvPr>
            <p:ph type="body" idx="1"/>
          </p:nvPr>
        </p:nvSpPr>
        <p:spPr>
          <a:xfrm>
            <a:off x="324000" y="3041400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could Andeep collect the data?</a:t>
            </a:r>
            <a:endParaRPr sz="2000"/>
          </a:p>
        </p:txBody>
      </p:sp>
      <p:sp>
        <p:nvSpPr>
          <p:cNvPr id="873" name="Google Shape;873;p75"/>
          <p:cNvSpPr txBox="1"/>
          <p:nvPr>
            <p:ph type="body" idx="1"/>
          </p:nvPr>
        </p:nvSpPr>
        <p:spPr>
          <a:xfrm>
            <a:off x="324000" y="2242225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frequencies for different modes of transport (e.g. bus, walk, car)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4" name="Google Shape;874;p75"/>
          <p:cNvSpPr txBox="1"/>
          <p:nvPr>
            <p:ph type="body" idx="1"/>
          </p:nvPr>
        </p:nvSpPr>
        <p:spPr>
          <a:xfrm>
            <a:off x="324000" y="4099800"/>
            <a:ext cx="5814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Send a written questionnaire to pupils in his school.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75" name="Google Shape;875;p75"/>
          <p:cNvSpPr txBox="1"/>
          <p:nvPr>
            <p:ph type="body" idx="1"/>
          </p:nvPr>
        </p:nvSpPr>
        <p:spPr>
          <a:xfrm>
            <a:off x="324000" y="3558000"/>
            <a:ext cx="65202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Ask pupils how they get to school and use a tally.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876" name="Google Shape;876;p7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95854" y="3365149"/>
            <a:ext cx="788350" cy="101656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80" name="Shape 880"/>
        <p:cNvGrpSpPr/>
        <p:nvPr/>
      </p:nvGrpSpPr>
      <p:grpSpPr>
        <a:xfrm>
          <a:off x="0" y="0"/>
          <a:ext cx="0" cy="0"/>
        </a:xfrm>
      </p:grpSpPr>
      <p:sp>
        <p:nvSpPr>
          <p:cNvPr id="881" name="Google Shape;881;p7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882" name="Google Shape;882;p76"/>
          <p:cNvSpPr txBox="1"/>
          <p:nvPr>
            <p:ph type="body" idx="1"/>
          </p:nvPr>
        </p:nvSpPr>
        <p:spPr>
          <a:xfrm>
            <a:off x="324000" y="813925"/>
            <a:ext cx="8496000" cy="6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Laura wants to know whether people who are fast runners are also good at long jump.</a:t>
            </a:r>
            <a:endParaRPr sz="2000"/>
          </a:p>
        </p:txBody>
      </p:sp>
      <p:pic>
        <p:nvPicPr>
          <p:cNvPr id="883" name="Google Shape;883;p7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954952" y="3374515"/>
            <a:ext cx="807750" cy="1057915"/>
          </a:xfrm>
          <a:prstGeom prst="rect">
            <a:avLst/>
          </a:prstGeom>
          <a:noFill/>
          <a:ln>
            <a:noFill/>
          </a:ln>
        </p:spPr>
      </p:pic>
      <p:sp>
        <p:nvSpPr>
          <p:cNvPr id="884" name="Google Shape;884;p76"/>
          <p:cNvSpPr txBox="1"/>
          <p:nvPr>
            <p:ph type="body" idx="1"/>
          </p:nvPr>
        </p:nvSpPr>
        <p:spPr>
          <a:xfrm>
            <a:off x="324000" y="1743500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data would be most helpful to investigate this?</a:t>
            </a:r>
            <a:endParaRPr sz="2000"/>
          </a:p>
        </p:txBody>
      </p:sp>
      <p:sp>
        <p:nvSpPr>
          <p:cNvPr id="885" name="Google Shape;885;p76"/>
          <p:cNvSpPr txBox="1"/>
          <p:nvPr>
            <p:ph type="body" idx="1"/>
          </p:nvPr>
        </p:nvSpPr>
        <p:spPr>
          <a:xfrm>
            <a:off x="324000" y="3041400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How could Laura collect the data?</a:t>
            </a:r>
            <a:endParaRPr sz="2000"/>
          </a:p>
        </p:txBody>
      </p:sp>
      <p:sp>
        <p:nvSpPr>
          <p:cNvPr id="886" name="Google Shape;886;p76"/>
          <p:cNvSpPr txBox="1"/>
          <p:nvPr>
            <p:ph type="body" idx="1"/>
          </p:nvPr>
        </p:nvSpPr>
        <p:spPr>
          <a:xfrm>
            <a:off x="324000" y="2242225"/>
            <a:ext cx="84960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race times (seconds) and long jump distances (metres)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887" name="Google Shape;887;p76"/>
          <p:cNvSpPr txBox="1"/>
          <p:nvPr>
            <p:ph type="body" idx="1"/>
          </p:nvPr>
        </p:nvSpPr>
        <p:spPr>
          <a:xfrm>
            <a:off x="324000" y="3558000"/>
            <a:ext cx="7560600" cy="677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Time how quickly people finish a 100 metre race using a stopwatch and measure their long jump distances using measuring tape.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891" name="Shape 891"/>
        <p:cNvGrpSpPr/>
        <p:nvPr/>
      </p:nvGrpSpPr>
      <p:grpSpPr>
        <a:xfrm>
          <a:off x="0" y="0"/>
          <a:ext cx="0" cy="0"/>
        </a:xfrm>
      </p:grpSpPr>
      <p:sp>
        <p:nvSpPr>
          <p:cNvPr id="892" name="Google Shape;892;p77"/>
          <p:cNvSpPr txBox="1"/>
          <p:nvPr>
            <p:ph type="title"/>
          </p:nvPr>
        </p:nvSpPr>
        <p:spPr>
          <a:xfrm>
            <a:off x="324000" y="810006"/>
            <a:ext cx="8179200" cy="69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2000"/>
              <a:t>Which tool would be most helpful to collect data about the </a:t>
            </a:r>
            <a:r>
              <a:rPr lang="en-GB" sz="2000">
                <a:solidFill>
                  <a:schemeClr val="accent4"/>
                </a:solidFill>
              </a:rPr>
              <a:t>length </a:t>
            </a:r>
            <a:r>
              <a:rPr lang="en-GB" sz="2000"/>
              <a:t>of leaves?</a:t>
            </a:r>
            <a:endParaRPr sz="2000"/>
          </a:p>
        </p:txBody>
      </p:sp>
      <p:sp>
        <p:nvSpPr>
          <p:cNvPr id="893" name="Google Shape;893;p77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894" name="Google Shape;894;p77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stop watch</a:t>
            </a:r>
            <a:endParaRPr sz="2000"/>
          </a:p>
        </p:txBody>
      </p:sp>
      <p:sp>
        <p:nvSpPr>
          <p:cNvPr id="895" name="Google Shape;895;p77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ruler</a:t>
            </a:r>
            <a:endParaRPr sz="2000"/>
          </a:p>
        </p:txBody>
      </p:sp>
      <p:sp>
        <p:nvSpPr>
          <p:cNvPr id="896" name="Google Shape;896;p77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weighing scales</a:t>
            </a:r>
            <a:endParaRPr sz="2000"/>
          </a:p>
        </p:txBody>
      </p:sp>
      <p:sp>
        <p:nvSpPr>
          <p:cNvPr id="897" name="Google Shape;897;p77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questionnaire</a:t>
            </a:r>
            <a:endParaRPr sz="2000"/>
          </a:p>
        </p:txBody>
      </p:sp>
      <p:pic>
        <p:nvPicPr>
          <p:cNvPr id="898" name="Google Shape;898;p7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07008" y="248157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02" name="Shape 902"/>
        <p:cNvGrpSpPr/>
        <p:nvPr/>
      </p:nvGrpSpPr>
      <p:grpSpPr>
        <a:xfrm>
          <a:off x="0" y="0"/>
          <a:ext cx="0" cy="0"/>
        </a:xfrm>
      </p:grpSpPr>
      <p:sp>
        <p:nvSpPr>
          <p:cNvPr id="903" name="Google Shape;903;p78"/>
          <p:cNvSpPr txBox="1"/>
          <p:nvPr>
            <p:ph type="title"/>
          </p:nvPr>
        </p:nvSpPr>
        <p:spPr>
          <a:xfrm>
            <a:off x="324000" y="810000"/>
            <a:ext cx="8496000" cy="695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30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Which tool would be most helpful to collect data </a:t>
            </a:r>
            <a:r>
              <a:rPr lang="en-GB" sz="2000">
                <a:solidFill>
                  <a:schemeClr val="accent4"/>
                </a:solidFill>
              </a:rPr>
              <a:t>how many</a:t>
            </a:r>
            <a:r>
              <a:rPr lang="en-GB" sz="2000"/>
              <a:t> </a:t>
            </a:r>
            <a:r>
              <a:rPr lang="en-GB" sz="2000">
                <a:solidFill>
                  <a:schemeClr val="accent4"/>
                </a:solidFill>
              </a:rPr>
              <a:t>people </a:t>
            </a:r>
            <a:r>
              <a:rPr lang="en-GB" sz="2000"/>
              <a:t>take each mode of transport to travel to work?</a:t>
            </a:r>
            <a:endParaRPr sz="2000"/>
          </a:p>
        </p:txBody>
      </p:sp>
      <p:sp>
        <p:nvSpPr>
          <p:cNvPr id="904" name="Google Shape;904;p78"/>
          <p:cNvSpPr txBox="1"/>
          <p:nvPr>
            <p:ph type="title" idx="2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905" name="Google Shape;905;p78"/>
          <p:cNvSpPr txBox="1"/>
          <p:nvPr>
            <p:ph type="subTitle" idx="1"/>
          </p:nvPr>
        </p:nvSpPr>
        <p:spPr>
          <a:xfrm>
            <a:off x="1034425" y="1685375"/>
            <a:ext cx="7506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stop watch</a:t>
            </a:r>
            <a:endParaRPr sz="2000"/>
          </a:p>
        </p:txBody>
      </p:sp>
      <p:sp>
        <p:nvSpPr>
          <p:cNvPr id="906" name="Google Shape;906;p78"/>
          <p:cNvSpPr txBox="1"/>
          <p:nvPr>
            <p:ph type="subTitle" idx="3"/>
          </p:nvPr>
        </p:nvSpPr>
        <p:spPr>
          <a:xfrm>
            <a:off x="1034425" y="2489447"/>
            <a:ext cx="7506600" cy="389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ruler</a:t>
            </a:r>
            <a:endParaRPr sz="2000"/>
          </a:p>
        </p:txBody>
      </p:sp>
      <p:sp>
        <p:nvSpPr>
          <p:cNvPr id="907" name="Google Shape;907;p78"/>
          <p:cNvSpPr txBox="1"/>
          <p:nvPr>
            <p:ph type="subTitle" idx="4"/>
          </p:nvPr>
        </p:nvSpPr>
        <p:spPr>
          <a:xfrm>
            <a:off x="1034425" y="3309765"/>
            <a:ext cx="7464600" cy="32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weighing scales</a:t>
            </a:r>
            <a:endParaRPr sz="2000"/>
          </a:p>
        </p:txBody>
      </p:sp>
      <p:sp>
        <p:nvSpPr>
          <p:cNvPr id="908" name="Google Shape;908;p78"/>
          <p:cNvSpPr txBox="1"/>
          <p:nvPr>
            <p:ph type="subTitle" idx="5"/>
          </p:nvPr>
        </p:nvSpPr>
        <p:spPr>
          <a:xfrm>
            <a:off x="1034425" y="4113837"/>
            <a:ext cx="7506600" cy="360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questionnaire</a:t>
            </a:r>
            <a:endParaRPr sz="2000"/>
          </a:p>
        </p:txBody>
      </p:sp>
      <p:pic>
        <p:nvPicPr>
          <p:cNvPr id="909" name="Google Shape;909;p7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21258" y="4084425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13" name="Shape 913"/>
        <p:cNvGrpSpPr/>
        <p:nvPr/>
      </p:nvGrpSpPr>
      <p:grpSpPr>
        <a:xfrm>
          <a:off x="0" y="0"/>
          <a:ext cx="0" cy="0"/>
        </a:xfrm>
      </p:grpSpPr>
      <p:sp>
        <p:nvSpPr>
          <p:cNvPr id="914" name="Google Shape;914;p79"/>
          <p:cNvSpPr txBox="1"/>
          <p:nvPr>
            <p:ph type="body" idx="1"/>
          </p:nvPr>
        </p:nvSpPr>
        <p:spPr>
          <a:xfrm>
            <a:off x="324000" y="759300"/>
            <a:ext cx="8496000" cy="122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Jacob has designed a puzzle and wants to know the </a:t>
            </a:r>
            <a:r>
              <a:rPr lang="en-GB" sz="1800">
                <a:solidFill>
                  <a:schemeClr val="accent4"/>
                </a:solidFill>
              </a:rPr>
              <a:t>average time</a:t>
            </a:r>
            <a:r>
              <a:rPr lang="en-GB" sz="1800"/>
              <a:t> that people take to solve his puzzle.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800"/>
              <a:t>Which method would be most useful for collecting his data?</a:t>
            </a:r>
            <a:endParaRPr sz="1800"/>
          </a:p>
        </p:txBody>
      </p:sp>
      <p:sp>
        <p:nvSpPr>
          <p:cNvPr id="915" name="Google Shape;915;p7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grpSp>
        <p:nvGrpSpPr>
          <p:cNvPr id="916" name="Google Shape;916;p79"/>
          <p:cNvGrpSpPr/>
          <p:nvPr/>
        </p:nvGrpSpPr>
        <p:grpSpPr>
          <a:xfrm>
            <a:off x="323991" y="2237775"/>
            <a:ext cx="457200" cy="457200"/>
            <a:chOff x="1020916" y="1442088"/>
            <a:chExt cx="457200" cy="457200"/>
          </a:xfrm>
        </p:grpSpPr>
        <p:pic>
          <p:nvPicPr>
            <p:cNvPr id="917" name="Google Shape;917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18" name="Google Shape;918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19" name="Google Shape;919;p79"/>
          <p:cNvGrpSpPr/>
          <p:nvPr/>
        </p:nvGrpSpPr>
        <p:grpSpPr>
          <a:xfrm>
            <a:off x="323991" y="3072117"/>
            <a:ext cx="457200" cy="457200"/>
            <a:chOff x="1020916" y="1442088"/>
            <a:chExt cx="457200" cy="457200"/>
          </a:xfrm>
        </p:grpSpPr>
        <p:pic>
          <p:nvPicPr>
            <p:cNvPr id="920" name="Google Shape;920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1" name="Google Shape;921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922" name="Google Shape;922;p79"/>
          <p:cNvGrpSpPr/>
          <p:nvPr/>
        </p:nvGrpSpPr>
        <p:grpSpPr>
          <a:xfrm>
            <a:off x="323991" y="3906458"/>
            <a:ext cx="457200" cy="457200"/>
            <a:chOff x="1020916" y="1442088"/>
            <a:chExt cx="457200" cy="457200"/>
          </a:xfrm>
        </p:grpSpPr>
        <p:pic>
          <p:nvPicPr>
            <p:cNvPr id="923" name="Google Shape;923;p79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924" name="Google Shape;924;p79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925" name="Google Shape;925;p79"/>
          <p:cNvSpPr txBox="1"/>
          <p:nvPr>
            <p:ph type="body" idx="1"/>
          </p:nvPr>
        </p:nvSpPr>
        <p:spPr>
          <a:xfrm>
            <a:off x="906300" y="2300475"/>
            <a:ext cx="49833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sending out a questionnaire about his puzzle</a:t>
            </a:r>
            <a:endParaRPr sz="1800"/>
          </a:p>
        </p:txBody>
      </p:sp>
      <p:sp>
        <p:nvSpPr>
          <p:cNvPr id="926" name="Google Shape;926;p79"/>
          <p:cNvSpPr txBox="1"/>
          <p:nvPr>
            <p:ph type="body" idx="1"/>
          </p:nvPr>
        </p:nvSpPr>
        <p:spPr>
          <a:xfrm>
            <a:off x="924375" y="3134825"/>
            <a:ext cx="35676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timing people doing his puzzle</a:t>
            </a:r>
            <a:endParaRPr sz="1800"/>
          </a:p>
        </p:txBody>
      </p:sp>
      <p:sp>
        <p:nvSpPr>
          <p:cNvPr id="927" name="Google Shape;927;p79"/>
          <p:cNvSpPr txBox="1"/>
          <p:nvPr>
            <p:ph type="body" idx="1"/>
          </p:nvPr>
        </p:nvSpPr>
        <p:spPr>
          <a:xfrm>
            <a:off x="924375" y="4012800"/>
            <a:ext cx="41544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interviewing people about his puzzle</a:t>
            </a:r>
            <a:endParaRPr sz="1800"/>
          </a:p>
        </p:txBody>
      </p:sp>
      <p:pic>
        <p:nvPicPr>
          <p:cNvPr id="928" name="Google Shape;928;p7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374008" y="3091175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29" name="Google Shape;929;p7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51131" y="2160000"/>
            <a:ext cx="658119" cy="2160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33" name="Shape 933"/>
        <p:cNvGrpSpPr/>
        <p:nvPr/>
      </p:nvGrpSpPr>
      <p:grpSpPr>
        <a:xfrm>
          <a:off x="0" y="0"/>
          <a:ext cx="0" cy="0"/>
        </a:xfrm>
      </p:grpSpPr>
      <p:sp>
        <p:nvSpPr>
          <p:cNvPr id="934" name="Google Shape;934;p8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935" name="Google Shape;935;p80"/>
          <p:cNvSpPr txBox="1"/>
          <p:nvPr>
            <p:ph type="body" idx="1"/>
          </p:nvPr>
        </p:nvSpPr>
        <p:spPr>
          <a:xfrm>
            <a:off x="324000" y="813925"/>
            <a:ext cx="8496000" cy="41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Sometimes we may need to collect data for ourselves.</a:t>
            </a:r>
            <a:endParaRPr sz="2000"/>
          </a:p>
        </p:txBody>
      </p:sp>
      <p:sp>
        <p:nvSpPr>
          <p:cNvPr id="936" name="Google Shape;936;p80"/>
          <p:cNvSpPr txBox="1"/>
          <p:nvPr>
            <p:ph type="body" idx="1"/>
          </p:nvPr>
        </p:nvSpPr>
        <p:spPr>
          <a:xfrm>
            <a:off x="324000" y="1187161"/>
            <a:ext cx="8496000" cy="729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Sometimes the data we want may have </a:t>
            </a:r>
            <a:r>
              <a:rPr lang="en-GB" sz="2000">
                <a:solidFill>
                  <a:schemeClr val="accent4"/>
                </a:solidFill>
              </a:rPr>
              <a:t>already been collected</a:t>
            </a:r>
            <a:r>
              <a:rPr lang="en-GB" sz="2000"/>
              <a:t> by somebody else. </a:t>
            </a:r>
            <a:endParaRPr sz="2000"/>
          </a:p>
        </p:txBody>
      </p:sp>
      <p:sp>
        <p:nvSpPr>
          <p:cNvPr id="937" name="Google Shape;937;p80"/>
          <p:cNvSpPr txBox="1"/>
          <p:nvPr>
            <p:ph type="body" idx="1"/>
          </p:nvPr>
        </p:nvSpPr>
        <p:spPr>
          <a:xfrm>
            <a:off x="324000" y="2832747"/>
            <a:ext cx="8496000" cy="1197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Example:</a:t>
            </a:r>
            <a:br>
              <a:rPr lang="en-GB" sz="2000"/>
            </a:br>
            <a:r>
              <a:rPr lang="en-GB" sz="2000"/>
              <a:t>Laura wants to know whether people who are fast runners are also good at long jump. Where might this data be available?</a:t>
            </a:r>
            <a:endParaRPr sz="2000"/>
          </a:p>
        </p:txBody>
      </p:sp>
      <p:pic>
        <p:nvPicPr>
          <p:cNvPr id="938" name="Google Shape;938;p8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91195" y="3559575"/>
            <a:ext cx="670550" cy="878226"/>
          </a:xfrm>
          <a:prstGeom prst="rect">
            <a:avLst/>
          </a:prstGeom>
          <a:noFill/>
          <a:ln>
            <a:noFill/>
          </a:ln>
        </p:spPr>
      </p:pic>
      <p:sp>
        <p:nvSpPr>
          <p:cNvPr id="939" name="Google Shape;939;p80"/>
          <p:cNvSpPr txBox="1"/>
          <p:nvPr>
            <p:ph type="body" idx="1"/>
          </p:nvPr>
        </p:nvSpPr>
        <p:spPr>
          <a:xfrm>
            <a:off x="324000" y="4006498"/>
            <a:ext cx="36198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P.E. teachers may have records.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0" name="Google Shape;940;p80"/>
          <p:cNvSpPr txBox="1"/>
          <p:nvPr>
            <p:ph type="body" idx="1"/>
          </p:nvPr>
        </p:nvSpPr>
        <p:spPr>
          <a:xfrm>
            <a:off x="324000" y="4452949"/>
            <a:ext cx="7323000" cy="372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Data from professional sports competitions may be available online.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41" name="Google Shape;941;p80"/>
          <p:cNvSpPr txBox="1"/>
          <p:nvPr/>
        </p:nvSpPr>
        <p:spPr>
          <a:xfrm>
            <a:off x="222025" y="1840149"/>
            <a:ext cx="8535300" cy="84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some cases, it can be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quicker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or </a:t>
            </a:r>
            <a:r>
              <a:rPr lang="en-GB" sz="2000">
                <a:solidFill>
                  <a:schemeClr val="accent4"/>
                </a:solidFill>
                <a:latin typeface="Lexend"/>
                <a:ea typeface="Lexend"/>
                <a:cs typeface="Lexend"/>
                <a:sym typeface="Lexend"/>
              </a:rPr>
              <a:t>easier</a:t>
            </a:r>
            <a:r>
              <a:rPr lang="en-GB" sz="20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to use data that is already available rather than collecting data for ourselves.</a:t>
            </a:r>
            <a:endParaRPr sz="15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  <p:cond evt="onBegin" delay="0">
                          <p:tn val="6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  <p:cond evt="onBegin" delay="0">
                          <p:tn val="10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  <p:cond evt="onBegin" delay="0">
                          <p:tn val="14"/>
                        </p:cond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  <p:cond evt="onBegin" delay="0">
                          <p:tn val="20"/>
                        </p:cond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  <p:cond evt="onBegin" delay="0">
                          <p:tn val="24"/>
                        </p:cond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45" name="Shape 945"/>
        <p:cNvGrpSpPr/>
        <p:nvPr/>
      </p:nvGrpSpPr>
      <p:grpSpPr>
        <a:xfrm>
          <a:off x="0" y="0"/>
          <a:ext cx="0" cy="0"/>
        </a:xfrm>
      </p:grpSpPr>
      <p:sp>
        <p:nvSpPr>
          <p:cNvPr id="946" name="Google Shape;946;p8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947" name="Google Shape;947;p81"/>
          <p:cNvSpPr txBox="1"/>
          <p:nvPr>
            <p:ph type="body" idx="1"/>
          </p:nvPr>
        </p:nvSpPr>
        <p:spPr>
          <a:xfrm>
            <a:off x="324000" y="813925"/>
            <a:ext cx="8496000" cy="806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Sometimes it can be </a:t>
            </a:r>
            <a:r>
              <a:rPr lang="en-GB" sz="2000">
                <a:solidFill>
                  <a:schemeClr val="accent4"/>
                </a:solidFill>
              </a:rPr>
              <a:t>impractical</a:t>
            </a:r>
            <a:r>
              <a:rPr lang="en-GB" sz="2000"/>
              <a:t> or </a:t>
            </a:r>
            <a:r>
              <a:rPr lang="en-GB" sz="2000">
                <a:solidFill>
                  <a:schemeClr val="accent4"/>
                </a:solidFill>
              </a:rPr>
              <a:t>impossible</a:t>
            </a:r>
            <a:r>
              <a:rPr lang="en-GB" sz="2000"/>
              <a:t> to collect the data we want for ourselves and we have to use data collected by others.</a:t>
            </a:r>
            <a:endParaRPr sz="2000"/>
          </a:p>
        </p:txBody>
      </p:sp>
      <p:sp>
        <p:nvSpPr>
          <p:cNvPr id="948" name="Google Shape;948;p81"/>
          <p:cNvSpPr txBox="1"/>
          <p:nvPr>
            <p:ph type="body" idx="1"/>
          </p:nvPr>
        </p:nvSpPr>
        <p:spPr>
          <a:xfrm>
            <a:off x="324000" y="3150075"/>
            <a:ext cx="8436600" cy="7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Many large sets of data can be found on the </a:t>
            </a:r>
            <a:r>
              <a:rPr lang="en-GB" sz="2000">
                <a:solidFill>
                  <a:schemeClr val="accent4"/>
                </a:solidFill>
              </a:rPr>
              <a:t>internet</a:t>
            </a:r>
            <a:r>
              <a:rPr lang="en-GB" sz="2000"/>
              <a:t> (e.g. gov.uk, the Office for National Statistics). </a:t>
            </a:r>
            <a:endParaRPr sz="2000"/>
          </a:p>
        </p:txBody>
      </p:sp>
      <p:sp>
        <p:nvSpPr>
          <p:cNvPr id="949" name="Google Shape;949;p81"/>
          <p:cNvSpPr txBox="1"/>
          <p:nvPr>
            <p:ph type="body" idx="1"/>
          </p:nvPr>
        </p:nvSpPr>
        <p:spPr>
          <a:xfrm>
            <a:off x="324000" y="1756950"/>
            <a:ext cx="8496000" cy="116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For example, it would be difficult for a school-aged pupil to collect data about the </a:t>
            </a:r>
            <a:r>
              <a:rPr lang="en-GB" sz="2000">
                <a:solidFill>
                  <a:schemeClr val="accent4"/>
                </a:solidFill>
              </a:rPr>
              <a:t>weather in the Antarctic</a:t>
            </a:r>
            <a:r>
              <a:rPr lang="en-GB" sz="2000"/>
              <a:t>. But there may be scientists who have already collected and shared data about that.</a:t>
            </a:r>
            <a:endParaRPr sz="200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  <p:cond evt="onBegin" delay="0">
                          <p:tn val="6"/>
                        </p:cond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  <p:cond evt="onBegin" delay="0">
                          <p:tn val="10"/>
                        </p:cond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53" name="Shape 953"/>
        <p:cNvGrpSpPr/>
        <p:nvPr/>
      </p:nvGrpSpPr>
      <p:grpSpPr>
        <a:xfrm>
          <a:off x="0" y="0"/>
          <a:ext cx="0" cy="0"/>
        </a:xfrm>
      </p:grpSpPr>
      <p:sp>
        <p:nvSpPr>
          <p:cNvPr id="954" name="Google Shape;954;p8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955" name="Google Shape;955;p82"/>
          <p:cNvSpPr txBox="1"/>
          <p:nvPr>
            <p:ph type="body" idx="1"/>
          </p:nvPr>
        </p:nvSpPr>
        <p:spPr>
          <a:xfrm>
            <a:off x="324000" y="813925"/>
            <a:ext cx="8496000" cy="720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Sam wants to investigate whether there is a correlation between the number of houses in a city and the number of public parks.</a:t>
            </a:r>
            <a:endParaRPr sz="2000"/>
          </a:p>
        </p:txBody>
      </p:sp>
      <p:sp>
        <p:nvSpPr>
          <p:cNvPr id="956" name="Google Shape;956;p82"/>
          <p:cNvSpPr txBox="1"/>
          <p:nvPr>
            <p:ph type="body" idx="1"/>
          </p:nvPr>
        </p:nvSpPr>
        <p:spPr>
          <a:xfrm>
            <a:off x="999000" y="2029350"/>
            <a:ext cx="4089600" cy="780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number of houses per city</a:t>
            </a:r>
            <a:endParaRPr sz="20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number of parks per city</a:t>
            </a:r>
            <a:endParaRPr sz="2000"/>
          </a:p>
        </p:txBody>
      </p:sp>
      <p:sp>
        <p:nvSpPr>
          <p:cNvPr id="957" name="Google Shape;957;p82"/>
          <p:cNvSpPr txBox="1"/>
          <p:nvPr>
            <p:ph type="body" idx="1"/>
          </p:nvPr>
        </p:nvSpPr>
        <p:spPr>
          <a:xfrm>
            <a:off x="324000" y="1604550"/>
            <a:ext cx="71790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They decide to collect the following data for 20 cities:</a:t>
            </a:r>
            <a:endParaRPr sz="2000"/>
          </a:p>
        </p:txBody>
      </p:sp>
      <p:sp>
        <p:nvSpPr>
          <p:cNvPr id="958" name="Google Shape;958;p82"/>
          <p:cNvSpPr txBox="1"/>
          <p:nvPr>
            <p:ph type="body" idx="1"/>
          </p:nvPr>
        </p:nvSpPr>
        <p:spPr>
          <a:xfrm>
            <a:off x="324000" y="3052350"/>
            <a:ext cx="82962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Explain why Sam may not be able to collect this data themselves.</a:t>
            </a:r>
            <a:endParaRPr sz="2000"/>
          </a:p>
        </p:txBody>
      </p:sp>
      <p:pic>
        <p:nvPicPr>
          <p:cNvPr id="959" name="Google Shape;959;p8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8045732" y="1819687"/>
            <a:ext cx="705943" cy="1016575"/>
          </a:xfrm>
          <a:prstGeom prst="rect">
            <a:avLst/>
          </a:prstGeom>
          <a:noFill/>
          <a:ln>
            <a:noFill/>
          </a:ln>
        </p:spPr>
      </p:pic>
      <p:sp>
        <p:nvSpPr>
          <p:cNvPr id="960" name="Google Shape;960;p82"/>
          <p:cNvSpPr txBox="1"/>
          <p:nvPr>
            <p:ph type="body" idx="1"/>
          </p:nvPr>
        </p:nvSpPr>
        <p:spPr>
          <a:xfrm>
            <a:off x="324000" y="4056425"/>
            <a:ext cx="3741300" cy="40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What could Sam do instead?</a:t>
            </a:r>
            <a:endParaRPr sz="2000"/>
          </a:p>
        </p:txBody>
      </p:sp>
      <p:sp>
        <p:nvSpPr>
          <p:cNvPr id="961" name="Google Shape;961;p82"/>
          <p:cNvSpPr txBox="1"/>
          <p:nvPr>
            <p:ph type="body" idx="1"/>
          </p:nvPr>
        </p:nvSpPr>
        <p:spPr>
          <a:xfrm>
            <a:off x="329372" y="3499975"/>
            <a:ext cx="76626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could be difficult to count all the houses and parks in each city.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962" name="Google Shape;962;p82"/>
          <p:cNvSpPr txBox="1"/>
          <p:nvPr>
            <p:ph type="body" idx="1"/>
          </p:nvPr>
        </p:nvSpPr>
        <p:spPr>
          <a:xfrm>
            <a:off x="329375" y="4486498"/>
            <a:ext cx="8028300" cy="42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See if the data is already available online or at the councils for each city.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66" name="Shape 966"/>
        <p:cNvGrpSpPr/>
        <p:nvPr/>
      </p:nvGrpSpPr>
      <p:grpSpPr>
        <a:xfrm>
          <a:off x="0" y="0"/>
          <a:ext cx="0" cy="0"/>
        </a:xfrm>
      </p:grpSpPr>
      <p:sp>
        <p:nvSpPr>
          <p:cNvPr id="967" name="Google Shape;967;p8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968" name="Google Shape;968;p83"/>
          <p:cNvSpPr txBox="1"/>
          <p:nvPr>
            <p:ph type="subTitle" idx="1"/>
          </p:nvPr>
        </p:nvSpPr>
        <p:spPr>
          <a:xfrm>
            <a:off x="980575" y="3196113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People are only allowed to analyse data that they have collected themselves.</a:t>
            </a:r>
            <a:endParaRPr sz="2000"/>
          </a:p>
        </p:txBody>
      </p:sp>
      <p:sp>
        <p:nvSpPr>
          <p:cNvPr id="969" name="Google Shape;969;p83"/>
          <p:cNvSpPr txBox="1"/>
          <p:nvPr>
            <p:ph type="subTitle" idx="2"/>
          </p:nvPr>
        </p:nvSpPr>
        <p:spPr>
          <a:xfrm>
            <a:off x="324000" y="1080000"/>
            <a:ext cx="8496000" cy="42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You always have to collect new data for a statistical investigation.</a:t>
            </a:r>
            <a:endParaRPr sz="2000"/>
          </a:p>
        </p:txBody>
      </p:sp>
      <p:sp>
        <p:nvSpPr>
          <p:cNvPr id="970" name="Google Shape;970;p83"/>
          <p:cNvSpPr txBox="1"/>
          <p:nvPr>
            <p:ph type="subTitle" idx="3"/>
          </p:nvPr>
        </p:nvSpPr>
        <p:spPr>
          <a:xfrm>
            <a:off x="980575" y="4040345"/>
            <a:ext cx="7452600" cy="730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/>
              <a:t>Sometimes the data you want to analyse has already been collected and made available to you.</a:t>
            </a:r>
            <a:endParaRPr sz="2000"/>
          </a:p>
        </p:txBody>
      </p:sp>
      <p:pic>
        <p:nvPicPr>
          <p:cNvPr id="971" name="Google Shape;971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76408" y="43520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2" name="Google Shape;972;p8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90633" y="1898850"/>
            <a:ext cx="396000" cy="419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76" name="Shape 976"/>
        <p:cNvGrpSpPr/>
        <p:nvPr/>
      </p:nvGrpSpPr>
      <p:grpSpPr>
        <a:xfrm>
          <a:off x="0" y="0"/>
          <a:ext cx="0" cy="0"/>
        </a:xfrm>
      </p:grpSpPr>
      <p:sp>
        <p:nvSpPr>
          <p:cNvPr id="977" name="Google Shape;977;p84"/>
          <p:cNvSpPr txBox="1"/>
          <p:nvPr>
            <p:ph type="body" idx="1"/>
          </p:nvPr>
        </p:nvSpPr>
        <p:spPr>
          <a:xfrm>
            <a:off x="324000" y="759300"/>
            <a:ext cx="8496000" cy="1026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1) A supermarket manager collects data to investigate ways to save money, increase </a:t>
            </a:r>
            <a:br>
              <a:rPr lang="en-GB" sz="1600"/>
            </a:br>
            <a:r>
              <a:rPr lang="en-GB" sz="1600"/>
              <a:t>    sales and improve the customers’ experience. 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Match the data with the most appropriate tools for collecting it.</a:t>
            </a:r>
            <a:endParaRPr sz="1600"/>
          </a:p>
        </p:txBody>
      </p:sp>
      <p:sp>
        <p:nvSpPr>
          <p:cNvPr id="978" name="Google Shape;978;p84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979" name="Google Shape;979;p84"/>
          <p:cNvSpPr txBox="1"/>
          <p:nvPr>
            <p:ph type="body" idx="1"/>
          </p:nvPr>
        </p:nvSpPr>
        <p:spPr>
          <a:xfrm>
            <a:off x="489153" y="2118752"/>
            <a:ext cx="5288700" cy="28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customers’ opinions about a product that is for sale</a:t>
            </a:r>
            <a:endParaRPr sz="1600"/>
          </a:p>
        </p:txBody>
      </p:sp>
      <p:sp>
        <p:nvSpPr>
          <p:cNvPr id="980" name="Google Shape;980;p84"/>
          <p:cNvSpPr txBox="1"/>
          <p:nvPr>
            <p:ph type="body" idx="1"/>
          </p:nvPr>
        </p:nvSpPr>
        <p:spPr>
          <a:xfrm>
            <a:off x="324000" y="4205877"/>
            <a:ext cx="5450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time that customers spend queuing at the checkout</a:t>
            </a:r>
            <a:endParaRPr sz="1600"/>
          </a:p>
        </p:txBody>
      </p:sp>
      <p:sp>
        <p:nvSpPr>
          <p:cNvPr id="981" name="Google Shape;981;p84"/>
          <p:cNvSpPr txBox="1"/>
          <p:nvPr>
            <p:ph type="body" idx="1"/>
          </p:nvPr>
        </p:nvSpPr>
        <p:spPr>
          <a:xfrm>
            <a:off x="324000" y="3582655"/>
            <a:ext cx="5450400" cy="389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weight of the vegetables which are left unpurchased</a:t>
            </a:r>
            <a:endParaRPr sz="1600"/>
          </a:p>
        </p:txBody>
      </p:sp>
      <p:sp>
        <p:nvSpPr>
          <p:cNvPr id="982" name="Google Shape;982;p84"/>
          <p:cNvSpPr txBox="1"/>
          <p:nvPr>
            <p:ph type="body" idx="1"/>
          </p:nvPr>
        </p:nvSpPr>
        <p:spPr>
          <a:xfrm>
            <a:off x="324000" y="2893027"/>
            <a:ext cx="54504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number of customers visiting at each time of the day</a:t>
            </a:r>
            <a:endParaRPr sz="1600"/>
          </a:p>
        </p:txBody>
      </p:sp>
      <p:sp>
        <p:nvSpPr>
          <p:cNvPr id="983" name="Google Shape;983;p84"/>
          <p:cNvSpPr txBox="1"/>
          <p:nvPr>
            <p:ph type="body" idx="1"/>
          </p:nvPr>
        </p:nvSpPr>
        <p:spPr>
          <a:xfrm>
            <a:off x="6947971" y="3577275"/>
            <a:ext cx="1058400" cy="28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tally chart</a:t>
            </a:r>
            <a:endParaRPr sz="1600"/>
          </a:p>
        </p:txBody>
      </p:sp>
      <p:sp>
        <p:nvSpPr>
          <p:cNvPr id="984" name="Google Shape;984;p84"/>
          <p:cNvSpPr txBox="1"/>
          <p:nvPr>
            <p:ph type="body" idx="1"/>
          </p:nvPr>
        </p:nvSpPr>
        <p:spPr>
          <a:xfrm>
            <a:off x="6940201" y="2113377"/>
            <a:ext cx="1427100" cy="28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questionnaire</a:t>
            </a:r>
            <a:endParaRPr sz="1600"/>
          </a:p>
        </p:txBody>
      </p:sp>
      <p:sp>
        <p:nvSpPr>
          <p:cNvPr id="985" name="Google Shape;985;p84"/>
          <p:cNvSpPr txBox="1"/>
          <p:nvPr>
            <p:ph type="body" idx="1"/>
          </p:nvPr>
        </p:nvSpPr>
        <p:spPr>
          <a:xfrm>
            <a:off x="6942600" y="2874986"/>
            <a:ext cx="1058400" cy="28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stopwatch</a:t>
            </a:r>
            <a:endParaRPr sz="1600"/>
          </a:p>
        </p:txBody>
      </p:sp>
      <p:sp>
        <p:nvSpPr>
          <p:cNvPr id="986" name="Google Shape;986;p84"/>
          <p:cNvSpPr txBox="1"/>
          <p:nvPr>
            <p:ph type="body" idx="1"/>
          </p:nvPr>
        </p:nvSpPr>
        <p:spPr>
          <a:xfrm>
            <a:off x="6942600" y="4205173"/>
            <a:ext cx="1578600" cy="284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weighing scales</a:t>
            </a:r>
            <a:endParaRPr sz="1600"/>
          </a:p>
        </p:txBody>
      </p:sp>
    </p:spTree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990" name="Shape 990"/>
        <p:cNvGrpSpPr/>
        <p:nvPr/>
      </p:nvGrpSpPr>
      <p:grpSpPr>
        <a:xfrm>
          <a:off x="0" y="0"/>
          <a:ext cx="0" cy="0"/>
        </a:xfrm>
      </p:grpSpPr>
      <p:sp>
        <p:nvSpPr>
          <p:cNvPr id="991" name="Google Shape;991;p85"/>
          <p:cNvSpPr txBox="1"/>
          <p:nvPr>
            <p:ph type="body" idx="1"/>
          </p:nvPr>
        </p:nvSpPr>
        <p:spPr>
          <a:xfrm>
            <a:off x="324000" y="759300"/>
            <a:ext cx="8496000" cy="602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1) A supermarket manager collects data to investigate ways to save money, increase </a:t>
            </a:r>
            <a:br>
              <a:rPr lang="en-GB" sz="1600"/>
            </a:br>
            <a:r>
              <a:rPr lang="en-GB" sz="1600"/>
              <a:t>    sales and improve the customers’ experience. 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    Match the data with the most appropriate tools for collecting it.</a:t>
            </a:r>
            <a:endParaRPr sz="1600"/>
          </a:p>
        </p:txBody>
      </p:sp>
      <p:sp>
        <p:nvSpPr>
          <p:cNvPr id="992" name="Google Shape;992;p85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what data to collect</a:t>
            </a:r>
            <a:endParaRPr/>
          </a:p>
        </p:txBody>
      </p:sp>
      <p:sp>
        <p:nvSpPr>
          <p:cNvPr id="993" name="Google Shape;993;p85"/>
          <p:cNvSpPr txBox="1"/>
          <p:nvPr>
            <p:ph type="body" idx="1"/>
          </p:nvPr>
        </p:nvSpPr>
        <p:spPr>
          <a:xfrm>
            <a:off x="489150" y="2118750"/>
            <a:ext cx="5288700" cy="2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customers’ opinions about a product that is for sale</a:t>
            </a:r>
            <a:endParaRPr sz="1600"/>
          </a:p>
        </p:txBody>
      </p:sp>
      <p:sp>
        <p:nvSpPr>
          <p:cNvPr id="994" name="Google Shape;994;p85"/>
          <p:cNvSpPr txBox="1"/>
          <p:nvPr>
            <p:ph type="body" idx="1"/>
          </p:nvPr>
        </p:nvSpPr>
        <p:spPr>
          <a:xfrm>
            <a:off x="324000" y="4205875"/>
            <a:ext cx="5450400" cy="2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time that customers spend queuing at the checkout</a:t>
            </a:r>
            <a:endParaRPr sz="1600"/>
          </a:p>
        </p:txBody>
      </p:sp>
      <p:sp>
        <p:nvSpPr>
          <p:cNvPr id="995" name="Google Shape;995;p85"/>
          <p:cNvSpPr txBox="1"/>
          <p:nvPr>
            <p:ph type="body" idx="1"/>
          </p:nvPr>
        </p:nvSpPr>
        <p:spPr>
          <a:xfrm>
            <a:off x="324000" y="3582652"/>
            <a:ext cx="5450400" cy="2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weight of the vegetables which are left unpurchased</a:t>
            </a:r>
            <a:endParaRPr sz="1600"/>
          </a:p>
        </p:txBody>
      </p:sp>
      <p:sp>
        <p:nvSpPr>
          <p:cNvPr id="996" name="Google Shape;996;p85"/>
          <p:cNvSpPr txBox="1"/>
          <p:nvPr>
            <p:ph type="body" idx="1"/>
          </p:nvPr>
        </p:nvSpPr>
        <p:spPr>
          <a:xfrm>
            <a:off x="324000" y="2893025"/>
            <a:ext cx="5450400" cy="2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number of customers visiting at each time of the day</a:t>
            </a:r>
            <a:endParaRPr sz="1600"/>
          </a:p>
        </p:txBody>
      </p:sp>
      <p:sp>
        <p:nvSpPr>
          <p:cNvPr id="997" name="Google Shape;997;p85"/>
          <p:cNvSpPr txBox="1"/>
          <p:nvPr>
            <p:ph type="body" idx="1"/>
          </p:nvPr>
        </p:nvSpPr>
        <p:spPr>
          <a:xfrm>
            <a:off x="6947975" y="3577275"/>
            <a:ext cx="1058400" cy="2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tally chart</a:t>
            </a:r>
            <a:endParaRPr sz="1600"/>
          </a:p>
        </p:txBody>
      </p:sp>
      <p:sp>
        <p:nvSpPr>
          <p:cNvPr id="998" name="Google Shape;998;p85"/>
          <p:cNvSpPr txBox="1"/>
          <p:nvPr>
            <p:ph type="body" idx="1"/>
          </p:nvPr>
        </p:nvSpPr>
        <p:spPr>
          <a:xfrm>
            <a:off x="6940200" y="2113375"/>
            <a:ext cx="1427100" cy="2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questionnaire</a:t>
            </a:r>
            <a:endParaRPr sz="1600"/>
          </a:p>
        </p:txBody>
      </p:sp>
      <p:sp>
        <p:nvSpPr>
          <p:cNvPr id="999" name="Google Shape;999;p85"/>
          <p:cNvSpPr txBox="1"/>
          <p:nvPr>
            <p:ph type="body" idx="1"/>
          </p:nvPr>
        </p:nvSpPr>
        <p:spPr>
          <a:xfrm>
            <a:off x="6942600" y="2874977"/>
            <a:ext cx="1058400" cy="2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stopwatch</a:t>
            </a:r>
            <a:endParaRPr sz="1600"/>
          </a:p>
        </p:txBody>
      </p:sp>
      <p:sp>
        <p:nvSpPr>
          <p:cNvPr id="1000" name="Google Shape;1000;p85"/>
          <p:cNvSpPr txBox="1"/>
          <p:nvPr>
            <p:ph type="body" idx="1"/>
          </p:nvPr>
        </p:nvSpPr>
        <p:spPr>
          <a:xfrm>
            <a:off x="6942600" y="4205175"/>
            <a:ext cx="1578600" cy="261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weighing scales</a:t>
            </a:r>
            <a:endParaRPr sz="1600"/>
          </a:p>
        </p:txBody>
      </p:sp>
      <p:cxnSp>
        <p:nvCxnSpPr>
          <p:cNvPr id="1001" name="Google Shape;1001;p85"/>
          <p:cNvCxnSpPr>
            <a:stCxn id="993" idx="3"/>
            <a:endCxn id="998" idx="1"/>
          </p:cNvCxnSpPr>
          <p:nvPr/>
        </p:nvCxnSpPr>
        <p:spPr>
          <a:xfrm rot="10800000" flipH="1">
            <a:off x="5777850" y="2243850"/>
            <a:ext cx="1162500" cy="54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2" name="Google Shape;1002;p85"/>
          <p:cNvCxnSpPr>
            <a:stCxn id="996" idx="3"/>
            <a:endCxn id="997" idx="1"/>
          </p:cNvCxnSpPr>
          <p:nvPr/>
        </p:nvCxnSpPr>
        <p:spPr>
          <a:xfrm>
            <a:off x="5774400" y="3023525"/>
            <a:ext cx="1173600" cy="6843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3" name="Google Shape;1003;p85"/>
          <p:cNvCxnSpPr>
            <a:stCxn id="995" idx="3"/>
            <a:endCxn id="1000" idx="1"/>
          </p:cNvCxnSpPr>
          <p:nvPr/>
        </p:nvCxnSpPr>
        <p:spPr>
          <a:xfrm>
            <a:off x="5774400" y="3713152"/>
            <a:ext cx="1168200" cy="6225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04" name="Google Shape;1004;p85"/>
          <p:cNvCxnSpPr>
            <a:stCxn id="994" idx="3"/>
            <a:endCxn id="999" idx="1"/>
          </p:cNvCxnSpPr>
          <p:nvPr/>
        </p:nvCxnSpPr>
        <p:spPr>
          <a:xfrm rot="10800000" flipH="1">
            <a:off x="5774400" y="3005575"/>
            <a:ext cx="1168200" cy="13308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08" name="Shape 1008"/>
        <p:cNvGrpSpPr/>
        <p:nvPr/>
      </p:nvGrpSpPr>
      <p:grpSpPr>
        <a:xfrm>
          <a:off x="0" y="0"/>
          <a:ext cx="0" cy="0"/>
        </a:xfrm>
      </p:grpSpPr>
      <p:sp>
        <p:nvSpPr>
          <p:cNvPr id="1009" name="Google Shape;1009;p86"/>
          <p:cNvSpPr txBox="1"/>
          <p:nvPr>
            <p:ph type="title"/>
          </p:nvPr>
        </p:nvSpPr>
        <p:spPr>
          <a:xfrm>
            <a:off x="1225225" y="2090813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what data to collect</a:t>
            </a:r>
            <a:endParaRPr/>
          </a:p>
        </p:txBody>
      </p:sp>
      <p:sp>
        <p:nvSpPr>
          <p:cNvPr id="1010" name="Google Shape;1010;p86"/>
          <p:cNvSpPr txBox="1"/>
          <p:nvPr>
            <p:ph type="title" idx="2"/>
          </p:nvPr>
        </p:nvSpPr>
        <p:spPr>
          <a:xfrm>
            <a:off x="1225225" y="3027088"/>
            <a:ext cx="6852300" cy="3693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Choosing where to collect the data from</a:t>
            </a:r>
            <a:endParaRPr/>
          </a:p>
        </p:txBody>
      </p:sp>
      <p:sp>
        <p:nvSpPr>
          <p:cNvPr id="1011" name="Google Shape;1011;p86"/>
          <p:cNvSpPr txBox="1"/>
          <p:nvPr>
            <p:ph type="title" idx="3"/>
          </p:nvPr>
        </p:nvSpPr>
        <p:spPr>
          <a:xfrm>
            <a:off x="324000" y="657600"/>
            <a:ext cx="5741400" cy="615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collection</a:t>
            </a:r>
            <a:endParaRPr/>
          </a:p>
        </p:txBody>
      </p:sp>
      <p:pic>
        <p:nvPicPr>
          <p:cNvPr id="1012" name="Google Shape;1012;p8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8350" y="2988375"/>
            <a:ext cx="450575" cy="446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016" name="Shape 1016"/>
        <p:cNvGrpSpPr/>
        <p:nvPr/>
      </p:nvGrpSpPr>
      <p:grpSpPr>
        <a:xfrm>
          <a:off x="0" y="0"/>
          <a:ext cx="0" cy="0"/>
        </a:xfrm>
      </p:grpSpPr>
      <p:sp>
        <p:nvSpPr>
          <p:cNvPr id="1017" name="Google Shape;1017;p87"/>
          <p:cNvSpPr txBox="1"/>
          <p:nvPr>
            <p:ph type="body" idx="1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collecting data, we should consider what </a:t>
            </a:r>
            <a:r>
              <a:rPr lang="en-GB" sz="1800" b="1"/>
              <a:t>population</a:t>
            </a:r>
            <a:r>
              <a:rPr lang="en-GB" sz="1800"/>
              <a:t> the investigation is about.</a:t>
            </a:r>
            <a:endParaRPr sz="1800"/>
          </a:p>
        </p:txBody>
      </p:sp>
      <p:sp>
        <p:nvSpPr>
          <p:cNvPr id="1018" name="Google Shape;1018;p8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019" name="Google Shape;1019;p87"/>
          <p:cNvSpPr txBox="1"/>
          <p:nvPr>
            <p:ph type="body" idx="1"/>
          </p:nvPr>
        </p:nvSpPr>
        <p:spPr>
          <a:xfrm>
            <a:off x="324000" y="1470229"/>
            <a:ext cx="8496000" cy="670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In a data investigation, the </a:t>
            </a:r>
            <a:r>
              <a:rPr lang="en-GB" sz="1800" b="1"/>
              <a:t>population</a:t>
            </a:r>
            <a:r>
              <a:rPr lang="en-GB" sz="1800"/>
              <a:t> is the </a:t>
            </a:r>
            <a:r>
              <a:rPr lang="en-GB" sz="1800">
                <a:solidFill>
                  <a:schemeClr val="accent5"/>
                </a:solidFill>
              </a:rPr>
              <a:t>entire set</a:t>
            </a:r>
            <a:r>
              <a:rPr lang="en-GB" sz="1800"/>
              <a:t> of people, creatures, plants or items that make up the whole group which is being studied. </a:t>
            </a:r>
            <a:endParaRPr sz="1800"/>
          </a:p>
        </p:txBody>
      </p:sp>
      <p:sp>
        <p:nvSpPr>
          <p:cNvPr id="1020" name="Google Shape;1020;p87"/>
          <p:cNvSpPr txBox="1"/>
          <p:nvPr>
            <p:ph type="body" idx="1"/>
          </p:nvPr>
        </p:nvSpPr>
        <p:spPr>
          <a:xfrm>
            <a:off x="4883125" y="2948263"/>
            <a:ext cx="39015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all people in a region</a:t>
            </a:r>
            <a:endParaRPr sz="1600"/>
          </a:p>
        </p:txBody>
      </p:sp>
      <p:sp>
        <p:nvSpPr>
          <p:cNvPr id="1021" name="Google Shape;1021;p87"/>
          <p:cNvSpPr txBox="1"/>
          <p:nvPr>
            <p:ph type="body" idx="1"/>
          </p:nvPr>
        </p:nvSpPr>
        <p:spPr>
          <a:xfrm>
            <a:off x="4883125" y="3430863"/>
            <a:ext cx="23697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all fish in a lake</a:t>
            </a:r>
            <a:endParaRPr sz="1600"/>
          </a:p>
        </p:txBody>
      </p:sp>
      <p:sp>
        <p:nvSpPr>
          <p:cNvPr id="1022" name="Google Shape;1022;p87"/>
          <p:cNvSpPr txBox="1"/>
          <p:nvPr>
            <p:ph type="body" idx="1"/>
          </p:nvPr>
        </p:nvSpPr>
        <p:spPr>
          <a:xfrm>
            <a:off x="4883125" y="3888063"/>
            <a:ext cx="26493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all trees on an island</a:t>
            </a:r>
            <a:endParaRPr sz="1600"/>
          </a:p>
        </p:txBody>
      </p:sp>
      <p:sp>
        <p:nvSpPr>
          <p:cNvPr id="1023" name="Google Shape;1023;p87"/>
          <p:cNvSpPr txBox="1"/>
          <p:nvPr>
            <p:ph type="body" idx="1"/>
          </p:nvPr>
        </p:nvSpPr>
        <p:spPr>
          <a:xfrm>
            <a:off x="4883125" y="4319863"/>
            <a:ext cx="39384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all subscribers to an online product </a:t>
            </a:r>
            <a:endParaRPr sz="1600"/>
          </a:p>
        </p:txBody>
      </p:sp>
      <p:sp>
        <p:nvSpPr>
          <p:cNvPr id="1024" name="Google Shape;1024;p87"/>
          <p:cNvSpPr txBox="1"/>
          <p:nvPr>
            <p:ph type="body" idx="1"/>
          </p:nvPr>
        </p:nvSpPr>
        <p:spPr>
          <a:xfrm>
            <a:off x="4575525" y="2464650"/>
            <a:ext cx="3901500" cy="3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Examples:</a:t>
            </a:r>
            <a:endParaRPr sz="1600"/>
          </a:p>
        </p:txBody>
      </p:sp>
      <p:sp>
        <p:nvSpPr>
          <p:cNvPr id="1025" name="Google Shape;1025;p87"/>
          <p:cNvSpPr txBox="1"/>
          <p:nvPr>
            <p:ph type="body" idx="1"/>
          </p:nvPr>
        </p:nvSpPr>
        <p:spPr>
          <a:xfrm>
            <a:off x="442927" y="2584050"/>
            <a:ext cx="13131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population</a:t>
            </a:r>
            <a:endParaRPr sz="1800" b="1"/>
          </a:p>
        </p:txBody>
      </p:sp>
      <p:grpSp>
        <p:nvGrpSpPr>
          <p:cNvPr id="1026" name="Google Shape;1026;p87"/>
          <p:cNvGrpSpPr/>
          <p:nvPr/>
        </p:nvGrpSpPr>
        <p:grpSpPr>
          <a:xfrm>
            <a:off x="1776083" y="2583890"/>
            <a:ext cx="2505091" cy="2042700"/>
            <a:chOff x="1776083" y="2583890"/>
            <a:chExt cx="2505091" cy="2042700"/>
          </a:xfrm>
        </p:grpSpPr>
        <p:sp>
          <p:nvSpPr>
            <p:cNvPr id="1027" name="Google Shape;1027;p87"/>
            <p:cNvSpPr/>
            <p:nvPr/>
          </p:nvSpPr>
          <p:spPr>
            <a:xfrm>
              <a:off x="2214474" y="2583890"/>
              <a:ext cx="2066700" cy="2042700"/>
            </a:xfrm>
            <a:prstGeom prst="roundRect">
              <a:avLst>
                <a:gd name="adj" fmla="val 16667"/>
              </a:avLst>
            </a:prstGeom>
            <a:noFill/>
            <a:ln w="38100" cap="flat" cmpd="sng">
              <a:solidFill>
                <a:schemeClr val="accent5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grpSp>
          <p:nvGrpSpPr>
            <p:cNvPr id="1028" name="Google Shape;1028;p87"/>
            <p:cNvGrpSpPr/>
            <p:nvPr/>
          </p:nvGrpSpPr>
          <p:grpSpPr>
            <a:xfrm>
              <a:off x="2612766" y="3291976"/>
              <a:ext cx="137732" cy="211035"/>
              <a:chOff x="910300" y="3069037"/>
              <a:chExt cx="149400" cy="228913"/>
            </a:xfrm>
          </p:grpSpPr>
          <p:sp>
            <p:nvSpPr>
              <p:cNvPr id="1029" name="Google Shape;1029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0" name="Google Shape;1030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31" name="Google Shape;1031;p87"/>
            <p:cNvGrpSpPr/>
            <p:nvPr/>
          </p:nvGrpSpPr>
          <p:grpSpPr>
            <a:xfrm>
              <a:off x="2799478" y="3104735"/>
              <a:ext cx="137732" cy="211035"/>
              <a:chOff x="910300" y="3069037"/>
              <a:chExt cx="149400" cy="228913"/>
            </a:xfrm>
          </p:grpSpPr>
          <p:sp>
            <p:nvSpPr>
              <p:cNvPr id="1032" name="Google Shape;1032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3" name="Google Shape;1033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34" name="Google Shape;1034;p87"/>
            <p:cNvGrpSpPr/>
            <p:nvPr/>
          </p:nvGrpSpPr>
          <p:grpSpPr>
            <a:xfrm>
              <a:off x="3019217" y="3344076"/>
              <a:ext cx="137732" cy="211035"/>
              <a:chOff x="910300" y="3069037"/>
              <a:chExt cx="149400" cy="228913"/>
            </a:xfrm>
          </p:grpSpPr>
          <p:sp>
            <p:nvSpPr>
              <p:cNvPr id="1035" name="Google Shape;1035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36" name="Google Shape;1036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37" name="Google Shape;1037;p87"/>
            <p:cNvGrpSpPr/>
            <p:nvPr/>
          </p:nvGrpSpPr>
          <p:grpSpPr>
            <a:xfrm>
              <a:off x="2596253" y="3754524"/>
              <a:ext cx="137732" cy="211035"/>
              <a:chOff x="910300" y="3069037"/>
              <a:chExt cx="149400" cy="228913"/>
            </a:xfrm>
          </p:grpSpPr>
          <p:sp>
            <p:nvSpPr>
              <p:cNvPr id="1038" name="Google Shape;1038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39" name="Google Shape;1039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40" name="Google Shape;1040;p87"/>
            <p:cNvGrpSpPr/>
            <p:nvPr/>
          </p:nvGrpSpPr>
          <p:grpSpPr>
            <a:xfrm>
              <a:off x="2853214" y="3637533"/>
              <a:ext cx="137732" cy="211035"/>
              <a:chOff x="910300" y="3069037"/>
              <a:chExt cx="149400" cy="228913"/>
            </a:xfrm>
          </p:grpSpPr>
          <p:sp>
            <p:nvSpPr>
              <p:cNvPr id="1041" name="Google Shape;1041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42" name="Google Shape;1042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43" name="Google Shape;1043;p87"/>
            <p:cNvGrpSpPr/>
            <p:nvPr/>
          </p:nvGrpSpPr>
          <p:grpSpPr>
            <a:xfrm>
              <a:off x="3002703" y="3876874"/>
              <a:ext cx="137732" cy="211035"/>
              <a:chOff x="910300" y="3069037"/>
              <a:chExt cx="149400" cy="228913"/>
            </a:xfrm>
          </p:grpSpPr>
          <p:sp>
            <p:nvSpPr>
              <p:cNvPr id="1044" name="Google Shape;1044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45" name="Google Shape;1045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46" name="Google Shape;1046;p87"/>
            <p:cNvGrpSpPr/>
            <p:nvPr/>
          </p:nvGrpSpPr>
          <p:grpSpPr>
            <a:xfrm>
              <a:off x="2587264" y="2884835"/>
              <a:ext cx="137732" cy="211035"/>
              <a:chOff x="910300" y="3069037"/>
              <a:chExt cx="149400" cy="228913"/>
            </a:xfrm>
          </p:grpSpPr>
          <p:sp>
            <p:nvSpPr>
              <p:cNvPr id="1047" name="Google Shape;1047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48" name="Google Shape;1048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49" name="Google Shape;1049;p87"/>
            <p:cNvGrpSpPr/>
            <p:nvPr/>
          </p:nvGrpSpPr>
          <p:grpSpPr>
            <a:xfrm>
              <a:off x="2844225" y="2647152"/>
              <a:ext cx="137732" cy="211035"/>
              <a:chOff x="910300" y="3069037"/>
              <a:chExt cx="149400" cy="228913"/>
            </a:xfrm>
          </p:grpSpPr>
          <p:sp>
            <p:nvSpPr>
              <p:cNvPr id="1050" name="Google Shape;1050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51" name="Google Shape;1051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52" name="Google Shape;1052;p87"/>
            <p:cNvGrpSpPr/>
            <p:nvPr/>
          </p:nvGrpSpPr>
          <p:grpSpPr>
            <a:xfrm>
              <a:off x="3063965" y="2796435"/>
              <a:ext cx="137732" cy="211035"/>
              <a:chOff x="910300" y="3069037"/>
              <a:chExt cx="149400" cy="228913"/>
            </a:xfrm>
          </p:grpSpPr>
          <p:sp>
            <p:nvSpPr>
              <p:cNvPr id="1053" name="Google Shape;1053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54" name="Google Shape;1054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55" name="Google Shape;1055;p87"/>
            <p:cNvGrpSpPr/>
            <p:nvPr/>
          </p:nvGrpSpPr>
          <p:grpSpPr>
            <a:xfrm>
              <a:off x="3297268" y="3018594"/>
              <a:ext cx="137732" cy="211035"/>
              <a:chOff x="910300" y="3069037"/>
              <a:chExt cx="149400" cy="228913"/>
            </a:xfrm>
          </p:grpSpPr>
          <p:sp>
            <p:nvSpPr>
              <p:cNvPr id="1056" name="Google Shape;1056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57" name="Google Shape;1057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58" name="Google Shape;1058;p87"/>
            <p:cNvGrpSpPr/>
            <p:nvPr/>
          </p:nvGrpSpPr>
          <p:grpSpPr>
            <a:xfrm>
              <a:off x="3583742" y="2940784"/>
              <a:ext cx="137732" cy="211035"/>
              <a:chOff x="910300" y="3069037"/>
              <a:chExt cx="149400" cy="228913"/>
            </a:xfrm>
          </p:grpSpPr>
          <p:sp>
            <p:nvSpPr>
              <p:cNvPr id="1059" name="Google Shape;1059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0" name="Google Shape;1060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61" name="Google Shape;1061;p87"/>
            <p:cNvGrpSpPr/>
            <p:nvPr/>
          </p:nvGrpSpPr>
          <p:grpSpPr>
            <a:xfrm>
              <a:off x="3803481" y="3109875"/>
              <a:ext cx="137732" cy="211035"/>
              <a:chOff x="910300" y="3069037"/>
              <a:chExt cx="149400" cy="228913"/>
            </a:xfrm>
          </p:grpSpPr>
          <p:sp>
            <p:nvSpPr>
              <p:cNvPr id="1062" name="Google Shape;1062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63" name="Google Shape;1063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64" name="Google Shape;1064;p87"/>
            <p:cNvGrpSpPr/>
            <p:nvPr/>
          </p:nvGrpSpPr>
          <p:grpSpPr>
            <a:xfrm>
              <a:off x="3324406" y="3432465"/>
              <a:ext cx="137732" cy="211035"/>
              <a:chOff x="910300" y="3069037"/>
              <a:chExt cx="149400" cy="228913"/>
            </a:xfrm>
          </p:grpSpPr>
          <p:sp>
            <p:nvSpPr>
              <p:cNvPr id="1065" name="Google Shape;1065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6" name="Google Shape;1066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67" name="Google Shape;1067;p87"/>
            <p:cNvGrpSpPr/>
            <p:nvPr/>
          </p:nvGrpSpPr>
          <p:grpSpPr>
            <a:xfrm>
              <a:off x="3581368" y="3315474"/>
              <a:ext cx="137732" cy="211035"/>
              <a:chOff x="910300" y="3069037"/>
              <a:chExt cx="149400" cy="228913"/>
            </a:xfrm>
          </p:grpSpPr>
          <p:sp>
            <p:nvSpPr>
              <p:cNvPr id="1068" name="Google Shape;1068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69" name="Google Shape;1069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70" name="Google Shape;1070;p87"/>
            <p:cNvGrpSpPr/>
            <p:nvPr/>
          </p:nvGrpSpPr>
          <p:grpSpPr>
            <a:xfrm>
              <a:off x="3941608" y="3414314"/>
              <a:ext cx="137732" cy="211035"/>
              <a:chOff x="910300" y="3069037"/>
              <a:chExt cx="149400" cy="228913"/>
            </a:xfrm>
          </p:grpSpPr>
          <p:sp>
            <p:nvSpPr>
              <p:cNvPr id="1071" name="Google Shape;1071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72" name="Google Shape;1072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73" name="Google Shape;1073;p87"/>
            <p:cNvGrpSpPr/>
            <p:nvPr/>
          </p:nvGrpSpPr>
          <p:grpSpPr>
            <a:xfrm>
              <a:off x="3338904" y="3839076"/>
              <a:ext cx="137732" cy="211035"/>
              <a:chOff x="910300" y="3069037"/>
              <a:chExt cx="149400" cy="228913"/>
            </a:xfrm>
          </p:grpSpPr>
          <p:sp>
            <p:nvSpPr>
              <p:cNvPr id="1074" name="Google Shape;1074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5" name="Google Shape;1075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76" name="Google Shape;1076;p87"/>
            <p:cNvGrpSpPr/>
            <p:nvPr/>
          </p:nvGrpSpPr>
          <p:grpSpPr>
            <a:xfrm>
              <a:off x="3595865" y="3722084"/>
              <a:ext cx="137732" cy="211035"/>
              <a:chOff x="910300" y="3069037"/>
              <a:chExt cx="149400" cy="228913"/>
            </a:xfrm>
          </p:grpSpPr>
          <p:sp>
            <p:nvSpPr>
              <p:cNvPr id="1077" name="Google Shape;1077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78" name="Google Shape;1078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79" name="Google Shape;1079;p87"/>
            <p:cNvGrpSpPr/>
            <p:nvPr/>
          </p:nvGrpSpPr>
          <p:grpSpPr>
            <a:xfrm>
              <a:off x="3885855" y="3891175"/>
              <a:ext cx="137732" cy="211035"/>
              <a:chOff x="910300" y="3069037"/>
              <a:chExt cx="149400" cy="228913"/>
            </a:xfrm>
          </p:grpSpPr>
          <p:sp>
            <p:nvSpPr>
              <p:cNvPr id="1080" name="Google Shape;1080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81" name="Google Shape;1081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82" name="Google Shape;1082;p87"/>
            <p:cNvGrpSpPr/>
            <p:nvPr/>
          </p:nvGrpSpPr>
          <p:grpSpPr>
            <a:xfrm>
              <a:off x="3378143" y="4359777"/>
              <a:ext cx="137732" cy="211035"/>
              <a:chOff x="910300" y="3069037"/>
              <a:chExt cx="149400" cy="228913"/>
            </a:xfrm>
          </p:grpSpPr>
          <p:sp>
            <p:nvSpPr>
              <p:cNvPr id="1083" name="Google Shape;1083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4" name="Google Shape;1084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85" name="Google Shape;1085;p87"/>
            <p:cNvGrpSpPr/>
            <p:nvPr/>
          </p:nvGrpSpPr>
          <p:grpSpPr>
            <a:xfrm>
              <a:off x="3597867" y="4058445"/>
              <a:ext cx="137732" cy="211035"/>
              <a:chOff x="910300" y="3069037"/>
              <a:chExt cx="149400" cy="228913"/>
            </a:xfrm>
          </p:grpSpPr>
          <p:sp>
            <p:nvSpPr>
              <p:cNvPr id="1086" name="Google Shape;1086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87" name="Google Shape;1087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88" name="Google Shape;1088;p87"/>
            <p:cNvGrpSpPr/>
            <p:nvPr/>
          </p:nvGrpSpPr>
          <p:grpSpPr>
            <a:xfrm>
              <a:off x="3854844" y="4368036"/>
              <a:ext cx="137732" cy="211035"/>
              <a:chOff x="910300" y="3069037"/>
              <a:chExt cx="149400" cy="228913"/>
            </a:xfrm>
          </p:grpSpPr>
          <p:sp>
            <p:nvSpPr>
              <p:cNvPr id="1089" name="Google Shape;1089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90" name="Google Shape;1090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91" name="Google Shape;1091;p87"/>
            <p:cNvGrpSpPr/>
            <p:nvPr/>
          </p:nvGrpSpPr>
          <p:grpSpPr>
            <a:xfrm>
              <a:off x="2570762" y="4207888"/>
              <a:ext cx="137732" cy="211035"/>
              <a:chOff x="910300" y="3069037"/>
              <a:chExt cx="149400" cy="228913"/>
            </a:xfrm>
          </p:grpSpPr>
          <p:sp>
            <p:nvSpPr>
              <p:cNvPr id="1092" name="Google Shape;1092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3" name="Google Shape;1093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94" name="Google Shape;1094;p87"/>
            <p:cNvGrpSpPr/>
            <p:nvPr/>
          </p:nvGrpSpPr>
          <p:grpSpPr>
            <a:xfrm>
              <a:off x="2827723" y="4090897"/>
              <a:ext cx="137732" cy="211035"/>
              <a:chOff x="910300" y="3069037"/>
              <a:chExt cx="149400" cy="228913"/>
            </a:xfrm>
          </p:grpSpPr>
          <p:sp>
            <p:nvSpPr>
              <p:cNvPr id="1095" name="Google Shape;1095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096" name="Google Shape;1096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097" name="Google Shape;1097;p87"/>
            <p:cNvGrpSpPr/>
            <p:nvPr/>
          </p:nvGrpSpPr>
          <p:grpSpPr>
            <a:xfrm>
              <a:off x="3047462" y="4259988"/>
              <a:ext cx="137732" cy="211035"/>
              <a:chOff x="910300" y="3069037"/>
              <a:chExt cx="149400" cy="228913"/>
            </a:xfrm>
          </p:grpSpPr>
          <p:sp>
            <p:nvSpPr>
              <p:cNvPr id="1098" name="Google Shape;1098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099" name="Google Shape;1099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00" name="Google Shape;1100;p87"/>
            <p:cNvGrpSpPr/>
            <p:nvPr/>
          </p:nvGrpSpPr>
          <p:grpSpPr>
            <a:xfrm>
              <a:off x="3854832" y="2655935"/>
              <a:ext cx="137732" cy="211035"/>
              <a:chOff x="910300" y="3069037"/>
              <a:chExt cx="149400" cy="228913"/>
            </a:xfrm>
          </p:grpSpPr>
          <p:sp>
            <p:nvSpPr>
              <p:cNvPr id="1101" name="Google Shape;1101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2" name="Google Shape;1102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03" name="Google Shape;1103;p87"/>
            <p:cNvGrpSpPr/>
            <p:nvPr/>
          </p:nvGrpSpPr>
          <p:grpSpPr>
            <a:xfrm>
              <a:off x="2362339" y="2737755"/>
              <a:ext cx="137732" cy="211035"/>
              <a:chOff x="910300" y="3069037"/>
              <a:chExt cx="149400" cy="228913"/>
            </a:xfrm>
          </p:grpSpPr>
          <p:sp>
            <p:nvSpPr>
              <p:cNvPr id="1104" name="Google Shape;1104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5" name="Google Shape;1105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06" name="Google Shape;1106;p87"/>
            <p:cNvGrpSpPr/>
            <p:nvPr/>
          </p:nvGrpSpPr>
          <p:grpSpPr>
            <a:xfrm>
              <a:off x="3448381" y="2674984"/>
              <a:ext cx="137732" cy="211035"/>
              <a:chOff x="910300" y="3069037"/>
              <a:chExt cx="149400" cy="228913"/>
            </a:xfrm>
          </p:grpSpPr>
          <p:sp>
            <p:nvSpPr>
              <p:cNvPr id="1107" name="Google Shape;1107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08" name="Google Shape;1108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09" name="Google Shape;1109;p87"/>
            <p:cNvGrpSpPr/>
            <p:nvPr/>
          </p:nvGrpSpPr>
          <p:grpSpPr>
            <a:xfrm>
              <a:off x="4007271" y="2941095"/>
              <a:ext cx="137732" cy="211035"/>
              <a:chOff x="910300" y="3069037"/>
              <a:chExt cx="149400" cy="228913"/>
            </a:xfrm>
          </p:grpSpPr>
          <p:sp>
            <p:nvSpPr>
              <p:cNvPr id="1110" name="Google Shape;1110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11" name="Google Shape;1111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12" name="Google Shape;1112;p87"/>
            <p:cNvGrpSpPr/>
            <p:nvPr/>
          </p:nvGrpSpPr>
          <p:grpSpPr>
            <a:xfrm>
              <a:off x="2379279" y="3503026"/>
              <a:ext cx="137732" cy="211035"/>
              <a:chOff x="910300" y="3069037"/>
              <a:chExt cx="149400" cy="228913"/>
            </a:xfrm>
          </p:grpSpPr>
          <p:sp>
            <p:nvSpPr>
              <p:cNvPr id="1113" name="Google Shape;1113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14" name="Google Shape;1114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15" name="Google Shape;1115;p87"/>
            <p:cNvGrpSpPr/>
            <p:nvPr/>
          </p:nvGrpSpPr>
          <p:grpSpPr>
            <a:xfrm>
              <a:off x="2362777" y="3988207"/>
              <a:ext cx="137732" cy="211035"/>
              <a:chOff x="910300" y="3069037"/>
              <a:chExt cx="149400" cy="228913"/>
            </a:xfrm>
          </p:grpSpPr>
          <p:sp>
            <p:nvSpPr>
              <p:cNvPr id="1116" name="Google Shape;1116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17" name="Google Shape;1117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118" name="Google Shape;1118;p87"/>
            <p:cNvGrpSpPr/>
            <p:nvPr/>
          </p:nvGrpSpPr>
          <p:grpSpPr>
            <a:xfrm>
              <a:off x="2355805" y="3083531"/>
              <a:ext cx="137732" cy="211035"/>
              <a:chOff x="910300" y="3069037"/>
              <a:chExt cx="149400" cy="228913"/>
            </a:xfrm>
          </p:grpSpPr>
          <p:sp>
            <p:nvSpPr>
              <p:cNvPr id="1119" name="Google Shape;1119;p87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120" name="Google Shape;1120;p87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cxnSp>
          <p:nvCxnSpPr>
            <p:cNvPr id="1121" name="Google Shape;1121;p87"/>
            <p:cNvCxnSpPr/>
            <p:nvPr/>
          </p:nvCxnSpPr>
          <p:spPr>
            <a:xfrm>
              <a:off x="1776083" y="2792362"/>
              <a:ext cx="404100" cy="900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25" name="Shape 1125"/>
        <p:cNvGrpSpPr/>
        <p:nvPr/>
      </p:nvGrpSpPr>
      <p:grpSpPr>
        <a:xfrm>
          <a:off x="0" y="0"/>
          <a:ext cx="0" cy="0"/>
        </a:xfrm>
      </p:grpSpPr>
      <p:graphicFrame>
        <p:nvGraphicFramePr>
          <p:cNvPr id="1126" name="Google Shape;1126;p88"/>
          <p:cNvGraphicFramePr>
            <a:graphicFrameLocks noGrp="1"/>
          </p:cNvGraphicFramePr>
          <p:nvPr/>
        </p:nvGraphicFramePr>
        <p:xfrm>
          <a:off x="348353" y="22691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{1B9BB0FF-C41E-49AC-9A36-F548C99D8405}</a:tableStyleId>
              </a:tblPr>
              <a:tblGrid>
                <a:gridCol w="4704150"/>
                <a:gridCol w="3132325"/>
              </a:tblGrid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>
                          <a:latin typeface="Lexend"/>
                          <a:ea typeface="Lexend"/>
                          <a:cs typeface="Lexend"/>
                          <a:sym typeface="Lexend"/>
                        </a:rPr>
                        <a:t>research question</a:t>
                      </a:r>
                      <a:endParaRPr sz="16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en-GB" sz="1600" b="1">
                          <a:latin typeface="Lexend"/>
                          <a:ea typeface="Lexend"/>
                          <a:cs typeface="Lexend"/>
                          <a:sym typeface="Lexend"/>
                        </a:rPr>
                        <a:t>population</a:t>
                      </a:r>
                      <a:endParaRPr sz="1600" b="1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7385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  <a:tr h="381000"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 vert="horz" wrap="square"/>
                    <a:lstStyle/>
                    <a:p>
                      <a:pPr marL="0" lvl="0" indent="0" algn="l" rtl="0">
                        <a:spcBef>
                          <a:spcPct val="0"/>
                        </a:spcBef>
                        <a:spcAft>
                          <a:spcPct val="0"/>
                        </a:spcAft>
                        <a:buNone/>
                      </a:pPr>
                      <a:endParaRPr sz="1700"/>
                    </a:p>
                  </a:txBody>
                  <a:tcPr marL="91425" marR="91425" marT="91425" marB="91425">
                    <a:lnL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</a:tr>
            </a:tbl>
          </a:graphicData>
        </a:graphic>
      </p:graphicFrame>
      <p:sp>
        <p:nvSpPr>
          <p:cNvPr id="1127" name="Google Shape;1127;p88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128" name="Google Shape;1128;p88"/>
          <p:cNvSpPr txBox="1"/>
          <p:nvPr>
            <p:ph type="body" idx="1"/>
          </p:nvPr>
        </p:nvSpPr>
        <p:spPr>
          <a:xfrm>
            <a:off x="324000" y="759300"/>
            <a:ext cx="84960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</a:t>
            </a:r>
            <a:r>
              <a:rPr lang="en-GB" sz="1800" b="1"/>
              <a:t>population</a:t>
            </a:r>
            <a:r>
              <a:rPr lang="en-GB" sz="1800"/>
              <a:t> is not necessarily everyone in a particular place. It is defined by what the investigation intends to study.</a:t>
            </a:r>
            <a:endParaRPr sz="1800"/>
          </a:p>
        </p:txBody>
      </p:sp>
      <p:sp>
        <p:nvSpPr>
          <p:cNvPr id="1129" name="Google Shape;1129;p88"/>
          <p:cNvSpPr txBox="1"/>
          <p:nvPr>
            <p:ph type="body" idx="1"/>
          </p:nvPr>
        </p:nvSpPr>
        <p:spPr>
          <a:xfrm>
            <a:off x="324000" y="1516800"/>
            <a:ext cx="8496000" cy="643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Example: in an investigation about how much time school children spend doing homework, the </a:t>
            </a:r>
            <a:r>
              <a:rPr lang="en-GB" sz="1800" b="1"/>
              <a:t>population</a:t>
            </a:r>
            <a:r>
              <a:rPr lang="en-GB" sz="1800"/>
              <a:t> is defined by the research question.</a:t>
            </a:r>
            <a:endParaRPr sz="1800"/>
          </a:p>
        </p:txBody>
      </p:sp>
      <p:sp>
        <p:nvSpPr>
          <p:cNvPr id="1130" name="Google Shape;1130;p88"/>
          <p:cNvSpPr txBox="1"/>
          <p:nvPr/>
        </p:nvSpPr>
        <p:spPr>
          <a:xfrm>
            <a:off x="348353" y="2696013"/>
            <a:ext cx="45744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much time do 16 year-old pupils in the UK spend doing homework per week?</a:t>
            </a:r>
            <a:endParaRPr/>
          </a:p>
        </p:txBody>
      </p:sp>
      <p:sp>
        <p:nvSpPr>
          <p:cNvPr id="1131" name="Google Shape;1131;p88"/>
          <p:cNvSpPr txBox="1"/>
          <p:nvPr/>
        </p:nvSpPr>
        <p:spPr>
          <a:xfrm>
            <a:off x="348353" y="3404263"/>
            <a:ext cx="45744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much time do pupils from my school spend doing homework per week?</a:t>
            </a:r>
            <a:endParaRPr/>
          </a:p>
        </p:txBody>
      </p:sp>
      <p:sp>
        <p:nvSpPr>
          <p:cNvPr id="1132" name="Google Shape;1132;p88"/>
          <p:cNvSpPr txBox="1"/>
          <p:nvPr/>
        </p:nvSpPr>
        <p:spPr>
          <a:xfrm>
            <a:off x="348353" y="4106688"/>
            <a:ext cx="48261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How much time do 16 year old pupils from my school spend doing homework per week?</a:t>
            </a:r>
            <a:endParaRPr sz="16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33" name="Google Shape;1133;p88"/>
          <p:cNvSpPr txBox="1"/>
          <p:nvPr/>
        </p:nvSpPr>
        <p:spPr>
          <a:xfrm>
            <a:off x="5052505" y="2696713"/>
            <a:ext cx="31323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16 year old pupils in the UK (tens of thousands)</a:t>
            </a:r>
            <a:endParaRPr/>
          </a:p>
        </p:txBody>
      </p:sp>
      <p:sp>
        <p:nvSpPr>
          <p:cNvPr id="1134" name="Google Shape;1134;p88"/>
          <p:cNvSpPr txBox="1"/>
          <p:nvPr/>
        </p:nvSpPr>
        <p:spPr>
          <a:xfrm>
            <a:off x="5052503" y="3400790"/>
            <a:ext cx="2809200" cy="71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pupils in the school (thousands)</a:t>
            </a:r>
            <a:endParaRPr/>
          </a:p>
        </p:txBody>
      </p:sp>
      <p:sp>
        <p:nvSpPr>
          <p:cNvPr id="1135" name="Google Shape;1135;p88"/>
          <p:cNvSpPr txBox="1"/>
          <p:nvPr/>
        </p:nvSpPr>
        <p:spPr>
          <a:xfrm>
            <a:off x="5052505" y="4106264"/>
            <a:ext cx="2809200" cy="67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All 16 year old pupils in the school (hundreds)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39" name="Shape 1139"/>
        <p:cNvGrpSpPr/>
        <p:nvPr/>
      </p:nvGrpSpPr>
      <p:grpSpPr>
        <a:xfrm>
          <a:off x="0" y="0"/>
          <a:ext cx="0" cy="0"/>
        </a:xfrm>
      </p:grpSpPr>
      <p:sp>
        <p:nvSpPr>
          <p:cNvPr id="1140" name="Google Shape;1140;p89"/>
          <p:cNvSpPr txBox="1"/>
          <p:nvPr>
            <p:ph type="body" idx="1"/>
          </p:nvPr>
        </p:nvSpPr>
        <p:spPr>
          <a:xfrm>
            <a:off x="324000" y="759300"/>
            <a:ext cx="8496000" cy="8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Alex wants to investigate how much time pupils in his school spend doing homework per week. The </a:t>
            </a:r>
            <a:r>
              <a:rPr lang="en-GB" sz="1800" b="1"/>
              <a:t>population</a:t>
            </a:r>
            <a:r>
              <a:rPr lang="en-GB" sz="1800"/>
              <a:t> of Alex’s investigation includes all the pupils in his school.</a:t>
            </a:r>
            <a:endParaRPr sz="1800"/>
          </a:p>
        </p:txBody>
      </p:sp>
      <p:sp>
        <p:nvSpPr>
          <p:cNvPr id="1141" name="Google Shape;1141;p89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142" name="Google Shape;1142;p89"/>
          <p:cNvSpPr txBox="1"/>
          <p:nvPr>
            <p:ph type="body" idx="1"/>
          </p:nvPr>
        </p:nvSpPr>
        <p:spPr>
          <a:xfrm>
            <a:off x="324000" y="1749900"/>
            <a:ext cx="8496000" cy="638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Alex considers collecting data by asking every pupil in the school how much time they spend doing homework per week.</a:t>
            </a:r>
            <a:endParaRPr sz="1800"/>
          </a:p>
        </p:txBody>
      </p:sp>
      <p:sp>
        <p:nvSpPr>
          <p:cNvPr id="1143" name="Google Shape;1143;p89"/>
          <p:cNvSpPr txBox="1"/>
          <p:nvPr>
            <p:ph type="body" idx="1"/>
          </p:nvPr>
        </p:nvSpPr>
        <p:spPr>
          <a:xfrm>
            <a:off x="324000" y="2515625"/>
            <a:ext cx="8496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problems could Alex have if he tried to do this?</a:t>
            </a:r>
            <a:endParaRPr sz="1800"/>
          </a:p>
        </p:txBody>
      </p:sp>
      <p:sp>
        <p:nvSpPr>
          <p:cNvPr id="1144" name="Google Shape;1144;p89"/>
          <p:cNvSpPr txBox="1"/>
          <p:nvPr>
            <p:ph type="body" idx="1"/>
          </p:nvPr>
        </p:nvSpPr>
        <p:spPr>
          <a:xfrm>
            <a:off x="324000" y="3021525"/>
            <a:ext cx="8496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could be difficult to speak to everyone in the school.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5" name="Google Shape;1145;p89"/>
          <p:cNvSpPr txBox="1"/>
          <p:nvPr>
            <p:ph type="body" idx="1"/>
          </p:nvPr>
        </p:nvSpPr>
        <p:spPr>
          <a:xfrm>
            <a:off x="324000" y="3570600"/>
            <a:ext cx="8496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could be time consuming to ask everyone in the school.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146" name="Google Shape;1146;p89"/>
          <p:cNvSpPr txBox="1"/>
          <p:nvPr>
            <p:ph type="body" idx="1"/>
          </p:nvPr>
        </p:nvSpPr>
        <p:spPr>
          <a:xfrm>
            <a:off x="324000" y="4195875"/>
            <a:ext cx="8496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It could be time consuming to organise the data after it has been collected.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147" name="Google Shape;1147;p8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222" y="2236201"/>
            <a:ext cx="568766" cy="193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151" name="Shape 1151"/>
        <p:cNvGrpSpPr/>
        <p:nvPr/>
      </p:nvGrpSpPr>
      <p:grpSpPr>
        <a:xfrm>
          <a:off x="0" y="0"/>
          <a:ext cx="0" cy="0"/>
        </a:xfrm>
      </p:grpSpPr>
      <p:sp>
        <p:nvSpPr>
          <p:cNvPr id="1152" name="Google Shape;1152;p90"/>
          <p:cNvSpPr/>
          <p:nvPr/>
        </p:nvSpPr>
        <p:spPr>
          <a:xfrm>
            <a:off x="2443074" y="2583890"/>
            <a:ext cx="2066700" cy="2042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3" name="Google Shape;1153;p90"/>
          <p:cNvSpPr/>
          <p:nvPr/>
        </p:nvSpPr>
        <p:spPr>
          <a:xfrm>
            <a:off x="3484054" y="3680692"/>
            <a:ext cx="823800" cy="636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4" name="Google Shape;1154;p90"/>
          <p:cNvSpPr txBox="1"/>
          <p:nvPr/>
        </p:nvSpPr>
        <p:spPr>
          <a:xfrm>
            <a:off x="231674" y="1040099"/>
            <a:ext cx="85992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In these cases, data might be collected from a smaller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subset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of the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population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instead. </a:t>
            </a:r>
            <a:endParaRPr sz="18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5" name="Google Shape;1155;p90"/>
          <p:cNvSpPr txBox="1"/>
          <p:nvPr>
            <p:ph type="body" idx="1"/>
          </p:nvPr>
        </p:nvSpPr>
        <p:spPr>
          <a:xfrm>
            <a:off x="324000" y="759300"/>
            <a:ext cx="8496000" cy="3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Sometimes it is impractical to collect data from the entire </a:t>
            </a:r>
            <a:r>
              <a:rPr lang="en-GB" sz="1800" b="1"/>
              <a:t>population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1156" name="Google Shape;1156;p90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157" name="Google Shape;1157;p90"/>
          <p:cNvSpPr txBox="1"/>
          <p:nvPr/>
        </p:nvSpPr>
        <p:spPr>
          <a:xfrm>
            <a:off x="245222" y="1791877"/>
            <a:ext cx="61428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 subset of the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population 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is called a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sp>
        <p:nvSpPr>
          <p:cNvPr id="1158" name="Google Shape;1158;p90"/>
          <p:cNvSpPr/>
          <p:nvPr/>
        </p:nvSpPr>
        <p:spPr>
          <a:xfrm>
            <a:off x="5378872" y="3625401"/>
            <a:ext cx="1109400" cy="785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159" name="Google Shape;1159;p90"/>
          <p:cNvGrpSpPr/>
          <p:nvPr/>
        </p:nvGrpSpPr>
        <p:grpSpPr>
          <a:xfrm>
            <a:off x="2841366" y="3291976"/>
            <a:ext cx="137732" cy="211035"/>
            <a:chOff x="910300" y="3069037"/>
            <a:chExt cx="149400" cy="228913"/>
          </a:xfrm>
        </p:grpSpPr>
        <p:sp>
          <p:nvSpPr>
            <p:cNvPr id="1160" name="Google Shape;1160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1" name="Google Shape;1161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2" name="Google Shape;1162;p90"/>
          <p:cNvGrpSpPr/>
          <p:nvPr/>
        </p:nvGrpSpPr>
        <p:grpSpPr>
          <a:xfrm>
            <a:off x="3028078" y="3104735"/>
            <a:ext cx="137732" cy="211035"/>
            <a:chOff x="910300" y="3069037"/>
            <a:chExt cx="149400" cy="228913"/>
          </a:xfrm>
        </p:grpSpPr>
        <p:sp>
          <p:nvSpPr>
            <p:cNvPr id="1163" name="Google Shape;1163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64" name="Google Shape;1164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5" name="Google Shape;1165;p90"/>
          <p:cNvGrpSpPr/>
          <p:nvPr/>
        </p:nvGrpSpPr>
        <p:grpSpPr>
          <a:xfrm>
            <a:off x="3247817" y="3344076"/>
            <a:ext cx="137732" cy="211035"/>
            <a:chOff x="910300" y="3069037"/>
            <a:chExt cx="149400" cy="228913"/>
          </a:xfrm>
        </p:grpSpPr>
        <p:sp>
          <p:nvSpPr>
            <p:cNvPr id="1166" name="Google Shape;1166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67" name="Google Shape;1167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68" name="Google Shape;1168;p90"/>
          <p:cNvGrpSpPr/>
          <p:nvPr/>
        </p:nvGrpSpPr>
        <p:grpSpPr>
          <a:xfrm>
            <a:off x="2824853" y="3754524"/>
            <a:ext cx="137732" cy="211035"/>
            <a:chOff x="910300" y="3069037"/>
            <a:chExt cx="149400" cy="228913"/>
          </a:xfrm>
        </p:grpSpPr>
        <p:sp>
          <p:nvSpPr>
            <p:cNvPr id="1169" name="Google Shape;1169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0" name="Google Shape;1170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1" name="Google Shape;1171;p90"/>
          <p:cNvGrpSpPr/>
          <p:nvPr/>
        </p:nvGrpSpPr>
        <p:grpSpPr>
          <a:xfrm>
            <a:off x="3081814" y="3637533"/>
            <a:ext cx="137732" cy="211035"/>
            <a:chOff x="910300" y="3069037"/>
            <a:chExt cx="149400" cy="228913"/>
          </a:xfrm>
        </p:grpSpPr>
        <p:sp>
          <p:nvSpPr>
            <p:cNvPr id="1172" name="Google Shape;1172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3" name="Google Shape;1173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4" name="Google Shape;1174;p90"/>
          <p:cNvGrpSpPr/>
          <p:nvPr/>
        </p:nvGrpSpPr>
        <p:grpSpPr>
          <a:xfrm>
            <a:off x="3231303" y="3876874"/>
            <a:ext cx="137732" cy="211035"/>
            <a:chOff x="910300" y="3069037"/>
            <a:chExt cx="149400" cy="228913"/>
          </a:xfrm>
        </p:grpSpPr>
        <p:sp>
          <p:nvSpPr>
            <p:cNvPr id="1175" name="Google Shape;1175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76" name="Google Shape;1176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77" name="Google Shape;1177;p90"/>
          <p:cNvGrpSpPr/>
          <p:nvPr/>
        </p:nvGrpSpPr>
        <p:grpSpPr>
          <a:xfrm>
            <a:off x="2815864" y="2884835"/>
            <a:ext cx="137732" cy="211035"/>
            <a:chOff x="910300" y="3069037"/>
            <a:chExt cx="149400" cy="228913"/>
          </a:xfrm>
        </p:grpSpPr>
        <p:sp>
          <p:nvSpPr>
            <p:cNvPr id="1178" name="Google Shape;1178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79" name="Google Shape;1179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0" name="Google Shape;1180;p90"/>
          <p:cNvGrpSpPr/>
          <p:nvPr/>
        </p:nvGrpSpPr>
        <p:grpSpPr>
          <a:xfrm>
            <a:off x="3072825" y="2647152"/>
            <a:ext cx="137732" cy="211035"/>
            <a:chOff x="910300" y="3069037"/>
            <a:chExt cx="149400" cy="228913"/>
          </a:xfrm>
        </p:grpSpPr>
        <p:sp>
          <p:nvSpPr>
            <p:cNvPr id="1181" name="Google Shape;1181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2" name="Google Shape;1182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3" name="Google Shape;1183;p90"/>
          <p:cNvGrpSpPr/>
          <p:nvPr/>
        </p:nvGrpSpPr>
        <p:grpSpPr>
          <a:xfrm>
            <a:off x="3292565" y="2796435"/>
            <a:ext cx="137732" cy="211035"/>
            <a:chOff x="910300" y="3069037"/>
            <a:chExt cx="149400" cy="228913"/>
          </a:xfrm>
        </p:grpSpPr>
        <p:sp>
          <p:nvSpPr>
            <p:cNvPr id="1184" name="Google Shape;1184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85" name="Google Shape;1185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6" name="Google Shape;1186;p90"/>
          <p:cNvGrpSpPr/>
          <p:nvPr/>
        </p:nvGrpSpPr>
        <p:grpSpPr>
          <a:xfrm>
            <a:off x="3525868" y="3018594"/>
            <a:ext cx="137732" cy="211035"/>
            <a:chOff x="910300" y="3069037"/>
            <a:chExt cx="149400" cy="228913"/>
          </a:xfrm>
        </p:grpSpPr>
        <p:sp>
          <p:nvSpPr>
            <p:cNvPr id="1187" name="Google Shape;1187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88" name="Google Shape;1188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89" name="Google Shape;1189;p90"/>
          <p:cNvGrpSpPr/>
          <p:nvPr/>
        </p:nvGrpSpPr>
        <p:grpSpPr>
          <a:xfrm>
            <a:off x="3812342" y="2940784"/>
            <a:ext cx="137732" cy="211035"/>
            <a:chOff x="910300" y="3069037"/>
            <a:chExt cx="149400" cy="228913"/>
          </a:xfrm>
        </p:grpSpPr>
        <p:sp>
          <p:nvSpPr>
            <p:cNvPr id="1190" name="Google Shape;1190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1" name="Google Shape;1191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2" name="Google Shape;1192;p90"/>
          <p:cNvGrpSpPr/>
          <p:nvPr/>
        </p:nvGrpSpPr>
        <p:grpSpPr>
          <a:xfrm>
            <a:off x="4032081" y="3109875"/>
            <a:ext cx="137732" cy="211035"/>
            <a:chOff x="910300" y="3069037"/>
            <a:chExt cx="149400" cy="228913"/>
          </a:xfrm>
        </p:grpSpPr>
        <p:sp>
          <p:nvSpPr>
            <p:cNvPr id="1193" name="Google Shape;1193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194" name="Google Shape;1194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5" name="Google Shape;1195;p90"/>
          <p:cNvGrpSpPr/>
          <p:nvPr/>
        </p:nvGrpSpPr>
        <p:grpSpPr>
          <a:xfrm>
            <a:off x="3553006" y="3432465"/>
            <a:ext cx="137732" cy="211035"/>
            <a:chOff x="910300" y="3069037"/>
            <a:chExt cx="149400" cy="228913"/>
          </a:xfrm>
        </p:grpSpPr>
        <p:sp>
          <p:nvSpPr>
            <p:cNvPr id="1196" name="Google Shape;1196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197" name="Google Shape;1197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198" name="Google Shape;1198;p90"/>
          <p:cNvGrpSpPr/>
          <p:nvPr/>
        </p:nvGrpSpPr>
        <p:grpSpPr>
          <a:xfrm>
            <a:off x="3809968" y="3315474"/>
            <a:ext cx="137732" cy="211035"/>
            <a:chOff x="910300" y="3069037"/>
            <a:chExt cx="149400" cy="228913"/>
          </a:xfrm>
        </p:grpSpPr>
        <p:sp>
          <p:nvSpPr>
            <p:cNvPr id="1199" name="Google Shape;1199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0" name="Google Shape;1200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1" name="Google Shape;1201;p90"/>
          <p:cNvGrpSpPr/>
          <p:nvPr/>
        </p:nvGrpSpPr>
        <p:grpSpPr>
          <a:xfrm>
            <a:off x="4170208" y="3414314"/>
            <a:ext cx="137732" cy="211035"/>
            <a:chOff x="910300" y="3069037"/>
            <a:chExt cx="149400" cy="228913"/>
          </a:xfrm>
        </p:grpSpPr>
        <p:sp>
          <p:nvSpPr>
            <p:cNvPr id="1202" name="Google Shape;1202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03" name="Google Shape;1203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4" name="Google Shape;1204;p90"/>
          <p:cNvGrpSpPr/>
          <p:nvPr/>
        </p:nvGrpSpPr>
        <p:grpSpPr>
          <a:xfrm>
            <a:off x="3567504" y="3839076"/>
            <a:ext cx="137732" cy="211035"/>
            <a:chOff x="910300" y="3069037"/>
            <a:chExt cx="149400" cy="228913"/>
          </a:xfrm>
        </p:grpSpPr>
        <p:sp>
          <p:nvSpPr>
            <p:cNvPr id="1205" name="Google Shape;1205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6" name="Google Shape;1206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07" name="Google Shape;1207;p90"/>
          <p:cNvGrpSpPr/>
          <p:nvPr/>
        </p:nvGrpSpPr>
        <p:grpSpPr>
          <a:xfrm>
            <a:off x="3824465" y="3722084"/>
            <a:ext cx="137732" cy="211035"/>
            <a:chOff x="910300" y="3069037"/>
            <a:chExt cx="149400" cy="228913"/>
          </a:xfrm>
        </p:grpSpPr>
        <p:sp>
          <p:nvSpPr>
            <p:cNvPr id="1208" name="Google Shape;1208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09" name="Google Shape;1209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0" name="Google Shape;1210;p90"/>
          <p:cNvGrpSpPr/>
          <p:nvPr/>
        </p:nvGrpSpPr>
        <p:grpSpPr>
          <a:xfrm>
            <a:off x="4114455" y="3891175"/>
            <a:ext cx="137732" cy="211035"/>
            <a:chOff x="910300" y="3069037"/>
            <a:chExt cx="149400" cy="228913"/>
          </a:xfrm>
        </p:grpSpPr>
        <p:sp>
          <p:nvSpPr>
            <p:cNvPr id="1211" name="Google Shape;1211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2" name="Google Shape;1212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3" name="Google Shape;1213;p90"/>
          <p:cNvGrpSpPr/>
          <p:nvPr/>
        </p:nvGrpSpPr>
        <p:grpSpPr>
          <a:xfrm>
            <a:off x="3606743" y="4359777"/>
            <a:ext cx="137732" cy="211035"/>
            <a:chOff x="910300" y="3069037"/>
            <a:chExt cx="149400" cy="228913"/>
          </a:xfrm>
        </p:grpSpPr>
        <p:sp>
          <p:nvSpPr>
            <p:cNvPr id="1214" name="Google Shape;1214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15" name="Google Shape;1215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6" name="Google Shape;1216;p90"/>
          <p:cNvGrpSpPr/>
          <p:nvPr/>
        </p:nvGrpSpPr>
        <p:grpSpPr>
          <a:xfrm>
            <a:off x="4083444" y="4368036"/>
            <a:ext cx="137732" cy="211035"/>
            <a:chOff x="910300" y="3069037"/>
            <a:chExt cx="149400" cy="228913"/>
          </a:xfrm>
        </p:grpSpPr>
        <p:sp>
          <p:nvSpPr>
            <p:cNvPr id="1217" name="Google Shape;1217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18" name="Google Shape;1218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19" name="Google Shape;1219;p90"/>
          <p:cNvGrpSpPr/>
          <p:nvPr/>
        </p:nvGrpSpPr>
        <p:grpSpPr>
          <a:xfrm>
            <a:off x="2799362" y="4207888"/>
            <a:ext cx="137732" cy="211035"/>
            <a:chOff x="910300" y="3069037"/>
            <a:chExt cx="149400" cy="228913"/>
          </a:xfrm>
        </p:grpSpPr>
        <p:sp>
          <p:nvSpPr>
            <p:cNvPr id="1220" name="Google Shape;1220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1" name="Google Shape;1221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2" name="Google Shape;1222;p90"/>
          <p:cNvGrpSpPr/>
          <p:nvPr/>
        </p:nvGrpSpPr>
        <p:grpSpPr>
          <a:xfrm>
            <a:off x="3056323" y="4090897"/>
            <a:ext cx="137732" cy="211035"/>
            <a:chOff x="910300" y="3069037"/>
            <a:chExt cx="149400" cy="228913"/>
          </a:xfrm>
        </p:grpSpPr>
        <p:sp>
          <p:nvSpPr>
            <p:cNvPr id="1223" name="Google Shape;1223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24" name="Google Shape;1224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5" name="Google Shape;1225;p90"/>
          <p:cNvGrpSpPr/>
          <p:nvPr/>
        </p:nvGrpSpPr>
        <p:grpSpPr>
          <a:xfrm>
            <a:off x="3276062" y="4259988"/>
            <a:ext cx="137732" cy="211035"/>
            <a:chOff x="910300" y="3069037"/>
            <a:chExt cx="149400" cy="228913"/>
          </a:xfrm>
        </p:grpSpPr>
        <p:sp>
          <p:nvSpPr>
            <p:cNvPr id="1226" name="Google Shape;1226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227" name="Google Shape;1227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28" name="Google Shape;1228;p90"/>
          <p:cNvGrpSpPr/>
          <p:nvPr/>
        </p:nvGrpSpPr>
        <p:grpSpPr>
          <a:xfrm>
            <a:off x="4083432" y="2655935"/>
            <a:ext cx="137732" cy="211035"/>
            <a:chOff x="910300" y="3069037"/>
            <a:chExt cx="149400" cy="228913"/>
          </a:xfrm>
        </p:grpSpPr>
        <p:sp>
          <p:nvSpPr>
            <p:cNvPr id="1229" name="Google Shape;1229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0" name="Google Shape;1230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1" name="Google Shape;1231;p90"/>
          <p:cNvGrpSpPr/>
          <p:nvPr/>
        </p:nvGrpSpPr>
        <p:grpSpPr>
          <a:xfrm>
            <a:off x="2590939" y="2737755"/>
            <a:ext cx="137732" cy="211035"/>
            <a:chOff x="910300" y="3069037"/>
            <a:chExt cx="149400" cy="228913"/>
          </a:xfrm>
        </p:grpSpPr>
        <p:sp>
          <p:nvSpPr>
            <p:cNvPr id="1232" name="Google Shape;1232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3" name="Google Shape;1233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4" name="Google Shape;1234;p90"/>
          <p:cNvGrpSpPr/>
          <p:nvPr/>
        </p:nvGrpSpPr>
        <p:grpSpPr>
          <a:xfrm>
            <a:off x="3676981" y="2674984"/>
            <a:ext cx="137732" cy="211035"/>
            <a:chOff x="910300" y="3069037"/>
            <a:chExt cx="149400" cy="228913"/>
          </a:xfrm>
        </p:grpSpPr>
        <p:sp>
          <p:nvSpPr>
            <p:cNvPr id="1235" name="Google Shape;1235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6" name="Google Shape;1236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37" name="Google Shape;1237;p90"/>
          <p:cNvGrpSpPr/>
          <p:nvPr/>
        </p:nvGrpSpPr>
        <p:grpSpPr>
          <a:xfrm>
            <a:off x="4235871" y="2941095"/>
            <a:ext cx="137732" cy="211035"/>
            <a:chOff x="910300" y="3069037"/>
            <a:chExt cx="149400" cy="228913"/>
          </a:xfrm>
        </p:grpSpPr>
        <p:sp>
          <p:nvSpPr>
            <p:cNvPr id="1238" name="Google Shape;1238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39" name="Google Shape;1239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0" name="Google Shape;1240;p90"/>
          <p:cNvGrpSpPr/>
          <p:nvPr/>
        </p:nvGrpSpPr>
        <p:grpSpPr>
          <a:xfrm>
            <a:off x="2607879" y="3503026"/>
            <a:ext cx="137732" cy="211035"/>
            <a:chOff x="910300" y="3069037"/>
            <a:chExt cx="149400" cy="228913"/>
          </a:xfrm>
        </p:grpSpPr>
        <p:sp>
          <p:nvSpPr>
            <p:cNvPr id="1241" name="Google Shape;1241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2" name="Google Shape;1242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3" name="Google Shape;1243;p90"/>
          <p:cNvGrpSpPr/>
          <p:nvPr/>
        </p:nvGrpSpPr>
        <p:grpSpPr>
          <a:xfrm>
            <a:off x="2591377" y="3988207"/>
            <a:ext cx="137732" cy="211035"/>
            <a:chOff x="910300" y="3069037"/>
            <a:chExt cx="149400" cy="228913"/>
          </a:xfrm>
        </p:grpSpPr>
        <p:sp>
          <p:nvSpPr>
            <p:cNvPr id="1244" name="Google Shape;1244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5" name="Google Shape;1245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6" name="Google Shape;1246;p90"/>
          <p:cNvGrpSpPr/>
          <p:nvPr/>
        </p:nvGrpSpPr>
        <p:grpSpPr>
          <a:xfrm>
            <a:off x="2584405" y="3083531"/>
            <a:ext cx="137732" cy="211035"/>
            <a:chOff x="910300" y="3069037"/>
            <a:chExt cx="149400" cy="228913"/>
          </a:xfrm>
        </p:grpSpPr>
        <p:sp>
          <p:nvSpPr>
            <p:cNvPr id="1247" name="Google Shape;1247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48" name="Google Shape;1248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49" name="Google Shape;1249;p90"/>
          <p:cNvGrpSpPr/>
          <p:nvPr/>
        </p:nvGrpSpPr>
        <p:grpSpPr>
          <a:xfrm>
            <a:off x="5604663" y="3722080"/>
            <a:ext cx="684672" cy="547390"/>
            <a:chOff x="6185781" y="3354258"/>
            <a:chExt cx="742675" cy="593763"/>
          </a:xfrm>
        </p:grpSpPr>
        <p:grpSp>
          <p:nvGrpSpPr>
            <p:cNvPr id="1250" name="Google Shape;1250;p90"/>
            <p:cNvGrpSpPr/>
            <p:nvPr/>
          </p:nvGrpSpPr>
          <p:grpSpPr>
            <a:xfrm>
              <a:off x="6185781" y="3481158"/>
              <a:ext cx="149400" cy="228913"/>
              <a:chOff x="910300" y="3069037"/>
              <a:chExt cx="149400" cy="228913"/>
            </a:xfrm>
          </p:grpSpPr>
          <p:sp>
            <p:nvSpPr>
              <p:cNvPr id="1251" name="Google Shape;1251;p90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2" name="Google Shape;1252;p90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53" name="Google Shape;1253;p90"/>
            <p:cNvGrpSpPr/>
            <p:nvPr/>
          </p:nvGrpSpPr>
          <p:grpSpPr>
            <a:xfrm>
              <a:off x="6464506" y="3354258"/>
              <a:ext cx="149400" cy="228913"/>
              <a:chOff x="910300" y="3069037"/>
              <a:chExt cx="149400" cy="228913"/>
            </a:xfrm>
          </p:grpSpPr>
          <p:sp>
            <p:nvSpPr>
              <p:cNvPr id="1254" name="Google Shape;1254;p90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55" name="Google Shape;1255;p90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56" name="Google Shape;1256;p90"/>
            <p:cNvGrpSpPr/>
            <p:nvPr/>
          </p:nvGrpSpPr>
          <p:grpSpPr>
            <a:xfrm>
              <a:off x="6779056" y="3537670"/>
              <a:ext cx="149400" cy="228913"/>
              <a:chOff x="910300" y="3069037"/>
              <a:chExt cx="149400" cy="228913"/>
            </a:xfrm>
          </p:grpSpPr>
          <p:sp>
            <p:nvSpPr>
              <p:cNvPr id="1257" name="Google Shape;1257;p90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90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59" name="Google Shape;1259;p90"/>
            <p:cNvGrpSpPr/>
            <p:nvPr/>
          </p:nvGrpSpPr>
          <p:grpSpPr>
            <a:xfrm>
              <a:off x="6466677" y="3719108"/>
              <a:ext cx="149400" cy="228913"/>
              <a:chOff x="910300" y="3069037"/>
              <a:chExt cx="149400" cy="228913"/>
            </a:xfrm>
          </p:grpSpPr>
          <p:sp>
            <p:nvSpPr>
              <p:cNvPr id="1260" name="Google Shape;1260;p90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61" name="Google Shape;1261;p90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cxnSp>
        <p:nvCxnSpPr>
          <p:cNvPr id="1262" name="Google Shape;1262;p90"/>
          <p:cNvCxnSpPr>
            <a:stCxn id="1153" idx="3"/>
          </p:cNvCxnSpPr>
          <p:nvPr/>
        </p:nvCxnSpPr>
        <p:spPr>
          <a:xfrm>
            <a:off x="4307854" y="3998692"/>
            <a:ext cx="1071000" cy="3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263" name="Google Shape;1263;p90"/>
          <p:cNvSpPr txBox="1"/>
          <p:nvPr>
            <p:ph type="body" idx="1"/>
          </p:nvPr>
        </p:nvSpPr>
        <p:spPr>
          <a:xfrm>
            <a:off x="622200" y="2584050"/>
            <a:ext cx="13131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population</a:t>
            </a:r>
            <a:endParaRPr sz="1800" b="1"/>
          </a:p>
        </p:txBody>
      </p:sp>
      <p:sp>
        <p:nvSpPr>
          <p:cNvPr id="1264" name="Google Shape;1264;p90"/>
          <p:cNvSpPr txBox="1"/>
          <p:nvPr>
            <p:ph type="body" idx="1"/>
          </p:nvPr>
        </p:nvSpPr>
        <p:spPr>
          <a:xfrm>
            <a:off x="6585345" y="3077783"/>
            <a:ext cx="9012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sample</a:t>
            </a:r>
            <a:endParaRPr sz="1800" b="1"/>
          </a:p>
        </p:txBody>
      </p:sp>
      <p:cxnSp>
        <p:nvCxnSpPr>
          <p:cNvPr id="1265" name="Google Shape;1265;p90"/>
          <p:cNvCxnSpPr/>
          <p:nvPr/>
        </p:nvCxnSpPr>
        <p:spPr>
          <a:xfrm>
            <a:off x="1955356" y="2792362"/>
            <a:ext cx="404100" cy="90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266" name="Google Shape;1266;p90"/>
          <p:cNvCxnSpPr/>
          <p:nvPr/>
        </p:nvCxnSpPr>
        <p:spPr>
          <a:xfrm flipH="1">
            <a:off x="6368783" y="3286502"/>
            <a:ext cx="169200" cy="234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7" name="Google Shape;1267;p90"/>
          <p:cNvGrpSpPr/>
          <p:nvPr/>
        </p:nvGrpSpPr>
        <p:grpSpPr>
          <a:xfrm>
            <a:off x="3826467" y="4058445"/>
            <a:ext cx="137732" cy="211035"/>
            <a:chOff x="910300" y="3069037"/>
            <a:chExt cx="149400" cy="228913"/>
          </a:xfrm>
        </p:grpSpPr>
        <p:sp>
          <p:nvSpPr>
            <p:cNvPr id="1268" name="Google Shape;1268;p90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69" name="Google Shape;1269;p90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70" name="Google Shape;1270;p90"/>
          <p:cNvGrpSpPr/>
          <p:nvPr/>
        </p:nvGrpSpPr>
        <p:grpSpPr>
          <a:xfrm>
            <a:off x="3570590" y="3722894"/>
            <a:ext cx="684672" cy="547390"/>
            <a:chOff x="6185781" y="3354258"/>
            <a:chExt cx="742675" cy="593763"/>
          </a:xfrm>
        </p:grpSpPr>
        <p:grpSp>
          <p:nvGrpSpPr>
            <p:cNvPr id="1271" name="Google Shape;1271;p90"/>
            <p:cNvGrpSpPr/>
            <p:nvPr/>
          </p:nvGrpSpPr>
          <p:grpSpPr>
            <a:xfrm>
              <a:off x="6185781" y="3481158"/>
              <a:ext cx="149400" cy="228913"/>
              <a:chOff x="910300" y="3069037"/>
              <a:chExt cx="149400" cy="228913"/>
            </a:xfrm>
          </p:grpSpPr>
          <p:sp>
            <p:nvSpPr>
              <p:cNvPr id="1272" name="Google Shape;1272;p90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73" name="Google Shape;1273;p90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74" name="Google Shape;1274;p90"/>
            <p:cNvGrpSpPr/>
            <p:nvPr/>
          </p:nvGrpSpPr>
          <p:grpSpPr>
            <a:xfrm>
              <a:off x="6464506" y="3354258"/>
              <a:ext cx="149400" cy="228913"/>
              <a:chOff x="910300" y="3069037"/>
              <a:chExt cx="149400" cy="228913"/>
            </a:xfrm>
          </p:grpSpPr>
          <p:sp>
            <p:nvSpPr>
              <p:cNvPr id="1275" name="Google Shape;1275;p90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76" name="Google Shape;1276;p90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77" name="Google Shape;1277;p90"/>
            <p:cNvGrpSpPr/>
            <p:nvPr/>
          </p:nvGrpSpPr>
          <p:grpSpPr>
            <a:xfrm>
              <a:off x="6779056" y="3537670"/>
              <a:ext cx="149400" cy="228913"/>
              <a:chOff x="910300" y="3069037"/>
              <a:chExt cx="149400" cy="228913"/>
            </a:xfrm>
          </p:grpSpPr>
          <p:sp>
            <p:nvSpPr>
              <p:cNvPr id="1278" name="Google Shape;1278;p90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279" name="Google Shape;1279;p90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280" name="Google Shape;1280;p90"/>
            <p:cNvGrpSpPr/>
            <p:nvPr/>
          </p:nvGrpSpPr>
          <p:grpSpPr>
            <a:xfrm>
              <a:off x="6466677" y="3719108"/>
              <a:ext cx="149400" cy="228913"/>
              <a:chOff x="910300" y="3069037"/>
              <a:chExt cx="149400" cy="228913"/>
            </a:xfrm>
          </p:grpSpPr>
          <p:sp>
            <p:nvSpPr>
              <p:cNvPr id="1281" name="Google Shape;1281;p90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282" name="Google Shape;1282;p90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286" name="Shape 1286"/>
        <p:cNvGrpSpPr/>
        <p:nvPr/>
      </p:nvGrpSpPr>
      <p:grpSpPr>
        <a:xfrm>
          <a:off x="0" y="0"/>
          <a:ext cx="0" cy="0"/>
        </a:xfrm>
      </p:grpSpPr>
      <p:sp>
        <p:nvSpPr>
          <p:cNvPr id="1287" name="Google Shape;1287;p91"/>
          <p:cNvSpPr txBox="1"/>
          <p:nvPr>
            <p:ph type="body" idx="1"/>
          </p:nvPr>
        </p:nvSpPr>
        <p:spPr>
          <a:xfrm>
            <a:off x="324000" y="759300"/>
            <a:ext cx="8545200" cy="725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When we use data from a </a:t>
            </a:r>
            <a:r>
              <a:rPr lang="en-GB" sz="1800" b="1"/>
              <a:t>sample</a:t>
            </a:r>
            <a:r>
              <a:rPr lang="en-GB" sz="1800"/>
              <a:t>, we make an assumption that the results would have been </a:t>
            </a:r>
            <a:r>
              <a:rPr lang="en-GB" sz="1800">
                <a:solidFill>
                  <a:schemeClr val="accent5"/>
                </a:solidFill>
              </a:rPr>
              <a:t>similar</a:t>
            </a:r>
            <a:r>
              <a:rPr lang="en-GB" sz="1800"/>
              <a:t> if we had collected data from the whole </a:t>
            </a:r>
            <a:r>
              <a:rPr lang="en-GB" sz="1800" b="1"/>
              <a:t>population</a:t>
            </a:r>
            <a:r>
              <a:rPr lang="en-GB" sz="1800"/>
              <a:t>.</a:t>
            </a:r>
            <a:endParaRPr sz="1800"/>
          </a:p>
        </p:txBody>
      </p:sp>
      <p:sp>
        <p:nvSpPr>
          <p:cNvPr id="1288" name="Google Shape;1288;p91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289" name="Google Shape;1289;p91"/>
          <p:cNvSpPr txBox="1"/>
          <p:nvPr>
            <p:ph type="body" idx="1"/>
          </p:nvPr>
        </p:nvSpPr>
        <p:spPr>
          <a:xfrm>
            <a:off x="2607875" y="1753318"/>
            <a:ext cx="1861800" cy="6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population</a:t>
            </a:r>
            <a:r>
              <a:rPr lang="en-GB" sz="1800"/>
              <a:t> </a:t>
            </a:r>
            <a:br>
              <a:rPr lang="en-GB" sz="1800"/>
            </a:br>
            <a:r>
              <a:rPr lang="en-GB" sz="1800"/>
              <a:t>data summaries </a:t>
            </a:r>
            <a:endParaRPr sz="1800"/>
          </a:p>
        </p:txBody>
      </p:sp>
      <p:pic>
        <p:nvPicPr>
          <p:cNvPr id="1290" name="Google Shape;1290;p91" descr="&lt;math xmlns=&quot;http://www.w3.org/1998/Math/MathML&quot; display=&quot;block&quot; data-is-equatio=&quot;1&quot; data-latex=&quot;\approx&quot;&gt;&lt;mo&gt;≈&lt;/mo&gt;&lt;/math&gt;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96" y="1934945"/>
            <a:ext cx="2762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291" name="Google Shape;1291;p91"/>
          <p:cNvSpPr txBox="1"/>
          <p:nvPr>
            <p:ph type="body" idx="1"/>
          </p:nvPr>
        </p:nvSpPr>
        <p:spPr>
          <a:xfrm>
            <a:off x="5252050" y="1764182"/>
            <a:ext cx="2520600" cy="613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sample</a:t>
            </a:r>
            <a:r>
              <a:rPr lang="en-GB" sz="1800"/>
              <a:t> </a:t>
            </a:r>
            <a:br>
              <a:rPr lang="en-GB" sz="1800"/>
            </a:br>
            <a:r>
              <a:rPr lang="en-GB" sz="1800"/>
              <a:t>data summaries</a:t>
            </a:r>
            <a:endParaRPr sz="1800"/>
          </a:p>
        </p:txBody>
      </p:sp>
      <p:sp>
        <p:nvSpPr>
          <p:cNvPr id="1292" name="Google Shape;1292;p91"/>
          <p:cNvSpPr/>
          <p:nvPr/>
        </p:nvSpPr>
        <p:spPr>
          <a:xfrm>
            <a:off x="5378872" y="3625401"/>
            <a:ext cx="1109400" cy="785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293" name="Google Shape;1293;p91"/>
          <p:cNvSpPr/>
          <p:nvPr/>
        </p:nvSpPr>
        <p:spPr>
          <a:xfrm>
            <a:off x="2443074" y="2583890"/>
            <a:ext cx="2066700" cy="2042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294" name="Google Shape;1294;p91"/>
          <p:cNvGrpSpPr/>
          <p:nvPr/>
        </p:nvGrpSpPr>
        <p:grpSpPr>
          <a:xfrm>
            <a:off x="2841366" y="3291976"/>
            <a:ext cx="137732" cy="211035"/>
            <a:chOff x="910300" y="3069037"/>
            <a:chExt cx="149400" cy="228913"/>
          </a:xfrm>
        </p:grpSpPr>
        <p:sp>
          <p:nvSpPr>
            <p:cNvPr id="1295" name="Google Shape;1295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6" name="Google Shape;1296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297" name="Google Shape;1297;p91"/>
          <p:cNvGrpSpPr/>
          <p:nvPr/>
        </p:nvGrpSpPr>
        <p:grpSpPr>
          <a:xfrm>
            <a:off x="3028078" y="3104735"/>
            <a:ext cx="137732" cy="211035"/>
            <a:chOff x="910300" y="3069037"/>
            <a:chExt cx="149400" cy="228913"/>
          </a:xfrm>
        </p:grpSpPr>
        <p:sp>
          <p:nvSpPr>
            <p:cNvPr id="1298" name="Google Shape;1298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299" name="Google Shape;1299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0" name="Google Shape;1300;p91"/>
          <p:cNvGrpSpPr/>
          <p:nvPr/>
        </p:nvGrpSpPr>
        <p:grpSpPr>
          <a:xfrm>
            <a:off x="3247817" y="3344076"/>
            <a:ext cx="137732" cy="211035"/>
            <a:chOff x="910300" y="3069037"/>
            <a:chExt cx="149400" cy="228913"/>
          </a:xfrm>
        </p:grpSpPr>
        <p:sp>
          <p:nvSpPr>
            <p:cNvPr id="1301" name="Google Shape;1301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02" name="Google Shape;1302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3" name="Google Shape;1303;p91"/>
          <p:cNvGrpSpPr/>
          <p:nvPr/>
        </p:nvGrpSpPr>
        <p:grpSpPr>
          <a:xfrm>
            <a:off x="2824853" y="3754524"/>
            <a:ext cx="137732" cy="211035"/>
            <a:chOff x="910300" y="3069037"/>
            <a:chExt cx="149400" cy="228913"/>
          </a:xfrm>
        </p:grpSpPr>
        <p:sp>
          <p:nvSpPr>
            <p:cNvPr id="1304" name="Google Shape;1304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5" name="Google Shape;1305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6" name="Google Shape;1306;p91"/>
          <p:cNvGrpSpPr/>
          <p:nvPr/>
        </p:nvGrpSpPr>
        <p:grpSpPr>
          <a:xfrm>
            <a:off x="3081814" y="3637533"/>
            <a:ext cx="137732" cy="211035"/>
            <a:chOff x="910300" y="3069037"/>
            <a:chExt cx="149400" cy="228913"/>
          </a:xfrm>
        </p:grpSpPr>
        <p:sp>
          <p:nvSpPr>
            <p:cNvPr id="1307" name="Google Shape;1307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08" name="Google Shape;1308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09" name="Google Shape;1309;p91"/>
          <p:cNvGrpSpPr/>
          <p:nvPr/>
        </p:nvGrpSpPr>
        <p:grpSpPr>
          <a:xfrm>
            <a:off x="3231303" y="3876874"/>
            <a:ext cx="137732" cy="211035"/>
            <a:chOff x="910300" y="3069037"/>
            <a:chExt cx="149400" cy="228913"/>
          </a:xfrm>
        </p:grpSpPr>
        <p:sp>
          <p:nvSpPr>
            <p:cNvPr id="1310" name="Google Shape;1310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11" name="Google Shape;1311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2" name="Google Shape;1312;p91"/>
          <p:cNvGrpSpPr/>
          <p:nvPr/>
        </p:nvGrpSpPr>
        <p:grpSpPr>
          <a:xfrm>
            <a:off x="2815864" y="2884835"/>
            <a:ext cx="137732" cy="211035"/>
            <a:chOff x="910300" y="3069037"/>
            <a:chExt cx="149400" cy="228913"/>
          </a:xfrm>
        </p:grpSpPr>
        <p:sp>
          <p:nvSpPr>
            <p:cNvPr id="1313" name="Google Shape;1313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4" name="Google Shape;1314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5" name="Google Shape;1315;p91"/>
          <p:cNvGrpSpPr/>
          <p:nvPr/>
        </p:nvGrpSpPr>
        <p:grpSpPr>
          <a:xfrm>
            <a:off x="3072825" y="2647152"/>
            <a:ext cx="137732" cy="211035"/>
            <a:chOff x="910300" y="3069037"/>
            <a:chExt cx="149400" cy="228913"/>
          </a:xfrm>
        </p:grpSpPr>
        <p:sp>
          <p:nvSpPr>
            <p:cNvPr id="1316" name="Google Shape;1316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17" name="Google Shape;1317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18" name="Google Shape;1318;p91"/>
          <p:cNvGrpSpPr/>
          <p:nvPr/>
        </p:nvGrpSpPr>
        <p:grpSpPr>
          <a:xfrm>
            <a:off x="3292565" y="2796435"/>
            <a:ext cx="137732" cy="211035"/>
            <a:chOff x="910300" y="3069037"/>
            <a:chExt cx="149400" cy="228913"/>
          </a:xfrm>
        </p:grpSpPr>
        <p:sp>
          <p:nvSpPr>
            <p:cNvPr id="1319" name="Google Shape;1319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0" name="Google Shape;1320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1" name="Google Shape;1321;p91"/>
          <p:cNvGrpSpPr/>
          <p:nvPr/>
        </p:nvGrpSpPr>
        <p:grpSpPr>
          <a:xfrm>
            <a:off x="3525868" y="3018594"/>
            <a:ext cx="137732" cy="211035"/>
            <a:chOff x="910300" y="3069037"/>
            <a:chExt cx="149400" cy="228913"/>
          </a:xfrm>
        </p:grpSpPr>
        <p:sp>
          <p:nvSpPr>
            <p:cNvPr id="1322" name="Google Shape;1322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3" name="Google Shape;1323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4" name="Google Shape;1324;p91"/>
          <p:cNvGrpSpPr/>
          <p:nvPr/>
        </p:nvGrpSpPr>
        <p:grpSpPr>
          <a:xfrm>
            <a:off x="3812342" y="2940784"/>
            <a:ext cx="137732" cy="211035"/>
            <a:chOff x="910300" y="3069037"/>
            <a:chExt cx="149400" cy="228913"/>
          </a:xfrm>
        </p:grpSpPr>
        <p:sp>
          <p:nvSpPr>
            <p:cNvPr id="1325" name="Google Shape;1325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26" name="Google Shape;1326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27" name="Google Shape;1327;p91"/>
          <p:cNvGrpSpPr/>
          <p:nvPr/>
        </p:nvGrpSpPr>
        <p:grpSpPr>
          <a:xfrm>
            <a:off x="4032081" y="3109875"/>
            <a:ext cx="137732" cy="211035"/>
            <a:chOff x="910300" y="3069037"/>
            <a:chExt cx="149400" cy="228913"/>
          </a:xfrm>
        </p:grpSpPr>
        <p:sp>
          <p:nvSpPr>
            <p:cNvPr id="1328" name="Google Shape;1328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29" name="Google Shape;1329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0" name="Google Shape;1330;p91"/>
          <p:cNvGrpSpPr/>
          <p:nvPr/>
        </p:nvGrpSpPr>
        <p:grpSpPr>
          <a:xfrm>
            <a:off x="3553006" y="3432465"/>
            <a:ext cx="137732" cy="211035"/>
            <a:chOff x="910300" y="3069037"/>
            <a:chExt cx="149400" cy="228913"/>
          </a:xfrm>
        </p:grpSpPr>
        <p:sp>
          <p:nvSpPr>
            <p:cNvPr id="1331" name="Google Shape;1331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2" name="Google Shape;1332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3" name="Google Shape;1333;p91"/>
          <p:cNvGrpSpPr/>
          <p:nvPr/>
        </p:nvGrpSpPr>
        <p:grpSpPr>
          <a:xfrm>
            <a:off x="3809968" y="3315474"/>
            <a:ext cx="137732" cy="211035"/>
            <a:chOff x="910300" y="3069037"/>
            <a:chExt cx="149400" cy="228913"/>
          </a:xfrm>
        </p:grpSpPr>
        <p:sp>
          <p:nvSpPr>
            <p:cNvPr id="1334" name="Google Shape;1334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35" name="Google Shape;1335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6" name="Google Shape;1336;p91"/>
          <p:cNvGrpSpPr/>
          <p:nvPr/>
        </p:nvGrpSpPr>
        <p:grpSpPr>
          <a:xfrm>
            <a:off x="4170208" y="3414314"/>
            <a:ext cx="137732" cy="211035"/>
            <a:chOff x="910300" y="3069037"/>
            <a:chExt cx="149400" cy="228913"/>
          </a:xfrm>
        </p:grpSpPr>
        <p:sp>
          <p:nvSpPr>
            <p:cNvPr id="1337" name="Google Shape;1337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38" name="Google Shape;1338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39" name="Google Shape;1339;p91"/>
          <p:cNvGrpSpPr/>
          <p:nvPr/>
        </p:nvGrpSpPr>
        <p:grpSpPr>
          <a:xfrm>
            <a:off x="3567504" y="3839076"/>
            <a:ext cx="137732" cy="211035"/>
            <a:chOff x="910300" y="3069037"/>
            <a:chExt cx="149400" cy="228913"/>
          </a:xfrm>
        </p:grpSpPr>
        <p:sp>
          <p:nvSpPr>
            <p:cNvPr id="1340" name="Google Shape;1340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1" name="Google Shape;1341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2" name="Google Shape;1342;p91"/>
          <p:cNvGrpSpPr/>
          <p:nvPr/>
        </p:nvGrpSpPr>
        <p:grpSpPr>
          <a:xfrm>
            <a:off x="3824465" y="3722084"/>
            <a:ext cx="137732" cy="211035"/>
            <a:chOff x="910300" y="3069037"/>
            <a:chExt cx="149400" cy="228913"/>
          </a:xfrm>
        </p:grpSpPr>
        <p:sp>
          <p:nvSpPr>
            <p:cNvPr id="1343" name="Google Shape;1343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44" name="Google Shape;1344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5" name="Google Shape;1345;p91"/>
          <p:cNvGrpSpPr/>
          <p:nvPr/>
        </p:nvGrpSpPr>
        <p:grpSpPr>
          <a:xfrm>
            <a:off x="4114455" y="3891175"/>
            <a:ext cx="137732" cy="211035"/>
            <a:chOff x="910300" y="3069037"/>
            <a:chExt cx="149400" cy="228913"/>
          </a:xfrm>
        </p:grpSpPr>
        <p:sp>
          <p:nvSpPr>
            <p:cNvPr id="1346" name="Google Shape;1346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47" name="Google Shape;1347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48" name="Google Shape;1348;p91"/>
          <p:cNvGrpSpPr/>
          <p:nvPr/>
        </p:nvGrpSpPr>
        <p:grpSpPr>
          <a:xfrm>
            <a:off x="3606743" y="4359777"/>
            <a:ext cx="137732" cy="211035"/>
            <a:chOff x="910300" y="3069037"/>
            <a:chExt cx="149400" cy="228913"/>
          </a:xfrm>
        </p:grpSpPr>
        <p:sp>
          <p:nvSpPr>
            <p:cNvPr id="1349" name="Google Shape;1349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0" name="Google Shape;1350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1" name="Google Shape;1351;p91"/>
          <p:cNvGrpSpPr/>
          <p:nvPr/>
        </p:nvGrpSpPr>
        <p:grpSpPr>
          <a:xfrm>
            <a:off x="3826467" y="4058445"/>
            <a:ext cx="137732" cy="211035"/>
            <a:chOff x="910300" y="3069037"/>
            <a:chExt cx="149400" cy="228913"/>
          </a:xfrm>
        </p:grpSpPr>
        <p:sp>
          <p:nvSpPr>
            <p:cNvPr id="1352" name="Google Shape;1352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3" name="Google Shape;1353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4" name="Google Shape;1354;p91"/>
          <p:cNvGrpSpPr/>
          <p:nvPr/>
        </p:nvGrpSpPr>
        <p:grpSpPr>
          <a:xfrm>
            <a:off x="4083444" y="4368036"/>
            <a:ext cx="137732" cy="211035"/>
            <a:chOff x="910300" y="3069037"/>
            <a:chExt cx="149400" cy="228913"/>
          </a:xfrm>
        </p:grpSpPr>
        <p:sp>
          <p:nvSpPr>
            <p:cNvPr id="1355" name="Google Shape;1355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56" name="Google Shape;1356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57" name="Google Shape;1357;p91"/>
          <p:cNvGrpSpPr/>
          <p:nvPr/>
        </p:nvGrpSpPr>
        <p:grpSpPr>
          <a:xfrm>
            <a:off x="2799362" y="4207888"/>
            <a:ext cx="137732" cy="211035"/>
            <a:chOff x="910300" y="3069037"/>
            <a:chExt cx="149400" cy="228913"/>
          </a:xfrm>
        </p:grpSpPr>
        <p:sp>
          <p:nvSpPr>
            <p:cNvPr id="1358" name="Google Shape;1358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59" name="Google Shape;1359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0" name="Google Shape;1360;p91"/>
          <p:cNvGrpSpPr/>
          <p:nvPr/>
        </p:nvGrpSpPr>
        <p:grpSpPr>
          <a:xfrm>
            <a:off x="3056323" y="4090897"/>
            <a:ext cx="137732" cy="211035"/>
            <a:chOff x="910300" y="3069037"/>
            <a:chExt cx="149400" cy="228913"/>
          </a:xfrm>
        </p:grpSpPr>
        <p:sp>
          <p:nvSpPr>
            <p:cNvPr id="1361" name="Google Shape;1361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2" name="Google Shape;1362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3" name="Google Shape;1363;p91"/>
          <p:cNvGrpSpPr/>
          <p:nvPr/>
        </p:nvGrpSpPr>
        <p:grpSpPr>
          <a:xfrm>
            <a:off x="3276062" y="4259988"/>
            <a:ext cx="137732" cy="211035"/>
            <a:chOff x="910300" y="3069037"/>
            <a:chExt cx="149400" cy="228913"/>
          </a:xfrm>
        </p:grpSpPr>
        <p:sp>
          <p:nvSpPr>
            <p:cNvPr id="1364" name="Google Shape;1364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365" name="Google Shape;1365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6" name="Google Shape;1366;p91"/>
          <p:cNvGrpSpPr/>
          <p:nvPr/>
        </p:nvGrpSpPr>
        <p:grpSpPr>
          <a:xfrm>
            <a:off x="4083432" y="2655935"/>
            <a:ext cx="137732" cy="211035"/>
            <a:chOff x="910300" y="3069037"/>
            <a:chExt cx="149400" cy="228913"/>
          </a:xfrm>
        </p:grpSpPr>
        <p:sp>
          <p:nvSpPr>
            <p:cNvPr id="1367" name="Google Shape;1367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68" name="Google Shape;1368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69" name="Google Shape;1369;p91"/>
          <p:cNvGrpSpPr/>
          <p:nvPr/>
        </p:nvGrpSpPr>
        <p:grpSpPr>
          <a:xfrm>
            <a:off x="2590939" y="2737755"/>
            <a:ext cx="137732" cy="211035"/>
            <a:chOff x="910300" y="3069037"/>
            <a:chExt cx="149400" cy="228913"/>
          </a:xfrm>
        </p:grpSpPr>
        <p:sp>
          <p:nvSpPr>
            <p:cNvPr id="1370" name="Google Shape;1370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1" name="Google Shape;1371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2" name="Google Shape;1372;p91"/>
          <p:cNvGrpSpPr/>
          <p:nvPr/>
        </p:nvGrpSpPr>
        <p:grpSpPr>
          <a:xfrm>
            <a:off x="3676981" y="2674984"/>
            <a:ext cx="137732" cy="211035"/>
            <a:chOff x="910300" y="3069037"/>
            <a:chExt cx="149400" cy="228913"/>
          </a:xfrm>
        </p:grpSpPr>
        <p:sp>
          <p:nvSpPr>
            <p:cNvPr id="1373" name="Google Shape;1373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4" name="Google Shape;1374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5" name="Google Shape;1375;p91"/>
          <p:cNvGrpSpPr/>
          <p:nvPr/>
        </p:nvGrpSpPr>
        <p:grpSpPr>
          <a:xfrm>
            <a:off x="4235871" y="2941095"/>
            <a:ext cx="137732" cy="211035"/>
            <a:chOff x="910300" y="3069037"/>
            <a:chExt cx="149400" cy="228913"/>
          </a:xfrm>
        </p:grpSpPr>
        <p:sp>
          <p:nvSpPr>
            <p:cNvPr id="1376" name="Google Shape;1376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77" name="Google Shape;1377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78" name="Google Shape;1378;p91"/>
          <p:cNvGrpSpPr/>
          <p:nvPr/>
        </p:nvGrpSpPr>
        <p:grpSpPr>
          <a:xfrm>
            <a:off x="2607879" y="3503026"/>
            <a:ext cx="137732" cy="211035"/>
            <a:chOff x="910300" y="3069037"/>
            <a:chExt cx="149400" cy="228913"/>
          </a:xfrm>
        </p:grpSpPr>
        <p:sp>
          <p:nvSpPr>
            <p:cNvPr id="1379" name="Google Shape;1379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0" name="Google Shape;1380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1" name="Google Shape;1381;p91"/>
          <p:cNvGrpSpPr/>
          <p:nvPr/>
        </p:nvGrpSpPr>
        <p:grpSpPr>
          <a:xfrm>
            <a:off x="2591377" y="3988207"/>
            <a:ext cx="137732" cy="211035"/>
            <a:chOff x="910300" y="3069037"/>
            <a:chExt cx="149400" cy="228913"/>
          </a:xfrm>
        </p:grpSpPr>
        <p:sp>
          <p:nvSpPr>
            <p:cNvPr id="1382" name="Google Shape;1382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3" name="Google Shape;1383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4" name="Google Shape;1384;p91"/>
          <p:cNvGrpSpPr/>
          <p:nvPr/>
        </p:nvGrpSpPr>
        <p:grpSpPr>
          <a:xfrm>
            <a:off x="2584405" y="3083531"/>
            <a:ext cx="137732" cy="211035"/>
            <a:chOff x="910300" y="3069037"/>
            <a:chExt cx="149400" cy="228913"/>
          </a:xfrm>
        </p:grpSpPr>
        <p:sp>
          <p:nvSpPr>
            <p:cNvPr id="1385" name="Google Shape;1385;p91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386" name="Google Shape;1386;p91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387" name="Google Shape;1387;p91"/>
          <p:cNvGrpSpPr/>
          <p:nvPr/>
        </p:nvGrpSpPr>
        <p:grpSpPr>
          <a:xfrm>
            <a:off x="5604663" y="3722080"/>
            <a:ext cx="684672" cy="547390"/>
            <a:chOff x="6185781" y="3354258"/>
            <a:chExt cx="742675" cy="593763"/>
          </a:xfrm>
        </p:grpSpPr>
        <p:grpSp>
          <p:nvGrpSpPr>
            <p:cNvPr id="1388" name="Google Shape;1388;p91"/>
            <p:cNvGrpSpPr/>
            <p:nvPr/>
          </p:nvGrpSpPr>
          <p:grpSpPr>
            <a:xfrm>
              <a:off x="6185781" y="3481158"/>
              <a:ext cx="149400" cy="228913"/>
              <a:chOff x="910300" y="3069037"/>
              <a:chExt cx="149400" cy="228913"/>
            </a:xfrm>
          </p:grpSpPr>
          <p:sp>
            <p:nvSpPr>
              <p:cNvPr id="1389" name="Google Shape;1389;p91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0" name="Google Shape;1390;p91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91" name="Google Shape;1391;p91"/>
            <p:cNvGrpSpPr/>
            <p:nvPr/>
          </p:nvGrpSpPr>
          <p:grpSpPr>
            <a:xfrm>
              <a:off x="6464506" y="3354258"/>
              <a:ext cx="149400" cy="228913"/>
              <a:chOff x="910300" y="3069037"/>
              <a:chExt cx="149400" cy="228913"/>
            </a:xfrm>
          </p:grpSpPr>
          <p:sp>
            <p:nvSpPr>
              <p:cNvPr id="1392" name="Google Shape;1392;p91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3" name="Google Shape;1393;p91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94" name="Google Shape;1394;p91"/>
            <p:cNvGrpSpPr/>
            <p:nvPr/>
          </p:nvGrpSpPr>
          <p:grpSpPr>
            <a:xfrm>
              <a:off x="6779056" y="3537670"/>
              <a:ext cx="149400" cy="228913"/>
              <a:chOff x="910300" y="3069037"/>
              <a:chExt cx="149400" cy="228913"/>
            </a:xfrm>
          </p:grpSpPr>
          <p:sp>
            <p:nvSpPr>
              <p:cNvPr id="1395" name="Google Shape;1395;p91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396" name="Google Shape;1396;p91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397" name="Google Shape;1397;p91"/>
            <p:cNvGrpSpPr/>
            <p:nvPr/>
          </p:nvGrpSpPr>
          <p:grpSpPr>
            <a:xfrm>
              <a:off x="6466677" y="3719108"/>
              <a:ext cx="149400" cy="228913"/>
              <a:chOff x="910300" y="3069037"/>
              <a:chExt cx="149400" cy="228913"/>
            </a:xfrm>
          </p:grpSpPr>
          <p:sp>
            <p:nvSpPr>
              <p:cNvPr id="1398" name="Google Shape;1398;p91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399" name="Google Shape;1399;p91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400" name="Google Shape;1400;p91"/>
          <p:cNvSpPr/>
          <p:nvPr/>
        </p:nvSpPr>
        <p:spPr>
          <a:xfrm>
            <a:off x="3484054" y="3680692"/>
            <a:ext cx="823800" cy="636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01" name="Google Shape;1401;p91"/>
          <p:cNvCxnSpPr>
            <a:stCxn id="1400" idx="3"/>
          </p:cNvCxnSpPr>
          <p:nvPr/>
        </p:nvCxnSpPr>
        <p:spPr>
          <a:xfrm>
            <a:off x="4307854" y="3998692"/>
            <a:ext cx="1071000" cy="3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402" name="Google Shape;1402;p91"/>
          <p:cNvCxnSpPr/>
          <p:nvPr/>
        </p:nvCxnSpPr>
        <p:spPr>
          <a:xfrm>
            <a:off x="1955356" y="2792362"/>
            <a:ext cx="404100" cy="90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03" name="Google Shape;1403;p91"/>
          <p:cNvCxnSpPr/>
          <p:nvPr/>
        </p:nvCxnSpPr>
        <p:spPr>
          <a:xfrm flipH="1">
            <a:off x="6368783" y="3286502"/>
            <a:ext cx="169200" cy="234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04" name="Google Shape;1404;p91"/>
          <p:cNvSpPr txBox="1"/>
          <p:nvPr>
            <p:ph type="body" idx="1"/>
          </p:nvPr>
        </p:nvSpPr>
        <p:spPr>
          <a:xfrm>
            <a:off x="622200" y="2584050"/>
            <a:ext cx="13131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population</a:t>
            </a:r>
            <a:endParaRPr sz="1800" b="1"/>
          </a:p>
        </p:txBody>
      </p:sp>
      <p:sp>
        <p:nvSpPr>
          <p:cNvPr id="1405" name="Google Shape;1405;p91"/>
          <p:cNvSpPr txBox="1"/>
          <p:nvPr>
            <p:ph type="body" idx="1"/>
          </p:nvPr>
        </p:nvSpPr>
        <p:spPr>
          <a:xfrm>
            <a:off x="6585345" y="3077783"/>
            <a:ext cx="9012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sample</a:t>
            </a:r>
            <a:endParaRPr sz="1800" b="1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09" name="Shape 1409"/>
        <p:cNvGrpSpPr/>
        <p:nvPr/>
      </p:nvGrpSpPr>
      <p:grpSpPr>
        <a:xfrm>
          <a:off x="0" y="0"/>
          <a:ext cx="0" cy="0"/>
        </a:xfrm>
      </p:grpSpPr>
      <p:pic>
        <p:nvPicPr>
          <p:cNvPr id="1410" name="Google Shape;1410;p9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14949" y="2898714"/>
            <a:ext cx="902548" cy="895923"/>
          </a:xfrm>
          <a:prstGeom prst="rect">
            <a:avLst/>
          </a:prstGeom>
          <a:noFill/>
          <a:ln>
            <a:noFill/>
          </a:ln>
        </p:spPr>
      </p:pic>
      <p:sp>
        <p:nvSpPr>
          <p:cNvPr id="1411" name="Google Shape;1411;p92"/>
          <p:cNvSpPr txBox="1"/>
          <p:nvPr>
            <p:ph type="body" idx="1"/>
          </p:nvPr>
        </p:nvSpPr>
        <p:spPr>
          <a:xfrm>
            <a:off x="324000" y="759300"/>
            <a:ext cx="8496000" cy="9933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The larger the </a:t>
            </a:r>
            <a:r>
              <a:rPr lang="en-GB" sz="1800" b="1"/>
              <a:t>sample</a:t>
            </a:r>
            <a:r>
              <a:rPr lang="en-GB" sz="1800"/>
              <a:t>, the more difficult it can be to collect the data. However if a </a:t>
            </a:r>
            <a:r>
              <a:rPr lang="en-GB" sz="1800" b="1"/>
              <a:t>sample</a:t>
            </a:r>
            <a:r>
              <a:rPr lang="en-GB" sz="1800"/>
              <a:t> is too small it might then not provide enough data to make a reliable conclusion. </a:t>
            </a:r>
            <a:endParaRPr sz="1800"/>
          </a:p>
        </p:txBody>
      </p:sp>
      <p:sp>
        <p:nvSpPr>
          <p:cNvPr id="1412" name="Google Shape;1412;p92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413" name="Google Shape;1413;p92"/>
          <p:cNvSpPr txBox="1"/>
          <p:nvPr/>
        </p:nvSpPr>
        <p:spPr>
          <a:xfrm>
            <a:off x="239852" y="1639475"/>
            <a:ext cx="85749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The size of your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may depend on what data you are collecting and what methods you are using to collect it.</a:t>
            </a:r>
            <a:endParaRPr/>
          </a:p>
        </p:txBody>
      </p:sp>
      <p:sp>
        <p:nvSpPr>
          <p:cNvPr id="1414" name="Google Shape;1414;p92"/>
          <p:cNvSpPr txBox="1"/>
          <p:nvPr/>
        </p:nvSpPr>
        <p:spPr>
          <a:xfrm>
            <a:off x="220925" y="2441250"/>
            <a:ext cx="71325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Examples:</a:t>
            </a:r>
            <a:endParaRPr/>
          </a:p>
        </p:txBody>
      </p:sp>
      <p:sp>
        <p:nvSpPr>
          <p:cNvPr id="1415" name="Google Shape;1415;p92"/>
          <p:cNvSpPr txBox="1"/>
          <p:nvPr/>
        </p:nvSpPr>
        <p:spPr>
          <a:xfrm>
            <a:off x="1682250" y="3953550"/>
            <a:ext cx="71325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An electronic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questionnaire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asking people to rate something can be much quicker, so you may use a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large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  <p:grpSp>
        <p:nvGrpSpPr>
          <p:cNvPr id="1416" name="Google Shape;1416;p92"/>
          <p:cNvGrpSpPr/>
          <p:nvPr/>
        </p:nvGrpSpPr>
        <p:grpSpPr>
          <a:xfrm>
            <a:off x="348092" y="4090018"/>
            <a:ext cx="1336675" cy="286380"/>
            <a:chOff x="337402" y="3922769"/>
            <a:chExt cx="1093306" cy="234239"/>
          </a:xfrm>
        </p:grpSpPr>
        <p:sp>
          <p:nvSpPr>
            <p:cNvPr id="1417" name="Google Shape;1417;p92"/>
            <p:cNvSpPr/>
            <p:nvPr/>
          </p:nvSpPr>
          <p:spPr>
            <a:xfrm>
              <a:off x="337402" y="3922769"/>
              <a:ext cx="210438" cy="210438"/>
            </a:xfrm>
            <a:prstGeom prst="ellipse">
              <a:avLst/>
            </a:prstGeom>
            <a:solidFill>
              <a:srgbClr val="CC0000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8" name="Google Shape;1418;p92"/>
            <p:cNvSpPr/>
            <p:nvPr/>
          </p:nvSpPr>
          <p:spPr>
            <a:xfrm>
              <a:off x="389736" y="3970637"/>
              <a:ext cx="29617" cy="29617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19" name="Google Shape;1419;p92"/>
            <p:cNvSpPr/>
            <p:nvPr/>
          </p:nvSpPr>
          <p:spPr>
            <a:xfrm>
              <a:off x="466630" y="3970637"/>
              <a:ext cx="29617" cy="29617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0" name="Google Shape;1420;p92"/>
            <p:cNvSpPr/>
            <p:nvPr/>
          </p:nvSpPr>
          <p:spPr>
            <a:xfrm rot="6756633">
              <a:off x="396506" y="4026790"/>
              <a:ext cx="92239" cy="92239"/>
            </a:xfrm>
            <a:prstGeom prst="chord">
              <a:avLst>
                <a:gd name="adj1" fmla="val 2700000"/>
                <a:gd name="adj2" fmla="val 1620000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cxnSp>
          <p:nvCxnSpPr>
            <p:cNvPr id="1421" name="Google Shape;1421;p92"/>
            <p:cNvCxnSpPr/>
            <p:nvPr/>
          </p:nvCxnSpPr>
          <p:spPr>
            <a:xfrm>
              <a:off x="382373" y="3962147"/>
              <a:ext cx="49882" cy="1617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422" name="Google Shape;1422;p92"/>
            <p:cNvCxnSpPr/>
            <p:nvPr/>
          </p:nvCxnSpPr>
          <p:spPr>
            <a:xfrm rot="10800000" flipH="1">
              <a:off x="454352" y="3964602"/>
              <a:ext cx="49882" cy="16173"/>
            </a:xfrm>
            <a:prstGeom prst="straightConnector1">
              <a:avLst/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423" name="Google Shape;1423;p92"/>
            <p:cNvSpPr/>
            <p:nvPr/>
          </p:nvSpPr>
          <p:spPr>
            <a:xfrm>
              <a:off x="634354" y="3922769"/>
              <a:ext cx="210438" cy="210438"/>
            </a:xfrm>
            <a:prstGeom prst="ellipse">
              <a:avLst/>
            </a:prstGeom>
            <a:solidFill>
              <a:srgbClr val="E69138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4" name="Google Shape;1424;p92"/>
            <p:cNvSpPr/>
            <p:nvPr/>
          </p:nvSpPr>
          <p:spPr>
            <a:xfrm>
              <a:off x="686687" y="3970637"/>
              <a:ext cx="29617" cy="29617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5" name="Google Shape;1425;p92"/>
            <p:cNvSpPr/>
            <p:nvPr/>
          </p:nvSpPr>
          <p:spPr>
            <a:xfrm>
              <a:off x="763582" y="3970637"/>
              <a:ext cx="29617" cy="29617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6" name="Google Shape;1426;p92"/>
            <p:cNvSpPr/>
            <p:nvPr/>
          </p:nvSpPr>
          <p:spPr>
            <a:xfrm>
              <a:off x="923456" y="3922769"/>
              <a:ext cx="210300" cy="210300"/>
            </a:xfrm>
            <a:prstGeom prst="ellipse">
              <a:avLst/>
            </a:prstGeom>
            <a:solidFill>
              <a:srgbClr val="F1C232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7" name="Google Shape;1427;p92"/>
            <p:cNvSpPr/>
            <p:nvPr/>
          </p:nvSpPr>
          <p:spPr>
            <a:xfrm>
              <a:off x="975790" y="3970637"/>
              <a:ext cx="29700" cy="297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8" name="Google Shape;1428;p92"/>
            <p:cNvSpPr/>
            <p:nvPr/>
          </p:nvSpPr>
          <p:spPr>
            <a:xfrm>
              <a:off x="1052684" y="3970637"/>
              <a:ext cx="29700" cy="297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29" name="Google Shape;1429;p92"/>
            <p:cNvSpPr/>
            <p:nvPr/>
          </p:nvSpPr>
          <p:spPr>
            <a:xfrm>
              <a:off x="1220408" y="3922769"/>
              <a:ext cx="210300" cy="210300"/>
            </a:xfrm>
            <a:prstGeom prst="ellipse">
              <a:avLst/>
            </a:prstGeom>
            <a:solidFill>
              <a:srgbClr val="6AA84F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0" name="Google Shape;1430;p92"/>
            <p:cNvSpPr/>
            <p:nvPr/>
          </p:nvSpPr>
          <p:spPr>
            <a:xfrm>
              <a:off x="1272741" y="3970637"/>
              <a:ext cx="29700" cy="297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1" name="Google Shape;1431;p92"/>
            <p:cNvSpPr/>
            <p:nvPr/>
          </p:nvSpPr>
          <p:spPr>
            <a:xfrm>
              <a:off x="1349636" y="3970637"/>
              <a:ext cx="29700" cy="297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2" name="Google Shape;1432;p92"/>
            <p:cNvSpPr/>
            <p:nvPr/>
          </p:nvSpPr>
          <p:spPr>
            <a:xfrm rot="-4021301">
              <a:off x="1279516" y="4005959"/>
              <a:ext cx="92217" cy="92217"/>
            </a:xfrm>
            <a:prstGeom prst="chord">
              <a:avLst>
                <a:gd name="adj1" fmla="val 2700000"/>
                <a:gd name="adj2" fmla="val 16200000"/>
              </a:avLst>
            </a:prstGeom>
            <a:solidFill>
              <a:schemeClr val="dk1"/>
            </a:solidFill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3" name="Google Shape;1433;p92"/>
            <p:cNvSpPr/>
            <p:nvPr/>
          </p:nvSpPr>
          <p:spPr>
            <a:xfrm rot="-2951379">
              <a:off x="704697" y="4056307"/>
              <a:ext cx="81093" cy="84686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34" name="Google Shape;1434;p92"/>
            <p:cNvSpPr/>
            <p:nvPr/>
          </p:nvSpPr>
          <p:spPr>
            <a:xfrm rot="8100000">
              <a:off x="987928" y="3993916"/>
              <a:ext cx="81459" cy="84429"/>
            </a:xfrm>
            <a:prstGeom prst="arc">
              <a:avLst>
                <a:gd name="adj1" fmla="val 16200000"/>
                <a:gd name="adj2" fmla="val 0"/>
              </a:avLst>
            </a:prstGeom>
            <a:noFill/>
            <a:ln w="1905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435" name="Google Shape;1435;p92"/>
          <p:cNvSpPr txBox="1"/>
          <p:nvPr/>
        </p:nvSpPr>
        <p:spPr>
          <a:xfrm>
            <a:off x="1682250" y="2956525"/>
            <a:ext cx="7132500" cy="78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Interviewing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people for detailed opinions about something can take a lot of time so you may want to use a </a:t>
            </a:r>
            <a:r>
              <a:rPr lang="en-GB" sz="1800">
                <a:solidFill>
                  <a:schemeClr val="accent5"/>
                </a:solidFill>
                <a:latin typeface="Lexend"/>
                <a:ea typeface="Lexend"/>
                <a:cs typeface="Lexend"/>
                <a:sym typeface="Lexend"/>
              </a:rPr>
              <a:t>small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39" name="Shape 1439"/>
        <p:cNvGrpSpPr/>
        <p:nvPr/>
      </p:nvGrpSpPr>
      <p:grpSpPr>
        <a:xfrm>
          <a:off x="0" y="0"/>
          <a:ext cx="0" cy="0"/>
        </a:xfrm>
      </p:grpSpPr>
      <p:sp>
        <p:nvSpPr>
          <p:cNvPr id="1440" name="Google Shape;1440;p93"/>
          <p:cNvSpPr txBox="1"/>
          <p:nvPr>
            <p:ph type="body" idx="1"/>
          </p:nvPr>
        </p:nvSpPr>
        <p:spPr>
          <a:xfrm>
            <a:off x="324000" y="759300"/>
            <a:ext cx="8496000" cy="865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Alex wants to investigate how much time pupils in his school spend doing homework per week. The </a:t>
            </a:r>
            <a:r>
              <a:rPr lang="en-GB" sz="1800" b="1"/>
              <a:t>population</a:t>
            </a:r>
            <a:r>
              <a:rPr lang="en-GB" sz="1800"/>
              <a:t> of Alex’s investigation includes all the pupils in his school.</a:t>
            </a:r>
            <a:endParaRPr sz="1800"/>
          </a:p>
        </p:txBody>
      </p:sp>
      <p:sp>
        <p:nvSpPr>
          <p:cNvPr id="1441" name="Google Shape;1441;p93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442" name="Google Shape;1442;p93"/>
          <p:cNvSpPr txBox="1"/>
          <p:nvPr>
            <p:ph type="body" idx="1"/>
          </p:nvPr>
        </p:nvSpPr>
        <p:spPr>
          <a:xfrm>
            <a:off x="324000" y="1750651"/>
            <a:ext cx="8496000" cy="3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Alex decides to collect data from a </a:t>
            </a:r>
            <a:r>
              <a:rPr lang="en-GB" sz="1800" b="1"/>
              <a:t>sample</a:t>
            </a:r>
            <a:r>
              <a:rPr lang="en-GB" sz="1800"/>
              <a:t> of 20 pupils.</a:t>
            </a:r>
            <a:endParaRPr sz="1800"/>
          </a:p>
        </p:txBody>
      </p:sp>
      <p:sp>
        <p:nvSpPr>
          <p:cNvPr id="1443" name="Google Shape;1443;p93"/>
          <p:cNvSpPr txBox="1"/>
          <p:nvPr>
            <p:ph type="body" idx="1"/>
          </p:nvPr>
        </p:nvSpPr>
        <p:spPr>
          <a:xfrm>
            <a:off x="324000" y="2547873"/>
            <a:ext cx="8496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What problems could there be with his choice of </a:t>
            </a:r>
            <a:r>
              <a:rPr lang="en-GB" sz="1800" b="1"/>
              <a:t>sample</a:t>
            </a:r>
            <a:r>
              <a:rPr lang="en-GB" sz="1800"/>
              <a:t>?</a:t>
            </a:r>
            <a:endParaRPr sz="1800"/>
          </a:p>
        </p:txBody>
      </p:sp>
      <p:sp>
        <p:nvSpPr>
          <p:cNvPr id="1444" name="Google Shape;1444;p93"/>
          <p:cNvSpPr txBox="1"/>
          <p:nvPr>
            <p:ph type="body" idx="1"/>
          </p:nvPr>
        </p:nvSpPr>
        <p:spPr>
          <a:xfrm>
            <a:off x="552600" y="2869125"/>
            <a:ext cx="4884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the pupils are in the same year group.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5" name="Google Shape;1445;p93"/>
          <p:cNvSpPr txBox="1"/>
          <p:nvPr>
            <p:ph type="body" idx="1"/>
          </p:nvPr>
        </p:nvSpPr>
        <p:spPr>
          <a:xfrm>
            <a:off x="552600" y="3265800"/>
            <a:ext cx="66255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Older pupils may get more homework than younger pupils.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446" name="Google Shape;1446;p93"/>
          <p:cNvSpPr txBox="1"/>
          <p:nvPr>
            <p:ph type="body" idx="1"/>
          </p:nvPr>
        </p:nvSpPr>
        <p:spPr>
          <a:xfrm>
            <a:off x="552600" y="3662475"/>
            <a:ext cx="6690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sample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does not accurately represent the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population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447" name="Google Shape;1447;p9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251222" y="2236201"/>
            <a:ext cx="568766" cy="1931740"/>
          </a:xfrm>
          <a:prstGeom prst="rect">
            <a:avLst/>
          </a:prstGeom>
          <a:noFill/>
          <a:ln>
            <a:noFill/>
          </a:ln>
        </p:spPr>
      </p:pic>
      <p:sp>
        <p:nvSpPr>
          <p:cNvPr id="1448" name="Google Shape;1448;p93"/>
          <p:cNvSpPr txBox="1"/>
          <p:nvPr>
            <p:ph type="body" idx="1"/>
          </p:nvPr>
        </p:nvSpPr>
        <p:spPr>
          <a:xfrm>
            <a:off x="324000" y="2093872"/>
            <a:ext cx="8496000" cy="3546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He chooses 20 pupils from the youngest year group for his </a:t>
            </a:r>
            <a:r>
              <a:rPr lang="en-GB" sz="1800" b="1"/>
              <a:t>sample</a:t>
            </a:r>
            <a:r>
              <a:rPr lang="en-GB" sz="1800"/>
              <a:t>. </a:t>
            </a:r>
            <a:endParaRPr sz="1800"/>
          </a:p>
        </p:txBody>
      </p:sp>
      <p:sp>
        <p:nvSpPr>
          <p:cNvPr id="1449" name="Google Shape;1449;p93"/>
          <p:cNvSpPr txBox="1"/>
          <p:nvPr>
            <p:ph type="body" idx="1"/>
          </p:nvPr>
        </p:nvSpPr>
        <p:spPr>
          <a:xfrm>
            <a:off x="324000" y="4115825"/>
            <a:ext cx="8496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Propose a different way that Alex could choose his </a:t>
            </a:r>
            <a:r>
              <a:rPr lang="en-GB" sz="1800" b="1"/>
              <a:t>sample</a:t>
            </a:r>
            <a:r>
              <a:rPr lang="en-GB" sz="1800"/>
              <a:t> of pupils.</a:t>
            </a:r>
            <a:endParaRPr sz="1800"/>
          </a:p>
        </p:txBody>
      </p:sp>
      <p:sp>
        <p:nvSpPr>
          <p:cNvPr id="1450" name="Google Shape;1450;p93"/>
          <p:cNvSpPr txBox="1"/>
          <p:nvPr>
            <p:ph type="body" idx="1"/>
          </p:nvPr>
        </p:nvSpPr>
        <p:spPr>
          <a:xfrm>
            <a:off x="552600" y="4501573"/>
            <a:ext cx="4884000" cy="41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Choose four pupils from each year group.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454" name="Shape 1454"/>
        <p:cNvGrpSpPr/>
        <p:nvPr/>
      </p:nvGrpSpPr>
      <p:grpSpPr>
        <a:xfrm>
          <a:off x="0" y="0"/>
          <a:ext cx="0" cy="0"/>
        </a:xfrm>
      </p:grpSpPr>
      <p:sp>
        <p:nvSpPr>
          <p:cNvPr id="1455" name="Google Shape;1455;p94"/>
          <p:cNvSpPr txBox="1"/>
          <p:nvPr>
            <p:ph type="body" idx="1"/>
          </p:nvPr>
        </p:nvSpPr>
        <p:spPr>
          <a:xfrm>
            <a:off x="324000" y="759300"/>
            <a:ext cx="8496000" cy="5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/>
              <a:t>Bias </a:t>
            </a:r>
            <a:r>
              <a:rPr lang="en-GB" sz="1800"/>
              <a:t>can be present in any </a:t>
            </a:r>
            <a:r>
              <a:rPr lang="en-GB" sz="1800" b="1"/>
              <a:t>sample</a:t>
            </a:r>
            <a:r>
              <a:rPr lang="en-GB" sz="1800"/>
              <a:t> collected from a </a:t>
            </a:r>
            <a:r>
              <a:rPr lang="en-GB" sz="1800" b="1"/>
              <a:t>population</a:t>
            </a:r>
            <a:r>
              <a:rPr lang="en-GB" sz="1800"/>
              <a:t> and may affect the results of a statistical investigation.</a:t>
            </a:r>
            <a:endParaRPr sz="1800"/>
          </a:p>
        </p:txBody>
      </p:sp>
      <p:sp>
        <p:nvSpPr>
          <p:cNvPr id="1456" name="Google Shape;1456;p94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457" name="Google Shape;1457;p94"/>
          <p:cNvSpPr txBox="1"/>
          <p:nvPr>
            <p:ph type="body" idx="1"/>
          </p:nvPr>
        </p:nvSpPr>
        <p:spPr>
          <a:xfrm>
            <a:off x="2445550" y="2093944"/>
            <a:ext cx="1871400" cy="586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population</a:t>
            </a:r>
            <a:r>
              <a:rPr lang="en-GB" sz="1800"/>
              <a:t> data summaries </a:t>
            </a:r>
            <a:endParaRPr sz="1800"/>
          </a:p>
        </p:txBody>
      </p:sp>
      <p:pic>
        <p:nvPicPr>
          <p:cNvPr id="1458" name="Google Shape;1458;p94" descr="&lt;math xmlns=&quot;http://www.w3.org/1998/Math/MathML&quot; display=&quot;block&quot; data-is-equatio=&quot;1&quot; data-latex=&quot;\approx&quot;&gt;&lt;mo&gt;≈&lt;/mo&gt;&lt;/math&gt;" title="almost equals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31796" y="2315945"/>
            <a:ext cx="276225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1459" name="Google Shape;1459;p94"/>
          <p:cNvSpPr txBox="1"/>
          <p:nvPr>
            <p:ph type="body" idx="1"/>
          </p:nvPr>
        </p:nvSpPr>
        <p:spPr>
          <a:xfrm>
            <a:off x="5252050" y="2104793"/>
            <a:ext cx="1427400" cy="636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 b="1"/>
              <a:t>sample</a:t>
            </a:r>
            <a:r>
              <a:rPr lang="en-GB" sz="1800"/>
              <a:t> data summaries </a:t>
            </a:r>
            <a:endParaRPr sz="1800"/>
          </a:p>
        </p:txBody>
      </p:sp>
      <p:sp>
        <p:nvSpPr>
          <p:cNvPr id="1460" name="Google Shape;1460;p94"/>
          <p:cNvSpPr/>
          <p:nvPr/>
        </p:nvSpPr>
        <p:spPr>
          <a:xfrm>
            <a:off x="5378872" y="3777801"/>
            <a:ext cx="1109400" cy="7854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accent5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461" name="Google Shape;1461;p94"/>
          <p:cNvSpPr/>
          <p:nvPr/>
        </p:nvSpPr>
        <p:spPr>
          <a:xfrm>
            <a:off x="2443074" y="2736290"/>
            <a:ext cx="2066700" cy="20427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grpSp>
        <p:nvGrpSpPr>
          <p:cNvPr id="1462" name="Google Shape;1462;p94"/>
          <p:cNvGrpSpPr/>
          <p:nvPr/>
        </p:nvGrpSpPr>
        <p:grpSpPr>
          <a:xfrm>
            <a:off x="2841366" y="3444376"/>
            <a:ext cx="137732" cy="211035"/>
            <a:chOff x="910300" y="3069037"/>
            <a:chExt cx="149400" cy="228913"/>
          </a:xfrm>
        </p:grpSpPr>
        <p:sp>
          <p:nvSpPr>
            <p:cNvPr id="1463" name="Google Shape;1463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4" name="Google Shape;1464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5" name="Google Shape;1465;p94"/>
          <p:cNvGrpSpPr/>
          <p:nvPr/>
        </p:nvGrpSpPr>
        <p:grpSpPr>
          <a:xfrm>
            <a:off x="3028078" y="3257135"/>
            <a:ext cx="137732" cy="211035"/>
            <a:chOff x="910300" y="3069037"/>
            <a:chExt cx="149400" cy="228913"/>
          </a:xfrm>
        </p:grpSpPr>
        <p:sp>
          <p:nvSpPr>
            <p:cNvPr id="1466" name="Google Shape;1466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67" name="Google Shape;1467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68" name="Google Shape;1468;p94"/>
          <p:cNvGrpSpPr/>
          <p:nvPr/>
        </p:nvGrpSpPr>
        <p:grpSpPr>
          <a:xfrm>
            <a:off x="3247817" y="3496476"/>
            <a:ext cx="137732" cy="211035"/>
            <a:chOff x="910300" y="3069037"/>
            <a:chExt cx="149400" cy="228913"/>
          </a:xfrm>
        </p:grpSpPr>
        <p:sp>
          <p:nvSpPr>
            <p:cNvPr id="1469" name="Google Shape;1469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70" name="Google Shape;1470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1" name="Google Shape;1471;p94"/>
          <p:cNvGrpSpPr/>
          <p:nvPr/>
        </p:nvGrpSpPr>
        <p:grpSpPr>
          <a:xfrm>
            <a:off x="2824853" y="3906924"/>
            <a:ext cx="137732" cy="211035"/>
            <a:chOff x="910300" y="3069037"/>
            <a:chExt cx="149400" cy="228913"/>
          </a:xfrm>
        </p:grpSpPr>
        <p:sp>
          <p:nvSpPr>
            <p:cNvPr id="1472" name="Google Shape;1472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3" name="Google Shape;1473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4" name="Google Shape;1474;p94"/>
          <p:cNvGrpSpPr/>
          <p:nvPr/>
        </p:nvGrpSpPr>
        <p:grpSpPr>
          <a:xfrm>
            <a:off x="3081814" y="3789933"/>
            <a:ext cx="137732" cy="211035"/>
            <a:chOff x="910300" y="3069037"/>
            <a:chExt cx="149400" cy="228913"/>
          </a:xfrm>
        </p:grpSpPr>
        <p:sp>
          <p:nvSpPr>
            <p:cNvPr id="1475" name="Google Shape;1475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76" name="Google Shape;1476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77" name="Google Shape;1477;p94"/>
          <p:cNvGrpSpPr/>
          <p:nvPr/>
        </p:nvGrpSpPr>
        <p:grpSpPr>
          <a:xfrm>
            <a:off x="3231303" y="4029274"/>
            <a:ext cx="137732" cy="211035"/>
            <a:chOff x="910300" y="3069037"/>
            <a:chExt cx="149400" cy="228913"/>
          </a:xfrm>
        </p:grpSpPr>
        <p:sp>
          <p:nvSpPr>
            <p:cNvPr id="1478" name="Google Shape;1478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79" name="Google Shape;1479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0" name="Google Shape;1480;p94"/>
          <p:cNvGrpSpPr/>
          <p:nvPr/>
        </p:nvGrpSpPr>
        <p:grpSpPr>
          <a:xfrm>
            <a:off x="2815864" y="3037235"/>
            <a:ext cx="137732" cy="211035"/>
            <a:chOff x="910300" y="3069037"/>
            <a:chExt cx="149400" cy="228913"/>
          </a:xfrm>
        </p:grpSpPr>
        <p:sp>
          <p:nvSpPr>
            <p:cNvPr id="1481" name="Google Shape;1481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2" name="Google Shape;1482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3" name="Google Shape;1483;p94"/>
          <p:cNvGrpSpPr/>
          <p:nvPr/>
        </p:nvGrpSpPr>
        <p:grpSpPr>
          <a:xfrm>
            <a:off x="3072825" y="2799552"/>
            <a:ext cx="137732" cy="211035"/>
            <a:chOff x="910300" y="3069037"/>
            <a:chExt cx="149400" cy="228913"/>
          </a:xfrm>
        </p:grpSpPr>
        <p:sp>
          <p:nvSpPr>
            <p:cNvPr id="1484" name="Google Shape;1484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85" name="Google Shape;1485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6" name="Google Shape;1486;p94"/>
          <p:cNvGrpSpPr/>
          <p:nvPr/>
        </p:nvGrpSpPr>
        <p:grpSpPr>
          <a:xfrm>
            <a:off x="3292565" y="2948835"/>
            <a:ext cx="137732" cy="211035"/>
            <a:chOff x="910300" y="3069037"/>
            <a:chExt cx="149400" cy="228913"/>
          </a:xfrm>
        </p:grpSpPr>
        <p:sp>
          <p:nvSpPr>
            <p:cNvPr id="1487" name="Google Shape;1487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88" name="Google Shape;1488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89" name="Google Shape;1489;p94"/>
          <p:cNvGrpSpPr/>
          <p:nvPr/>
        </p:nvGrpSpPr>
        <p:grpSpPr>
          <a:xfrm>
            <a:off x="3525868" y="3170994"/>
            <a:ext cx="137732" cy="211035"/>
            <a:chOff x="910300" y="3069037"/>
            <a:chExt cx="149400" cy="228913"/>
          </a:xfrm>
        </p:grpSpPr>
        <p:sp>
          <p:nvSpPr>
            <p:cNvPr id="1490" name="Google Shape;1490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1" name="Google Shape;1491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2" name="Google Shape;1492;p94"/>
          <p:cNvGrpSpPr/>
          <p:nvPr/>
        </p:nvGrpSpPr>
        <p:grpSpPr>
          <a:xfrm>
            <a:off x="3812342" y="3093184"/>
            <a:ext cx="137732" cy="211035"/>
            <a:chOff x="910300" y="3069037"/>
            <a:chExt cx="149400" cy="228913"/>
          </a:xfrm>
        </p:grpSpPr>
        <p:sp>
          <p:nvSpPr>
            <p:cNvPr id="1493" name="Google Shape;1493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494" name="Google Shape;1494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5" name="Google Shape;1495;p94"/>
          <p:cNvGrpSpPr/>
          <p:nvPr/>
        </p:nvGrpSpPr>
        <p:grpSpPr>
          <a:xfrm>
            <a:off x="4032081" y="3262275"/>
            <a:ext cx="137732" cy="211035"/>
            <a:chOff x="910300" y="3069037"/>
            <a:chExt cx="149400" cy="228913"/>
          </a:xfrm>
        </p:grpSpPr>
        <p:sp>
          <p:nvSpPr>
            <p:cNvPr id="1496" name="Google Shape;1496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497" name="Google Shape;1497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498" name="Google Shape;1498;p94"/>
          <p:cNvGrpSpPr/>
          <p:nvPr/>
        </p:nvGrpSpPr>
        <p:grpSpPr>
          <a:xfrm>
            <a:off x="3553006" y="3584865"/>
            <a:ext cx="137732" cy="211035"/>
            <a:chOff x="910300" y="3069037"/>
            <a:chExt cx="149400" cy="228913"/>
          </a:xfrm>
        </p:grpSpPr>
        <p:sp>
          <p:nvSpPr>
            <p:cNvPr id="1499" name="Google Shape;1499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0" name="Google Shape;1500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1" name="Google Shape;1501;p94"/>
          <p:cNvGrpSpPr/>
          <p:nvPr/>
        </p:nvGrpSpPr>
        <p:grpSpPr>
          <a:xfrm>
            <a:off x="3809968" y="3467874"/>
            <a:ext cx="137732" cy="211035"/>
            <a:chOff x="910300" y="3069037"/>
            <a:chExt cx="149400" cy="228913"/>
          </a:xfrm>
        </p:grpSpPr>
        <p:sp>
          <p:nvSpPr>
            <p:cNvPr id="1502" name="Google Shape;1502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3" name="Google Shape;1503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4" name="Google Shape;1504;p94"/>
          <p:cNvGrpSpPr/>
          <p:nvPr/>
        </p:nvGrpSpPr>
        <p:grpSpPr>
          <a:xfrm>
            <a:off x="4170208" y="3566714"/>
            <a:ext cx="137732" cy="211035"/>
            <a:chOff x="910300" y="3069037"/>
            <a:chExt cx="149400" cy="228913"/>
          </a:xfrm>
        </p:grpSpPr>
        <p:sp>
          <p:nvSpPr>
            <p:cNvPr id="1505" name="Google Shape;1505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06" name="Google Shape;1506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07" name="Google Shape;1507;p94"/>
          <p:cNvGrpSpPr/>
          <p:nvPr/>
        </p:nvGrpSpPr>
        <p:grpSpPr>
          <a:xfrm>
            <a:off x="3567504" y="3991476"/>
            <a:ext cx="137732" cy="211035"/>
            <a:chOff x="910300" y="3069037"/>
            <a:chExt cx="149400" cy="228913"/>
          </a:xfrm>
        </p:grpSpPr>
        <p:sp>
          <p:nvSpPr>
            <p:cNvPr id="1508" name="Google Shape;1508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09" name="Google Shape;1509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0" name="Google Shape;1510;p94"/>
          <p:cNvGrpSpPr/>
          <p:nvPr/>
        </p:nvGrpSpPr>
        <p:grpSpPr>
          <a:xfrm>
            <a:off x="3824465" y="3874484"/>
            <a:ext cx="137732" cy="211035"/>
            <a:chOff x="910300" y="3069037"/>
            <a:chExt cx="149400" cy="228913"/>
          </a:xfrm>
        </p:grpSpPr>
        <p:sp>
          <p:nvSpPr>
            <p:cNvPr id="1511" name="Google Shape;1511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2" name="Google Shape;1512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3" name="Google Shape;1513;p94"/>
          <p:cNvGrpSpPr/>
          <p:nvPr/>
        </p:nvGrpSpPr>
        <p:grpSpPr>
          <a:xfrm>
            <a:off x="4114455" y="4043575"/>
            <a:ext cx="137732" cy="211035"/>
            <a:chOff x="910300" y="3069037"/>
            <a:chExt cx="149400" cy="228913"/>
          </a:xfrm>
        </p:grpSpPr>
        <p:sp>
          <p:nvSpPr>
            <p:cNvPr id="1514" name="Google Shape;1514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15" name="Google Shape;1515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6" name="Google Shape;1516;p94"/>
          <p:cNvGrpSpPr/>
          <p:nvPr/>
        </p:nvGrpSpPr>
        <p:grpSpPr>
          <a:xfrm>
            <a:off x="3606743" y="4512177"/>
            <a:ext cx="137732" cy="211035"/>
            <a:chOff x="910300" y="3069037"/>
            <a:chExt cx="149400" cy="228913"/>
          </a:xfrm>
        </p:grpSpPr>
        <p:sp>
          <p:nvSpPr>
            <p:cNvPr id="1517" name="Google Shape;1517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18" name="Google Shape;1518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19" name="Google Shape;1519;p94"/>
          <p:cNvGrpSpPr/>
          <p:nvPr/>
        </p:nvGrpSpPr>
        <p:grpSpPr>
          <a:xfrm>
            <a:off x="3826467" y="4210845"/>
            <a:ext cx="137732" cy="211035"/>
            <a:chOff x="910300" y="3069037"/>
            <a:chExt cx="149400" cy="228913"/>
          </a:xfrm>
        </p:grpSpPr>
        <p:sp>
          <p:nvSpPr>
            <p:cNvPr id="1520" name="Google Shape;1520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1" name="Google Shape;1521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2"/>
            </a:solidFill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2" name="Google Shape;1522;p94"/>
          <p:cNvGrpSpPr/>
          <p:nvPr/>
        </p:nvGrpSpPr>
        <p:grpSpPr>
          <a:xfrm>
            <a:off x="4083444" y="4520436"/>
            <a:ext cx="137732" cy="211035"/>
            <a:chOff x="910300" y="3069037"/>
            <a:chExt cx="149400" cy="228913"/>
          </a:xfrm>
        </p:grpSpPr>
        <p:sp>
          <p:nvSpPr>
            <p:cNvPr id="1523" name="Google Shape;1523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24" name="Google Shape;1524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5" name="Google Shape;1525;p94"/>
          <p:cNvGrpSpPr/>
          <p:nvPr/>
        </p:nvGrpSpPr>
        <p:grpSpPr>
          <a:xfrm>
            <a:off x="2799362" y="4360288"/>
            <a:ext cx="137732" cy="211035"/>
            <a:chOff x="910300" y="3069037"/>
            <a:chExt cx="149400" cy="228913"/>
          </a:xfrm>
        </p:grpSpPr>
        <p:sp>
          <p:nvSpPr>
            <p:cNvPr id="1526" name="Google Shape;1526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27" name="Google Shape;1527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28" name="Google Shape;1528;p94"/>
          <p:cNvGrpSpPr/>
          <p:nvPr/>
        </p:nvGrpSpPr>
        <p:grpSpPr>
          <a:xfrm>
            <a:off x="3056323" y="4243297"/>
            <a:ext cx="137732" cy="211035"/>
            <a:chOff x="910300" y="3069037"/>
            <a:chExt cx="149400" cy="228913"/>
          </a:xfrm>
        </p:grpSpPr>
        <p:sp>
          <p:nvSpPr>
            <p:cNvPr id="1529" name="Google Shape;1529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0" name="Google Shape;1530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1" name="Google Shape;1531;p94"/>
          <p:cNvGrpSpPr/>
          <p:nvPr/>
        </p:nvGrpSpPr>
        <p:grpSpPr>
          <a:xfrm>
            <a:off x="3276062" y="4412388"/>
            <a:ext cx="137732" cy="211035"/>
            <a:chOff x="910300" y="3069037"/>
            <a:chExt cx="149400" cy="228913"/>
          </a:xfrm>
        </p:grpSpPr>
        <p:sp>
          <p:nvSpPr>
            <p:cNvPr id="1532" name="Google Shape;1532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ct val="0"/>
                </a:spcBef>
                <a:spcAft>
                  <a:spcPct val="0"/>
                </a:spcAft>
                <a:buNone/>
              </a:pPr>
              <a:endParaRPr/>
            </a:p>
          </p:txBody>
        </p:sp>
        <p:sp>
          <p:nvSpPr>
            <p:cNvPr id="1533" name="Google Shape;1533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4" name="Google Shape;1534;p94"/>
          <p:cNvGrpSpPr/>
          <p:nvPr/>
        </p:nvGrpSpPr>
        <p:grpSpPr>
          <a:xfrm>
            <a:off x="4083432" y="2808335"/>
            <a:ext cx="137732" cy="211035"/>
            <a:chOff x="910300" y="3069037"/>
            <a:chExt cx="149400" cy="228913"/>
          </a:xfrm>
        </p:grpSpPr>
        <p:sp>
          <p:nvSpPr>
            <p:cNvPr id="1535" name="Google Shape;1535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6" name="Google Shape;1536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37" name="Google Shape;1537;p94"/>
          <p:cNvGrpSpPr/>
          <p:nvPr/>
        </p:nvGrpSpPr>
        <p:grpSpPr>
          <a:xfrm>
            <a:off x="2590939" y="2890155"/>
            <a:ext cx="137732" cy="211035"/>
            <a:chOff x="910300" y="3069037"/>
            <a:chExt cx="149400" cy="228913"/>
          </a:xfrm>
        </p:grpSpPr>
        <p:sp>
          <p:nvSpPr>
            <p:cNvPr id="1538" name="Google Shape;1538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39" name="Google Shape;1539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0" name="Google Shape;1540;p94"/>
          <p:cNvGrpSpPr/>
          <p:nvPr/>
        </p:nvGrpSpPr>
        <p:grpSpPr>
          <a:xfrm>
            <a:off x="3676981" y="2827384"/>
            <a:ext cx="137732" cy="211035"/>
            <a:chOff x="910300" y="3069037"/>
            <a:chExt cx="149400" cy="228913"/>
          </a:xfrm>
        </p:grpSpPr>
        <p:sp>
          <p:nvSpPr>
            <p:cNvPr id="1541" name="Google Shape;1541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2" name="Google Shape;1542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3" name="Google Shape;1543;p94"/>
          <p:cNvGrpSpPr/>
          <p:nvPr/>
        </p:nvGrpSpPr>
        <p:grpSpPr>
          <a:xfrm>
            <a:off x="4235871" y="3093495"/>
            <a:ext cx="137732" cy="211035"/>
            <a:chOff x="910300" y="3069037"/>
            <a:chExt cx="149400" cy="228913"/>
          </a:xfrm>
        </p:grpSpPr>
        <p:sp>
          <p:nvSpPr>
            <p:cNvPr id="1544" name="Google Shape;1544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5" name="Google Shape;1545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6" name="Google Shape;1546;p94"/>
          <p:cNvGrpSpPr/>
          <p:nvPr/>
        </p:nvGrpSpPr>
        <p:grpSpPr>
          <a:xfrm>
            <a:off x="2607879" y="3655426"/>
            <a:ext cx="137732" cy="211035"/>
            <a:chOff x="910300" y="3069037"/>
            <a:chExt cx="149400" cy="228913"/>
          </a:xfrm>
        </p:grpSpPr>
        <p:sp>
          <p:nvSpPr>
            <p:cNvPr id="1547" name="Google Shape;1547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48" name="Google Shape;1548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49" name="Google Shape;1549;p94"/>
          <p:cNvGrpSpPr/>
          <p:nvPr/>
        </p:nvGrpSpPr>
        <p:grpSpPr>
          <a:xfrm>
            <a:off x="2591377" y="4140607"/>
            <a:ext cx="137732" cy="211035"/>
            <a:chOff x="910300" y="3069037"/>
            <a:chExt cx="149400" cy="228913"/>
          </a:xfrm>
        </p:grpSpPr>
        <p:sp>
          <p:nvSpPr>
            <p:cNvPr id="1550" name="Google Shape;1550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1" name="Google Shape;1551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2" name="Google Shape;1552;p94"/>
          <p:cNvGrpSpPr/>
          <p:nvPr/>
        </p:nvGrpSpPr>
        <p:grpSpPr>
          <a:xfrm>
            <a:off x="2584405" y="3235931"/>
            <a:ext cx="137732" cy="211035"/>
            <a:chOff x="910300" y="3069037"/>
            <a:chExt cx="149400" cy="228913"/>
          </a:xfrm>
        </p:grpSpPr>
        <p:sp>
          <p:nvSpPr>
            <p:cNvPr id="1553" name="Google Shape;1553;p94"/>
            <p:cNvSpPr/>
            <p:nvPr/>
          </p:nvSpPr>
          <p:spPr>
            <a:xfrm>
              <a:off x="910300" y="3133850"/>
              <a:ext cx="149400" cy="164100"/>
            </a:xfrm>
            <a:prstGeom prst="triangle">
              <a:avLst>
                <a:gd name="adj" fmla="val 50000"/>
              </a:avLst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  <p:sp>
          <p:nvSpPr>
            <p:cNvPr id="1554" name="Google Shape;1554;p94"/>
            <p:cNvSpPr/>
            <p:nvPr/>
          </p:nvSpPr>
          <p:spPr>
            <a:xfrm>
              <a:off x="924675" y="3069037"/>
              <a:ext cx="120600" cy="120600"/>
            </a:xfrm>
            <a:prstGeom prst="ellipse">
              <a:avLst/>
            </a:prstGeom>
            <a:solidFill>
              <a:schemeClr val="dk1"/>
            </a:solidFill>
            <a:ln w="9525" cap="flat" cmpd="sng">
              <a:solidFill>
                <a:srgbClr val="282828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endParaRPr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55" name="Google Shape;1555;p94"/>
          <p:cNvGrpSpPr/>
          <p:nvPr/>
        </p:nvGrpSpPr>
        <p:grpSpPr>
          <a:xfrm>
            <a:off x="5604663" y="3874480"/>
            <a:ext cx="684672" cy="547390"/>
            <a:chOff x="6185781" y="3354258"/>
            <a:chExt cx="742675" cy="593763"/>
          </a:xfrm>
        </p:grpSpPr>
        <p:grpSp>
          <p:nvGrpSpPr>
            <p:cNvPr id="1556" name="Google Shape;1556;p94"/>
            <p:cNvGrpSpPr/>
            <p:nvPr/>
          </p:nvGrpSpPr>
          <p:grpSpPr>
            <a:xfrm>
              <a:off x="6185781" y="3481158"/>
              <a:ext cx="149400" cy="228913"/>
              <a:chOff x="910300" y="3069037"/>
              <a:chExt cx="149400" cy="228913"/>
            </a:xfrm>
          </p:grpSpPr>
          <p:sp>
            <p:nvSpPr>
              <p:cNvPr id="1557" name="Google Shape;1557;p94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58" name="Google Shape;1558;p94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59" name="Google Shape;1559;p94"/>
            <p:cNvGrpSpPr/>
            <p:nvPr/>
          </p:nvGrpSpPr>
          <p:grpSpPr>
            <a:xfrm>
              <a:off x="6464506" y="3354258"/>
              <a:ext cx="149400" cy="228913"/>
              <a:chOff x="910300" y="3069037"/>
              <a:chExt cx="149400" cy="228913"/>
            </a:xfrm>
          </p:grpSpPr>
          <p:sp>
            <p:nvSpPr>
              <p:cNvPr id="1560" name="Google Shape;1560;p94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61" name="Google Shape;1561;p94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62" name="Google Shape;1562;p94"/>
            <p:cNvGrpSpPr/>
            <p:nvPr/>
          </p:nvGrpSpPr>
          <p:grpSpPr>
            <a:xfrm>
              <a:off x="6779056" y="3537670"/>
              <a:ext cx="149400" cy="228913"/>
              <a:chOff x="910300" y="3069037"/>
              <a:chExt cx="149400" cy="228913"/>
            </a:xfrm>
          </p:grpSpPr>
          <p:sp>
            <p:nvSpPr>
              <p:cNvPr id="1563" name="Google Shape;1563;p94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/>
              </a:p>
            </p:txBody>
          </p:sp>
          <p:sp>
            <p:nvSpPr>
              <p:cNvPr id="1564" name="Google Shape;1564;p94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  <p:grpSp>
          <p:nvGrpSpPr>
            <p:cNvPr id="1565" name="Google Shape;1565;p94"/>
            <p:cNvGrpSpPr/>
            <p:nvPr/>
          </p:nvGrpSpPr>
          <p:grpSpPr>
            <a:xfrm>
              <a:off x="6466677" y="3719108"/>
              <a:ext cx="149400" cy="228913"/>
              <a:chOff x="910300" y="3069037"/>
              <a:chExt cx="149400" cy="228913"/>
            </a:xfrm>
          </p:grpSpPr>
          <p:sp>
            <p:nvSpPr>
              <p:cNvPr id="1566" name="Google Shape;1566;p94"/>
              <p:cNvSpPr/>
              <p:nvPr/>
            </p:nvSpPr>
            <p:spPr>
              <a:xfrm>
                <a:off x="910300" y="3133850"/>
                <a:ext cx="149400" cy="164100"/>
              </a:xfrm>
              <a:prstGeom prst="triangle">
                <a:avLst>
                  <a:gd name="adj" fmla="val 50000"/>
                </a:avLst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  <p:sp>
            <p:nvSpPr>
              <p:cNvPr id="1567" name="Google Shape;1567;p94"/>
              <p:cNvSpPr/>
              <p:nvPr/>
            </p:nvSpPr>
            <p:spPr>
              <a:xfrm>
                <a:off x="924675" y="3069037"/>
                <a:ext cx="120600" cy="120600"/>
              </a:xfrm>
              <a:prstGeom prst="ellipse">
                <a:avLst/>
              </a:prstGeom>
              <a:solidFill>
                <a:schemeClr val="dk1"/>
              </a:solidFill>
              <a:ln w="9525" cap="flat" cmpd="sng">
                <a:solidFill>
                  <a:srgbClr val="282828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ctr" rtl="0">
                  <a:spcBef>
                    <a:spcPct val="0"/>
                  </a:spcBef>
                  <a:spcAft>
                    <a:spcPct val="0"/>
                  </a:spcAft>
                  <a:buNone/>
                </a:pPr>
                <a:endParaRPr>
                  <a:latin typeface="Lexend"/>
                  <a:ea typeface="Lexend"/>
                  <a:cs typeface="Lexend"/>
                  <a:sym typeface="Lexend"/>
                </a:endParaRPr>
              </a:p>
            </p:txBody>
          </p:sp>
        </p:grpSp>
      </p:grpSp>
      <p:sp>
        <p:nvSpPr>
          <p:cNvPr id="1568" name="Google Shape;1568;p94"/>
          <p:cNvSpPr/>
          <p:nvPr/>
        </p:nvSpPr>
        <p:spPr>
          <a:xfrm>
            <a:off x="3484054" y="3833092"/>
            <a:ext cx="823800" cy="636000"/>
          </a:xfrm>
          <a:prstGeom prst="roundRect">
            <a:avLst>
              <a:gd name="adj" fmla="val 16667"/>
            </a:avLst>
          </a:prstGeom>
          <a:noFill/>
          <a:ln w="28575" cap="flat" cmpd="sng">
            <a:solidFill>
              <a:schemeClr val="dk2"/>
            </a:solidFill>
            <a:prstDash val="dash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ct val="0"/>
              </a:spcBef>
              <a:spcAft>
                <a:spcPct val="0"/>
              </a:spcAft>
              <a:buNone/>
            </a:pPr>
            <a:endParaRPr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569" name="Google Shape;1569;p94"/>
          <p:cNvCxnSpPr>
            <a:stCxn id="1568" idx="3"/>
          </p:cNvCxnSpPr>
          <p:nvPr/>
        </p:nvCxnSpPr>
        <p:spPr>
          <a:xfrm>
            <a:off x="4307854" y="4151092"/>
            <a:ext cx="1071000" cy="30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570" name="Google Shape;1570;p94"/>
          <p:cNvCxnSpPr/>
          <p:nvPr/>
        </p:nvCxnSpPr>
        <p:spPr>
          <a:xfrm>
            <a:off x="1955356" y="2944762"/>
            <a:ext cx="404100" cy="90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71" name="Google Shape;1571;p94"/>
          <p:cNvCxnSpPr/>
          <p:nvPr/>
        </p:nvCxnSpPr>
        <p:spPr>
          <a:xfrm flipH="1">
            <a:off x="6368783" y="3438902"/>
            <a:ext cx="169200" cy="234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2" name="Google Shape;1572;p94"/>
          <p:cNvSpPr txBox="1"/>
          <p:nvPr>
            <p:ph type="body" idx="1"/>
          </p:nvPr>
        </p:nvSpPr>
        <p:spPr>
          <a:xfrm>
            <a:off x="646924" y="2747199"/>
            <a:ext cx="1388100" cy="388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whole school</a:t>
            </a:r>
            <a:endParaRPr sz="1600"/>
          </a:p>
        </p:txBody>
      </p:sp>
      <p:sp>
        <p:nvSpPr>
          <p:cNvPr id="1573" name="Google Shape;1573;p94"/>
          <p:cNvSpPr txBox="1"/>
          <p:nvPr>
            <p:ph type="body" idx="1"/>
          </p:nvPr>
        </p:nvSpPr>
        <p:spPr>
          <a:xfrm>
            <a:off x="6585350" y="2969325"/>
            <a:ext cx="2234700" cy="499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600"/>
              <a:t>group of pupils from youngest year group</a:t>
            </a:r>
            <a:endParaRPr sz="1600"/>
          </a:p>
        </p:txBody>
      </p:sp>
      <p:cxnSp>
        <p:nvCxnSpPr>
          <p:cNvPr id="1574" name="Google Shape;1574;p94"/>
          <p:cNvCxnSpPr/>
          <p:nvPr/>
        </p:nvCxnSpPr>
        <p:spPr>
          <a:xfrm flipH="1">
            <a:off x="4713600" y="2237775"/>
            <a:ext cx="123600" cy="344100"/>
          </a:xfrm>
          <a:prstGeom prst="straightConnector1">
            <a:avLst/>
          </a:prstGeom>
          <a:noFill/>
          <a:ln w="1905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575" name="Google Shape;1575;p94"/>
          <p:cNvSpPr txBox="1"/>
          <p:nvPr/>
        </p:nvSpPr>
        <p:spPr>
          <a:xfrm>
            <a:off x="220927" y="1273502"/>
            <a:ext cx="87285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Bias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can be caused by collecting data from a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that is not representative of the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population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</a:t>
            </a:r>
            <a:endParaRPr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579" name="Shape 1579"/>
        <p:cNvGrpSpPr/>
        <p:nvPr/>
      </p:nvGrpSpPr>
      <p:grpSpPr>
        <a:xfrm>
          <a:off x="0" y="0"/>
          <a:ext cx="0" cy="0"/>
        </a:xfrm>
      </p:grpSpPr>
      <p:sp>
        <p:nvSpPr>
          <p:cNvPr id="1580" name="Google Shape;1580;p95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581" name="Google Shape;1581;p95"/>
          <p:cNvSpPr txBox="1"/>
          <p:nvPr>
            <p:ph type="body" idx="1"/>
          </p:nvPr>
        </p:nvSpPr>
        <p:spPr>
          <a:xfrm>
            <a:off x="324000" y="759300"/>
            <a:ext cx="8496000" cy="9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Izzy wants to investigate which genres of books pupils in her school enjoy reading. She chooses a class in the oldest year group and gives them a questionnaire about which books they read.</a:t>
            </a:r>
            <a:endParaRPr sz="2400"/>
          </a:p>
        </p:txBody>
      </p:sp>
      <p:grpSp>
        <p:nvGrpSpPr>
          <p:cNvPr id="1582" name="Google Shape;1582;p95"/>
          <p:cNvGrpSpPr/>
          <p:nvPr/>
        </p:nvGrpSpPr>
        <p:grpSpPr>
          <a:xfrm>
            <a:off x="323991" y="2302270"/>
            <a:ext cx="457200" cy="457200"/>
            <a:chOff x="1020916" y="1442088"/>
            <a:chExt cx="457200" cy="457200"/>
          </a:xfrm>
        </p:grpSpPr>
        <p:pic>
          <p:nvPicPr>
            <p:cNvPr id="1583" name="Google Shape;1583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4" name="Google Shape;1584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5" name="Google Shape;1585;p95"/>
          <p:cNvGrpSpPr/>
          <p:nvPr/>
        </p:nvGrpSpPr>
        <p:grpSpPr>
          <a:xfrm>
            <a:off x="323991" y="2984212"/>
            <a:ext cx="457200" cy="457200"/>
            <a:chOff x="1020916" y="1442088"/>
            <a:chExt cx="457200" cy="457200"/>
          </a:xfrm>
        </p:grpSpPr>
        <p:pic>
          <p:nvPicPr>
            <p:cNvPr id="1586" name="Google Shape;1586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87" name="Google Shape;1587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588" name="Google Shape;1588;p95"/>
          <p:cNvGrpSpPr/>
          <p:nvPr/>
        </p:nvGrpSpPr>
        <p:grpSpPr>
          <a:xfrm>
            <a:off x="323991" y="3666154"/>
            <a:ext cx="457200" cy="457200"/>
            <a:chOff x="1020916" y="1442088"/>
            <a:chExt cx="457200" cy="457200"/>
          </a:xfrm>
        </p:grpSpPr>
        <p:pic>
          <p:nvPicPr>
            <p:cNvPr id="1589" name="Google Shape;1589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0" name="Google Shape;1590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1" name="Google Shape;1591;p95"/>
          <p:cNvSpPr txBox="1"/>
          <p:nvPr>
            <p:ph type="body" idx="1"/>
          </p:nvPr>
        </p:nvSpPr>
        <p:spPr>
          <a:xfrm>
            <a:off x="906300" y="2364970"/>
            <a:ext cx="49833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all the school pupils in the country</a:t>
            </a:r>
            <a:endParaRPr sz="1800"/>
          </a:p>
        </p:txBody>
      </p:sp>
      <p:sp>
        <p:nvSpPr>
          <p:cNvPr id="1592" name="Google Shape;1592;p95"/>
          <p:cNvSpPr txBox="1"/>
          <p:nvPr>
            <p:ph type="body" idx="1"/>
          </p:nvPr>
        </p:nvSpPr>
        <p:spPr>
          <a:xfrm>
            <a:off x="924375" y="3046925"/>
            <a:ext cx="44394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all the pupils in Izzy’s school</a:t>
            </a:r>
            <a:endParaRPr sz="1800"/>
          </a:p>
        </p:txBody>
      </p:sp>
      <p:sp>
        <p:nvSpPr>
          <p:cNvPr id="1593" name="Google Shape;1593;p95"/>
          <p:cNvSpPr txBox="1"/>
          <p:nvPr>
            <p:ph type="body" idx="1"/>
          </p:nvPr>
        </p:nvSpPr>
        <p:spPr>
          <a:xfrm>
            <a:off x="924375" y="3772500"/>
            <a:ext cx="60573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all the pupils in the oldest year group of Izzy’s school</a:t>
            </a:r>
            <a:endParaRPr sz="1800"/>
          </a:p>
        </p:txBody>
      </p:sp>
      <p:grpSp>
        <p:nvGrpSpPr>
          <p:cNvPr id="1594" name="Google Shape;1594;p95"/>
          <p:cNvGrpSpPr/>
          <p:nvPr/>
        </p:nvGrpSpPr>
        <p:grpSpPr>
          <a:xfrm>
            <a:off x="334769" y="4340319"/>
            <a:ext cx="457200" cy="457200"/>
            <a:chOff x="1020916" y="1442088"/>
            <a:chExt cx="457200" cy="457200"/>
          </a:xfrm>
        </p:grpSpPr>
        <p:pic>
          <p:nvPicPr>
            <p:cNvPr id="1595" name="Google Shape;1595;p95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596" name="Google Shape;1596;p95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597" name="Google Shape;1597;p95"/>
          <p:cNvSpPr txBox="1"/>
          <p:nvPr/>
        </p:nvSpPr>
        <p:spPr>
          <a:xfrm>
            <a:off x="248755" y="1709127"/>
            <a:ext cx="651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population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Izzy’s investigation?</a:t>
            </a:r>
            <a:endParaRPr/>
          </a:p>
        </p:txBody>
      </p:sp>
      <p:sp>
        <p:nvSpPr>
          <p:cNvPr id="1598" name="Google Shape;1598;p95"/>
          <p:cNvSpPr txBox="1"/>
          <p:nvPr>
            <p:ph type="body" idx="1"/>
          </p:nvPr>
        </p:nvSpPr>
        <p:spPr>
          <a:xfrm>
            <a:off x="924375" y="4425100"/>
            <a:ext cx="69387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all the pupils in the class that were given the questionnaire </a:t>
            </a:r>
            <a:endParaRPr sz="1800"/>
          </a:p>
        </p:txBody>
      </p:sp>
      <p:pic>
        <p:nvPicPr>
          <p:cNvPr id="1599" name="Google Shape;1599;p9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195733" y="300325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00" name="Google Shape;1600;p9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7628" y="1709126"/>
            <a:ext cx="574426" cy="193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04" name="Shape 1604"/>
        <p:cNvGrpSpPr/>
        <p:nvPr/>
      </p:nvGrpSpPr>
      <p:grpSpPr>
        <a:xfrm>
          <a:off x="0" y="0"/>
          <a:ext cx="0" cy="0"/>
        </a:xfrm>
      </p:grpSpPr>
      <p:sp>
        <p:nvSpPr>
          <p:cNvPr id="1605" name="Google Shape;1605;p96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606" name="Google Shape;1606;p96"/>
          <p:cNvSpPr txBox="1"/>
          <p:nvPr>
            <p:ph type="body" idx="1"/>
          </p:nvPr>
        </p:nvSpPr>
        <p:spPr>
          <a:xfrm>
            <a:off x="324000" y="759300"/>
            <a:ext cx="8496000" cy="9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Izzy wants to investigate which genres of books pupils in her school enjoy reading. She chooses a class in the oldest year group and gives them a questionnaire about which books they read.</a:t>
            </a:r>
            <a:endParaRPr sz="2400"/>
          </a:p>
        </p:txBody>
      </p:sp>
      <p:grpSp>
        <p:nvGrpSpPr>
          <p:cNvPr id="1607" name="Google Shape;1607;p96"/>
          <p:cNvGrpSpPr/>
          <p:nvPr/>
        </p:nvGrpSpPr>
        <p:grpSpPr>
          <a:xfrm>
            <a:off x="323991" y="2302270"/>
            <a:ext cx="457200" cy="457200"/>
            <a:chOff x="1020916" y="1442088"/>
            <a:chExt cx="457200" cy="457200"/>
          </a:xfrm>
        </p:grpSpPr>
        <p:pic>
          <p:nvPicPr>
            <p:cNvPr id="1608" name="Google Shape;1608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09" name="Google Shape;1609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a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0" name="Google Shape;1610;p96"/>
          <p:cNvGrpSpPr/>
          <p:nvPr/>
        </p:nvGrpSpPr>
        <p:grpSpPr>
          <a:xfrm>
            <a:off x="323991" y="2984212"/>
            <a:ext cx="457200" cy="457200"/>
            <a:chOff x="1020916" y="1442088"/>
            <a:chExt cx="457200" cy="457200"/>
          </a:xfrm>
        </p:grpSpPr>
        <p:pic>
          <p:nvPicPr>
            <p:cNvPr id="1611" name="Google Shape;1611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2" name="Google Shape;1612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b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grpSp>
        <p:nvGrpSpPr>
          <p:cNvPr id="1613" name="Google Shape;1613;p96"/>
          <p:cNvGrpSpPr/>
          <p:nvPr/>
        </p:nvGrpSpPr>
        <p:grpSpPr>
          <a:xfrm>
            <a:off x="323991" y="3666154"/>
            <a:ext cx="457200" cy="457200"/>
            <a:chOff x="1020916" y="1442088"/>
            <a:chExt cx="457200" cy="457200"/>
          </a:xfrm>
        </p:grpSpPr>
        <p:pic>
          <p:nvPicPr>
            <p:cNvPr id="1614" name="Google Shape;1614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15" name="Google Shape;1615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c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16" name="Google Shape;1616;p96"/>
          <p:cNvSpPr txBox="1"/>
          <p:nvPr>
            <p:ph type="body" idx="1"/>
          </p:nvPr>
        </p:nvSpPr>
        <p:spPr>
          <a:xfrm>
            <a:off x="906300" y="2364970"/>
            <a:ext cx="49833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all the school pupils in the country</a:t>
            </a:r>
            <a:endParaRPr sz="1800"/>
          </a:p>
        </p:txBody>
      </p:sp>
      <p:sp>
        <p:nvSpPr>
          <p:cNvPr id="1617" name="Google Shape;1617;p96"/>
          <p:cNvSpPr txBox="1"/>
          <p:nvPr>
            <p:ph type="body" idx="1"/>
          </p:nvPr>
        </p:nvSpPr>
        <p:spPr>
          <a:xfrm>
            <a:off x="924375" y="3046925"/>
            <a:ext cx="44394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all the pupils in Izzy’s school</a:t>
            </a:r>
            <a:endParaRPr sz="1800"/>
          </a:p>
        </p:txBody>
      </p:sp>
      <p:sp>
        <p:nvSpPr>
          <p:cNvPr id="1618" name="Google Shape;1618;p96"/>
          <p:cNvSpPr txBox="1"/>
          <p:nvPr>
            <p:ph type="body" idx="1"/>
          </p:nvPr>
        </p:nvSpPr>
        <p:spPr>
          <a:xfrm>
            <a:off x="924375" y="3772500"/>
            <a:ext cx="60573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all the pupils in the oldest year group of Izzy’s school</a:t>
            </a:r>
            <a:endParaRPr sz="1800"/>
          </a:p>
        </p:txBody>
      </p:sp>
      <p:grpSp>
        <p:nvGrpSpPr>
          <p:cNvPr id="1619" name="Google Shape;1619;p96"/>
          <p:cNvGrpSpPr/>
          <p:nvPr/>
        </p:nvGrpSpPr>
        <p:grpSpPr>
          <a:xfrm>
            <a:off x="334769" y="4340319"/>
            <a:ext cx="457200" cy="457200"/>
            <a:chOff x="1020916" y="1442088"/>
            <a:chExt cx="457200" cy="457200"/>
          </a:xfrm>
        </p:grpSpPr>
        <p:pic>
          <p:nvPicPr>
            <p:cNvPr id="1620" name="Google Shape;1620;p96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1020916" y="1442088"/>
              <a:ext cx="457200" cy="45720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1621" name="Google Shape;1621;p96"/>
            <p:cNvSpPr txBox="1"/>
            <p:nvPr/>
          </p:nvSpPr>
          <p:spPr>
            <a:xfrm>
              <a:off x="1045528" y="1526400"/>
              <a:ext cx="408000" cy="2772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ctr" rtl="0">
                <a:spcBef>
                  <a:spcPct val="0"/>
                </a:spcBef>
                <a:spcAft>
                  <a:spcPct val="0"/>
                </a:spcAft>
                <a:buNone/>
              </a:pPr>
              <a:r>
                <a:rPr lang="en-GB" sz="1800" b="1">
                  <a:solidFill>
                    <a:srgbClr val="FFFFFF"/>
                  </a:solidFill>
                  <a:latin typeface="Lexend"/>
                  <a:ea typeface="Lexend"/>
                  <a:cs typeface="Lexend"/>
                  <a:sym typeface="Lexend"/>
                </a:rPr>
                <a:t>d</a:t>
              </a:r>
              <a:endParaRPr sz="1800" b="1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endParaRPr>
            </a:p>
          </p:txBody>
        </p:sp>
      </p:grpSp>
      <p:sp>
        <p:nvSpPr>
          <p:cNvPr id="1622" name="Google Shape;1622;p96"/>
          <p:cNvSpPr txBox="1"/>
          <p:nvPr/>
        </p:nvSpPr>
        <p:spPr>
          <a:xfrm>
            <a:off x="248755" y="1709127"/>
            <a:ext cx="651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What is the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sample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 in Izzy’s investigation?</a:t>
            </a:r>
            <a:endParaRPr/>
          </a:p>
        </p:txBody>
      </p:sp>
      <p:sp>
        <p:nvSpPr>
          <p:cNvPr id="1623" name="Google Shape;1623;p96"/>
          <p:cNvSpPr txBox="1"/>
          <p:nvPr>
            <p:ph type="body" idx="1"/>
          </p:nvPr>
        </p:nvSpPr>
        <p:spPr>
          <a:xfrm>
            <a:off x="924375" y="4425100"/>
            <a:ext cx="6938700" cy="331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1800"/>
              <a:t>all the pupils in the class that were given the questionnaire </a:t>
            </a:r>
            <a:endParaRPr sz="1800"/>
          </a:p>
        </p:txBody>
      </p:sp>
      <p:pic>
        <p:nvPicPr>
          <p:cNvPr id="1624" name="Google Shape;1624;p9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459208" y="4320000"/>
            <a:ext cx="396000" cy="4191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625" name="Google Shape;1625;p96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167628" y="1709126"/>
            <a:ext cx="574426" cy="193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29" name="Shape 1629"/>
        <p:cNvGrpSpPr/>
        <p:nvPr/>
      </p:nvGrpSpPr>
      <p:grpSpPr>
        <a:xfrm>
          <a:off x="0" y="0"/>
          <a:ext cx="0" cy="0"/>
        </a:xfrm>
      </p:grpSpPr>
      <p:sp>
        <p:nvSpPr>
          <p:cNvPr id="1630" name="Google Shape;1630;p97"/>
          <p:cNvSpPr txBox="1"/>
          <p:nvPr>
            <p:ph type="title"/>
          </p:nvPr>
        </p:nvSpPr>
        <p:spPr>
          <a:xfrm>
            <a:off x="324000" y="0"/>
            <a:ext cx="7885200" cy="6135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631" name="Google Shape;1631;p97"/>
          <p:cNvSpPr txBox="1"/>
          <p:nvPr>
            <p:ph type="body" idx="1"/>
          </p:nvPr>
        </p:nvSpPr>
        <p:spPr>
          <a:xfrm>
            <a:off x="324000" y="759300"/>
            <a:ext cx="8496000" cy="95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Izzy wants to investigate which genres of books pupils in her school enjoy reading. She chooses a class in the oldest year group and gives them a questionnaire about which books they read.</a:t>
            </a:r>
            <a:endParaRPr sz="2400"/>
          </a:p>
        </p:txBody>
      </p:sp>
      <p:sp>
        <p:nvSpPr>
          <p:cNvPr id="1632" name="Google Shape;1632;p97"/>
          <p:cNvSpPr txBox="1"/>
          <p:nvPr/>
        </p:nvSpPr>
        <p:spPr>
          <a:xfrm>
            <a:off x="248755" y="1709127"/>
            <a:ext cx="6514200" cy="46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Why might Izzy’s results be </a:t>
            </a:r>
            <a:r>
              <a:rPr lang="en-GB" sz="1800" b="1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biased</a:t>
            </a:r>
            <a:r>
              <a:rPr lang="en-GB" sz="18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?</a:t>
            </a:r>
            <a:endParaRPr/>
          </a:p>
        </p:txBody>
      </p:sp>
      <p:sp>
        <p:nvSpPr>
          <p:cNvPr id="1633" name="Google Shape;1633;p97"/>
          <p:cNvSpPr txBox="1"/>
          <p:nvPr/>
        </p:nvSpPr>
        <p:spPr>
          <a:xfrm>
            <a:off x="247805" y="3099476"/>
            <a:ext cx="651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genres of books people enjoy may differ with age.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4" name="Google Shape;1634;p97"/>
          <p:cNvSpPr txBox="1"/>
          <p:nvPr/>
        </p:nvSpPr>
        <p:spPr>
          <a:xfrm>
            <a:off x="247800" y="3747175"/>
            <a:ext cx="86151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The opinions of the </a:t>
            </a: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sample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may not represent the opinion of the </a:t>
            </a: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population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35" name="Google Shape;1635;p97"/>
          <p:cNvSpPr txBox="1"/>
          <p:nvPr/>
        </p:nvSpPr>
        <p:spPr>
          <a:xfrm>
            <a:off x="247805" y="2451777"/>
            <a:ext cx="65142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All the pupils in the </a:t>
            </a:r>
            <a:r>
              <a:rPr lang="en-GB" sz="2000" b="1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sample </a:t>
            </a:r>
            <a:r>
              <a:rPr lang="en-GB" sz="2000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rPr>
              <a:t>are the same age.</a:t>
            </a:r>
            <a:endParaRPr sz="1600">
              <a:latin typeface="Kalam"/>
              <a:ea typeface="Kalam"/>
              <a:cs typeface="Kalam"/>
              <a:sym typeface="Kalam"/>
            </a:endParaRPr>
          </a:p>
        </p:txBody>
      </p:sp>
      <p:pic>
        <p:nvPicPr>
          <p:cNvPr id="1636" name="Google Shape;1636;p9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167628" y="1709126"/>
            <a:ext cx="574426" cy="193174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0" name="Shape 1640"/>
        <p:cNvGrpSpPr/>
        <p:nvPr/>
      </p:nvGrpSpPr>
      <p:grpSpPr>
        <a:xfrm>
          <a:off x="0" y="0"/>
          <a:ext cx="0" cy="0"/>
        </a:xfrm>
      </p:grpSpPr>
      <p:sp>
        <p:nvSpPr>
          <p:cNvPr id="1641" name="Google Shape;1641;p98"/>
          <p:cNvSpPr txBox="1"/>
          <p:nvPr>
            <p:ph type="body" idx="1"/>
          </p:nvPr>
        </p:nvSpPr>
        <p:spPr>
          <a:xfrm>
            <a:off x="324000" y="759300"/>
            <a:ext cx="8496000" cy="352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1) Jun wants to find out the average time people take to run a 100 metre race in his </a:t>
            </a:r>
            <a:br>
              <a:rPr lang="en-GB" sz="1600"/>
            </a:br>
            <a:r>
              <a:rPr lang="en-GB" sz="1600"/>
              <a:t>    school. He assists in a PE lesson for a class in the youngest year group by timing </a:t>
            </a:r>
            <a:br>
              <a:rPr lang="en-GB" sz="1600"/>
            </a:br>
            <a:r>
              <a:rPr lang="en-GB" sz="1600"/>
              <a:t>    how long each pupil takes to complete the race. He then calculates the mean time.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a) What is the </a:t>
            </a:r>
            <a:r>
              <a:rPr lang="en-GB" sz="1600" b="1"/>
              <a:t>population </a:t>
            </a:r>
            <a:r>
              <a:rPr lang="en-GB" sz="1600"/>
              <a:t>in Jun’s investigation?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600"/>
            </a:br>
            <a:r>
              <a:rPr lang="en-GB" sz="1600"/>
              <a:t>b) Who does Jun use in his </a:t>
            </a:r>
            <a:r>
              <a:rPr lang="en-GB" sz="1600" b="1"/>
              <a:t>sample</a:t>
            </a:r>
            <a:r>
              <a:rPr lang="en-GB" sz="1600"/>
              <a:t>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c) Why could Jun’s data be </a:t>
            </a:r>
            <a:r>
              <a:rPr lang="en-GB" sz="1600" b="1"/>
              <a:t>biased</a:t>
            </a:r>
            <a:r>
              <a:rPr lang="en-GB" sz="1600"/>
              <a:t>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d) Propose an alternative way for Jun to collect his data.</a:t>
            </a:r>
            <a:endParaRPr sz="1600"/>
          </a:p>
        </p:txBody>
      </p:sp>
      <p:sp>
        <p:nvSpPr>
          <p:cNvPr id="1642" name="Google Shape;1642;p98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</p:spTree>
  </p:cSld>
  <p:clrMapOvr>
    <a:masterClrMapping/>
  </p:clrMapOvr>
  <p:transition/>
  <p:timing/>
</p:sld>
</file>

<file path=ppt/slides/slide3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46" name="Shape 1646"/>
        <p:cNvGrpSpPr/>
        <p:nvPr/>
      </p:nvGrpSpPr>
      <p:grpSpPr>
        <a:xfrm>
          <a:off x="0" y="0"/>
          <a:ext cx="0" cy="0"/>
        </a:xfrm>
      </p:grpSpPr>
      <p:sp>
        <p:nvSpPr>
          <p:cNvPr id="1647" name="Google Shape;1647;p99"/>
          <p:cNvSpPr txBox="1"/>
          <p:nvPr>
            <p:ph type="body" idx="1"/>
          </p:nvPr>
        </p:nvSpPr>
        <p:spPr>
          <a:xfrm>
            <a:off x="324000" y="759300"/>
            <a:ext cx="8496000" cy="3525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2) Laura wants to investigate how much time adults in the UK spend exercising, per </a:t>
            </a:r>
            <a:br>
              <a:rPr lang="en-GB" sz="1600"/>
            </a:br>
            <a:r>
              <a:rPr lang="en-GB" sz="1600"/>
              <a:t>    week. She designs a questionnaire about people’s exercise habits. She goes to her </a:t>
            </a:r>
            <a:br>
              <a:rPr lang="en-GB" sz="1600"/>
            </a:br>
            <a:r>
              <a:rPr lang="en-GB" sz="1600"/>
              <a:t>    local gym and asks people to complete her questionnaire.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a) What is the </a:t>
            </a:r>
            <a:r>
              <a:rPr lang="en-GB" sz="1600" b="1"/>
              <a:t>population </a:t>
            </a:r>
            <a:r>
              <a:rPr lang="en-GB" sz="1600"/>
              <a:t>in Laura’s investigation?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600"/>
            </a:br>
            <a:r>
              <a:rPr lang="en-GB" sz="1600"/>
              <a:t>b) Who does Laura use in her </a:t>
            </a:r>
            <a:r>
              <a:rPr lang="en-GB" sz="1600" b="1"/>
              <a:t>sample</a:t>
            </a:r>
            <a:r>
              <a:rPr lang="en-GB" sz="1600"/>
              <a:t>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r>
              <a:rPr lang="en-GB" sz="1600"/>
              <a:t>c) Why could Laura’s data be </a:t>
            </a:r>
            <a:r>
              <a:rPr lang="en-GB" sz="1600" b="1"/>
              <a:t>biased</a:t>
            </a:r>
            <a:r>
              <a:rPr lang="en-GB" sz="1600"/>
              <a:t>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d) Propose an alternative way for Laura to collect data using her questionnaire.</a:t>
            </a:r>
            <a:endParaRPr sz="1600"/>
          </a:p>
        </p:txBody>
      </p:sp>
      <p:sp>
        <p:nvSpPr>
          <p:cNvPr id="1648" name="Google Shape;1648;p99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</p:spTree>
  </p:cSld>
  <p:clrMapOvr>
    <a:masterClrMapping/>
  </p:clrMapOvr>
  <p:transition/>
  <p:timing/>
</p:sld>
</file>

<file path=ppt/slides/slide3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52" name="Shape 1652"/>
        <p:cNvGrpSpPr/>
        <p:nvPr/>
      </p:nvGrpSpPr>
      <p:grpSpPr>
        <a:xfrm>
          <a:off x="0" y="0"/>
          <a:ext cx="0" cy="0"/>
        </a:xfrm>
      </p:grpSpPr>
      <p:sp>
        <p:nvSpPr>
          <p:cNvPr id="1653" name="Google Shape;1653;p100"/>
          <p:cNvSpPr txBox="1"/>
          <p:nvPr>
            <p:ph type="body" idx="1"/>
          </p:nvPr>
        </p:nvSpPr>
        <p:spPr>
          <a:xfrm>
            <a:off x="324000" y="759300"/>
            <a:ext cx="8496000" cy="39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1) Jun wants to find out the average time people take to run a 100 metre race in his </a:t>
            </a:r>
            <a:br>
              <a:rPr lang="en-GB" sz="1600"/>
            </a:br>
            <a:r>
              <a:rPr lang="en-GB" sz="1600"/>
              <a:t>    school. He assists in a PE lesson for a class in the youngest year group by timing </a:t>
            </a:r>
            <a:br>
              <a:rPr lang="en-GB" sz="1600"/>
            </a:br>
            <a:r>
              <a:rPr lang="en-GB" sz="1600"/>
              <a:t>    how long each pupil takes to complete the race. He then calculates the mean time.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a) What is the </a:t>
            </a:r>
            <a:r>
              <a:rPr lang="en-GB" sz="1600" b="1"/>
              <a:t>population </a:t>
            </a:r>
            <a:r>
              <a:rPr lang="en-GB" sz="1600"/>
              <a:t>in Jun’s investigation?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600"/>
            </a:br>
            <a:r>
              <a:rPr lang="en-GB" sz="1600"/>
              <a:t>b) Who does Jun use in his </a:t>
            </a:r>
            <a:r>
              <a:rPr lang="en-GB" sz="1600" b="1"/>
              <a:t>sample</a:t>
            </a:r>
            <a:r>
              <a:rPr lang="en-GB" sz="1600"/>
              <a:t>?</a:t>
            </a:r>
            <a:endParaRPr sz="1600"/>
          </a:p>
        </p:txBody>
      </p:sp>
      <p:sp>
        <p:nvSpPr>
          <p:cNvPr id="1654" name="Google Shape;1654;p100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655" name="Google Shape;1655;p100"/>
          <p:cNvSpPr txBox="1"/>
          <p:nvPr>
            <p:ph type="body" idx="1"/>
          </p:nvPr>
        </p:nvSpPr>
        <p:spPr>
          <a:xfrm>
            <a:off x="600500" y="2234550"/>
            <a:ext cx="32865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the pupils in Jun’s school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56" name="Google Shape;1656;p100"/>
          <p:cNvSpPr txBox="1"/>
          <p:nvPr>
            <p:ph type="body" idx="1"/>
          </p:nvPr>
        </p:nvSpPr>
        <p:spPr>
          <a:xfrm>
            <a:off x="600500" y="3347520"/>
            <a:ext cx="4482000" cy="4020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 class in the youngest year group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60" name="Shape 1660"/>
        <p:cNvGrpSpPr/>
        <p:nvPr/>
      </p:nvGrpSpPr>
      <p:grpSpPr>
        <a:xfrm>
          <a:off x="0" y="0"/>
          <a:ext cx="0" cy="0"/>
        </a:xfrm>
      </p:grpSpPr>
      <p:sp>
        <p:nvSpPr>
          <p:cNvPr id="1661" name="Google Shape;1661;p101"/>
          <p:cNvSpPr txBox="1"/>
          <p:nvPr>
            <p:ph type="body" idx="1"/>
          </p:nvPr>
        </p:nvSpPr>
        <p:spPr>
          <a:xfrm>
            <a:off x="324000" y="759300"/>
            <a:ext cx="8496000" cy="3984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c) Why could Jun’s data be </a:t>
            </a:r>
            <a:r>
              <a:rPr lang="en-GB" sz="1600" b="1"/>
              <a:t>biased</a:t>
            </a:r>
            <a:r>
              <a:rPr lang="en-GB" sz="1600"/>
              <a:t>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d) Propose an alternative way for Jun to collect his data.</a:t>
            </a:r>
            <a:endParaRPr sz="1600"/>
          </a:p>
        </p:txBody>
      </p:sp>
      <p:sp>
        <p:nvSpPr>
          <p:cNvPr id="1662" name="Google Shape;1662;p101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663" name="Google Shape;1663;p101"/>
          <p:cNvSpPr txBox="1"/>
          <p:nvPr>
            <p:ph type="body" idx="1"/>
          </p:nvPr>
        </p:nvSpPr>
        <p:spPr>
          <a:xfrm>
            <a:off x="597000" y="1155274"/>
            <a:ext cx="82230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 has only collected data from a single age group.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4" name="Google Shape;1664;p101"/>
          <p:cNvSpPr txBox="1"/>
          <p:nvPr>
            <p:ph type="body" idx="1"/>
          </p:nvPr>
        </p:nvSpPr>
        <p:spPr>
          <a:xfrm>
            <a:off x="597000" y="3517443"/>
            <a:ext cx="8223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Use a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sample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that includes a mixture of people from each year group.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5" name="Google Shape;1665;p101"/>
          <p:cNvSpPr txBox="1"/>
          <p:nvPr>
            <p:ph type="body" idx="1"/>
          </p:nvPr>
        </p:nvSpPr>
        <p:spPr>
          <a:xfrm>
            <a:off x="581750" y="1683588"/>
            <a:ext cx="82230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Older pupils might run faster than younger pupils.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6" name="Google Shape;1666;p101"/>
          <p:cNvSpPr txBox="1"/>
          <p:nvPr>
            <p:ph type="body" idx="1"/>
          </p:nvPr>
        </p:nvSpPr>
        <p:spPr>
          <a:xfrm>
            <a:off x="566525" y="2222074"/>
            <a:ext cx="8223000" cy="6909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average time for the </a:t>
            </a:r>
            <a:r>
              <a:rPr lang="en-GB" sz="2000" b="1">
                <a:latin typeface="Kalam"/>
                <a:ea typeface="Kalam"/>
                <a:cs typeface="Kalam"/>
                <a:sym typeface="Kalam"/>
              </a:rPr>
              <a:t>sample </a:t>
            </a:r>
            <a:r>
              <a:rPr lang="en-GB" sz="2000">
                <a:latin typeface="Kalam"/>
                <a:ea typeface="Kalam"/>
                <a:cs typeface="Kalam"/>
                <a:sym typeface="Kalam"/>
              </a:rPr>
              <a:t>could be much higher than the average time for the whole school (assuming older students run faster).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67" name="Google Shape;1667;p101"/>
          <p:cNvSpPr txBox="1"/>
          <p:nvPr>
            <p:ph type="body" idx="1"/>
          </p:nvPr>
        </p:nvSpPr>
        <p:spPr>
          <a:xfrm>
            <a:off x="597000" y="4050843"/>
            <a:ext cx="82230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The PE teachers may already have data for the whole school.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1" name="Shape 1671"/>
        <p:cNvGrpSpPr/>
        <p:nvPr/>
      </p:nvGrpSpPr>
      <p:grpSpPr>
        <a:xfrm>
          <a:off x="0" y="0"/>
          <a:ext cx="0" cy="0"/>
        </a:xfrm>
      </p:grpSpPr>
      <p:sp>
        <p:nvSpPr>
          <p:cNvPr id="1672" name="Google Shape;1672;p102"/>
          <p:cNvSpPr txBox="1"/>
          <p:nvPr>
            <p:ph type="body" idx="1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2) Laura wants to investigate how much time adults in the UK spend exercising, per </a:t>
            </a:r>
            <a:br>
              <a:rPr lang="en-GB" sz="1600"/>
            </a:br>
            <a:r>
              <a:rPr lang="en-GB" sz="1600"/>
              <a:t>    week. She designs a questionnaire about people’s exercise habits. She goes to her </a:t>
            </a:r>
            <a:br>
              <a:rPr lang="en-GB" sz="1600"/>
            </a:br>
            <a:r>
              <a:rPr lang="en-GB" sz="1600"/>
              <a:t>    local gym and asks people to complete her questionnaire.</a:t>
            </a:r>
            <a:br>
              <a:rPr lang="en-GB" sz="1600"/>
            </a:br>
            <a:br>
              <a:rPr lang="en-GB" sz="1600"/>
            </a:br>
            <a:r>
              <a:rPr lang="en-GB" sz="1600"/>
              <a:t>a) What is the </a:t>
            </a:r>
            <a:r>
              <a:rPr lang="en-GB" sz="1600" b="1"/>
              <a:t>population </a:t>
            </a:r>
            <a:r>
              <a:rPr lang="en-GB" sz="1600"/>
              <a:t>in Laura’s investigation?</a:t>
            </a: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br>
              <a:rPr lang="en-GB" sz="1600"/>
            </a:br>
            <a:r>
              <a:rPr lang="en-GB" sz="1600"/>
              <a:t>b) Who does Laura use in her </a:t>
            </a:r>
            <a:r>
              <a:rPr lang="en-GB" sz="1600" b="1"/>
              <a:t>sample</a:t>
            </a:r>
            <a:r>
              <a:rPr lang="en-GB" sz="1600"/>
              <a:t>?</a:t>
            </a:r>
            <a:endParaRPr sz="1600"/>
          </a:p>
        </p:txBody>
      </p:sp>
      <p:sp>
        <p:nvSpPr>
          <p:cNvPr id="1673" name="Google Shape;1673;p102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674" name="Google Shape;1674;p102"/>
          <p:cNvSpPr txBox="1"/>
          <p:nvPr>
            <p:ph type="body" idx="1"/>
          </p:nvPr>
        </p:nvSpPr>
        <p:spPr>
          <a:xfrm>
            <a:off x="597000" y="2222074"/>
            <a:ext cx="82230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all adults in the UK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75" name="Google Shape;1675;p102"/>
          <p:cNvSpPr txBox="1"/>
          <p:nvPr>
            <p:ph type="body" idx="1"/>
          </p:nvPr>
        </p:nvSpPr>
        <p:spPr>
          <a:xfrm>
            <a:off x="558900" y="3363300"/>
            <a:ext cx="78663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people who attend the gym that she went to who agree to take her questionnaire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79" name="Shape 1679"/>
        <p:cNvGrpSpPr/>
        <p:nvPr/>
      </p:nvGrpSpPr>
      <p:grpSpPr>
        <a:xfrm>
          <a:off x="0" y="0"/>
          <a:ext cx="0" cy="0"/>
        </a:xfrm>
      </p:grpSpPr>
      <p:sp>
        <p:nvSpPr>
          <p:cNvPr id="1680" name="Google Shape;1680;p103"/>
          <p:cNvSpPr txBox="1"/>
          <p:nvPr>
            <p:ph type="body" idx="1"/>
          </p:nvPr>
        </p:nvSpPr>
        <p:spPr>
          <a:xfrm>
            <a:off x="324000" y="759300"/>
            <a:ext cx="8496000" cy="40611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600"/>
              <a:t>c) Why could Laura’s data be </a:t>
            </a:r>
            <a:r>
              <a:rPr lang="en-GB" sz="1600" b="1"/>
              <a:t>biased</a:t>
            </a:r>
            <a:r>
              <a:rPr lang="en-GB" sz="1600"/>
              <a:t>?</a:t>
            </a:r>
            <a:br>
              <a:rPr lang="en-GB" sz="1600"/>
            </a:b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ct val="0"/>
              </a:spcAft>
              <a:buNone/>
            </a:pPr>
            <a:endParaRPr sz="1600"/>
          </a:p>
          <a:p>
            <a:pPr marL="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-GB" sz="1600"/>
              <a:t>d) Propose an alternative way for Izzy to collect data using her questionnaire.</a:t>
            </a:r>
            <a:endParaRPr sz="1600"/>
          </a:p>
        </p:txBody>
      </p:sp>
      <p:sp>
        <p:nvSpPr>
          <p:cNvPr id="1681" name="Google Shape;1681;p103"/>
          <p:cNvSpPr txBox="1"/>
          <p:nvPr>
            <p:ph type="subTitle" idx="2"/>
          </p:nvPr>
        </p:nvSpPr>
        <p:spPr>
          <a:xfrm>
            <a:off x="1570025" y="134975"/>
            <a:ext cx="6855300" cy="3372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ct val="0"/>
              </a:spcBef>
              <a:spcAft>
                <a:spcPct val="0"/>
              </a:spcAft>
              <a:buNone/>
            </a:pPr>
            <a:r>
              <a:rPr lang="en-GB" sz="1800"/>
              <a:t>Choosing where to collect the data from</a:t>
            </a:r>
            <a:endParaRPr/>
          </a:p>
        </p:txBody>
      </p:sp>
      <p:sp>
        <p:nvSpPr>
          <p:cNvPr id="1682" name="Google Shape;1682;p103"/>
          <p:cNvSpPr txBox="1"/>
          <p:nvPr>
            <p:ph type="body" idx="1"/>
          </p:nvPr>
        </p:nvSpPr>
        <p:spPr>
          <a:xfrm>
            <a:off x="597000" y="1155274"/>
            <a:ext cx="82230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She has only collected data from people who are members of a gym.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3" name="Google Shape;1683;p103"/>
          <p:cNvSpPr txBox="1"/>
          <p:nvPr>
            <p:ph type="body" idx="1"/>
          </p:nvPr>
        </p:nvSpPr>
        <p:spPr>
          <a:xfrm>
            <a:off x="597000" y="1635334"/>
            <a:ext cx="8223000" cy="4167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People who go to a gym may do more exercise than people who don’t.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4" name="Google Shape;1684;p103"/>
          <p:cNvSpPr txBox="1"/>
          <p:nvPr>
            <p:ph type="body" idx="1"/>
          </p:nvPr>
        </p:nvSpPr>
        <p:spPr>
          <a:xfrm>
            <a:off x="597000" y="2176356"/>
            <a:ext cx="8223000" cy="7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Her results might suggest that adults in the UK spend more time doing exercise than they actually do.  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685" name="Google Shape;1685;p103"/>
          <p:cNvSpPr txBox="1"/>
          <p:nvPr>
            <p:ph type="body" idx="1"/>
          </p:nvPr>
        </p:nvSpPr>
        <p:spPr>
          <a:xfrm>
            <a:off x="564000" y="3472600"/>
            <a:ext cx="8256000" cy="7215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ts val="1000"/>
              </a:spcAft>
              <a:buNone/>
            </a:pPr>
            <a:r>
              <a:rPr lang="en-GB" sz="2000">
                <a:latin typeface="Kalam"/>
                <a:ea typeface="Kalam"/>
                <a:cs typeface="Kalam"/>
                <a:sym typeface="Kalam"/>
              </a:rPr>
              <a:t>Conduct her questionnaire in a place where both gym members and non-gym members might go to (e.g. town high street or supermarket)</a:t>
            </a:r>
            <a:endParaRPr sz="2000">
              <a:latin typeface="Kalam"/>
              <a:ea typeface="Kalam"/>
              <a:cs typeface="Kalam"/>
              <a:sym typeface="Kalam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89" name="Shape 1689"/>
        <p:cNvGrpSpPr/>
        <p:nvPr/>
      </p:nvGrpSpPr>
      <p:grpSpPr>
        <a:xfrm>
          <a:off x="0" y="0"/>
          <a:ext cx="0" cy="0"/>
        </a:xfrm>
      </p:grpSpPr>
      <p:sp>
        <p:nvSpPr>
          <p:cNvPr id="1690" name="Google Shape;1690;p104"/>
          <p:cNvSpPr txBox="1"/>
          <p:nvPr>
            <p:ph type="body" idx="1"/>
          </p:nvPr>
        </p:nvSpPr>
        <p:spPr>
          <a:xfrm>
            <a:off x="324000" y="1080000"/>
            <a:ext cx="8113800" cy="37404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Different statistical problems need to be investigated in different ways.</a:t>
            </a:r>
            <a:br>
              <a:rPr lang="en-GB" sz="2000"/>
            </a:br>
            <a:endParaRPr sz="16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When it is impractical to collect data from an entire </a:t>
            </a:r>
            <a:r>
              <a:rPr lang="en-GB" sz="2000" b="1"/>
              <a:t>population</a:t>
            </a:r>
            <a:r>
              <a:rPr lang="en-GB" sz="2000"/>
              <a:t>, data may be collected from a </a:t>
            </a:r>
            <a:r>
              <a:rPr lang="en-GB" sz="2000" b="1"/>
              <a:t>sample</a:t>
            </a:r>
            <a:r>
              <a:rPr lang="en-GB" sz="2000"/>
              <a:t>.</a:t>
            </a:r>
            <a:br>
              <a:rPr lang="en-GB" sz="2000"/>
            </a:br>
            <a:endParaRPr sz="16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When </a:t>
            </a:r>
            <a:r>
              <a:rPr lang="en-GB" sz="2000" b="1"/>
              <a:t>sampling</a:t>
            </a:r>
            <a:r>
              <a:rPr lang="en-GB" sz="2000"/>
              <a:t> from a </a:t>
            </a:r>
            <a:r>
              <a:rPr lang="en-GB" sz="2000" b="1"/>
              <a:t>population</a:t>
            </a:r>
            <a:r>
              <a:rPr lang="en-GB" sz="2000"/>
              <a:t>, the </a:t>
            </a:r>
            <a:r>
              <a:rPr lang="en-GB" sz="2000" b="1"/>
              <a:t>sample </a:t>
            </a:r>
            <a:r>
              <a:rPr lang="en-GB" sz="2000"/>
              <a:t>size needs to be practical.</a:t>
            </a:r>
            <a:br>
              <a:rPr lang="en-GB" sz="2000"/>
            </a:br>
            <a:endParaRPr sz="1600"/>
          </a:p>
          <a:p>
            <a:pPr marL="457200" lvl="0" indent="-355600" algn="l" rtl="0">
              <a:spcBef>
                <a:spcPct val="0"/>
              </a:spcBef>
              <a:spcAft>
                <a:spcPct val="0"/>
              </a:spcAft>
              <a:buSzPts val="2000"/>
              <a:buChar char="●"/>
            </a:pPr>
            <a:r>
              <a:rPr lang="en-GB" sz="2000"/>
              <a:t>Be aware of any factors of a data investigation that may cause </a:t>
            </a:r>
            <a:r>
              <a:rPr lang="en-GB" sz="2000" b="1"/>
              <a:t>bias</a:t>
            </a:r>
            <a:r>
              <a:rPr lang="en-GB" sz="2000"/>
              <a:t> and attempt to reduce it where appropriate.</a:t>
            </a:r>
            <a:endParaRPr sz="2000"/>
          </a:p>
        </p:txBody>
      </p:sp>
      <p:sp>
        <p:nvSpPr>
          <p:cNvPr id="1691" name="Google Shape;1691;p104"/>
          <p:cNvSpPr txBox="1"/>
          <p:nvPr>
            <p:ph type="title"/>
          </p:nvPr>
        </p:nvSpPr>
        <p:spPr>
          <a:xfrm>
            <a:off x="1684800" y="157525"/>
            <a:ext cx="5741400" cy="38280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Statistical problems - data collection</a:t>
            </a:r>
            <a:endParaRPr/>
          </a:p>
        </p:txBody>
      </p:sp>
    </p:spTree>
  </p:cSld>
  <p:clrMapOvr>
    <a:masterClrMapping/>
  </p:clrMapOvr>
  <p:transition/>
  <p:timing/>
</p:sld>
</file>

<file path=ppt/slides/slide4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695" name="Shape 1695"/>
        <p:cNvGrpSpPr/>
        <p:nvPr/>
      </p:nvGrpSpPr>
      <p:grpSpPr>
        <a:xfrm>
          <a:off x="0" y="0"/>
          <a:ext cx="0" cy="0"/>
        </a:xfrm>
      </p:grpSpPr>
      <p:sp>
        <p:nvSpPr>
          <p:cNvPr id="1696" name="Google Shape;1696;p105"/>
          <p:cNvSpPr txBox="1"/>
          <p:nvPr>
            <p:ph type="subTitle" idx="1"/>
          </p:nvPr>
        </p:nvSpPr>
        <p:spPr>
          <a:xfrm>
            <a:off x="661775" y="1129425"/>
            <a:ext cx="7351200" cy="2358000"/>
          </a:xfrm>
          <a:prstGeom prst="rect">
            <a:avLst/>
          </a:prstGeom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© Oak National Academy 2023.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Produced in partnership with Mathematics in Education and Industry. </a:t>
            </a: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endParaRPr/>
          </a:p>
          <a:p>
            <a:pPr marL="0" lvl="0" indent="0" algn="l" rtl="0">
              <a:spcBef>
                <a:spcPct val="0"/>
              </a:spcBef>
              <a:spcAft>
                <a:spcPct val="0"/>
              </a:spcAft>
              <a:buNone/>
            </a:pPr>
            <a:r>
              <a:rPr lang="en-GB"/>
              <a:t>Licensed on the </a:t>
            </a:r>
            <a:r>
              <a:rPr lang="en-GB" u="sng">
                <a:solidFill>
                  <a:schemeClr val="hlink"/>
                </a:solidFill>
                <a:hlinkClick r:id="rId3"/>
              </a:rPr>
              <a:t>Open Government Licence v3.0</a:t>
            </a:r>
            <a:r>
              <a:rPr lang="en-GB"/>
              <a:t>, except where otherwise stated. See </a:t>
            </a:r>
            <a:r>
              <a:rPr lang="en-GB" u="sng">
                <a:solidFill>
                  <a:schemeClr val="accent2"/>
                </a:solidFill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Oak terms and conditions</a:t>
            </a:r>
            <a:r>
              <a:rPr lang="en-GB"/>
              <a:t>.</a:t>
            </a:r>
            <a:endParaRPr/>
          </a:p>
        </p:txBody>
      </p:sp>
      <p:pic>
        <p:nvPicPr>
          <p:cNvPr id="1697" name="Google Shape;1697;p10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42100" y="3453600"/>
            <a:ext cx="652800" cy="32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3.1.32"/>
  <p:tag name="AS_OS" val="Microsoft Windows NT 6.2.9200.0"/>
  <p:tag name="AS_RELEASE_DATE" val="2023.10.14"/>
  <p:tag name="AS_TITLE" val="Aspose.Slides for .NET Standard 2.0"/>
  <p:tag name="AS_VERSION" val="23.10"/>
</p:tagLst>
</file>

<file path=ppt/theme/theme1.xml><?xml version="1.0" encoding="utf-8"?>
<a:theme xmlns:r="http://schemas.openxmlformats.org/officeDocument/2006/relationships" xmlns:a="http://schemas.openxmlformats.org/drawingml/2006/main" name="simple-light-2">
  <a:themeElements>
    <a:clrScheme name="Simple Light">
      <a:dk1>
        <a:srgbClr val="000000"/>
      </a:dk1>
      <a:lt1>
        <a:srgbClr val="FFFFFF"/>
      </a:lt1>
      <a:dk2>
        <a:srgbClr val="808080"/>
      </a:dk2>
      <a:lt2>
        <a:srgbClr val="F0F0F0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C63D01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r="http://schemas.openxmlformats.org/officeDocument/2006/relationships" xmlns:a="http://schemas.openxmlformats.org/drawingml/2006/main" name="simple-light-2 override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Arial"/>
        <a:cs typeface="Arial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:vt="http://schemas.openxmlformats.org/officeDocument/2006/docPropsVTypes" xmlns="http://schemas.openxmlformats.org/officeDocument/2006/extended-properties">
  <Company/>
  <Paragraphs>269</Paragraphs>
  <Slides>42</Slides>
  <Notes>42</Notes>
  <TotalTime>0</TotalTime>
  <HiddenSlides>1</HiddenSlides>
  <MMClips>0</MMClips>
  <ScaleCrop>0</ScaleCrop>
  <HeadingPairs>
    <vt:vector baseType="variant" size="6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42</vt:i4>
      </vt:variant>
    </vt:vector>
  </HeadingPairs>
  <TitlesOfParts>
    <vt:vector baseType="lpstr" size="50">
      <vt:lpstr>Arial</vt:lpstr>
      <vt:lpstr>Lexend</vt:lpstr>
      <vt:lpstr>Lexend Medium</vt:lpstr>
      <vt:lpstr>Kalam</vt:lpstr>
      <vt:lpstr>Lexend Light</vt:lpstr>
      <vt:lpstr>Calibri</vt:lpstr>
      <vt:lpstr>ABeeZee</vt:lpstr>
      <vt:lpstr>simple-light-2</vt:lpstr>
      <vt:lpstr>Statistical problems - data collection</vt:lpstr>
      <vt:lpstr>PowerPoint Presentation</vt:lpstr>
      <vt:lpstr>PowerPoint Presentation</vt:lpstr>
      <vt:lpstr>PowerPoint Presentation</vt:lpstr>
      <vt:lpstr>Choosing what data to collect</vt:lpstr>
      <vt:lpstr>Choosing what data to collect</vt:lpstr>
      <vt:lpstr>Choosing what data to collect</vt:lpstr>
      <vt:lpstr>Choosing what data to collect</vt:lpstr>
      <vt:lpstr>Choosing what data to collect</vt:lpstr>
      <vt:lpstr>Choosing what data to collect</vt:lpstr>
      <vt:lpstr>Choosing what data to collect</vt:lpstr>
      <vt:lpstr>Choosing what data to collect</vt:lpstr>
      <vt:lpstr>Choosing what data to collect</vt:lpstr>
      <vt:lpstr>Which tool would be most helpful to collect data about the length of leaves?</vt:lpstr>
      <vt:lpstr>Which tool would be most helpful to collect data how many people take each mode of transport to travel to work?</vt:lpstr>
      <vt:lpstr>Choosing what data to collect</vt:lpstr>
      <vt:lpstr>Choosing what data to collect</vt:lpstr>
      <vt:lpstr>Choosing what data to collect</vt:lpstr>
      <vt:lpstr>Choosing what data to collect</vt:lpstr>
      <vt:lpstr>Choosing what data to collect</vt:lpstr>
      <vt:lpstr>PowerPoint Presentation</vt:lpstr>
      <vt:lpstr>PowerPoint Presentation</vt:lpstr>
      <vt:lpstr>Choosing what data to collect</vt:lpstr>
      <vt:lpstr>Choosing where to collect the data from</vt:lpstr>
      <vt:lpstr>Choosing where to collect the data from</vt:lpstr>
      <vt:lpstr>Choosing where to collect the data from</vt:lpstr>
      <vt:lpstr>Choosing where to collect the data from</vt:lpstr>
      <vt:lpstr>Choosing where to collect the data from</vt:lpstr>
      <vt:lpstr>Choosing where to collect the data from</vt:lpstr>
      <vt:lpstr>Choosing where to collect the data from</vt:lpstr>
      <vt:lpstr>Choosing where to collect the data from</vt:lpstr>
      <vt:lpstr>Choosing where to collect the data from</vt:lpstr>
      <vt:lpstr>Choosing where to collect the data from</vt:lpstr>
      <vt:lpstr>Choosing where to collect the data from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Statistical problems - data collection</vt:lpstr>
      <vt:lpstr>PowerPoint Presentation</vt:lpstr>
    </vt:vector>
  </TitlesOfParts>
  <LinksUpToDate>0</LinksUpToDate>
  <SharedDoc>0</SharedDoc>
  <HyperlinksChanged>0</HyperlinksChanged>
  <Application>Aspose.Slides for .NET</Application>
  <AppVersion>23.1000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  <cp:lastPrinted>2023-12-08T09:51:40.238</cp:lastPrinted>
  <dcterms:created xsi:type="dcterms:W3CDTF">2023-12-08T09:51:40Z</dcterms:created>
  <dcterms:modified xsi:type="dcterms:W3CDTF">2023-12-08T09:49:07Z</dcterms:modified>
</cp:coreProperties>
</file>