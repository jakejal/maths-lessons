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" name="Shape 157"/>
        <p:cNvGrpSpPr/>
        <p:nvPr/>
      </p:nvGrpSpPr>
      <p:grpSpPr>
        <a:xfrm>
          <a:off x="0" y="0"/>
          <a:ext cx="0" cy="0"/>
        </a:xfrm>
      </p:grpSpPr>
      <p:sp>
        <p:nvSpPr>
          <p:cNvPr id="158" name="Google Shape;158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74" name="Shape 174"/>
        <p:cNvGrpSpPr/>
        <p:nvPr/>
      </p:nvGrpSpPr>
      <p:grpSpPr>
        <a:xfrm>
          <a:off x="0" y="0"/>
          <a:ext cx="0" cy="0"/>
        </a:xfrm>
      </p:grpSpPr>
      <p:sp>
        <p:nvSpPr>
          <p:cNvPr id="175" name="Google Shape;175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type="subTitle" idx="2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" name="Shape 160"/>
        <p:cNvGrpSpPr/>
        <p:nvPr/>
      </p:nvGrpSpPr>
      <p:grpSpPr>
        <a:xfrm>
          <a:off x="0" y="0"/>
          <a: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Statistical problems - data collection</a:t>
            </a:r>
            <a:endParaRPr/>
          </a:p>
        </p:txBody>
      </p:sp>
      <p:sp>
        <p:nvSpPr>
          <p:cNvPr id="162" name="Google Shape;162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cxnSp>
        <p:nvCxnSpPr>
          <p:cNvPr id="163" name="Google Shape;163;p20"/>
          <p:cNvCxnSpPr/>
          <p:nvPr/>
        </p:nvCxnSpPr>
        <p:spPr>
          <a:xfrm>
            <a:off x="400300" y="997200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4" name="Google Shape;164;p20"/>
          <p:cNvSpPr txBox="1"/>
          <p:nvPr/>
        </p:nvSpPr>
        <p:spPr>
          <a:xfrm>
            <a:off x="468000" y="14513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Choosing what data to collect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68000" y="1865900"/>
            <a:ext cx="66240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 supermarket manager collects data to investigate ways to save money, increase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sales and improve the customers’ experience.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Match the data with the most appropriate tools for collecting it.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472013" y="3174344"/>
            <a:ext cx="4086600" cy="2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customers’ opinions about a product that is for sale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344400" y="5718669"/>
            <a:ext cx="4211700" cy="2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time that customers spend queuing at the checkout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344400" y="4870561"/>
            <a:ext cx="4211700" cy="2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weight of the vegetables which are left unpurchased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344400" y="4022452"/>
            <a:ext cx="4211700" cy="2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number of customers visiting at each time of the day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5728775" y="4868302"/>
            <a:ext cx="1058400" cy="2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tally chart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5721000" y="3168969"/>
            <a:ext cx="1427100" cy="2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questionnaire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5723400" y="4018636"/>
            <a:ext cx="1058400" cy="2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stopwatch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5723400" y="5717969"/>
            <a:ext cx="1578600" cy="26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weighing scales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7" name="Shape 177"/>
        <p:cNvGrpSpPr/>
        <p:nvPr/>
      </p:nvGrpSpPr>
      <p:grpSpPr>
        <a:xfrm>
          <a:off x="0" y="0"/>
          <a:ext cx="0" cy="0"/>
        </a:xfrm>
      </p:grpSpPr>
      <p:sp>
        <p:nvSpPr>
          <p:cNvPr id="178" name="Google Shape;178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79" name="Google Shape;179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Statistical problems - data collection</a:t>
            </a:r>
            <a:endParaRPr/>
          </a:p>
        </p:txBody>
      </p:sp>
      <p:sp>
        <p:nvSpPr>
          <p:cNvPr id="180" name="Google Shape;180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81" name="Google Shape;181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2" name="Google Shape;182;p21"/>
          <p:cNvCxnSpPr/>
          <p:nvPr/>
        </p:nvCxnSpPr>
        <p:spPr>
          <a:xfrm>
            <a:off x="400300" y="997200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3" name="Google Shape;183;p21"/>
          <p:cNvSpPr txBox="1"/>
          <p:nvPr/>
        </p:nvSpPr>
        <p:spPr>
          <a:xfrm>
            <a:off x="476400" y="1216500"/>
            <a:ext cx="6624000" cy="28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Jun wants to find out the average time people take to run a 100 metre race in his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school. He assists in a PE lesson for a class in the youngest year group by timing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how long each pupil takes to complete the race. He then calculates the mean time.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What is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population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 Jun’s investigation?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Who does Jun use in his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sample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Why could Jun’s data be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biased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Propose an alternative way for Jun to collect his data.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1"/>
          <p:cNvSpPr txBox="1"/>
          <p:nvPr/>
        </p:nvSpPr>
        <p:spPr>
          <a:xfrm>
            <a:off x="468000" y="864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Choosing where to collect the data from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1"/>
          <p:cNvSpPr txBox="1"/>
          <p:nvPr/>
        </p:nvSpPr>
        <p:spPr>
          <a:xfrm>
            <a:off x="465200" y="5407500"/>
            <a:ext cx="6624000" cy="28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Laura wants to investigate how much time adults in the UK spend exercising, per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week. She designs a questionnaire about people’s exercise habits. She goes to her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local gym and asks people to complete her questionnaire.</a:t>
            </a: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What is the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population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 Laura’s investigation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Who does Laura use in her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sample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Why could Laura’s data be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biased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Propose an alternative way for Laura to collect data using her questionnaire.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27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Statistical problems - data collection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2023-12-08T09:51:22.853</cp:lastPrinted>
  <dcterms:created xsi:type="dcterms:W3CDTF">2023-12-08T09:51:22Z</dcterms:created>
  <dcterms:modified xsi:type="dcterms:W3CDTF">2023-12-08T09:51:30Z</dcterms:modified>
</cp:coreProperties>
</file>