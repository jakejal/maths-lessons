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76400" y="3747200"/>
            <a:ext cx="39441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2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Some data are shown on the dot plot.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value?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the median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88700"/>
            <a:ext cx="512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Finding the middle in small data sets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826100"/>
            <a:ext cx="66240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tray has some cupcakes.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number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cupcakes?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1941883" y="2359827"/>
            <a:ext cx="1067212" cy="701681"/>
            <a:chOff x="412847" y="1488881"/>
            <a:chExt cx="1447656" cy="951819"/>
          </a:xfrm>
        </p:grpSpPr>
        <p:grpSp>
          <p:nvGrpSpPr>
            <p:cNvPr id="177" name="Google Shape;177;p20"/>
            <p:cNvGrpSpPr/>
            <p:nvPr/>
          </p:nvGrpSpPr>
          <p:grpSpPr>
            <a:xfrm>
              <a:off x="412847" y="1778988"/>
              <a:ext cx="1447656" cy="661712"/>
              <a:chOff x="369525" y="1365600"/>
              <a:chExt cx="2241300" cy="1406700"/>
            </a:xfrm>
          </p:grpSpPr>
          <p:sp>
            <p:nvSpPr>
              <p:cNvPr id="178" name="Google Shape;178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180" name="Google Shape;180;p20"/>
            <p:cNvPicPr preferRelativeResize="0"/>
            <p:nvPr/>
          </p:nvPicPr>
          <p:blipFill>
            <a:blip r:embed="rId3">
              <a:alphaModFix/>
            </a:blip>
            <a:srcRect l="5808" t="8429" r="78218" b="53081"/>
            <a:stretch>
              <a:fillRect/>
            </a:stretch>
          </p:blipFill>
          <p:spPr>
            <a:xfrm>
              <a:off x="579950" y="1611501"/>
              <a:ext cx="441487" cy="53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0"/>
            <p:cNvPicPr preferRelativeResize="0"/>
            <p:nvPr/>
          </p:nvPicPr>
          <p:blipFill>
            <a:blip r:embed="rId3">
              <a:alphaModFix/>
            </a:blip>
            <a:srcRect l="23547" t="8428" r="60479" b="49908"/>
            <a:stretch>
              <a:fillRect/>
            </a:stretch>
          </p:blipFill>
          <p:spPr>
            <a:xfrm>
              <a:off x="977180" y="148888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0"/>
            <p:cNvPicPr preferRelativeResize="0"/>
            <p:nvPr/>
          </p:nvPicPr>
          <p:blipFill>
            <a:blip r:embed="rId3">
              <a:alphaModFix/>
            </a:blip>
            <a:srcRect l="42030" t="8432" r="41996" b="49904"/>
            <a:stretch>
              <a:fillRect/>
            </a:stretch>
          </p:blipFill>
          <p:spPr>
            <a:xfrm>
              <a:off x="1140259" y="17028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" name="Google Shape;183;p20"/>
          <p:cNvGrpSpPr/>
          <p:nvPr/>
        </p:nvGrpSpPr>
        <p:grpSpPr>
          <a:xfrm>
            <a:off x="3217394" y="2433943"/>
            <a:ext cx="1067212" cy="627564"/>
            <a:chOff x="5632472" y="1589419"/>
            <a:chExt cx="1447656" cy="851281"/>
          </a:xfrm>
        </p:grpSpPr>
        <p:grpSp>
          <p:nvGrpSpPr>
            <p:cNvPr id="184" name="Google Shape;184;p20"/>
            <p:cNvGrpSpPr/>
            <p:nvPr/>
          </p:nvGrpSpPr>
          <p:grpSpPr>
            <a:xfrm>
              <a:off x="5632472" y="1778988"/>
              <a:ext cx="1447656" cy="661712"/>
              <a:chOff x="369525" y="1365600"/>
              <a:chExt cx="2241300" cy="1406700"/>
            </a:xfrm>
          </p:grpSpPr>
          <p:sp>
            <p:nvSpPr>
              <p:cNvPr id="185" name="Google Shape;185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187" name="Google Shape;187;p20"/>
            <p:cNvPicPr preferRelativeResize="0"/>
            <p:nvPr/>
          </p:nvPicPr>
          <p:blipFill>
            <a:blip r:embed="rId3">
              <a:alphaModFix/>
            </a:blip>
            <a:srcRect l="23314" t="49633" r="59797" b="8703"/>
            <a:stretch>
              <a:fillRect/>
            </a:stretch>
          </p:blipFill>
          <p:spPr>
            <a:xfrm>
              <a:off x="6346829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/>
            <p:cNvPicPr preferRelativeResize="0"/>
            <p:nvPr/>
          </p:nvPicPr>
          <p:blipFill>
            <a:blip r:embed="rId3">
              <a:alphaModFix/>
            </a:blip>
            <a:srcRect l="59599" t="48725" r="23512" b="9611"/>
            <a:stretch>
              <a:fillRect/>
            </a:stretch>
          </p:blipFill>
          <p:spPr>
            <a:xfrm>
              <a:off x="5941248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0"/>
            <p:cNvPicPr preferRelativeResize="0"/>
            <p:nvPr/>
          </p:nvPicPr>
          <p:blipFill>
            <a:blip r:embed="rId3">
              <a:alphaModFix/>
            </a:blip>
            <a:srcRect l="23314" t="49633" r="59797" b="8703"/>
            <a:stretch>
              <a:fillRect/>
            </a:stretch>
          </p:blipFill>
          <p:spPr>
            <a:xfrm>
              <a:off x="6200791" y="17790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0"/>
            <p:cNvPicPr preferRelativeResize="0"/>
            <p:nvPr/>
          </p:nvPicPr>
          <p:blipFill>
            <a:blip r:embed="rId3">
              <a:alphaModFix/>
            </a:blip>
            <a:srcRect l="59599" t="48725" r="23512" b="9611"/>
            <a:stretch>
              <a:fillRect/>
            </a:stretch>
          </p:blipFill>
          <p:spPr>
            <a:xfrm>
              <a:off x="5767236" y="173875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20"/>
          <p:cNvGrpSpPr/>
          <p:nvPr/>
        </p:nvGrpSpPr>
        <p:grpSpPr>
          <a:xfrm>
            <a:off x="666373" y="2433943"/>
            <a:ext cx="1067212" cy="627564"/>
            <a:chOff x="7372347" y="1589419"/>
            <a:chExt cx="1447656" cy="851281"/>
          </a:xfrm>
        </p:grpSpPr>
        <p:grpSp>
          <p:nvGrpSpPr>
            <p:cNvPr id="192" name="Google Shape;192;p20"/>
            <p:cNvGrpSpPr/>
            <p:nvPr/>
          </p:nvGrpSpPr>
          <p:grpSpPr>
            <a:xfrm>
              <a:off x="7372347" y="1778988"/>
              <a:ext cx="1447656" cy="661712"/>
              <a:chOff x="369525" y="1365600"/>
              <a:chExt cx="2241300" cy="1406700"/>
            </a:xfrm>
          </p:grpSpPr>
          <p:sp>
            <p:nvSpPr>
              <p:cNvPr id="193" name="Google Shape;193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195" name="Google Shape;195;p20"/>
            <p:cNvPicPr preferRelativeResize="0"/>
            <p:nvPr/>
          </p:nvPicPr>
          <p:blipFill>
            <a:blip r:embed="rId3">
              <a:alphaModFix/>
            </a:blip>
            <a:srcRect l="59373" t="8432" r="24652" b="49904"/>
            <a:stretch>
              <a:fillRect/>
            </a:stretch>
          </p:blipFill>
          <p:spPr>
            <a:xfrm>
              <a:off x="7589714" y="1589419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0"/>
            <p:cNvPicPr preferRelativeResize="0"/>
            <p:nvPr/>
          </p:nvPicPr>
          <p:blipFill>
            <a:blip r:embed="rId3">
              <a:alphaModFix/>
            </a:blip>
            <a:srcRect l="77631" t="48725" r="6395" b="9611"/>
            <a:stretch>
              <a:fillRect/>
            </a:stretch>
          </p:blipFill>
          <p:spPr>
            <a:xfrm>
              <a:off x="7820194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0"/>
          <p:cNvGrpSpPr/>
          <p:nvPr/>
        </p:nvGrpSpPr>
        <p:grpSpPr>
          <a:xfrm>
            <a:off x="4492904" y="2417660"/>
            <a:ext cx="1067212" cy="643847"/>
            <a:chOff x="2152722" y="1567331"/>
            <a:chExt cx="1447656" cy="873369"/>
          </a:xfrm>
        </p:grpSpPr>
        <p:grpSp>
          <p:nvGrpSpPr>
            <p:cNvPr id="198" name="Google Shape;198;p20"/>
            <p:cNvGrpSpPr/>
            <p:nvPr/>
          </p:nvGrpSpPr>
          <p:grpSpPr>
            <a:xfrm>
              <a:off x="2152722" y="1778988"/>
              <a:ext cx="1447656" cy="661712"/>
              <a:chOff x="369525" y="1365600"/>
              <a:chExt cx="2241300" cy="1406700"/>
            </a:xfrm>
          </p:grpSpPr>
          <p:sp>
            <p:nvSpPr>
              <p:cNvPr id="199" name="Google Shape;199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201" name="Google Shape;201;p20"/>
            <p:cNvPicPr preferRelativeResize="0"/>
            <p:nvPr/>
          </p:nvPicPr>
          <p:blipFill>
            <a:blip r:embed="rId3">
              <a:alphaModFix/>
            </a:blip>
            <a:srcRect l="5286" t="49633" r="77825" b="8703"/>
            <a:stretch>
              <a:fillRect/>
            </a:stretch>
          </p:blipFill>
          <p:spPr>
            <a:xfrm>
              <a:off x="2441198" y="1567331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3">
              <a:alphaModFix/>
            </a:blip>
            <a:srcRect l="77402" t="8432" r="6624" b="49904"/>
            <a:stretch>
              <a:fillRect/>
            </a:stretch>
          </p:blipFill>
          <p:spPr>
            <a:xfrm>
              <a:off x="2850119" y="15673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0"/>
            <p:cNvPicPr preferRelativeResize="0"/>
            <p:nvPr/>
          </p:nvPicPr>
          <p:blipFill>
            <a:blip r:embed="rId3">
              <a:alphaModFix/>
            </a:blip>
            <a:srcRect l="41342" t="48725" r="41768" b="9611"/>
            <a:stretch>
              <a:fillRect/>
            </a:stretch>
          </p:blipFill>
          <p:spPr>
            <a:xfrm>
              <a:off x="3083651" y="17028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0"/>
            <p:cNvPicPr preferRelativeResize="0"/>
            <p:nvPr/>
          </p:nvPicPr>
          <p:blipFill>
            <a:blip r:embed="rId3">
              <a:alphaModFix/>
            </a:blip>
            <a:srcRect l="59373" t="8432" r="24652" b="49904"/>
            <a:stretch>
              <a:fillRect/>
            </a:stretch>
          </p:blipFill>
          <p:spPr>
            <a:xfrm>
              <a:off x="2626064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0"/>
            <p:cNvPicPr preferRelativeResize="0"/>
            <p:nvPr/>
          </p:nvPicPr>
          <p:blipFill>
            <a:blip r:embed="rId3">
              <a:alphaModFix/>
            </a:blip>
            <a:srcRect l="23547" t="8428" r="60479" b="49908"/>
            <a:stretch>
              <a:fillRect/>
            </a:stretch>
          </p:blipFill>
          <p:spPr>
            <a:xfrm>
              <a:off x="2250430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20"/>
          <p:cNvGrpSpPr/>
          <p:nvPr/>
        </p:nvGrpSpPr>
        <p:grpSpPr>
          <a:xfrm>
            <a:off x="5768414" y="2417660"/>
            <a:ext cx="1067212" cy="643847"/>
            <a:chOff x="3892597" y="1567331"/>
            <a:chExt cx="1447656" cy="873369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3892597" y="1778988"/>
              <a:ext cx="1447656" cy="661712"/>
              <a:chOff x="369525" y="1365600"/>
              <a:chExt cx="2241300" cy="1406700"/>
            </a:xfrm>
          </p:grpSpPr>
          <p:sp>
            <p:nvSpPr>
              <p:cNvPr id="208" name="Google Shape;208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210" name="Google Shape;210;p20"/>
            <p:cNvPicPr preferRelativeResize="0"/>
            <p:nvPr/>
          </p:nvPicPr>
          <p:blipFill>
            <a:blip r:embed="rId3">
              <a:alphaModFix/>
            </a:blip>
            <a:srcRect l="77631" t="48725" r="6395" b="9611"/>
            <a:stretch>
              <a:fillRect/>
            </a:stretch>
          </p:blipFill>
          <p:spPr>
            <a:xfrm>
              <a:off x="4811394" y="15894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0"/>
            <p:cNvPicPr preferRelativeResize="0"/>
            <p:nvPr/>
          </p:nvPicPr>
          <p:blipFill>
            <a:blip r:embed="rId3">
              <a:alphaModFix/>
            </a:blip>
            <a:srcRect l="42030" t="8432" r="41996" b="49904"/>
            <a:stretch>
              <a:fillRect/>
            </a:stretch>
          </p:blipFill>
          <p:spPr>
            <a:xfrm>
              <a:off x="4370709" y="15673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0"/>
            <p:cNvPicPr preferRelativeResize="0"/>
            <p:nvPr/>
          </p:nvPicPr>
          <p:blipFill>
            <a:blip r:embed="rId3">
              <a:alphaModFix/>
            </a:blip>
            <a:srcRect l="77402" t="8432" r="6624" b="49904"/>
            <a:stretch>
              <a:fillRect/>
            </a:stretch>
          </p:blipFill>
          <p:spPr>
            <a:xfrm>
              <a:off x="4611744" y="1695394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0"/>
            <p:cNvPicPr preferRelativeResize="0"/>
            <p:nvPr/>
          </p:nvPicPr>
          <p:blipFill>
            <a:blip r:embed="rId3">
              <a:alphaModFix/>
            </a:blip>
            <a:srcRect l="5286" t="49633" r="77825" b="8703"/>
            <a:stretch>
              <a:fillRect/>
            </a:stretch>
          </p:blipFill>
          <p:spPr>
            <a:xfrm>
              <a:off x="4036323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0"/>
            <p:cNvPicPr preferRelativeResize="0"/>
            <p:nvPr/>
          </p:nvPicPr>
          <p:blipFill>
            <a:blip r:embed="rId3">
              <a:alphaModFix/>
            </a:blip>
            <a:srcRect l="5808" t="8429" r="78218" b="53081"/>
            <a:stretch>
              <a:fillRect/>
            </a:stretch>
          </p:blipFill>
          <p:spPr>
            <a:xfrm>
              <a:off x="4463062" y="1841813"/>
              <a:ext cx="441487" cy="53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0"/>
            <p:cNvPicPr preferRelativeResize="0"/>
            <p:nvPr/>
          </p:nvPicPr>
          <p:blipFill>
            <a:blip r:embed="rId3">
              <a:alphaModFix/>
            </a:blip>
            <a:srcRect l="41342" t="48725" r="41768" b="9611"/>
            <a:stretch>
              <a:fillRect/>
            </a:stretch>
          </p:blipFill>
          <p:spPr>
            <a:xfrm>
              <a:off x="4116614" y="17790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20"/>
          <p:cNvSpPr txBox="1"/>
          <p:nvPr/>
        </p:nvSpPr>
        <p:spPr>
          <a:xfrm>
            <a:off x="4919450" y="1903175"/>
            <a:ext cx="140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cupcakes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712675" y="3899425"/>
            <a:ext cx="73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057050" y="3087450"/>
            <a:ext cx="32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2360550" y="3087450"/>
            <a:ext cx="44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3588150" y="3087450"/>
            <a:ext cx="44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flipH="1">
            <a:off x="4919450" y="3087450"/>
            <a:ext cx="32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130450" y="3079700"/>
            <a:ext cx="44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76400" y="5407500"/>
            <a:ext cx="6624000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3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possible, find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these data sets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175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lphaL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16, 32, 29, 19, 30, 42, 51, 29, 25, 28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175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lphaL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avocado, beetroot, carrot, damson, edamame, fig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175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lphaL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-3, -9, -3, -7, -2, -10, -1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046943" y="6126625"/>
            <a:ext cx="34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16, 19, 25, 28, 29, 29, 30, 32, 42, 51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b="1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29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298585" y="6184600"/>
            <a:ext cx="497100" cy="2772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0"/>
          <p:cNvCxnSpPr>
            <a:stCxn id="225" idx="0"/>
          </p:cNvCxnSpPr>
          <p:nvPr/>
        </p:nvCxnSpPr>
        <p:spPr>
          <a:xfrm flipH="1">
            <a:off x="3545335" y="6184600"/>
            <a:ext cx="1800" cy="2796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7" name="Google Shape;227;p20"/>
          <p:cNvSpPr txBox="1"/>
          <p:nvPr/>
        </p:nvSpPr>
        <p:spPr>
          <a:xfrm>
            <a:off x="2214244" y="6999300"/>
            <a:ext cx="348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 </a:t>
            </a:r>
            <a:r>
              <a:rPr lang="en-GB" b="1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for these data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2398494" y="7864800"/>
            <a:ext cx="34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-10, -9, -7, -3, -3, -2, -1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b="1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-3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368601" y="7952700"/>
            <a:ext cx="248700" cy="2772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" name="Google Shape;230;p20"/>
          <p:cNvGrpSpPr/>
          <p:nvPr/>
        </p:nvGrpSpPr>
        <p:grpSpPr>
          <a:xfrm>
            <a:off x="1189777" y="4375819"/>
            <a:ext cx="3230666" cy="844402"/>
            <a:chOff x="828580" y="3445097"/>
            <a:chExt cx="5373696" cy="1404528"/>
          </a:xfrm>
        </p:grpSpPr>
        <p:pic>
          <p:nvPicPr>
            <p:cNvPr id="231" name="Google Shape;23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7775" y="3445097"/>
              <a:ext cx="5364501" cy="108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20"/>
            <p:cNvSpPr txBox="1"/>
            <p:nvPr/>
          </p:nvSpPr>
          <p:spPr>
            <a:xfrm>
              <a:off x="828580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1796488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2771960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3762560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4730481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5698380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8" name="Google Shape;238;p20"/>
            <p:cNvCxnSpPr/>
            <p:nvPr/>
          </p:nvCxnSpPr>
          <p:spPr>
            <a:xfrm flipH="1">
              <a:off x="5922264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20"/>
            <p:cNvCxnSpPr/>
            <p:nvPr/>
          </p:nvCxnSpPr>
          <p:spPr>
            <a:xfrm flipH="1">
              <a:off x="4942164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20"/>
            <p:cNvCxnSpPr/>
            <p:nvPr/>
          </p:nvCxnSpPr>
          <p:spPr>
            <a:xfrm flipH="1">
              <a:off x="3977577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0"/>
            <p:cNvCxnSpPr/>
            <p:nvPr/>
          </p:nvCxnSpPr>
          <p:spPr>
            <a:xfrm flipH="1">
              <a:off x="2997477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20"/>
            <p:cNvCxnSpPr/>
            <p:nvPr/>
          </p:nvCxnSpPr>
          <p:spPr>
            <a:xfrm flipH="1">
              <a:off x="2030395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20"/>
            <p:cNvCxnSpPr/>
            <p:nvPr/>
          </p:nvCxnSpPr>
          <p:spPr>
            <a:xfrm flipH="1">
              <a:off x="1050295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4" name="Google Shape;244;p20"/>
          <p:cNvSpPr/>
          <p:nvPr/>
        </p:nvSpPr>
        <p:spPr>
          <a:xfrm>
            <a:off x="3025143" y="4638736"/>
            <a:ext cx="124800" cy="1248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" name="Google Shape;245;p20"/>
          <p:cNvCxnSpPr/>
          <p:nvPr/>
        </p:nvCxnSpPr>
        <p:spPr>
          <a:xfrm>
            <a:off x="471800" y="8661525"/>
            <a:ext cx="6605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1"/>
          <p:cNvSpPr txBox="1"/>
          <p:nvPr/>
        </p:nvSpPr>
        <p:spPr>
          <a:xfrm>
            <a:off x="478800" y="6649200"/>
            <a:ext cx="6624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4.4, 4.6, 5.4, 5.5, 5.7, 6, 6.2, 6.5, 6.6, 6.8, 7.5, 7.9, 8.2, 8.3, 8.4, 8.4, 8.8, 8.8, 8.8, 9.2, 9.5, 9.6, 9.6, 9.6, 9.8, 9.9, 9.9, 10.1, 10.2, 10.3, 10.3, 10.5, 10.6, 10.9, 10.9, 11.2, 11.3, 11.4, 11.6, 11.6, 11.8, 12.3, 12.5, 12.6, 13.2, 13.3, 13.3, 13.9, 13.9, 14.2, 14.2, 14.4, 14.5, 14.8, 15.3, 15.4, 15.4, 15.5, 16.1, 16.6, 16.6, 17.1, 17.3, 17.3, 17.4, 17.7, 17.7, 17.8, 18.2, 18.3, 18.3, 18.3, 18.4, 18.4, 18.5, 18.5, 18.7, 18.9, 18.9, 19, 19.1, 19.2, 19.3, 19.6, 20, 20, 20.1, 20.9, 20.9, 21.1, 21.2, 21.6, 22.1, 23.1, 23.3, 23.5, 25.9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2" name="Google Shape;25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the median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468000" y="626700"/>
            <a:ext cx="512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Finding the middle in large data sets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11200" y="1103100"/>
            <a:ext cx="6380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position of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case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425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327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2389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412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5686 data points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2870327" y="1423800"/>
            <a:ext cx="311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213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piece of data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2870249" y="1745400"/>
            <a:ext cx="308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164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piece of data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2870249" y="2135675"/>
            <a:ext cx="311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1195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piece of data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2870249" y="253567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206.5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piece of data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- the mean of the 206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and 207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data values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870249" y="320387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2843.5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piece of data 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-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mean of the 2843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rd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2844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data values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68000" y="39635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2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median from each dot plot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" name="Google Shape;2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619" y="5288662"/>
            <a:ext cx="4904025" cy="72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3312220" y="5991625"/>
            <a:ext cx="67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83.5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5" name="Google Shape;2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175" y="4394625"/>
            <a:ext cx="4782599" cy="72662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2428199" y="4972138"/>
            <a:ext cx="48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535375" y="4289588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35375" y="5207888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548409" y="4857044"/>
            <a:ext cx="103500" cy="103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0" name="Google Shape;270;p21"/>
          <p:cNvCxnSpPr/>
          <p:nvPr/>
        </p:nvCxnSpPr>
        <p:spPr>
          <a:xfrm flipH="1">
            <a:off x="3573901" y="5584035"/>
            <a:ext cx="0" cy="419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1" name="Google Shape;271;p21"/>
          <p:cNvSpPr txBox="1"/>
          <p:nvPr/>
        </p:nvSpPr>
        <p:spPr>
          <a:xfrm>
            <a:off x="400200" y="6398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3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there are 97 pieces of data in order.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3312225" y="8421025"/>
            <a:ext cx="37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piece of data in the 49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position → 13.9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52600" y="8424625"/>
            <a:ext cx="456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value?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950800" y="7160400"/>
            <a:ext cx="424200" cy="229800"/>
          </a:xfrm>
          <a:prstGeom prst="rect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11200" y="8884436"/>
            <a:ext cx="6624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4) There are 2000 items in the data set in total. The part of the list shown starts at the 998th entry. What is the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for this data set?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…, –4.5,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–4.5, –4.2, –3.9, –3.3, –2.1, –2.0, –0.8, –0.1, 0, 0, 0.2, 0.2, 0.2, 1.7, 1.8, …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>
            <a:stCxn id="277" idx="1"/>
          </p:cNvCxnSpPr>
          <p:nvPr/>
        </p:nvCxnSpPr>
        <p:spPr>
          <a:xfrm rot="10800000">
            <a:off x="939081" y="9632454"/>
            <a:ext cx="220500" cy="94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21"/>
          <p:cNvSpPr txBox="1"/>
          <p:nvPr/>
        </p:nvSpPr>
        <p:spPr>
          <a:xfrm>
            <a:off x="1159581" y="9558654"/>
            <a:ext cx="983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998th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1585100" y="9396547"/>
            <a:ext cx="815400" cy="229800"/>
          </a:xfrm>
          <a:prstGeom prst="rect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224825" y="9596764"/>
            <a:ext cx="215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-4.05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Understanding the median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2023-12-08T09:43:02.652</cp:lastPrinted>
  <dcterms:created xsi:type="dcterms:W3CDTF">2023-12-08T09:43:02Z</dcterms:created>
  <dcterms:modified xsi:type="dcterms:W3CDTF">2023-12-08T09:43:14Z</dcterms:modified>
</cp:coreProperties>
</file>