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323" name="Shape 323"/>
        <p:cNvGrpSpPr/>
        <p:nvPr/>
      </p:nvGrpSpPr>
      <p:grpSpPr>
        <a:xfrm>
          <a:off x="0" y="0"/>
          <a:ext cx="0" cy="0"/>
        </a:xfrm>
      </p:grpSpPr>
      <p:sp>
        <p:nvSpPr>
          <p:cNvPr id="324" name="Google Shape;324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9.png" /><Relationship Id="rId4" Type="http://schemas.openxmlformats.org/officeDocument/2006/relationships/image" Target="../media/image10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8958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understanding of the mean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275300"/>
            <a:ext cx="658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Task A: Distributing evenly</a:t>
            </a:r>
            <a:endParaRPr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76400" y="166325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Match up the diagrams. You will need to draw your own original distribution and evenly distributed diagrams on the blank cards.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5" name="Google Shape;175;p20"/>
          <p:cNvGrpSpPr/>
          <p:nvPr/>
        </p:nvGrpSpPr>
        <p:grpSpPr>
          <a:xfrm>
            <a:off x="820621" y="2268719"/>
            <a:ext cx="957138" cy="706512"/>
            <a:chOff x="515831" y="2497400"/>
            <a:chExt cx="1411500" cy="1041900"/>
          </a:xfrm>
        </p:grpSpPr>
        <p:sp>
          <p:nvSpPr>
            <p:cNvPr id="176" name="Google Shape;176;p20"/>
            <p:cNvSpPr/>
            <p:nvPr/>
          </p:nvSpPr>
          <p:spPr>
            <a:xfrm>
              <a:off x="515831" y="2497400"/>
              <a:ext cx="1411500" cy="10419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77" name="Google Shape;177;p20"/>
            <p:cNvGrpSpPr/>
            <p:nvPr/>
          </p:nvGrpSpPr>
          <p:grpSpPr>
            <a:xfrm>
              <a:off x="645502" y="2595431"/>
              <a:ext cx="1137948" cy="885484"/>
              <a:chOff x="1684857" y="1376231"/>
              <a:chExt cx="1459469" cy="885484"/>
            </a:xfrm>
          </p:grpSpPr>
          <p:sp>
            <p:nvSpPr>
              <p:cNvPr id="178" name="Google Shape;178;p20"/>
              <p:cNvSpPr/>
              <p:nvPr/>
            </p:nvSpPr>
            <p:spPr>
              <a:xfrm rot="5400000">
                <a:off x="1684859" y="1376231"/>
                <a:ext cx="242400" cy="242400"/>
              </a:xfrm>
              <a:prstGeom prst="rect">
                <a:avLst/>
              </a:prstGeom>
              <a:solidFill>
                <a:srgbClr val="845AD9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9" name="Google Shape;179;p20"/>
              <p:cNvSpPr/>
              <p:nvPr/>
            </p:nvSpPr>
            <p:spPr>
              <a:xfrm rot="5400000">
                <a:off x="1927320" y="1376231"/>
                <a:ext cx="242400" cy="242400"/>
              </a:xfrm>
              <a:prstGeom prst="rect">
                <a:avLst/>
              </a:prstGeom>
              <a:solidFill>
                <a:srgbClr val="845AD9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0" name="Google Shape;180;p20"/>
              <p:cNvSpPr/>
              <p:nvPr/>
            </p:nvSpPr>
            <p:spPr>
              <a:xfrm rot="5400000">
                <a:off x="2169782" y="1376231"/>
                <a:ext cx="242400" cy="242400"/>
              </a:xfrm>
              <a:prstGeom prst="rect">
                <a:avLst/>
              </a:prstGeom>
              <a:solidFill>
                <a:srgbClr val="845AD9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1" name="Google Shape;181;p20"/>
              <p:cNvSpPr/>
              <p:nvPr/>
            </p:nvSpPr>
            <p:spPr>
              <a:xfrm rot="5400000">
                <a:off x="2414623" y="1376231"/>
                <a:ext cx="242400" cy="242400"/>
              </a:xfrm>
              <a:prstGeom prst="rect">
                <a:avLst/>
              </a:prstGeom>
              <a:solidFill>
                <a:srgbClr val="845AD9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2" name="Google Shape;182;p20"/>
              <p:cNvSpPr/>
              <p:nvPr/>
            </p:nvSpPr>
            <p:spPr>
              <a:xfrm rot="5400000">
                <a:off x="1684874" y="1697764"/>
                <a:ext cx="242400" cy="242400"/>
              </a:xfrm>
              <a:prstGeom prst="rect">
                <a:avLst/>
              </a:prstGeom>
              <a:solidFill>
                <a:srgbClr val="845AD9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3" name="Google Shape;183;p20"/>
              <p:cNvSpPr/>
              <p:nvPr/>
            </p:nvSpPr>
            <p:spPr>
              <a:xfrm rot="5400000">
                <a:off x="1927335" y="1697764"/>
                <a:ext cx="242400" cy="242400"/>
              </a:xfrm>
              <a:prstGeom prst="rect">
                <a:avLst/>
              </a:prstGeom>
              <a:solidFill>
                <a:srgbClr val="845AD9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4" name="Google Shape;184;p20"/>
              <p:cNvSpPr/>
              <p:nvPr/>
            </p:nvSpPr>
            <p:spPr>
              <a:xfrm rot="5400000">
                <a:off x="2659464" y="1376231"/>
                <a:ext cx="242400" cy="242400"/>
              </a:xfrm>
              <a:prstGeom prst="rect">
                <a:avLst/>
              </a:prstGeom>
              <a:solidFill>
                <a:srgbClr val="845AD9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5" name="Google Shape;185;p20"/>
              <p:cNvSpPr/>
              <p:nvPr/>
            </p:nvSpPr>
            <p:spPr>
              <a:xfrm rot="5400000">
                <a:off x="2901926" y="1376231"/>
                <a:ext cx="242400" cy="242400"/>
              </a:xfrm>
              <a:prstGeom prst="rect">
                <a:avLst/>
              </a:prstGeom>
              <a:solidFill>
                <a:srgbClr val="845AD9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6" name="Google Shape;186;p20"/>
              <p:cNvSpPr/>
              <p:nvPr/>
            </p:nvSpPr>
            <p:spPr>
              <a:xfrm rot="5400000">
                <a:off x="1684857" y="2019315"/>
                <a:ext cx="242400" cy="242400"/>
              </a:xfrm>
              <a:prstGeom prst="rect">
                <a:avLst/>
              </a:prstGeom>
              <a:solidFill>
                <a:srgbClr val="845AD9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7" name="Google Shape;187;p20"/>
              <p:cNvSpPr/>
              <p:nvPr/>
            </p:nvSpPr>
            <p:spPr>
              <a:xfrm rot="5400000">
                <a:off x="1927318" y="2019315"/>
                <a:ext cx="242400" cy="242400"/>
              </a:xfrm>
              <a:prstGeom prst="rect">
                <a:avLst/>
              </a:prstGeom>
              <a:solidFill>
                <a:srgbClr val="845AD9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8" name="Google Shape;188;p20"/>
              <p:cNvSpPr/>
              <p:nvPr/>
            </p:nvSpPr>
            <p:spPr>
              <a:xfrm rot="5400000">
                <a:off x="2169780" y="2019315"/>
                <a:ext cx="242400" cy="242400"/>
              </a:xfrm>
              <a:prstGeom prst="rect">
                <a:avLst/>
              </a:prstGeom>
              <a:solidFill>
                <a:srgbClr val="845AD9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9" name="Google Shape;189;p20"/>
              <p:cNvSpPr/>
              <p:nvPr/>
            </p:nvSpPr>
            <p:spPr>
              <a:xfrm rot="5400000">
                <a:off x="2414621" y="2019315"/>
                <a:ext cx="242400" cy="242400"/>
              </a:xfrm>
              <a:prstGeom prst="rect">
                <a:avLst/>
              </a:prstGeom>
              <a:solidFill>
                <a:srgbClr val="845AD9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90" name="Google Shape;190;p20"/>
          <p:cNvGrpSpPr/>
          <p:nvPr/>
        </p:nvGrpSpPr>
        <p:grpSpPr>
          <a:xfrm>
            <a:off x="3840849" y="2268702"/>
            <a:ext cx="1047635" cy="706408"/>
            <a:chOff x="3840676" y="2497400"/>
            <a:chExt cx="1542000" cy="1041900"/>
          </a:xfrm>
        </p:grpSpPr>
        <p:sp>
          <p:nvSpPr>
            <p:cNvPr id="191" name="Google Shape;191;p20"/>
            <p:cNvSpPr/>
            <p:nvPr/>
          </p:nvSpPr>
          <p:spPr>
            <a:xfrm>
              <a:off x="3840676" y="2497400"/>
              <a:ext cx="1542000" cy="10419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92" name="Google Shape;192;p20"/>
            <p:cNvGrpSpPr/>
            <p:nvPr/>
          </p:nvGrpSpPr>
          <p:grpSpPr>
            <a:xfrm>
              <a:off x="3970347" y="2573731"/>
              <a:ext cx="1137948" cy="885500"/>
              <a:chOff x="1684857" y="3767281"/>
              <a:chExt cx="1459469" cy="885500"/>
            </a:xfrm>
          </p:grpSpPr>
          <p:sp>
            <p:nvSpPr>
              <p:cNvPr id="193" name="Google Shape;193;p20"/>
              <p:cNvSpPr/>
              <p:nvPr/>
            </p:nvSpPr>
            <p:spPr>
              <a:xfrm rot="5400000">
                <a:off x="1684859" y="3767281"/>
                <a:ext cx="242400" cy="242400"/>
              </a:xfrm>
              <a:prstGeom prst="rect">
                <a:avLst/>
              </a:prstGeom>
              <a:solidFill>
                <a:srgbClr val="845AD9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4" name="Google Shape;194;p20"/>
              <p:cNvSpPr/>
              <p:nvPr/>
            </p:nvSpPr>
            <p:spPr>
              <a:xfrm rot="5400000">
                <a:off x="1927320" y="3767281"/>
                <a:ext cx="242400" cy="242400"/>
              </a:xfrm>
              <a:prstGeom prst="rect">
                <a:avLst/>
              </a:prstGeom>
              <a:solidFill>
                <a:srgbClr val="845AD9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5" name="Google Shape;195;p20"/>
              <p:cNvSpPr/>
              <p:nvPr/>
            </p:nvSpPr>
            <p:spPr>
              <a:xfrm rot="5400000">
                <a:off x="2169782" y="3767281"/>
                <a:ext cx="242400" cy="242400"/>
              </a:xfrm>
              <a:prstGeom prst="rect">
                <a:avLst/>
              </a:prstGeom>
              <a:solidFill>
                <a:srgbClr val="845AD9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6" name="Google Shape;196;p20"/>
              <p:cNvSpPr/>
              <p:nvPr/>
            </p:nvSpPr>
            <p:spPr>
              <a:xfrm rot="5400000">
                <a:off x="2414623" y="3767281"/>
                <a:ext cx="242400" cy="242400"/>
              </a:xfrm>
              <a:prstGeom prst="rect">
                <a:avLst/>
              </a:prstGeom>
              <a:solidFill>
                <a:srgbClr val="845AD9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7" name="Google Shape;197;p20"/>
              <p:cNvSpPr/>
              <p:nvPr/>
            </p:nvSpPr>
            <p:spPr>
              <a:xfrm rot="5400000">
                <a:off x="1684874" y="4088814"/>
                <a:ext cx="242400" cy="242400"/>
              </a:xfrm>
              <a:prstGeom prst="rect">
                <a:avLst/>
              </a:prstGeom>
              <a:solidFill>
                <a:srgbClr val="845AD9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8" name="Google Shape;198;p20"/>
              <p:cNvSpPr/>
              <p:nvPr/>
            </p:nvSpPr>
            <p:spPr>
              <a:xfrm rot="5400000">
                <a:off x="1927335" y="4088814"/>
                <a:ext cx="242400" cy="242400"/>
              </a:xfrm>
              <a:prstGeom prst="rect">
                <a:avLst/>
              </a:prstGeom>
              <a:solidFill>
                <a:srgbClr val="845AD9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9" name="Google Shape;199;p20"/>
              <p:cNvSpPr/>
              <p:nvPr/>
            </p:nvSpPr>
            <p:spPr>
              <a:xfrm rot="5400000">
                <a:off x="2659464" y="3767281"/>
                <a:ext cx="242400" cy="242400"/>
              </a:xfrm>
              <a:prstGeom prst="rect">
                <a:avLst/>
              </a:prstGeom>
              <a:solidFill>
                <a:srgbClr val="845AD9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0" name="Google Shape;200;p20"/>
              <p:cNvSpPr/>
              <p:nvPr/>
            </p:nvSpPr>
            <p:spPr>
              <a:xfrm rot="5400000">
                <a:off x="2901926" y="3767281"/>
                <a:ext cx="242400" cy="242400"/>
              </a:xfrm>
              <a:prstGeom prst="rect">
                <a:avLst/>
              </a:prstGeom>
              <a:solidFill>
                <a:srgbClr val="845AD9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1" name="Google Shape;201;p20"/>
              <p:cNvSpPr/>
              <p:nvPr/>
            </p:nvSpPr>
            <p:spPr>
              <a:xfrm rot="5400000">
                <a:off x="1684857" y="4410365"/>
                <a:ext cx="242400" cy="242400"/>
              </a:xfrm>
              <a:prstGeom prst="rect">
                <a:avLst/>
              </a:prstGeom>
              <a:solidFill>
                <a:srgbClr val="845AD9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2" name="Google Shape;202;p20"/>
              <p:cNvSpPr/>
              <p:nvPr/>
            </p:nvSpPr>
            <p:spPr>
              <a:xfrm rot="5400000">
                <a:off x="1927318" y="4410365"/>
                <a:ext cx="242400" cy="242400"/>
              </a:xfrm>
              <a:prstGeom prst="rect">
                <a:avLst/>
              </a:prstGeom>
              <a:solidFill>
                <a:srgbClr val="845AD9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3" name="Google Shape;203;p20"/>
              <p:cNvSpPr/>
              <p:nvPr/>
            </p:nvSpPr>
            <p:spPr>
              <a:xfrm rot="5400000">
                <a:off x="2169780" y="4410365"/>
                <a:ext cx="242400" cy="242400"/>
              </a:xfrm>
              <a:prstGeom prst="rect">
                <a:avLst/>
              </a:prstGeom>
              <a:solidFill>
                <a:srgbClr val="845AD9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4" name="Google Shape;204;p20"/>
              <p:cNvSpPr/>
              <p:nvPr/>
            </p:nvSpPr>
            <p:spPr>
              <a:xfrm rot="5400000">
                <a:off x="2414621" y="4410365"/>
                <a:ext cx="242400" cy="242400"/>
              </a:xfrm>
              <a:prstGeom prst="rect">
                <a:avLst/>
              </a:prstGeom>
              <a:solidFill>
                <a:srgbClr val="845AD9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5" name="Google Shape;205;p20"/>
              <p:cNvSpPr/>
              <p:nvPr/>
            </p:nvSpPr>
            <p:spPr>
              <a:xfrm rot="5400000">
                <a:off x="2169776" y="4088831"/>
                <a:ext cx="242400" cy="242400"/>
              </a:xfrm>
              <a:prstGeom prst="rect">
                <a:avLst/>
              </a:prstGeom>
              <a:solidFill>
                <a:srgbClr val="845AD9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6" name="Google Shape;206;p20"/>
              <p:cNvSpPr/>
              <p:nvPr/>
            </p:nvSpPr>
            <p:spPr>
              <a:xfrm rot="5400000">
                <a:off x="2659476" y="4410381"/>
                <a:ext cx="242400" cy="242400"/>
              </a:xfrm>
              <a:prstGeom prst="rect">
                <a:avLst/>
              </a:prstGeom>
              <a:solidFill>
                <a:srgbClr val="845AD9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207" name="Google Shape;207;p20"/>
          <p:cNvGrpSpPr/>
          <p:nvPr/>
        </p:nvGrpSpPr>
        <p:grpSpPr>
          <a:xfrm>
            <a:off x="2412012" y="3449714"/>
            <a:ext cx="886767" cy="688483"/>
            <a:chOff x="2143564" y="4075930"/>
            <a:chExt cx="1326900" cy="1030200"/>
          </a:xfrm>
        </p:grpSpPr>
        <p:sp>
          <p:nvSpPr>
            <p:cNvPr id="208" name="Google Shape;208;p20"/>
            <p:cNvSpPr/>
            <p:nvPr/>
          </p:nvSpPr>
          <p:spPr>
            <a:xfrm>
              <a:off x="2143564" y="4075930"/>
              <a:ext cx="1326900" cy="10302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" name="Google Shape;209;p20"/>
            <p:cNvSpPr/>
            <p:nvPr/>
          </p:nvSpPr>
          <p:spPr>
            <a:xfrm rot="5400000">
              <a:off x="2253028" y="4183956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" name="Google Shape;210;p20"/>
            <p:cNvSpPr/>
            <p:nvPr/>
          </p:nvSpPr>
          <p:spPr>
            <a:xfrm rot="5400000">
              <a:off x="2442066" y="4183956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1" name="Google Shape;211;p20"/>
            <p:cNvSpPr/>
            <p:nvPr/>
          </p:nvSpPr>
          <p:spPr>
            <a:xfrm rot="5400000">
              <a:off x="2631104" y="4183956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2" name="Google Shape;212;p20"/>
            <p:cNvSpPr/>
            <p:nvPr/>
          </p:nvSpPr>
          <p:spPr>
            <a:xfrm rot="5400000">
              <a:off x="2821997" y="4183956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3" name="Google Shape;213;p20"/>
            <p:cNvSpPr/>
            <p:nvPr/>
          </p:nvSpPr>
          <p:spPr>
            <a:xfrm rot="5400000">
              <a:off x="2253040" y="4505489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4" name="Google Shape;214;p20"/>
            <p:cNvSpPr/>
            <p:nvPr/>
          </p:nvSpPr>
          <p:spPr>
            <a:xfrm rot="5400000">
              <a:off x="2442078" y="4505489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5" name="Google Shape;215;p20"/>
            <p:cNvSpPr/>
            <p:nvPr/>
          </p:nvSpPr>
          <p:spPr>
            <a:xfrm rot="5400000">
              <a:off x="3012890" y="4183956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6" name="Google Shape;216;p20"/>
            <p:cNvSpPr/>
            <p:nvPr/>
          </p:nvSpPr>
          <p:spPr>
            <a:xfrm rot="5400000">
              <a:off x="2820128" y="4505506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7" name="Google Shape;217;p20"/>
            <p:cNvSpPr/>
            <p:nvPr/>
          </p:nvSpPr>
          <p:spPr>
            <a:xfrm rot="5400000">
              <a:off x="2253027" y="4827040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8" name="Google Shape;218;p20"/>
            <p:cNvSpPr/>
            <p:nvPr/>
          </p:nvSpPr>
          <p:spPr>
            <a:xfrm rot="5400000">
              <a:off x="2442065" y="4827040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9" name="Google Shape;219;p20"/>
            <p:cNvSpPr/>
            <p:nvPr/>
          </p:nvSpPr>
          <p:spPr>
            <a:xfrm rot="5400000">
              <a:off x="2631102" y="4827040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0" name="Google Shape;220;p20"/>
            <p:cNvSpPr/>
            <p:nvPr/>
          </p:nvSpPr>
          <p:spPr>
            <a:xfrm rot="5400000">
              <a:off x="2821996" y="4827040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1" name="Google Shape;221;p20"/>
            <p:cNvSpPr/>
            <p:nvPr/>
          </p:nvSpPr>
          <p:spPr>
            <a:xfrm rot="5400000">
              <a:off x="2631099" y="4505506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2" name="Google Shape;222;p20"/>
            <p:cNvSpPr/>
            <p:nvPr/>
          </p:nvSpPr>
          <p:spPr>
            <a:xfrm rot="5400000">
              <a:off x="3012899" y="4827056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3" name="Google Shape;223;p20"/>
            <p:cNvSpPr/>
            <p:nvPr/>
          </p:nvSpPr>
          <p:spPr>
            <a:xfrm rot="5400000">
              <a:off x="3009157" y="4505506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4" name="Google Shape;224;p20"/>
          <p:cNvGrpSpPr/>
          <p:nvPr/>
        </p:nvGrpSpPr>
        <p:grpSpPr>
          <a:xfrm>
            <a:off x="820647" y="3416044"/>
            <a:ext cx="807949" cy="707867"/>
            <a:chOff x="476400" y="4103850"/>
            <a:chExt cx="1326900" cy="1041900"/>
          </a:xfrm>
        </p:grpSpPr>
        <p:sp>
          <p:nvSpPr>
            <p:cNvPr id="225" name="Google Shape;225;p20"/>
            <p:cNvSpPr/>
            <p:nvPr/>
          </p:nvSpPr>
          <p:spPr>
            <a:xfrm>
              <a:off x="476400" y="4103850"/>
              <a:ext cx="1326900" cy="10419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6" name="Google Shape;226;p20"/>
            <p:cNvSpPr/>
            <p:nvPr/>
          </p:nvSpPr>
          <p:spPr>
            <a:xfrm rot="5400000">
              <a:off x="585864" y="4228581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7" name="Google Shape;227;p20"/>
            <p:cNvSpPr/>
            <p:nvPr/>
          </p:nvSpPr>
          <p:spPr>
            <a:xfrm rot="5400000">
              <a:off x="774902" y="4228581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8" name="Google Shape;228;p20"/>
            <p:cNvSpPr/>
            <p:nvPr/>
          </p:nvSpPr>
          <p:spPr>
            <a:xfrm rot="5400000">
              <a:off x="963940" y="4228581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9" name="Google Shape;229;p20"/>
            <p:cNvSpPr/>
            <p:nvPr/>
          </p:nvSpPr>
          <p:spPr>
            <a:xfrm rot="5400000">
              <a:off x="1154833" y="4228581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0" name="Google Shape;230;p20"/>
            <p:cNvSpPr/>
            <p:nvPr/>
          </p:nvSpPr>
          <p:spPr>
            <a:xfrm rot="5400000">
              <a:off x="585876" y="4550114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1" name="Google Shape;231;p20"/>
            <p:cNvSpPr/>
            <p:nvPr/>
          </p:nvSpPr>
          <p:spPr>
            <a:xfrm rot="5400000">
              <a:off x="774914" y="4550114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2" name="Google Shape;232;p20"/>
            <p:cNvSpPr/>
            <p:nvPr/>
          </p:nvSpPr>
          <p:spPr>
            <a:xfrm rot="5400000">
              <a:off x="1152955" y="4550131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3" name="Google Shape;233;p20"/>
            <p:cNvSpPr/>
            <p:nvPr/>
          </p:nvSpPr>
          <p:spPr>
            <a:xfrm rot="5400000">
              <a:off x="963935" y="4550131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4" name="Google Shape;234;p20"/>
            <p:cNvSpPr/>
            <p:nvPr/>
          </p:nvSpPr>
          <p:spPr>
            <a:xfrm rot="5400000">
              <a:off x="585863" y="4871665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5" name="Google Shape;235;p20"/>
            <p:cNvSpPr/>
            <p:nvPr/>
          </p:nvSpPr>
          <p:spPr>
            <a:xfrm rot="5400000">
              <a:off x="774901" y="4871665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6" name="Google Shape;236;p20"/>
            <p:cNvSpPr/>
            <p:nvPr/>
          </p:nvSpPr>
          <p:spPr>
            <a:xfrm rot="5400000">
              <a:off x="963939" y="4871665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7" name="Google Shape;237;p20"/>
            <p:cNvSpPr/>
            <p:nvPr/>
          </p:nvSpPr>
          <p:spPr>
            <a:xfrm rot="5400000">
              <a:off x="1152955" y="4871665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8" name="Google Shape;238;p20"/>
            <p:cNvSpPr/>
            <p:nvPr/>
          </p:nvSpPr>
          <p:spPr>
            <a:xfrm rot="5400000">
              <a:off x="1282092" y="4292181"/>
              <a:ext cx="242400" cy="618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9" name="Google Shape;239;p20"/>
            <p:cNvSpPr/>
            <p:nvPr/>
          </p:nvSpPr>
          <p:spPr>
            <a:xfrm rot="5400000">
              <a:off x="1341970" y="4292181"/>
              <a:ext cx="242400" cy="618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0" name="Google Shape;240;p20"/>
            <p:cNvSpPr/>
            <p:nvPr/>
          </p:nvSpPr>
          <p:spPr>
            <a:xfrm rot="5400000">
              <a:off x="1278350" y="4613731"/>
              <a:ext cx="242400" cy="618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1" name="Google Shape;241;p20"/>
            <p:cNvSpPr/>
            <p:nvPr/>
          </p:nvSpPr>
          <p:spPr>
            <a:xfrm rot="5400000">
              <a:off x="1338228" y="4613731"/>
              <a:ext cx="242400" cy="618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2" name="Google Shape;242;p20"/>
            <p:cNvSpPr/>
            <p:nvPr/>
          </p:nvSpPr>
          <p:spPr>
            <a:xfrm rot="5400000">
              <a:off x="1278350" y="4935265"/>
              <a:ext cx="242400" cy="618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3" name="Google Shape;243;p20"/>
            <p:cNvSpPr/>
            <p:nvPr/>
          </p:nvSpPr>
          <p:spPr>
            <a:xfrm rot="5400000">
              <a:off x="1338228" y="4935265"/>
              <a:ext cx="242400" cy="618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4" name="Google Shape;244;p20"/>
          <p:cNvGrpSpPr/>
          <p:nvPr/>
        </p:nvGrpSpPr>
        <p:grpSpPr>
          <a:xfrm>
            <a:off x="5636519" y="3504560"/>
            <a:ext cx="857974" cy="718911"/>
            <a:chOff x="5407756" y="4071946"/>
            <a:chExt cx="1326900" cy="1041900"/>
          </a:xfrm>
        </p:grpSpPr>
        <p:sp>
          <p:nvSpPr>
            <p:cNvPr id="245" name="Google Shape;245;p20"/>
            <p:cNvSpPr/>
            <p:nvPr/>
          </p:nvSpPr>
          <p:spPr>
            <a:xfrm>
              <a:off x="5407756" y="4071946"/>
              <a:ext cx="1326900" cy="10419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6" name="Google Shape;246;p20"/>
            <p:cNvSpPr/>
            <p:nvPr/>
          </p:nvSpPr>
          <p:spPr>
            <a:xfrm rot="5400000">
              <a:off x="5517220" y="4187706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7" name="Google Shape;247;p20"/>
            <p:cNvSpPr/>
            <p:nvPr/>
          </p:nvSpPr>
          <p:spPr>
            <a:xfrm rot="5400000">
              <a:off x="5706258" y="4187706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8" name="Google Shape;248;p20"/>
            <p:cNvSpPr/>
            <p:nvPr/>
          </p:nvSpPr>
          <p:spPr>
            <a:xfrm rot="5400000">
              <a:off x="5895296" y="4187706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9" name="Google Shape;249;p20"/>
            <p:cNvSpPr/>
            <p:nvPr/>
          </p:nvSpPr>
          <p:spPr>
            <a:xfrm rot="5400000">
              <a:off x="6086189" y="4187706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0" name="Google Shape;250;p20"/>
            <p:cNvSpPr/>
            <p:nvPr/>
          </p:nvSpPr>
          <p:spPr>
            <a:xfrm rot="5400000">
              <a:off x="5517232" y="4509239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1" name="Google Shape;251;p20"/>
            <p:cNvSpPr/>
            <p:nvPr/>
          </p:nvSpPr>
          <p:spPr>
            <a:xfrm rot="5400000">
              <a:off x="5706270" y="4509239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2" name="Google Shape;252;p20"/>
            <p:cNvSpPr/>
            <p:nvPr/>
          </p:nvSpPr>
          <p:spPr>
            <a:xfrm rot="5400000">
              <a:off x="5895282" y="4509256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3" name="Google Shape;253;p20"/>
            <p:cNvSpPr/>
            <p:nvPr/>
          </p:nvSpPr>
          <p:spPr>
            <a:xfrm rot="5400000">
              <a:off x="6084320" y="4509256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4" name="Google Shape;254;p20"/>
            <p:cNvSpPr/>
            <p:nvPr/>
          </p:nvSpPr>
          <p:spPr>
            <a:xfrm rot="5400000">
              <a:off x="5517219" y="4830790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5" name="Google Shape;255;p20"/>
            <p:cNvSpPr/>
            <p:nvPr/>
          </p:nvSpPr>
          <p:spPr>
            <a:xfrm rot="5400000">
              <a:off x="5706257" y="4830790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6" name="Google Shape;256;p20"/>
            <p:cNvSpPr/>
            <p:nvPr/>
          </p:nvSpPr>
          <p:spPr>
            <a:xfrm rot="5400000">
              <a:off x="5895294" y="4830790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7" name="Google Shape;257;p20"/>
            <p:cNvSpPr/>
            <p:nvPr/>
          </p:nvSpPr>
          <p:spPr>
            <a:xfrm rot="5400000">
              <a:off x="6086188" y="4830790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8" name="Google Shape;258;p20"/>
          <p:cNvGrpSpPr/>
          <p:nvPr/>
        </p:nvGrpSpPr>
        <p:grpSpPr>
          <a:xfrm>
            <a:off x="2285499" y="2234952"/>
            <a:ext cx="1047616" cy="706511"/>
            <a:chOff x="2098251" y="2503250"/>
            <a:chExt cx="1588500" cy="1030200"/>
          </a:xfrm>
        </p:grpSpPr>
        <p:sp>
          <p:nvSpPr>
            <p:cNvPr id="259" name="Google Shape;259;p20"/>
            <p:cNvSpPr/>
            <p:nvPr/>
          </p:nvSpPr>
          <p:spPr>
            <a:xfrm>
              <a:off x="2098251" y="2503250"/>
              <a:ext cx="1588500" cy="10302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0" name="Google Shape;260;p20"/>
            <p:cNvSpPr/>
            <p:nvPr/>
          </p:nvSpPr>
          <p:spPr>
            <a:xfrm rot="5400000">
              <a:off x="2201147" y="2611281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1" name="Google Shape;261;p20"/>
            <p:cNvSpPr/>
            <p:nvPr/>
          </p:nvSpPr>
          <p:spPr>
            <a:xfrm rot="5400000">
              <a:off x="2390184" y="2611281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2" name="Google Shape;262;p20"/>
            <p:cNvSpPr/>
            <p:nvPr/>
          </p:nvSpPr>
          <p:spPr>
            <a:xfrm rot="5400000">
              <a:off x="2579222" y="2611281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3" name="Google Shape;263;p20"/>
            <p:cNvSpPr/>
            <p:nvPr/>
          </p:nvSpPr>
          <p:spPr>
            <a:xfrm rot="5400000">
              <a:off x="2770115" y="2611281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4" name="Google Shape;264;p20"/>
            <p:cNvSpPr/>
            <p:nvPr/>
          </p:nvSpPr>
          <p:spPr>
            <a:xfrm rot="5400000">
              <a:off x="2201158" y="2932814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5" name="Google Shape;265;p20"/>
            <p:cNvSpPr/>
            <p:nvPr/>
          </p:nvSpPr>
          <p:spPr>
            <a:xfrm rot="5400000">
              <a:off x="2390196" y="2932814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6" name="Google Shape;266;p20"/>
            <p:cNvSpPr/>
            <p:nvPr/>
          </p:nvSpPr>
          <p:spPr>
            <a:xfrm rot="5400000">
              <a:off x="2961009" y="2611281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7" name="Google Shape;267;p20"/>
            <p:cNvSpPr/>
            <p:nvPr/>
          </p:nvSpPr>
          <p:spPr>
            <a:xfrm rot="5400000">
              <a:off x="2579217" y="2932831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8" name="Google Shape;268;p20"/>
            <p:cNvSpPr/>
            <p:nvPr/>
          </p:nvSpPr>
          <p:spPr>
            <a:xfrm rot="5400000">
              <a:off x="2201145" y="3254365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9" name="Google Shape;269;p20"/>
            <p:cNvSpPr/>
            <p:nvPr/>
          </p:nvSpPr>
          <p:spPr>
            <a:xfrm rot="5400000">
              <a:off x="3151909" y="2611281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0" name="Google Shape;270;p20"/>
            <p:cNvSpPr/>
            <p:nvPr/>
          </p:nvSpPr>
          <p:spPr>
            <a:xfrm rot="5400000">
              <a:off x="3342809" y="2611281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1" name="Google Shape;271;p20"/>
            <p:cNvSpPr/>
            <p:nvPr/>
          </p:nvSpPr>
          <p:spPr>
            <a:xfrm rot="5400000">
              <a:off x="2762837" y="2932831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2" name="Google Shape;272;p20"/>
            <p:cNvSpPr/>
            <p:nvPr/>
          </p:nvSpPr>
          <p:spPr>
            <a:xfrm rot="5400000">
              <a:off x="2951827" y="2932831"/>
              <a:ext cx="242400" cy="189000"/>
            </a:xfrm>
            <a:prstGeom prst="rect">
              <a:avLst/>
            </a:prstGeom>
            <a:solidFill>
              <a:srgbClr val="845AD9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3" name="Google Shape;273;p20"/>
          <p:cNvGrpSpPr/>
          <p:nvPr/>
        </p:nvGrpSpPr>
        <p:grpSpPr>
          <a:xfrm>
            <a:off x="3983352" y="3504545"/>
            <a:ext cx="857974" cy="673693"/>
            <a:chOff x="3837012" y="4071946"/>
            <a:chExt cx="1326900" cy="1041900"/>
          </a:xfrm>
        </p:grpSpPr>
        <p:sp>
          <p:nvSpPr>
            <p:cNvPr id="274" name="Google Shape;274;p20"/>
            <p:cNvSpPr/>
            <p:nvPr/>
          </p:nvSpPr>
          <p:spPr>
            <a:xfrm>
              <a:off x="3837012" y="4071946"/>
              <a:ext cx="1326900" cy="1041900"/>
            </a:xfrm>
            <a:prstGeom prst="rect">
              <a:avLst/>
            </a:prstGeom>
            <a:solidFill>
              <a:srgbClr val="FFFFFF"/>
            </a:solidFill>
            <a:ln w="38100" cap="flat" cmpd="sng">
              <a:solidFill>
                <a:srgbClr val="037B7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5" name="Google Shape;275;p20"/>
            <p:cNvSpPr/>
            <p:nvPr/>
          </p:nvSpPr>
          <p:spPr>
            <a:xfrm rot="5400000">
              <a:off x="3965383" y="4182907"/>
              <a:ext cx="242400" cy="189000"/>
            </a:xfrm>
            <a:prstGeom prst="rect">
              <a:avLst/>
            </a:prstGeom>
            <a:solidFill>
              <a:srgbClr val="037B7D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6" name="Google Shape;276;p20"/>
            <p:cNvSpPr/>
            <p:nvPr/>
          </p:nvSpPr>
          <p:spPr>
            <a:xfrm rot="5400000">
              <a:off x="4154421" y="4182907"/>
              <a:ext cx="242400" cy="189000"/>
            </a:xfrm>
            <a:prstGeom prst="rect">
              <a:avLst/>
            </a:prstGeom>
            <a:solidFill>
              <a:srgbClr val="037B7D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7" name="Google Shape;277;p20"/>
            <p:cNvSpPr/>
            <p:nvPr/>
          </p:nvSpPr>
          <p:spPr>
            <a:xfrm rot="5400000">
              <a:off x="4343459" y="4182907"/>
              <a:ext cx="242400" cy="189000"/>
            </a:xfrm>
            <a:prstGeom prst="rect">
              <a:avLst/>
            </a:prstGeom>
            <a:solidFill>
              <a:srgbClr val="037B7D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8" name="Google Shape;278;p20"/>
            <p:cNvSpPr/>
            <p:nvPr/>
          </p:nvSpPr>
          <p:spPr>
            <a:xfrm rot="5400000">
              <a:off x="4534352" y="4182907"/>
              <a:ext cx="242400" cy="189000"/>
            </a:xfrm>
            <a:prstGeom prst="rect">
              <a:avLst/>
            </a:prstGeom>
            <a:solidFill>
              <a:srgbClr val="037B7D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9" name="Google Shape;279;p20"/>
            <p:cNvSpPr/>
            <p:nvPr/>
          </p:nvSpPr>
          <p:spPr>
            <a:xfrm rot="5400000">
              <a:off x="3965395" y="4504439"/>
              <a:ext cx="242400" cy="189000"/>
            </a:xfrm>
            <a:prstGeom prst="rect">
              <a:avLst/>
            </a:prstGeom>
            <a:solidFill>
              <a:srgbClr val="037B7D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0" name="Google Shape;280;p20"/>
            <p:cNvSpPr/>
            <p:nvPr/>
          </p:nvSpPr>
          <p:spPr>
            <a:xfrm rot="5400000">
              <a:off x="4154433" y="4504439"/>
              <a:ext cx="242400" cy="189000"/>
            </a:xfrm>
            <a:prstGeom prst="rect">
              <a:avLst/>
            </a:prstGeom>
            <a:solidFill>
              <a:srgbClr val="037B7D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1" name="Google Shape;281;p20"/>
            <p:cNvSpPr/>
            <p:nvPr/>
          </p:nvSpPr>
          <p:spPr>
            <a:xfrm rot="5400000">
              <a:off x="4532474" y="4504457"/>
              <a:ext cx="242400" cy="189000"/>
            </a:xfrm>
            <a:prstGeom prst="rect">
              <a:avLst/>
            </a:prstGeom>
            <a:solidFill>
              <a:srgbClr val="037B7D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2" name="Google Shape;282;p20"/>
            <p:cNvSpPr/>
            <p:nvPr/>
          </p:nvSpPr>
          <p:spPr>
            <a:xfrm rot="5400000">
              <a:off x="4343454" y="4504457"/>
              <a:ext cx="242400" cy="189000"/>
            </a:xfrm>
            <a:prstGeom prst="rect">
              <a:avLst/>
            </a:prstGeom>
            <a:solidFill>
              <a:srgbClr val="037B7D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3" name="Google Shape;283;p20"/>
            <p:cNvSpPr/>
            <p:nvPr/>
          </p:nvSpPr>
          <p:spPr>
            <a:xfrm rot="5400000">
              <a:off x="3965382" y="4825990"/>
              <a:ext cx="242400" cy="189000"/>
            </a:xfrm>
            <a:prstGeom prst="rect">
              <a:avLst/>
            </a:prstGeom>
            <a:solidFill>
              <a:srgbClr val="037B7D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4" name="Google Shape;284;p20"/>
            <p:cNvSpPr/>
            <p:nvPr/>
          </p:nvSpPr>
          <p:spPr>
            <a:xfrm rot="5400000">
              <a:off x="4154420" y="4825990"/>
              <a:ext cx="242400" cy="189000"/>
            </a:xfrm>
            <a:prstGeom prst="rect">
              <a:avLst/>
            </a:prstGeom>
            <a:solidFill>
              <a:srgbClr val="037B7D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5" name="Google Shape;285;p20"/>
            <p:cNvSpPr/>
            <p:nvPr/>
          </p:nvSpPr>
          <p:spPr>
            <a:xfrm rot="5400000">
              <a:off x="4343458" y="4825990"/>
              <a:ext cx="242400" cy="189000"/>
            </a:xfrm>
            <a:prstGeom prst="rect">
              <a:avLst/>
            </a:prstGeom>
            <a:solidFill>
              <a:srgbClr val="037B7D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6" name="Google Shape;286;p20"/>
            <p:cNvSpPr/>
            <p:nvPr/>
          </p:nvSpPr>
          <p:spPr>
            <a:xfrm rot="5400000">
              <a:off x="4532474" y="4826007"/>
              <a:ext cx="242400" cy="189000"/>
            </a:xfrm>
            <a:prstGeom prst="rect">
              <a:avLst/>
            </a:prstGeom>
            <a:solidFill>
              <a:srgbClr val="037B7D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7" name="Google Shape;287;p20"/>
            <p:cNvSpPr/>
            <p:nvPr/>
          </p:nvSpPr>
          <p:spPr>
            <a:xfrm rot="5400000">
              <a:off x="4661611" y="4246507"/>
              <a:ext cx="242400" cy="61800"/>
            </a:xfrm>
            <a:prstGeom prst="rect">
              <a:avLst/>
            </a:prstGeom>
            <a:solidFill>
              <a:srgbClr val="037B7D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8" name="Google Shape;288;p20"/>
            <p:cNvSpPr/>
            <p:nvPr/>
          </p:nvSpPr>
          <p:spPr>
            <a:xfrm rot="5400000">
              <a:off x="4657869" y="4568057"/>
              <a:ext cx="242400" cy="61800"/>
            </a:xfrm>
            <a:prstGeom prst="rect">
              <a:avLst/>
            </a:prstGeom>
            <a:solidFill>
              <a:srgbClr val="037B7D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9" name="Google Shape;289;p20"/>
            <p:cNvSpPr/>
            <p:nvPr/>
          </p:nvSpPr>
          <p:spPr>
            <a:xfrm rot="5400000">
              <a:off x="4657869" y="4889607"/>
              <a:ext cx="242400" cy="61800"/>
            </a:xfrm>
            <a:prstGeom prst="rect">
              <a:avLst/>
            </a:prstGeom>
            <a:solidFill>
              <a:srgbClr val="037B7D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0" name="Google Shape;290;p20"/>
          <p:cNvGrpSpPr/>
          <p:nvPr/>
        </p:nvGrpSpPr>
        <p:grpSpPr>
          <a:xfrm>
            <a:off x="5541671" y="2616350"/>
            <a:ext cx="1047651" cy="707872"/>
            <a:chOff x="5541521" y="2844863"/>
            <a:chExt cx="999000" cy="675000"/>
          </a:xfrm>
        </p:grpSpPr>
        <p:sp>
          <p:nvSpPr>
            <p:cNvPr id="291" name="Google Shape;291;p20"/>
            <p:cNvSpPr/>
            <p:nvPr/>
          </p:nvSpPr>
          <p:spPr>
            <a:xfrm>
              <a:off x="5541521" y="2844863"/>
              <a:ext cx="999000" cy="675000"/>
            </a:xfrm>
            <a:prstGeom prst="rect">
              <a:avLst/>
            </a:prstGeom>
            <a:solidFill>
              <a:srgbClr val="FFFFFF"/>
            </a:solidFill>
            <a:ln w="38100" cap="flat" cmpd="sng">
              <a:solidFill>
                <a:srgbClr val="037B7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92" name="Google Shape;292;p20"/>
            <p:cNvGrpSpPr/>
            <p:nvPr/>
          </p:nvGrpSpPr>
          <p:grpSpPr>
            <a:xfrm>
              <a:off x="5611276" y="2894318"/>
              <a:ext cx="859754" cy="573715"/>
              <a:chOff x="1684857" y="3767281"/>
              <a:chExt cx="1701919" cy="885500"/>
            </a:xfrm>
          </p:grpSpPr>
          <p:sp>
            <p:nvSpPr>
              <p:cNvPr id="293" name="Google Shape;293;p20"/>
              <p:cNvSpPr/>
              <p:nvPr/>
            </p:nvSpPr>
            <p:spPr>
              <a:xfrm rot="5400000">
                <a:off x="1684859" y="3767281"/>
                <a:ext cx="242400" cy="242400"/>
              </a:xfrm>
              <a:prstGeom prst="rect">
                <a:avLst/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4" name="Google Shape;294;p20"/>
              <p:cNvSpPr/>
              <p:nvPr/>
            </p:nvSpPr>
            <p:spPr>
              <a:xfrm rot="5400000">
                <a:off x="1927320" y="3767281"/>
                <a:ext cx="242400" cy="242400"/>
              </a:xfrm>
              <a:prstGeom prst="rect">
                <a:avLst/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5" name="Google Shape;295;p20"/>
              <p:cNvSpPr/>
              <p:nvPr/>
            </p:nvSpPr>
            <p:spPr>
              <a:xfrm rot="5400000">
                <a:off x="2169782" y="3767281"/>
                <a:ext cx="242400" cy="242400"/>
              </a:xfrm>
              <a:prstGeom prst="rect">
                <a:avLst/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6" name="Google Shape;296;p20"/>
              <p:cNvSpPr/>
              <p:nvPr/>
            </p:nvSpPr>
            <p:spPr>
              <a:xfrm rot="5400000">
                <a:off x="2414623" y="3767281"/>
                <a:ext cx="242400" cy="242400"/>
              </a:xfrm>
              <a:prstGeom prst="rect">
                <a:avLst/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7" name="Google Shape;297;p20"/>
              <p:cNvSpPr/>
              <p:nvPr/>
            </p:nvSpPr>
            <p:spPr>
              <a:xfrm rot="5400000">
                <a:off x="1684874" y="4088814"/>
                <a:ext cx="242400" cy="242400"/>
              </a:xfrm>
              <a:prstGeom prst="rect">
                <a:avLst/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8" name="Google Shape;298;p20"/>
              <p:cNvSpPr/>
              <p:nvPr/>
            </p:nvSpPr>
            <p:spPr>
              <a:xfrm rot="5400000">
                <a:off x="1927335" y="4088814"/>
                <a:ext cx="242400" cy="242400"/>
              </a:xfrm>
              <a:prstGeom prst="rect">
                <a:avLst/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9" name="Google Shape;299;p20"/>
              <p:cNvSpPr/>
              <p:nvPr/>
            </p:nvSpPr>
            <p:spPr>
              <a:xfrm rot="5400000">
                <a:off x="2659464" y="3767281"/>
                <a:ext cx="242400" cy="242400"/>
              </a:xfrm>
              <a:prstGeom prst="rect">
                <a:avLst/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0" name="Google Shape;300;p20"/>
              <p:cNvSpPr/>
              <p:nvPr/>
            </p:nvSpPr>
            <p:spPr>
              <a:xfrm rot="5400000">
                <a:off x="2901926" y="3767281"/>
                <a:ext cx="242400" cy="242400"/>
              </a:xfrm>
              <a:prstGeom prst="rect">
                <a:avLst/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1" name="Google Shape;301;p20"/>
              <p:cNvSpPr/>
              <p:nvPr/>
            </p:nvSpPr>
            <p:spPr>
              <a:xfrm rot="5400000">
                <a:off x="1684857" y="4410365"/>
                <a:ext cx="242400" cy="242400"/>
              </a:xfrm>
              <a:prstGeom prst="rect">
                <a:avLst/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2" name="Google Shape;302;p20"/>
              <p:cNvSpPr/>
              <p:nvPr/>
            </p:nvSpPr>
            <p:spPr>
              <a:xfrm rot="5400000">
                <a:off x="1927318" y="4410365"/>
                <a:ext cx="242400" cy="242400"/>
              </a:xfrm>
              <a:prstGeom prst="rect">
                <a:avLst/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3" name="Google Shape;303;p20"/>
              <p:cNvSpPr/>
              <p:nvPr/>
            </p:nvSpPr>
            <p:spPr>
              <a:xfrm rot="5400000">
                <a:off x="2169780" y="4410365"/>
                <a:ext cx="242400" cy="242400"/>
              </a:xfrm>
              <a:prstGeom prst="rect">
                <a:avLst/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4" name="Google Shape;304;p20"/>
              <p:cNvSpPr/>
              <p:nvPr/>
            </p:nvSpPr>
            <p:spPr>
              <a:xfrm rot="5400000">
                <a:off x="2414621" y="4410365"/>
                <a:ext cx="242400" cy="242400"/>
              </a:xfrm>
              <a:prstGeom prst="rect">
                <a:avLst/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5" name="Google Shape;305;p20"/>
              <p:cNvSpPr/>
              <p:nvPr/>
            </p:nvSpPr>
            <p:spPr>
              <a:xfrm rot="5400000">
                <a:off x="2169776" y="4088831"/>
                <a:ext cx="242400" cy="242400"/>
              </a:xfrm>
              <a:prstGeom prst="rect">
                <a:avLst/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6" name="Google Shape;306;p20"/>
              <p:cNvSpPr/>
              <p:nvPr/>
            </p:nvSpPr>
            <p:spPr>
              <a:xfrm rot="5400000">
                <a:off x="2659476" y="4410381"/>
                <a:ext cx="242400" cy="242400"/>
              </a:xfrm>
              <a:prstGeom prst="rect">
                <a:avLst/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7" name="Google Shape;307;p20"/>
              <p:cNvSpPr/>
              <p:nvPr/>
            </p:nvSpPr>
            <p:spPr>
              <a:xfrm rot="5400000">
                <a:off x="3144376" y="3767281"/>
                <a:ext cx="242400" cy="242400"/>
              </a:xfrm>
              <a:prstGeom prst="rect">
                <a:avLst/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308" name="Google Shape;308;p20"/>
          <p:cNvSpPr txBox="1"/>
          <p:nvPr/>
        </p:nvSpPr>
        <p:spPr>
          <a:xfrm>
            <a:off x="5407750" y="2151350"/>
            <a:ext cx="1707300" cy="4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15 blocks arranged in 3 rows. E.g. …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09" name="Google Shape;309;p20"/>
          <p:cNvCxnSpPr>
            <a:stCxn id="188" idx="3"/>
            <a:endCxn id="245" idx="0"/>
          </p:cNvCxnSpPr>
          <p:nvPr/>
        </p:nvCxnSpPr>
        <p:spPr>
          <a:xfrm>
            <a:off x="1229016" y="2935641"/>
            <a:ext cx="4836600" cy="568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0" name="Google Shape;310;p20"/>
          <p:cNvCxnSpPr>
            <a:stCxn id="259" idx="2"/>
            <a:endCxn id="274" idx="0"/>
          </p:cNvCxnSpPr>
          <p:nvPr/>
        </p:nvCxnSpPr>
        <p:spPr>
          <a:xfrm>
            <a:off x="2809306" y="2941463"/>
            <a:ext cx="1602900" cy="563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1" name="Google Shape;311;p20"/>
          <p:cNvCxnSpPr>
            <a:stCxn id="191" idx="2"/>
            <a:endCxn id="225" idx="0"/>
          </p:cNvCxnSpPr>
          <p:nvPr/>
        </p:nvCxnSpPr>
        <p:spPr>
          <a:xfrm flipH="1">
            <a:off x="1224567" y="2975110"/>
            <a:ext cx="3140100" cy="441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2" name="Google Shape;312;p20"/>
          <p:cNvCxnSpPr>
            <a:stCxn id="291" idx="2"/>
            <a:endCxn id="208" idx="0"/>
          </p:cNvCxnSpPr>
          <p:nvPr/>
        </p:nvCxnSpPr>
        <p:spPr>
          <a:xfrm flipH="1">
            <a:off x="2855497" y="3324223"/>
            <a:ext cx="3210000" cy="125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3" name="Google Shape;313;p20"/>
          <p:cNvSpPr txBox="1"/>
          <p:nvPr/>
        </p:nvSpPr>
        <p:spPr>
          <a:xfrm>
            <a:off x="511200" y="4384600"/>
            <a:ext cx="6583200" cy="14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Two crates have been filled with packages for delivery. </a:t>
            </a:r>
            <a:br>
              <a:rPr lang="en-GB">
                <a:latin typeface="Lexend"/>
                <a:ea typeface="Lexend"/>
                <a:cs typeface="Lexend"/>
                <a:sym typeface="Lexend"/>
              </a:rPr>
            </a:b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driver wants the crates to be evenly distributed with packages. </a:t>
            </a:r>
            <a:br>
              <a:rPr lang="en-GB">
                <a:latin typeface="Lexend"/>
                <a:ea typeface="Lexend"/>
                <a:cs typeface="Lexend"/>
                <a:sym typeface="Lexend"/>
              </a:rPr>
            </a:b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One crate has 18 packages and the other has 12 packages. </a:t>
            </a:r>
            <a:br>
              <a:rPr lang="en-GB">
                <a:latin typeface="Lexend"/>
                <a:ea typeface="Lexend"/>
                <a:cs typeface="Lexend"/>
                <a:sym typeface="Lexend"/>
              </a:rPr>
            </a:b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would the driver make the crates even?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0"/>
          <p:cNvSpPr txBox="1"/>
          <p:nvPr/>
        </p:nvSpPr>
        <p:spPr>
          <a:xfrm>
            <a:off x="511200" y="5407850"/>
            <a:ext cx="6583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Take 3 out of the crate with 18 and put them in the crate of 12. That way they both have 15 packages.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5" name="Google Shape;315;p20"/>
          <p:cNvSpPr txBox="1"/>
          <p:nvPr/>
        </p:nvSpPr>
        <p:spPr>
          <a:xfrm>
            <a:off x="534800" y="7543975"/>
            <a:ext cx="620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There should be 1.2 kg of batter in each tin.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6" name="Google Shape;316;p20"/>
          <p:cNvSpPr txBox="1"/>
          <p:nvPr/>
        </p:nvSpPr>
        <p:spPr>
          <a:xfrm>
            <a:off x="534800" y="6094375"/>
            <a:ext cx="6583200" cy="14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The batter for three cakes has been split across three tins.</a:t>
            </a:r>
            <a:br>
              <a:rPr lang="en-GB">
                <a:latin typeface="Lexend"/>
                <a:ea typeface="Lexend"/>
                <a:cs typeface="Lexend"/>
                <a:sym typeface="Lexend"/>
              </a:rPr>
            </a:b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first tin has 1 kg of batter, the second has 1.2 kg of batter and the third    has 1.4 kg of batter. </a:t>
            </a:r>
            <a:br>
              <a:rPr lang="en-GB">
                <a:latin typeface="Lexend"/>
                <a:ea typeface="Lexend"/>
                <a:cs typeface="Lexend"/>
                <a:sym typeface="Lexend"/>
              </a:rPr>
            </a:b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 get 3 cakes the same depth there needs to be the same weight of batter in each tin.</a:t>
            </a:r>
            <a:br>
              <a:rPr lang="en-GB">
                <a:latin typeface="Lexend"/>
                <a:ea typeface="Lexend"/>
                <a:cs typeface="Lexend"/>
                <a:sym typeface="Lexend"/>
              </a:rPr>
            </a:b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much batter should there be in each tin?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0"/>
          <p:cNvSpPr txBox="1"/>
          <p:nvPr/>
        </p:nvSpPr>
        <p:spPr>
          <a:xfrm>
            <a:off x="552600" y="7998300"/>
            <a:ext cx="6562800" cy="18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A group of friends have collected some conkers and shared them equally among themselves.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There are five friends and they have 6 conkers each. How many conkers were collected altogether?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Another friend joins them but they don’t find any more conkers. How many conkers would they each have if they share them equally now?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0"/>
          <p:cNvSpPr txBox="1"/>
          <p:nvPr/>
        </p:nvSpPr>
        <p:spPr>
          <a:xfrm>
            <a:off x="3064375" y="8816050"/>
            <a:ext cx="661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30 conkers would have been collected.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9" name="Google Shape;319;p20"/>
          <p:cNvSpPr txBox="1"/>
          <p:nvPr/>
        </p:nvSpPr>
        <p:spPr>
          <a:xfrm>
            <a:off x="4077025" y="9622150"/>
            <a:ext cx="4689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 conkers each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320" name="Google Shape;32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6514" y="8231910"/>
            <a:ext cx="271310" cy="361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710750" y="8176899"/>
            <a:ext cx="446476" cy="4711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2" name="Google Shape;322;p20"/>
          <p:cNvCxnSpPr/>
          <p:nvPr/>
        </p:nvCxnSpPr>
        <p:spPr>
          <a:xfrm>
            <a:off x="491775" y="9957375"/>
            <a:ext cx="65835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26" name="Shape 326"/>
        <p:cNvGrpSpPr/>
        <p:nvPr/>
      </p:nvGrpSpPr>
      <p:grpSpPr>
        <a:xfrm>
          <a:off x="0" y="0"/>
          <a:ext cx="0" cy="0"/>
        </a:xfrm>
      </p:grpSpPr>
      <p:sp>
        <p:nvSpPr>
          <p:cNvPr id="327" name="Google Shape;327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328" name="Google Shape;328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understanding of the mean</a:t>
            </a:r>
            <a:endParaRPr/>
          </a:p>
        </p:txBody>
      </p:sp>
      <p:sp>
        <p:nvSpPr>
          <p:cNvPr id="329" name="Google Shape;329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 </a:t>
            </a:r>
            <a:endParaRPr/>
          </a:p>
        </p:txBody>
      </p:sp>
      <p:sp>
        <p:nvSpPr>
          <p:cNvPr id="331" name="Google Shape;331;p21"/>
          <p:cNvSpPr txBox="1"/>
          <p:nvPr/>
        </p:nvSpPr>
        <p:spPr>
          <a:xfrm>
            <a:off x="468000" y="665700"/>
            <a:ext cx="658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Task B: Calculating the mean</a:t>
            </a:r>
            <a:endParaRPr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" name="Google Shape;332;p21"/>
          <p:cNvSpPr txBox="1"/>
          <p:nvPr/>
        </p:nvSpPr>
        <p:spPr>
          <a:xfrm>
            <a:off x="476400" y="1292700"/>
            <a:ext cx="66156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Calculate the mean for the following sets of data: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33" name="Google Shape;33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100" y="1629800"/>
            <a:ext cx="4782599" cy="1249997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1"/>
          <p:cNvSpPr txBox="1"/>
          <p:nvPr/>
        </p:nvSpPr>
        <p:spPr>
          <a:xfrm>
            <a:off x="391800" y="3334800"/>
            <a:ext cx="57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b)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35" name="Google Shape;33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0100" y="3370313"/>
            <a:ext cx="4782600" cy="1325468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1"/>
          <p:cNvSpPr txBox="1"/>
          <p:nvPr/>
        </p:nvSpPr>
        <p:spPr>
          <a:xfrm>
            <a:off x="5699400" y="1612875"/>
            <a:ext cx="1968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Total = 354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Amount = 10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Mean = 35.4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7" name="Google Shape;337;p21"/>
          <p:cNvSpPr txBox="1"/>
          <p:nvPr/>
        </p:nvSpPr>
        <p:spPr>
          <a:xfrm>
            <a:off x="5699400" y="3391125"/>
            <a:ext cx="1968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Total = 300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Amount = 10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Mean = 30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8" name="Google Shape;338;p21"/>
          <p:cNvSpPr txBox="1"/>
          <p:nvPr/>
        </p:nvSpPr>
        <p:spPr>
          <a:xfrm>
            <a:off x="476400" y="4797900"/>
            <a:ext cx="66156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Calculate the mean, given the following information: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8000 data points have a total of 26 000</a:t>
            </a:r>
            <a:b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2400 data points have a total of 15 600</a:t>
            </a:r>
            <a:b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a data set which has a total of 42 000 across 2500 data points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21"/>
          <p:cNvSpPr txBox="1"/>
          <p:nvPr/>
        </p:nvSpPr>
        <p:spPr>
          <a:xfrm>
            <a:off x="2366528" y="5410200"/>
            <a:ext cx="3309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26 000 ÷ 8000 = 3.25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0" name="Google Shape;340;p21"/>
          <p:cNvSpPr txBox="1"/>
          <p:nvPr/>
        </p:nvSpPr>
        <p:spPr>
          <a:xfrm>
            <a:off x="2534876" y="5983050"/>
            <a:ext cx="3309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15 600 ÷ 2400 = 6.5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1" name="Google Shape;341;p21"/>
          <p:cNvSpPr txBox="1"/>
          <p:nvPr/>
        </p:nvSpPr>
        <p:spPr>
          <a:xfrm>
            <a:off x="2534876" y="6613825"/>
            <a:ext cx="3309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42 000 ÷ 2500 = 16.8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2" name="Google Shape;342;p21"/>
          <p:cNvSpPr txBox="1"/>
          <p:nvPr/>
        </p:nvSpPr>
        <p:spPr>
          <a:xfrm>
            <a:off x="476400" y="7195800"/>
            <a:ext cx="66156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Match the total with the data set, fill in the missing spaces.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b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3" name="Google Shape;343;p21"/>
          <p:cNvSpPr txBox="1"/>
          <p:nvPr/>
        </p:nvSpPr>
        <p:spPr>
          <a:xfrm>
            <a:off x="1020186" y="7418660"/>
            <a:ext cx="1401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Total = 140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21"/>
          <p:cNvSpPr txBox="1"/>
          <p:nvPr/>
        </p:nvSpPr>
        <p:spPr>
          <a:xfrm>
            <a:off x="1020186" y="8056664"/>
            <a:ext cx="1401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Total = 120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" name="Google Shape;345;p21"/>
          <p:cNvSpPr txBox="1"/>
          <p:nvPr/>
        </p:nvSpPr>
        <p:spPr>
          <a:xfrm>
            <a:off x="4009996" y="9332672"/>
            <a:ext cx="247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24 values, mean of 5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6" name="Google Shape;346;p21"/>
          <p:cNvSpPr txBox="1"/>
          <p:nvPr/>
        </p:nvSpPr>
        <p:spPr>
          <a:xfrm>
            <a:off x="1020186" y="8694668"/>
            <a:ext cx="1401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Total = 150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7" name="Google Shape;347;p21"/>
          <p:cNvSpPr txBox="1"/>
          <p:nvPr/>
        </p:nvSpPr>
        <p:spPr>
          <a:xfrm>
            <a:off x="4009996" y="8056664"/>
            <a:ext cx="2350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25 values, mean of 6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8" name="Google Shape;348;p21"/>
          <p:cNvSpPr txBox="1"/>
          <p:nvPr/>
        </p:nvSpPr>
        <p:spPr>
          <a:xfrm>
            <a:off x="4009996" y="8694668"/>
            <a:ext cx="276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28 values, mean of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9" name="Google Shape;349;p21"/>
          <p:cNvSpPr txBox="1"/>
          <p:nvPr/>
        </p:nvSpPr>
        <p:spPr>
          <a:xfrm>
            <a:off x="1020186" y="9332672"/>
            <a:ext cx="1401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Total =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0" name="Google Shape;350;p21"/>
          <p:cNvSpPr txBox="1"/>
          <p:nvPr/>
        </p:nvSpPr>
        <p:spPr>
          <a:xfrm>
            <a:off x="4009996" y="7481687"/>
            <a:ext cx="276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11 values, mean of 13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51" name="Google Shape;351;p21"/>
          <p:cNvCxnSpPr>
            <a:stCxn id="350" idx="1"/>
            <a:endCxn id="349" idx="3"/>
          </p:cNvCxnSpPr>
          <p:nvPr/>
        </p:nvCxnSpPr>
        <p:spPr>
          <a:xfrm flipH="1">
            <a:off x="2421196" y="7681787"/>
            <a:ext cx="1588800" cy="1851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2" name="Google Shape;352;p21"/>
          <p:cNvCxnSpPr>
            <a:stCxn id="347" idx="1"/>
            <a:endCxn id="346" idx="3"/>
          </p:cNvCxnSpPr>
          <p:nvPr/>
        </p:nvCxnSpPr>
        <p:spPr>
          <a:xfrm flipH="1">
            <a:off x="2421196" y="8256764"/>
            <a:ext cx="1588800" cy="638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3" name="Google Shape;353;p21"/>
          <p:cNvCxnSpPr>
            <a:stCxn id="348" idx="1"/>
            <a:endCxn id="343" idx="3"/>
          </p:cNvCxnSpPr>
          <p:nvPr/>
        </p:nvCxnSpPr>
        <p:spPr>
          <a:xfrm rot="10800000">
            <a:off x="2421196" y="7618868"/>
            <a:ext cx="1588800" cy="12759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4" name="Google Shape;354;p21"/>
          <p:cNvCxnSpPr>
            <a:stCxn id="345" idx="1"/>
            <a:endCxn id="344" idx="3"/>
          </p:cNvCxnSpPr>
          <p:nvPr/>
        </p:nvCxnSpPr>
        <p:spPr>
          <a:xfrm rot="10800000">
            <a:off x="2421196" y="8256872"/>
            <a:ext cx="1588800" cy="12759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5" name="Google Shape;355;p21"/>
          <p:cNvSpPr txBox="1"/>
          <p:nvPr/>
        </p:nvSpPr>
        <p:spPr>
          <a:xfrm>
            <a:off x="5766487" y="8708094"/>
            <a:ext cx="317400" cy="2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6" name="Google Shape;356;p21"/>
          <p:cNvSpPr txBox="1"/>
          <p:nvPr/>
        </p:nvSpPr>
        <p:spPr>
          <a:xfrm>
            <a:off x="1692889" y="9347987"/>
            <a:ext cx="473700" cy="2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143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57" name="Google Shape;357;p21"/>
          <p:cNvCxnSpPr/>
          <p:nvPr/>
        </p:nvCxnSpPr>
        <p:spPr>
          <a:xfrm>
            <a:off x="491775" y="9957375"/>
            <a:ext cx="65835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47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Checking understanding of the mean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2023-12-08T09:42:20.459</cp:lastPrinted>
  <dcterms:created xsi:type="dcterms:W3CDTF">2023-12-08T09:42:20Z</dcterms:created>
  <dcterms:modified xsi:type="dcterms:W3CDTF">2023-12-08T09:45:21Z</dcterms:modified>
</cp:coreProperties>
</file>