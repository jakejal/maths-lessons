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2a2587bf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2a2587bf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2a2587bf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2a2587bf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92283430d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92283430d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92a2587b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92a2587b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92a2587bfa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92a2587bfa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95d8d380ae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95d8d380ae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95d8d380ae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95d8d380ae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95d8d380ae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95d8d380ae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92a2587bfa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92a2587bfa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92a2587bfa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92a2587bfa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95dc113209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95dc113209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92a2587b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2a2587b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92a2587bfa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92a2587bfa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92a2587bfa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92a2587bfa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92a2587bf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92a2587bf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ea2d76d32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ea2d76d32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92a2587bfa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92a2587bfa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95656f613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95656f613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92a2587bfa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92a2587bfa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92a2587bfa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92a2587bfa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292a2587bfa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292a2587bfa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92a2587bfa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92a2587bfa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92a2587bfa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92a2587bfa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92a2587bfa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92a2587bfa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297ebfd35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297ebfd35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1" name="Shape 3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2" name="Google Shape;3372;g1ea230ee5d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3" name="Google Shape;3373;g1ea230ee5d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0" name="Shape 3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" name="Google Shape;3381;g292a2587bfa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2" name="Google Shape;3382;g292a2587bfa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8" name="Shape 3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3389;g1ea230ee5d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0" name="Google Shape;3390;g1ea230ee5d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0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g292a2587bfa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2" name="Google Shape;3402;g292a2587bfa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g292a2587bfa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4" name="Google Shape;3414;g292a2587bfa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5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g292a2587bfa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7" name="Google Shape;3427;g292a2587bfa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5" name="Shape 3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6" name="Google Shape;3436;g292a2587bfa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7" name="Google Shape;3437;g292a2587bfa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6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7" name="Google Shape;3447;g292a2587bfa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8" name="Google Shape;3448;g292a2587bfa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3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292a2587bfa_0_1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5" name="Google Shape;3465;g292a2587bfa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2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g292a2587bfa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4" name="Google Shape;3474;g292a2587bfa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8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g292a2587bfa_0_1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0" name="Google Shape;3480;g292a2587bfa_0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4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292a2587bfa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292a2587bfa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5" name="Shape 3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6" name="Google Shape;3506;g292a2587bfa_0_1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7" name="Google Shape;3507;g292a2587bfa_0_1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4" name="Shape 3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g292a2587bfa_0_1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6" name="Google Shape;3516;g292a2587bfa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4" name="Shape 3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Google Shape;353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6" name="Google Shape;353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0" name="Shape 3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1" name="Google Shape;354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2" name="Google Shape;354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64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4.png"/><Relationship Id="rId4" Type="http://schemas.openxmlformats.org/officeDocument/2006/relationships/image" Target="../media/image24.png"/><Relationship Id="rId9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4.png"/><Relationship Id="rId4" Type="http://schemas.openxmlformats.org/officeDocument/2006/relationships/image" Target="../media/image30.png"/><Relationship Id="rId11" Type="http://schemas.openxmlformats.org/officeDocument/2006/relationships/image" Target="../media/image15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47.png"/><Relationship Id="rId7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7.png"/><Relationship Id="rId6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Relationship Id="rId4" Type="http://schemas.openxmlformats.org/officeDocument/2006/relationships/image" Target="../media/image62.png"/><Relationship Id="rId9" Type="http://schemas.openxmlformats.org/officeDocument/2006/relationships/image" Target="../media/image51.png"/><Relationship Id="rId5" Type="http://schemas.openxmlformats.org/officeDocument/2006/relationships/image" Target="../media/image63.png"/><Relationship Id="rId6" Type="http://schemas.openxmlformats.org/officeDocument/2006/relationships/image" Target="../media/image52.png"/><Relationship Id="rId7" Type="http://schemas.openxmlformats.org/officeDocument/2006/relationships/image" Target="../media/image55.png"/><Relationship Id="rId8" Type="http://schemas.openxmlformats.org/officeDocument/2006/relationships/image" Target="../media/image49.png"/><Relationship Id="rId11" Type="http://schemas.openxmlformats.org/officeDocument/2006/relationships/image" Target="../media/image45.png"/><Relationship Id="rId10" Type="http://schemas.openxmlformats.org/officeDocument/2006/relationships/image" Target="../media/image61.png"/><Relationship Id="rId12" Type="http://schemas.openxmlformats.org/officeDocument/2006/relationships/image" Target="../media/image5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7.png"/><Relationship Id="rId4" Type="http://schemas.openxmlformats.org/officeDocument/2006/relationships/image" Target="../media/image62.png"/><Relationship Id="rId9" Type="http://schemas.openxmlformats.org/officeDocument/2006/relationships/image" Target="../media/image51.png"/><Relationship Id="rId5" Type="http://schemas.openxmlformats.org/officeDocument/2006/relationships/image" Target="../media/image63.png"/><Relationship Id="rId6" Type="http://schemas.openxmlformats.org/officeDocument/2006/relationships/image" Target="../media/image52.png"/><Relationship Id="rId7" Type="http://schemas.openxmlformats.org/officeDocument/2006/relationships/image" Target="../media/image55.png"/><Relationship Id="rId8" Type="http://schemas.openxmlformats.org/officeDocument/2006/relationships/image" Target="../media/image49.png"/><Relationship Id="rId11" Type="http://schemas.openxmlformats.org/officeDocument/2006/relationships/image" Target="../media/image45.png"/><Relationship Id="rId10" Type="http://schemas.openxmlformats.org/officeDocument/2006/relationships/image" Target="../media/image61.png"/><Relationship Id="rId12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Relationship Id="rId4" Type="http://schemas.openxmlformats.org/officeDocument/2006/relationships/image" Target="../media/image62.png"/><Relationship Id="rId9" Type="http://schemas.openxmlformats.org/officeDocument/2006/relationships/image" Target="../media/image51.png"/><Relationship Id="rId5" Type="http://schemas.openxmlformats.org/officeDocument/2006/relationships/image" Target="../media/image63.png"/><Relationship Id="rId6" Type="http://schemas.openxmlformats.org/officeDocument/2006/relationships/image" Target="../media/image52.png"/><Relationship Id="rId7" Type="http://schemas.openxmlformats.org/officeDocument/2006/relationships/image" Target="../media/image55.png"/><Relationship Id="rId8" Type="http://schemas.openxmlformats.org/officeDocument/2006/relationships/image" Target="../media/image49.png"/><Relationship Id="rId11" Type="http://schemas.openxmlformats.org/officeDocument/2006/relationships/image" Target="../media/image45.png"/><Relationship Id="rId10" Type="http://schemas.openxmlformats.org/officeDocument/2006/relationships/image" Target="../media/image61.png"/><Relationship Id="rId12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Relationship Id="rId4" Type="http://schemas.openxmlformats.org/officeDocument/2006/relationships/image" Target="../media/image72.png"/><Relationship Id="rId5" Type="http://schemas.openxmlformats.org/officeDocument/2006/relationships/image" Target="../media/image76.png"/><Relationship Id="rId6" Type="http://schemas.openxmlformats.org/officeDocument/2006/relationships/image" Target="../media/image6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4.png"/><Relationship Id="rId4" Type="http://schemas.openxmlformats.org/officeDocument/2006/relationships/image" Target="../media/image50.png"/><Relationship Id="rId5" Type="http://schemas.openxmlformats.org/officeDocument/2006/relationships/image" Target="../media/image75.png"/><Relationship Id="rId6" Type="http://schemas.openxmlformats.org/officeDocument/2006/relationships/image" Target="../media/image6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9.png"/><Relationship Id="rId4" Type="http://schemas.openxmlformats.org/officeDocument/2006/relationships/image" Target="../media/image6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Relationship Id="rId4" Type="http://schemas.openxmlformats.org/officeDocument/2006/relationships/image" Target="../media/image6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the mean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what the mean is measuring, how it is measuring it and calculate the mean from data presented in a list.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Data are a collection of information. </a:t>
            </a:r>
            <a:endParaRPr sz="20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1857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average is a single number expressing the central or typical value in a set of data: the mode; the median; and the mean. </a:t>
            </a:r>
            <a:endParaRPr sz="20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102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(arithmetic) mean for a set of numerical data is the sum of the values divided by the number of values. It is a measure of central tendency representing the average of the values.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measure of </a:t>
            </a:r>
            <a:r>
              <a:rPr b="1" lang="en-GB"/>
              <a:t>central tendency</a:t>
            </a:r>
            <a:r>
              <a:rPr lang="en-GB"/>
              <a:t> is a summary measure that attempts to describe a whole set of data with a single value that represents the middle or centre of its distribution.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sp>
        <p:nvSpPr>
          <p:cNvPr id="779" name="Google Shape;779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780" name="Google Shape;780;p69"/>
          <p:cNvSpPr txBox="1"/>
          <p:nvPr>
            <p:ph idx="3" type="title"/>
          </p:nvPr>
        </p:nvSpPr>
        <p:spPr>
          <a:xfrm>
            <a:off x="324000" y="7338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the mean</a:t>
            </a:r>
            <a:endParaRPr/>
          </a:p>
        </p:txBody>
      </p:sp>
      <p:pic>
        <p:nvPicPr>
          <p:cNvPr id="781" name="Google Shape;7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56" y="205916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are going to be considering the even distribution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of clay blocks between different numbers of people.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each case, no blocks can be added or removed, only reallocated.</a:t>
            </a:r>
            <a:endParaRPr/>
          </a:p>
        </p:txBody>
      </p:sp>
      <p:sp>
        <p:nvSpPr>
          <p:cNvPr id="787" name="Google Shape;78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1"/>
          <p:cNvSpPr txBox="1"/>
          <p:nvPr>
            <p:ph idx="1" type="body"/>
          </p:nvPr>
        </p:nvSpPr>
        <p:spPr>
          <a:xfrm>
            <a:off x="324000" y="759300"/>
            <a:ext cx="8183400" cy="8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Alex, Aisha, Jacob and Sofia are wondering if they can make towers of the same height (without adding more blocks).</a:t>
            </a:r>
            <a:endParaRPr/>
          </a:p>
        </p:txBody>
      </p:sp>
      <p:sp>
        <p:nvSpPr>
          <p:cNvPr id="793" name="Google Shape;79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sp>
        <p:nvSpPr>
          <p:cNvPr id="794" name="Google Shape;794;p71"/>
          <p:cNvSpPr/>
          <p:nvPr/>
        </p:nvSpPr>
        <p:spPr>
          <a:xfrm>
            <a:off x="1568475" y="39382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71"/>
          <p:cNvSpPr/>
          <p:nvPr/>
        </p:nvSpPr>
        <p:spPr>
          <a:xfrm>
            <a:off x="1568475" y="35638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1"/>
          <p:cNvSpPr/>
          <p:nvPr/>
        </p:nvSpPr>
        <p:spPr>
          <a:xfrm>
            <a:off x="1568475" y="31894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71"/>
          <p:cNvSpPr/>
          <p:nvPr/>
        </p:nvSpPr>
        <p:spPr>
          <a:xfrm>
            <a:off x="1568475" y="2811375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71"/>
          <p:cNvSpPr/>
          <p:nvPr/>
        </p:nvSpPr>
        <p:spPr>
          <a:xfrm>
            <a:off x="3457075" y="39456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1"/>
          <p:cNvSpPr/>
          <p:nvPr/>
        </p:nvSpPr>
        <p:spPr>
          <a:xfrm>
            <a:off x="3457075" y="35712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71"/>
          <p:cNvSpPr/>
          <p:nvPr/>
        </p:nvSpPr>
        <p:spPr>
          <a:xfrm>
            <a:off x="7234275" y="39456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1"/>
          <p:cNvSpPr/>
          <p:nvPr/>
        </p:nvSpPr>
        <p:spPr>
          <a:xfrm>
            <a:off x="7234275" y="35712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1"/>
          <p:cNvSpPr/>
          <p:nvPr/>
        </p:nvSpPr>
        <p:spPr>
          <a:xfrm>
            <a:off x="7234275" y="31968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1"/>
          <p:cNvSpPr/>
          <p:nvPr/>
        </p:nvSpPr>
        <p:spPr>
          <a:xfrm>
            <a:off x="7234275" y="2818725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71"/>
          <p:cNvSpPr/>
          <p:nvPr/>
        </p:nvSpPr>
        <p:spPr>
          <a:xfrm>
            <a:off x="7234275" y="244065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1"/>
          <p:cNvSpPr/>
          <p:nvPr/>
        </p:nvSpPr>
        <p:spPr>
          <a:xfrm>
            <a:off x="5345675" y="39456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1"/>
          <p:cNvSpPr/>
          <p:nvPr/>
        </p:nvSpPr>
        <p:spPr>
          <a:xfrm>
            <a:off x="5345675" y="35712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7" name="Google Shape;80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756" y="2502744"/>
            <a:ext cx="503119" cy="181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2380900"/>
            <a:ext cx="588574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269" y="2380901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7591" y="2410781"/>
            <a:ext cx="528208" cy="1931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2"/>
          <p:cNvSpPr txBox="1"/>
          <p:nvPr>
            <p:ph idx="1" type="body"/>
          </p:nvPr>
        </p:nvSpPr>
        <p:spPr>
          <a:xfrm>
            <a:off x="324000" y="759300"/>
            <a:ext cx="7135200" cy="8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Alex, Aisha, Jacob and Sofia have clay towers of the same height (without adding more blocks)?</a:t>
            </a:r>
            <a:endParaRPr/>
          </a:p>
        </p:txBody>
      </p:sp>
      <p:sp>
        <p:nvSpPr>
          <p:cNvPr id="816" name="Google Shape;81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pic>
        <p:nvPicPr>
          <p:cNvPr id="817" name="Google Shape;81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756" y="2502744"/>
            <a:ext cx="503119" cy="181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2380900"/>
            <a:ext cx="588574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269" y="2380901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7591" y="2410781"/>
            <a:ext cx="528208" cy="19317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1" name="Google Shape;821;p72"/>
          <p:cNvGrpSpPr/>
          <p:nvPr/>
        </p:nvGrpSpPr>
        <p:grpSpPr>
          <a:xfrm>
            <a:off x="2183025" y="1538400"/>
            <a:ext cx="3867475" cy="902250"/>
            <a:chOff x="2183025" y="1538400"/>
            <a:chExt cx="3867475" cy="902250"/>
          </a:xfrm>
        </p:grpSpPr>
        <p:sp>
          <p:nvSpPr>
            <p:cNvPr id="822" name="Google Shape;822;p72"/>
            <p:cNvSpPr/>
            <p:nvPr/>
          </p:nvSpPr>
          <p:spPr>
            <a:xfrm>
              <a:off x="3369600" y="1995275"/>
              <a:ext cx="374400" cy="374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3" name="Google Shape;823;p72"/>
            <p:cNvSpPr/>
            <p:nvPr/>
          </p:nvSpPr>
          <p:spPr>
            <a:xfrm>
              <a:off x="3325800" y="1538400"/>
              <a:ext cx="374400" cy="374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4" name="Google Shape;824;p72"/>
            <p:cNvSpPr/>
            <p:nvPr/>
          </p:nvSpPr>
          <p:spPr>
            <a:xfrm>
              <a:off x="2797600" y="1995275"/>
              <a:ext cx="374400" cy="374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5" name="Google Shape;825;p72"/>
            <p:cNvSpPr/>
            <p:nvPr/>
          </p:nvSpPr>
          <p:spPr>
            <a:xfrm>
              <a:off x="2346638" y="2066238"/>
              <a:ext cx="374400" cy="374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6" name="Google Shape;826;p72"/>
            <p:cNvSpPr/>
            <p:nvPr/>
          </p:nvSpPr>
          <p:spPr>
            <a:xfrm>
              <a:off x="2667125" y="1579788"/>
              <a:ext cx="374400" cy="374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7" name="Google Shape;827;p72"/>
            <p:cNvSpPr/>
            <p:nvPr/>
          </p:nvSpPr>
          <p:spPr>
            <a:xfrm>
              <a:off x="2183025" y="1619988"/>
              <a:ext cx="374400" cy="374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72"/>
            <p:cNvSpPr/>
            <p:nvPr/>
          </p:nvSpPr>
          <p:spPr>
            <a:xfrm>
              <a:off x="4373138" y="1579800"/>
              <a:ext cx="374400" cy="3744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9" name="Google Shape;829;p72"/>
            <p:cNvSpPr/>
            <p:nvPr/>
          </p:nvSpPr>
          <p:spPr>
            <a:xfrm>
              <a:off x="3849463" y="1579800"/>
              <a:ext cx="374400" cy="3744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0" name="Google Shape;830;p72"/>
            <p:cNvSpPr/>
            <p:nvPr/>
          </p:nvSpPr>
          <p:spPr>
            <a:xfrm>
              <a:off x="5676100" y="206625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1" name="Google Shape;831;p72"/>
            <p:cNvSpPr/>
            <p:nvPr/>
          </p:nvSpPr>
          <p:spPr>
            <a:xfrm>
              <a:off x="5207400" y="206625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2" name="Google Shape;832;p72"/>
            <p:cNvSpPr/>
            <p:nvPr/>
          </p:nvSpPr>
          <p:spPr>
            <a:xfrm>
              <a:off x="5569400" y="157980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72"/>
            <p:cNvSpPr/>
            <p:nvPr/>
          </p:nvSpPr>
          <p:spPr>
            <a:xfrm>
              <a:off x="4971275" y="157980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72"/>
            <p:cNvSpPr/>
            <p:nvPr/>
          </p:nvSpPr>
          <p:spPr>
            <a:xfrm>
              <a:off x="4079400" y="206625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5" name="Google Shape;835;p72"/>
          <p:cNvGrpSpPr/>
          <p:nvPr/>
        </p:nvGrpSpPr>
        <p:grpSpPr>
          <a:xfrm>
            <a:off x="1568475" y="2440650"/>
            <a:ext cx="6040200" cy="1879350"/>
            <a:chOff x="1568475" y="2440650"/>
            <a:chExt cx="6040200" cy="1879350"/>
          </a:xfrm>
        </p:grpSpPr>
        <p:sp>
          <p:nvSpPr>
            <p:cNvPr id="836" name="Google Shape;836;p72"/>
            <p:cNvSpPr/>
            <p:nvPr/>
          </p:nvSpPr>
          <p:spPr>
            <a:xfrm>
              <a:off x="1568475" y="3938250"/>
              <a:ext cx="374400" cy="374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7" name="Google Shape;837;p72"/>
            <p:cNvSpPr/>
            <p:nvPr/>
          </p:nvSpPr>
          <p:spPr>
            <a:xfrm>
              <a:off x="1568475" y="3563850"/>
              <a:ext cx="374400" cy="374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72"/>
            <p:cNvSpPr/>
            <p:nvPr/>
          </p:nvSpPr>
          <p:spPr>
            <a:xfrm>
              <a:off x="1568475" y="3189450"/>
              <a:ext cx="374400" cy="374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9" name="Google Shape;839;p72"/>
            <p:cNvSpPr/>
            <p:nvPr/>
          </p:nvSpPr>
          <p:spPr>
            <a:xfrm>
              <a:off x="1568475" y="2811375"/>
              <a:ext cx="374400" cy="374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0" name="Google Shape;840;p72"/>
            <p:cNvSpPr/>
            <p:nvPr/>
          </p:nvSpPr>
          <p:spPr>
            <a:xfrm>
              <a:off x="7234275" y="394560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1" name="Google Shape;841;p72"/>
            <p:cNvSpPr/>
            <p:nvPr/>
          </p:nvSpPr>
          <p:spPr>
            <a:xfrm>
              <a:off x="7234275" y="357120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2" name="Google Shape;842;p72"/>
            <p:cNvSpPr/>
            <p:nvPr/>
          </p:nvSpPr>
          <p:spPr>
            <a:xfrm>
              <a:off x="7234275" y="319680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72"/>
            <p:cNvSpPr/>
            <p:nvPr/>
          </p:nvSpPr>
          <p:spPr>
            <a:xfrm>
              <a:off x="7234275" y="2818725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72"/>
            <p:cNvSpPr/>
            <p:nvPr/>
          </p:nvSpPr>
          <p:spPr>
            <a:xfrm>
              <a:off x="7234275" y="2440650"/>
              <a:ext cx="374400" cy="3744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5" name="Google Shape;845;p72"/>
            <p:cNvSpPr/>
            <p:nvPr/>
          </p:nvSpPr>
          <p:spPr>
            <a:xfrm>
              <a:off x="5345675" y="3945600"/>
              <a:ext cx="374400" cy="3744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72"/>
            <p:cNvSpPr/>
            <p:nvPr/>
          </p:nvSpPr>
          <p:spPr>
            <a:xfrm>
              <a:off x="5345675" y="3571200"/>
              <a:ext cx="374400" cy="3744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7" name="Google Shape;847;p72"/>
            <p:cNvSpPr/>
            <p:nvPr/>
          </p:nvSpPr>
          <p:spPr>
            <a:xfrm>
              <a:off x="3457075" y="3945600"/>
              <a:ext cx="374400" cy="374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8" name="Google Shape;848;p72"/>
            <p:cNvSpPr/>
            <p:nvPr/>
          </p:nvSpPr>
          <p:spPr>
            <a:xfrm>
              <a:off x="3457075" y="3571200"/>
              <a:ext cx="374400" cy="374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3"/>
          <p:cNvSpPr txBox="1"/>
          <p:nvPr>
            <p:ph idx="1" type="body"/>
          </p:nvPr>
        </p:nvSpPr>
        <p:spPr>
          <a:xfrm>
            <a:off x="324000" y="759300"/>
            <a:ext cx="7135200" cy="8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Alex, Aisha, Jacob and Sofia have clay towers of the same height (without adding more blocks)?</a:t>
            </a:r>
            <a:endParaRPr/>
          </a:p>
        </p:txBody>
      </p:sp>
      <p:sp>
        <p:nvSpPr>
          <p:cNvPr id="854" name="Google Shape;85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pic>
        <p:nvPicPr>
          <p:cNvPr id="855" name="Google Shape;85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756" y="2502744"/>
            <a:ext cx="503119" cy="181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2380900"/>
            <a:ext cx="588574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269" y="2380901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7591" y="2410781"/>
            <a:ext cx="528208" cy="1931741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3"/>
          <p:cNvSpPr/>
          <p:nvPr/>
        </p:nvSpPr>
        <p:spPr>
          <a:xfrm>
            <a:off x="3369600" y="1995275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3"/>
          <p:cNvSpPr/>
          <p:nvPr/>
        </p:nvSpPr>
        <p:spPr>
          <a:xfrm>
            <a:off x="3325800" y="15384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3"/>
          <p:cNvSpPr/>
          <p:nvPr/>
        </p:nvSpPr>
        <p:spPr>
          <a:xfrm>
            <a:off x="2797600" y="1995275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3"/>
          <p:cNvSpPr/>
          <p:nvPr/>
        </p:nvSpPr>
        <p:spPr>
          <a:xfrm>
            <a:off x="2346638" y="206623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3"/>
          <p:cNvSpPr/>
          <p:nvPr/>
        </p:nvSpPr>
        <p:spPr>
          <a:xfrm>
            <a:off x="2667125" y="157978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3"/>
          <p:cNvSpPr/>
          <p:nvPr/>
        </p:nvSpPr>
        <p:spPr>
          <a:xfrm>
            <a:off x="2183025" y="161998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3"/>
          <p:cNvSpPr/>
          <p:nvPr/>
        </p:nvSpPr>
        <p:spPr>
          <a:xfrm>
            <a:off x="4373138" y="15798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3"/>
          <p:cNvSpPr/>
          <p:nvPr/>
        </p:nvSpPr>
        <p:spPr>
          <a:xfrm>
            <a:off x="3849463" y="15798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3"/>
          <p:cNvSpPr/>
          <p:nvPr/>
        </p:nvSpPr>
        <p:spPr>
          <a:xfrm>
            <a:off x="5676100" y="206625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3"/>
          <p:cNvSpPr/>
          <p:nvPr/>
        </p:nvSpPr>
        <p:spPr>
          <a:xfrm>
            <a:off x="5207400" y="206625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3"/>
          <p:cNvSpPr/>
          <p:nvPr/>
        </p:nvSpPr>
        <p:spPr>
          <a:xfrm>
            <a:off x="5569400" y="15798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3"/>
          <p:cNvSpPr/>
          <p:nvPr/>
        </p:nvSpPr>
        <p:spPr>
          <a:xfrm>
            <a:off x="4971275" y="15798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3"/>
          <p:cNvSpPr/>
          <p:nvPr/>
        </p:nvSpPr>
        <p:spPr>
          <a:xfrm>
            <a:off x="4079400" y="206625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3"/>
          <p:cNvSpPr/>
          <p:nvPr/>
        </p:nvSpPr>
        <p:spPr>
          <a:xfrm>
            <a:off x="1556325" y="394558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3"/>
          <p:cNvSpPr/>
          <p:nvPr/>
        </p:nvSpPr>
        <p:spPr>
          <a:xfrm>
            <a:off x="3475063" y="394558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/>
          <p:nvPr/>
        </p:nvSpPr>
        <p:spPr>
          <a:xfrm>
            <a:off x="5345675" y="394558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3"/>
          <p:cNvSpPr/>
          <p:nvPr/>
        </p:nvSpPr>
        <p:spPr>
          <a:xfrm>
            <a:off x="7272000" y="394560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3"/>
          <p:cNvSpPr/>
          <p:nvPr/>
        </p:nvSpPr>
        <p:spPr>
          <a:xfrm>
            <a:off x="1556325" y="35712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3"/>
          <p:cNvSpPr/>
          <p:nvPr/>
        </p:nvSpPr>
        <p:spPr>
          <a:xfrm>
            <a:off x="3475075" y="35712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3"/>
          <p:cNvSpPr/>
          <p:nvPr/>
        </p:nvSpPr>
        <p:spPr>
          <a:xfrm>
            <a:off x="5345675" y="35712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3"/>
          <p:cNvSpPr/>
          <p:nvPr/>
        </p:nvSpPr>
        <p:spPr>
          <a:xfrm>
            <a:off x="7271988" y="35712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3"/>
          <p:cNvSpPr/>
          <p:nvPr/>
        </p:nvSpPr>
        <p:spPr>
          <a:xfrm>
            <a:off x="1556313" y="3195821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3"/>
          <p:cNvSpPr/>
          <p:nvPr/>
        </p:nvSpPr>
        <p:spPr>
          <a:xfrm>
            <a:off x="3475075" y="3195821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3"/>
          <p:cNvSpPr/>
          <p:nvPr/>
        </p:nvSpPr>
        <p:spPr>
          <a:xfrm>
            <a:off x="5345675" y="3197014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3"/>
          <p:cNvSpPr/>
          <p:nvPr/>
        </p:nvSpPr>
        <p:spPr>
          <a:xfrm>
            <a:off x="7272000" y="3197025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4"/>
          <p:cNvSpPr txBox="1"/>
          <p:nvPr>
            <p:ph idx="1" type="body"/>
          </p:nvPr>
        </p:nvSpPr>
        <p:spPr>
          <a:xfrm>
            <a:off x="324000" y="759300"/>
            <a:ext cx="7135200" cy="8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Alex, Aisha, Jacob and Sofia have clay towers of the same height (without adding more blocks)?</a:t>
            </a:r>
            <a:endParaRPr/>
          </a:p>
        </p:txBody>
      </p:sp>
      <p:sp>
        <p:nvSpPr>
          <p:cNvPr id="889" name="Google Shape;88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pic>
        <p:nvPicPr>
          <p:cNvPr id="890" name="Google Shape;89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756" y="2502744"/>
            <a:ext cx="503119" cy="181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2380900"/>
            <a:ext cx="588574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269" y="2380901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7591" y="2410781"/>
            <a:ext cx="528208" cy="1931741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4"/>
          <p:cNvSpPr/>
          <p:nvPr/>
        </p:nvSpPr>
        <p:spPr>
          <a:xfrm>
            <a:off x="5569400" y="15798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4"/>
          <p:cNvSpPr/>
          <p:nvPr/>
        </p:nvSpPr>
        <p:spPr>
          <a:xfrm>
            <a:off x="1556325" y="394558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4"/>
          <p:cNvSpPr/>
          <p:nvPr/>
        </p:nvSpPr>
        <p:spPr>
          <a:xfrm>
            <a:off x="3475063" y="394558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4"/>
          <p:cNvSpPr/>
          <p:nvPr/>
        </p:nvSpPr>
        <p:spPr>
          <a:xfrm>
            <a:off x="5345675" y="3945588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4"/>
          <p:cNvSpPr/>
          <p:nvPr/>
        </p:nvSpPr>
        <p:spPr>
          <a:xfrm>
            <a:off x="7272000" y="394560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4"/>
          <p:cNvSpPr/>
          <p:nvPr/>
        </p:nvSpPr>
        <p:spPr>
          <a:xfrm>
            <a:off x="1556325" y="35712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4"/>
          <p:cNvSpPr/>
          <p:nvPr/>
        </p:nvSpPr>
        <p:spPr>
          <a:xfrm>
            <a:off x="3475075" y="35712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4"/>
          <p:cNvSpPr/>
          <p:nvPr/>
        </p:nvSpPr>
        <p:spPr>
          <a:xfrm>
            <a:off x="5345675" y="35712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4"/>
          <p:cNvSpPr/>
          <p:nvPr/>
        </p:nvSpPr>
        <p:spPr>
          <a:xfrm>
            <a:off x="7271988" y="35712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4"/>
          <p:cNvSpPr/>
          <p:nvPr/>
        </p:nvSpPr>
        <p:spPr>
          <a:xfrm>
            <a:off x="1556313" y="3195821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4"/>
          <p:cNvSpPr/>
          <p:nvPr/>
        </p:nvSpPr>
        <p:spPr>
          <a:xfrm>
            <a:off x="3475075" y="3195821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4"/>
          <p:cNvSpPr/>
          <p:nvPr/>
        </p:nvSpPr>
        <p:spPr>
          <a:xfrm>
            <a:off x="5345675" y="3197014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4"/>
          <p:cNvSpPr/>
          <p:nvPr/>
        </p:nvSpPr>
        <p:spPr>
          <a:xfrm>
            <a:off x="7272000" y="3197025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4"/>
          <p:cNvSpPr txBox="1"/>
          <p:nvPr/>
        </p:nvSpPr>
        <p:spPr>
          <a:xfrm>
            <a:off x="1198200" y="1550050"/>
            <a:ext cx="337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is one block left.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8" name="Google Shape;908;p74"/>
          <p:cNvCxnSpPr/>
          <p:nvPr/>
        </p:nvCxnSpPr>
        <p:spPr>
          <a:xfrm flipH="1" rot="10800000">
            <a:off x="4393200" y="1760100"/>
            <a:ext cx="1065900" cy="17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sp>
        <p:nvSpPr>
          <p:cNvPr id="914" name="Google Shape;914;p75"/>
          <p:cNvSpPr/>
          <p:nvPr/>
        </p:nvSpPr>
        <p:spPr>
          <a:xfrm>
            <a:off x="1568475" y="39382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5"/>
          <p:cNvSpPr/>
          <p:nvPr/>
        </p:nvSpPr>
        <p:spPr>
          <a:xfrm>
            <a:off x="1568475" y="35638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5"/>
          <p:cNvSpPr/>
          <p:nvPr/>
        </p:nvSpPr>
        <p:spPr>
          <a:xfrm>
            <a:off x="1568475" y="31894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5"/>
          <p:cNvSpPr/>
          <p:nvPr/>
        </p:nvSpPr>
        <p:spPr>
          <a:xfrm>
            <a:off x="3457075" y="31894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5"/>
          <p:cNvSpPr/>
          <p:nvPr/>
        </p:nvSpPr>
        <p:spPr>
          <a:xfrm>
            <a:off x="3457075" y="39456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5"/>
          <p:cNvSpPr/>
          <p:nvPr/>
        </p:nvSpPr>
        <p:spPr>
          <a:xfrm>
            <a:off x="3457075" y="35712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5"/>
          <p:cNvSpPr/>
          <p:nvPr/>
        </p:nvSpPr>
        <p:spPr>
          <a:xfrm>
            <a:off x="7234275" y="39456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5"/>
          <p:cNvSpPr/>
          <p:nvPr/>
        </p:nvSpPr>
        <p:spPr>
          <a:xfrm>
            <a:off x="7234275" y="35712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5"/>
          <p:cNvSpPr/>
          <p:nvPr/>
        </p:nvSpPr>
        <p:spPr>
          <a:xfrm>
            <a:off x="7234275" y="31968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5"/>
          <p:cNvSpPr/>
          <p:nvPr/>
        </p:nvSpPr>
        <p:spPr>
          <a:xfrm>
            <a:off x="1568475" y="3095850"/>
            <a:ext cx="374400" cy="93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5"/>
          <p:cNvSpPr/>
          <p:nvPr/>
        </p:nvSpPr>
        <p:spPr>
          <a:xfrm>
            <a:off x="5345675" y="318945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5"/>
          <p:cNvSpPr/>
          <p:nvPr/>
        </p:nvSpPr>
        <p:spPr>
          <a:xfrm>
            <a:off x="5345675" y="39456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5"/>
          <p:cNvSpPr/>
          <p:nvPr/>
        </p:nvSpPr>
        <p:spPr>
          <a:xfrm>
            <a:off x="5345675" y="35712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7" name="Google Shape;92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756" y="2502744"/>
            <a:ext cx="503119" cy="181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2380900"/>
            <a:ext cx="588574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269" y="2380901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7591" y="2410781"/>
            <a:ext cx="528208" cy="1931741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5"/>
          <p:cNvSpPr/>
          <p:nvPr/>
        </p:nvSpPr>
        <p:spPr>
          <a:xfrm>
            <a:off x="3457075" y="3095850"/>
            <a:ext cx="374400" cy="93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5"/>
          <p:cNvSpPr/>
          <p:nvPr/>
        </p:nvSpPr>
        <p:spPr>
          <a:xfrm>
            <a:off x="5345675" y="3095850"/>
            <a:ext cx="374400" cy="93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5"/>
          <p:cNvSpPr/>
          <p:nvPr/>
        </p:nvSpPr>
        <p:spPr>
          <a:xfrm>
            <a:off x="7234275" y="3095850"/>
            <a:ext cx="374400" cy="93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5"/>
          <p:cNvSpPr txBox="1"/>
          <p:nvPr/>
        </p:nvSpPr>
        <p:spPr>
          <a:xfrm>
            <a:off x="400200" y="1753800"/>
            <a:ext cx="819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block will need to be divided between the four towers.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5" name="Google Shape;935;p75"/>
          <p:cNvCxnSpPr/>
          <p:nvPr/>
        </p:nvCxnSpPr>
        <p:spPr>
          <a:xfrm flipH="1">
            <a:off x="1723775" y="2289150"/>
            <a:ext cx="70800" cy="67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75"/>
          <p:cNvCxnSpPr/>
          <p:nvPr/>
        </p:nvCxnSpPr>
        <p:spPr>
          <a:xfrm flipH="1">
            <a:off x="3651150" y="2246750"/>
            <a:ext cx="36900" cy="7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75"/>
          <p:cNvCxnSpPr/>
          <p:nvPr/>
        </p:nvCxnSpPr>
        <p:spPr>
          <a:xfrm>
            <a:off x="5461425" y="2267950"/>
            <a:ext cx="32700" cy="69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75"/>
          <p:cNvCxnSpPr/>
          <p:nvPr/>
        </p:nvCxnSpPr>
        <p:spPr>
          <a:xfrm flipH="1">
            <a:off x="7423775" y="2282075"/>
            <a:ext cx="1800" cy="7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75"/>
          <p:cNvSpPr txBox="1"/>
          <p:nvPr>
            <p:ph idx="1" type="body"/>
          </p:nvPr>
        </p:nvSpPr>
        <p:spPr>
          <a:xfrm>
            <a:off x="324000" y="759300"/>
            <a:ext cx="7135200" cy="8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Alex, Aisha, Jacob and Sofia have clay towers of the same height (without adding more blocks)?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dashed line shows the height of the blocks if they</a:t>
            </a:r>
            <a:r>
              <a:rPr lang="en-GB" sz="1800"/>
              <a:t> </a:t>
            </a:r>
            <a:r>
              <a:rPr lang="en-GB" sz="1800"/>
              <a:t>were evenly distributed. This is the mean value. Mean = 3.25</a:t>
            </a:r>
            <a:endParaRPr sz="1800"/>
          </a:p>
        </p:txBody>
      </p:sp>
      <p:sp>
        <p:nvSpPr>
          <p:cNvPr id="945" name="Google Shape;94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sp>
        <p:nvSpPr>
          <p:cNvPr id="946" name="Google Shape;946;p76"/>
          <p:cNvSpPr/>
          <p:nvPr/>
        </p:nvSpPr>
        <p:spPr>
          <a:xfrm>
            <a:off x="1568475" y="43954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6"/>
          <p:cNvSpPr/>
          <p:nvPr/>
        </p:nvSpPr>
        <p:spPr>
          <a:xfrm>
            <a:off x="1568475" y="40210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6"/>
          <p:cNvSpPr/>
          <p:nvPr/>
        </p:nvSpPr>
        <p:spPr>
          <a:xfrm>
            <a:off x="1568475" y="36466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6"/>
          <p:cNvSpPr/>
          <p:nvPr/>
        </p:nvSpPr>
        <p:spPr>
          <a:xfrm>
            <a:off x="1568475" y="3268575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6"/>
          <p:cNvSpPr/>
          <p:nvPr/>
        </p:nvSpPr>
        <p:spPr>
          <a:xfrm>
            <a:off x="3457075" y="44028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6"/>
          <p:cNvSpPr/>
          <p:nvPr/>
        </p:nvSpPr>
        <p:spPr>
          <a:xfrm>
            <a:off x="3457075" y="40284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6"/>
          <p:cNvSpPr/>
          <p:nvPr/>
        </p:nvSpPr>
        <p:spPr>
          <a:xfrm>
            <a:off x="7234275" y="44028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6"/>
          <p:cNvSpPr/>
          <p:nvPr/>
        </p:nvSpPr>
        <p:spPr>
          <a:xfrm>
            <a:off x="7234275" y="40284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6"/>
          <p:cNvSpPr/>
          <p:nvPr/>
        </p:nvSpPr>
        <p:spPr>
          <a:xfrm>
            <a:off x="7234275" y="36540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6"/>
          <p:cNvSpPr/>
          <p:nvPr/>
        </p:nvSpPr>
        <p:spPr>
          <a:xfrm>
            <a:off x="7234275" y="3275925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6"/>
          <p:cNvSpPr/>
          <p:nvPr/>
        </p:nvSpPr>
        <p:spPr>
          <a:xfrm>
            <a:off x="7234275" y="289785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6"/>
          <p:cNvSpPr/>
          <p:nvPr/>
        </p:nvSpPr>
        <p:spPr>
          <a:xfrm>
            <a:off x="5345675" y="44028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6"/>
          <p:cNvSpPr/>
          <p:nvPr/>
        </p:nvSpPr>
        <p:spPr>
          <a:xfrm>
            <a:off x="5345675" y="40284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9" name="Google Shape;959;p76"/>
          <p:cNvCxnSpPr/>
          <p:nvPr/>
        </p:nvCxnSpPr>
        <p:spPr>
          <a:xfrm>
            <a:off x="798375" y="3551800"/>
            <a:ext cx="7234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0" name="Google Shape;960;p76"/>
          <p:cNvSpPr/>
          <p:nvPr/>
        </p:nvSpPr>
        <p:spPr>
          <a:xfrm>
            <a:off x="876100" y="2725150"/>
            <a:ext cx="636000" cy="216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1" name="Google Shape;96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269" y="2838101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76"/>
          <p:cNvSpPr/>
          <p:nvPr/>
        </p:nvSpPr>
        <p:spPr>
          <a:xfrm>
            <a:off x="2724050" y="2784075"/>
            <a:ext cx="636000" cy="216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6"/>
          <p:cNvSpPr/>
          <p:nvPr/>
        </p:nvSpPr>
        <p:spPr>
          <a:xfrm>
            <a:off x="4506000" y="2756700"/>
            <a:ext cx="757500" cy="216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4" name="Google Shape;96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7591" y="2867981"/>
            <a:ext cx="528208" cy="193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2" y="2838100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6"/>
          <p:cNvSpPr/>
          <p:nvPr/>
        </p:nvSpPr>
        <p:spPr>
          <a:xfrm>
            <a:off x="6375641" y="2756700"/>
            <a:ext cx="757500" cy="216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7" name="Google Shape;96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8756" y="2959944"/>
            <a:ext cx="503119" cy="1817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7"/>
          <p:cNvSpPr/>
          <p:nvPr/>
        </p:nvSpPr>
        <p:spPr>
          <a:xfrm>
            <a:off x="1568475" y="3551800"/>
            <a:ext cx="374400" cy="91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7"/>
          <p:cNvSpPr/>
          <p:nvPr/>
        </p:nvSpPr>
        <p:spPr>
          <a:xfrm>
            <a:off x="1568475" y="3460600"/>
            <a:ext cx="374400" cy="91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7"/>
          <p:cNvSpPr/>
          <p:nvPr/>
        </p:nvSpPr>
        <p:spPr>
          <a:xfrm>
            <a:off x="5345675" y="3567138"/>
            <a:ext cx="374400" cy="374400"/>
          </a:xfrm>
          <a:prstGeom prst="rect">
            <a:avLst/>
          </a:prstGeom>
          <a:solidFill>
            <a:srgbClr val="FAEAF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7"/>
          <p:cNvSpPr/>
          <p:nvPr/>
        </p:nvSpPr>
        <p:spPr>
          <a:xfrm>
            <a:off x="3457075" y="3559431"/>
            <a:ext cx="374400" cy="91200"/>
          </a:xfrm>
          <a:prstGeom prst="rect">
            <a:avLst/>
          </a:prstGeom>
          <a:solidFill>
            <a:srgbClr val="FAEAF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7"/>
          <p:cNvSpPr/>
          <p:nvPr/>
        </p:nvSpPr>
        <p:spPr>
          <a:xfrm>
            <a:off x="7234275" y="3460906"/>
            <a:ext cx="374400" cy="91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sp>
        <p:nvSpPr>
          <p:cNvPr id="978" name="Google Shape;978;p77"/>
          <p:cNvSpPr/>
          <p:nvPr/>
        </p:nvSpPr>
        <p:spPr>
          <a:xfrm>
            <a:off x="1568475" y="43954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7"/>
          <p:cNvSpPr/>
          <p:nvPr/>
        </p:nvSpPr>
        <p:spPr>
          <a:xfrm>
            <a:off x="1568475" y="40210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7"/>
          <p:cNvSpPr/>
          <p:nvPr/>
        </p:nvSpPr>
        <p:spPr>
          <a:xfrm>
            <a:off x="1568475" y="36466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7"/>
          <p:cNvSpPr/>
          <p:nvPr/>
        </p:nvSpPr>
        <p:spPr>
          <a:xfrm>
            <a:off x="3457075" y="44028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7"/>
          <p:cNvSpPr/>
          <p:nvPr/>
        </p:nvSpPr>
        <p:spPr>
          <a:xfrm>
            <a:off x="3457075" y="40284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7"/>
          <p:cNvSpPr/>
          <p:nvPr/>
        </p:nvSpPr>
        <p:spPr>
          <a:xfrm>
            <a:off x="7234275" y="44028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7"/>
          <p:cNvSpPr/>
          <p:nvPr/>
        </p:nvSpPr>
        <p:spPr>
          <a:xfrm>
            <a:off x="7234275" y="40284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7"/>
          <p:cNvSpPr/>
          <p:nvPr/>
        </p:nvSpPr>
        <p:spPr>
          <a:xfrm>
            <a:off x="7234275" y="36540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7"/>
          <p:cNvSpPr/>
          <p:nvPr/>
        </p:nvSpPr>
        <p:spPr>
          <a:xfrm>
            <a:off x="7234275" y="3559125"/>
            <a:ext cx="374400" cy="912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7"/>
          <p:cNvSpPr/>
          <p:nvPr/>
        </p:nvSpPr>
        <p:spPr>
          <a:xfrm>
            <a:off x="7234275" y="2920744"/>
            <a:ext cx="374400" cy="3744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7"/>
          <p:cNvSpPr/>
          <p:nvPr/>
        </p:nvSpPr>
        <p:spPr>
          <a:xfrm>
            <a:off x="5345675" y="44028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7"/>
          <p:cNvSpPr/>
          <p:nvPr/>
        </p:nvSpPr>
        <p:spPr>
          <a:xfrm>
            <a:off x="5345675" y="40284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0" name="Google Shape;990;p77"/>
          <p:cNvCxnSpPr/>
          <p:nvPr/>
        </p:nvCxnSpPr>
        <p:spPr>
          <a:xfrm>
            <a:off x="798375" y="3551800"/>
            <a:ext cx="7234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91" name="Google Shape;991;p77"/>
          <p:cNvSpPr/>
          <p:nvPr/>
        </p:nvSpPr>
        <p:spPr>
          <a:xfrm>
            <a:off x="876100" y="2725150"/>
            <a:ext cx="636000" cy="216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2" name="Google Shape;99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269" y="2838101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7"/>
          <p:cNvSpPr/>
          <p:nvPr/>
        </p:nvSpPr>
        <p:spPr>
          <a:xfrm>
            <a:off x="2724050" y="2784075"/>
            <a:ext cx="636000" cy="216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7"/>
          <p:cNvSpPr/>
          <p:nvPr/>
        </p:nvSpPr>
        <p:spPr>
          <a:xfrm>
            <a:off x="4506000" y="2756700"/>
            <a:ext cx="757500" cy="216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5" name="Google Shape;99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7591" y="2867981"/>
            <a:ext cx="528208" cy="193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2" y="2838100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77"/>
          <p:cNvSpPr/>
          <p:nvPr/>
        </p:nvSpPr>
        <p:spPr>
          <a:xfrm>
            <a:off x="6375641" y="2756700"/>
            <a:ext cx="757500" cy="216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8" name="Google Shape;998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8756" y="2959944"/>
            <a:ext cx="503119" cy="1817267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77"/>
          <p:cNvSpPr/>
          <p:nvPr/>
        </p:nvSpPr>
        <p:spPr>
          <a:xfrm>
            <a:off x="7234275" y="3374056"/>
            <a:ext cx="374400" cy="91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7"/>
          <p:cNvSpPr/>
          <p:nvPr/>
        </p:nvSpPr>
        <p:spPr>
          <a:xfrm>
            <a:off x="7234275" y="3282844"/>
            <a:ext cx="374400" cy="91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7"/>
          <p:cNvSpPr/>
          <p:nvPr/>
        </p:nvSpPr>
        <p:spPr>
          <a:xfrm>
            <a:off x="1568475" y="3366425"/>
            <a:ext cx="374400" cy="91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7"/>
          <p:cNvSpPr/>
          <p:nvPr/>
        </p:nvSpPr>
        <p:spPr>
          <a:xfrm>
            <a:off x="1568475" y="3272250"/>
            <a:ext cx="374400" cy="91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7"/>
          <p:cNvSpPr/>
          <p:nvPr/>
        </p:nvSpPr>
        <p:spPr>
          <a:xfrm>
            <a:off x="5345675" y="3929469"/>
            <a:ext cx="374400" cy="91200"/>
          </a:xfrm>
          <a:prstGeom prst="rect">
            <a:avLst/>
          </a:prstGeom>
          <a:solidFill>
            <a:srgbClr val="FAEAF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7"/>
          <p:cNvSpPr/>
          <p:nvPr/>
        </p:nvSpPr>
        <p:spPr>
          <a:xfrm>
            <a:off x="3457075" y="3937200"/>
            <a:ext cx="374400" cy="91200"/>
          </a:xfrm>
          <a:prstGeom prst="rect">
            <a:avLst/>
          </a:prstGeom>
          <a:solidFill>
            <a:srgbClr val="FAEAF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7"/>
          <p:cNvSpPr/>
          <p:nvPr/>
        </p:nvSpPr>
        <p:spPr>
          <a:xfrm>
            <a:off x="3457075" y="3843025"/>
            <a:ext cx="374400" cy="91200"/>
          </a:xfrm>
          <a:prstGeom prst="rect">
            <a:avLst/>
          </a:prstGeom>
          <a:solidFill>
            <a:srgbClr val="FAEAF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7"/>
          <p:cNvSpPr/>
          <p:nvPr/>
        </p:nvSpPr>
        <p:spPr>
          <a:xfrm>
            <a:off x="3457075" y="3748850"/>
            <a:ext cx="374400" cy="91200"/>
          </a:xfrm>
          <a:prstGeom prst="rect">
            <a:avLst/>
          </a:prstGeom>
          <a:solidFill>
            <a:srgbClr val="FAEAF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7"/>
          <p:cNvSpPr/>
          <p:nvPr/>
        </p:nvSpPr>
        <p:spPr>
          <a:xfrm>
            <a:off x="3457075" y="3653606"/>
            <a:ext cx="374400" cy="91200"/>
          </a:xfrm>
          <a:prstGeom prst="rect">
            <a:avLst/>
          </a:prstGeom>
          <a:solidFill>
            <a:srgbClr val="FAEAF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dashed line shows the height of the blocks if they were evenly distributed. This is the mean value. Mean = 3.25</a:t>
            </a:r>
            <a:endParaRPr sz="1800"/>
          </a:p>
        </p:txBody>
      </p:sp>
      <p:pic>
        <p:nvPicPr>
          <p:cNvPr id="1009" name="Google Shape;1009;p77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3049826" y="1354362"/>
            <a:ext cx="3495255" cy="1661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77"/>
          <p:cNvSpPr txBox="1"/>
          <p:nvPr>
            <p:ph idx="1" type="body"/>
          </p:nvPr>
        </p:nvSpPr>
        <p:spPr>
          <a:xfrm>
            <a:off x="3325800" y="1423365"/>
            <a:ext cx="3384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That’s interesting - there are the same number of blocks above as there are  missing below the mean line.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8"/>
          <p:cNvSpPr txBox="1"/>
          <p:nvPr>
            <p:ph idx="1" type="body"/>
          </p:nvPr>
        </p:nvSpPr>
        <p:spPr>
          <a:xfrm>
            <a:off x="324000" y="759300"/>
            <a:ext cx="8237700" cy="15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mean is an average.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mean uses all values in the data set, by evenly distributing the total.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Its value does not have to be an actual value in the data set, but is a single value that attempts to describe the centre of the data set.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is one of the measures of </a:t>
            </a:r>
            <a:r>
              <a:rPr b="1" lang="en-GB"/>
              <a:t>central tendency.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sp>
        <p:nvSpPr>
          <p:cNvPr id="1022" name="Google Shape;1022;p79"/>
          <p:cNvSpPr txBox="1"/>
          <p:nvPr>
            <p:ph idx="1" type="body"/>
          </p:nvPr>
        </p:nvSpPr>
        <p:spPr>
          <a:xfrm>
            <a:off x="323925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the mean value be positioned here?</a:t>
            </a:r>
            <a:endParaRPr/>
          </a:p>
        </p:txBody>
      </p:sp>
      <p:sp>
        <p:nvSpPr>
          <p:cNvPr id="1023" name="Google Shape;1023;p79"/>
          <p:cNvSpPr/>
          <p:nvPr/>
        </p:nvSpPr>
        <p:spPr>
          <a:xfrm>
            <a:off x="1568475" y="39382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9"/>
          <p:cNvSpPr/>
          <p:nvPr/>
        </p:nvSpPr>
        <p:spPr>
          <a:xfrm>
            <a:off x="1568475" y="35638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9"/>
          <p:cNvSpPr/>
          <p:nvPr/>
        </p:nvSpPr>
        <p:spPr>
          <a:xfrm>
            <a:off x="1568475" y="318945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9"/>
          <p:cNvSpPr/>
          <p:nvPr/>
        </p:nvSpPr>
        <p:spPr>
          <a:xfrm>
            <a:off x="1568475" y="2811375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9"/>
          <p:cNvSpPr/>
          <p:nvPr/>
        </p:nvSpPr>
        <p:spPr>
          <a:xfrm>
            <a:off x="3457075" y="39456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9"/>
          <p:cNvSpPr/>
          <p:nvPr/>
        </p:nvSpPr>
        <p:spPr>
          <a:xfrm>
            <a:off x="3457075" y="35712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9"/>
          <p:cNvSpPr/>
          <p:nvPr/>
        </p:nvSpPr>
        <p:spPr>
          <a:xfrm>
            <a:off x="7234275" y="39456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9"/>
          <p:cNvSpPr/>
          <p:nvPr/>
        </p:nvSpPr>
        <p:spPr>
          <a:xfrm>
            <a:off x="7234275" y="35712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9"/>
          <p:cNvSpPr/>
          <p:nvPr/>
        </p:nvSpPr>
        <p:spPr>
          <a:xfrm>
            <a:off x="7234275" y="319680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9"/>
          <p:cNvSpPr/>
          <p:nvPr/>
        </p:nvSpPr>
        <p:spPr>
          <a:xfrm>
            <a:off x="1568475" y="243330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9"/>
          <p:cNvSpPr/>
          <p:nvPr/>
        </p:nvSpPr>
        <p:spPr>
          <a:xfrm>
            <a:off x="1568475" y="2058900"/>
            <a:ext cx="374400" cy="374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9"/>
          <p:cNvSpPr/>
          <p:nvPr/>
        </p:nvSpPr>
        <p:spPr>
          <a:xfrm>
            <a:off x="7234275" y="2818725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9"/>
          <p:cNvSpPr/>
          <p:nvPr/>
        </p:nvSpPr>
        <p:spPr>
          <a:xfrm>
            <a:off x="7234275" y="2440650"/>
            <a:ext cx="374400" cy="374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9"/>
          <p:cNvSpPr/>
          <p:nvPr/>
        </p:nvSpPr>
        <p:spPr>
          <a:xfrm>
            <a:off x="5345675" y="39456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9"/>
          <p:cNvSpPr/>
          <p:nvPr/>
        </p:nvSpPr>
        <p:spPr>
          <a:xfrm>
            <a:off x="5345675" y="35712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9"/>
          <p:cNvSpPr/>
          <p:nvPr/>
        </p:nvSpPr>
        <p:spPr>
          <a:xfrm>
            <a:off x="5345675" y="3196800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9"/>
          <p:cNvSpPr/>
          <p:nvPr/>
        </p:nvSpPr>
        <p:spPr>
          <a:xfrm>
            <a:off x="5345675" y="2818725"/>
            <a:ext cx="374400" cy="37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9"/>
          <p:cNvSpPr/>
          <p:nvPr/>
        </p:nvSpPr>
        <p:spPr>
          <a:xfrm>
            <a:off x="3457075" y="3196800"/>
            <a:ext cx="374400" cy="37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1" name="Google Shape;1041;p79"/>
          <p:cNvCxnSpPr/>
          <p:nvPr/>
        </p:nvCxnSpPr>
        <p:spPr>
          <a:xfrm>
            <a:off x="600550" y="1935900"/>
            <a:ext cx="7234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42" name="Google Shape;1042;p79"/>
          <p:cNvSpPr txBox="1"/>
          <p:nvPr/>
        </p:nvSpPr>
        <p:spPr>
          <a:xfrm>
            <a:off x="323925" y="1208150"/>
            <a:ext cx="788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mean value will be within the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43" name="Google Shape;1043;p79"/>
          <p:cNvCxnSpPr/>
          <p:nvPr/>
        </p:nvCxnSpPr>
        <p:spPr>
          <a:xfrm>
            <a:off x="649200" y="2632321"/>
            <a:ext cx="7234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44" name="Google Shape;1044;p79"/>
          <p:cNvSpPr/>
          <p:nvPr/>
        </p:nvSpPr>
        <p:spPr>
          <a:xfrm>
            <a:off x="791202" y="2155500"/>
            <a:ext cx="707400" cy="21690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5" name="Google Shape;104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972" y="2380904"/>
            <a:ext cx="57442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79"/>
          <p:cNvSpPr/>
          <p:nvPr/>
        </p:nvSpPr>
        <p:spPr>
          <a:xfrm>
            <a:off x="2533500" y="2171050"/>
            <a:ext cx="836100" cy="21690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7" name="Google Shape;104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9470" y="2380911"/>
            <a:ext cx="748716" cy="19317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79"/>
          <p:cNvSpPr/>
          <p:nvPr/>
        </p:nvSpPr>
        <p:spPr>
          <a:xfrm>
            <a:off x="4451250" y="2155500"/>
            <a:ext cx="836100" cy="21690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9" name="Google Shape;1049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9714" y="2380900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79"/>
          <p:cNvSpPr/>
          <p:nvPr/>
        </p:nvSpPr>
        <p:spPr>
          <a:xfrm>
            <a:off x="6221600" y="2171050"/>
            <a:ext cx="836100" cy="21690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1" name="Google Shape;105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803" y="2380900"/>
            <a:ext cx="707421" cy="193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sp>
        <p:nvSpPr>
          <p:cNvPr id="1057" name="Google Shape;1057;p8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would have a mean value of 3?</a:t>
            </a:r>
            <a:endParaRPr/>
          </a:p>
        </p:txBody>
      </p:sp>
      <p:pic>
        <p:nvPicPr>
          <p:cNvPr id="1058" name="Google Shape;1058;p8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6541" l="0" r="0" t="6697"/>
          <a:stretch/>
        </p:blipFill>
        <p:spPr>
          <a:xfrm>
            <a:off x="324000" y="1854400"/>
            <a:ext cx="2555400" cy="2022300"/>
          </a:xfrm>
          <a:prstGeom prst="rect">
            <a:avLst/>
          </a:prstGeom>
        </p:spPr>
      </p:pic>
      <p:pic>
        <p:nvPicPr>
          <p:cNvPr id="1059" name="Google Shape;1059;p80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5399" l="0" r="0" t="7643"/>
          <a:stretch/>
        </p:blipFill>
        <p:spPr>
          <a:xfrm>
            <a:off x="6256800" y="1854400"/>
            <a:ext cx="2496300" cy="2022300"/>
          </a:xfrm>
          <a:prstGeom prst="rect">
            <a:avLst/>
          </a:prstGeom>
        </p:spPr>
      </p:pic>
      <p:pic>
        <p:nvPicPr>
          <p:cNvPr id="1060" name="Google Shape;1060;p80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5467" l="0" r="0" t="8975"/>
          <a:stretch/>
        </p:blipFill>
        <p:spPr>
          <a:xfrm>
            <a:off x="3290400" y="1852550"/>
            <a:ext cx="2555400" cy="2022300"/>
          </a:xfrm>
          <a:prstGeom prst="rect">
            <a:avLst/>
          </a:prstGeom>
        </p:spPr>
      </p:pic>
      <p:pic>
        <p:nvPicPr>
          <p:cNvPr id="1061" name="Google Shape;1061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0958" y="4148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1"/>
          <p:cNvSpPr/>
          <p:nvPr/>
        </p:nvSpPr>
        <p:spPr>
          <a:xfrm>
            <a:off x="324000" y="3738000"/>
            <a:ext cx="1701900" cy="1041900"/>
          </a:xfrm>
          <a:prstGeom prst="rect">
            <a:avLst/>
          </a:prstGeom>
          <a:solidFill>
            <a:srgbClr val="F3EEFB"/>
          </a:solidFill>
          <a:ln cap="flat" cmpd="sng" w="76200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1"/>
          <p:cNvSpPr/>
          <p:nvPr/>
        </p:nvSpPr>
        <p:spPr>
          <a:xfrm>
            <a:off x="2462319" y="3740605"/>
            <a:ext cx="1701900" cy="1030200"/>
          </a:xfrm>
          <a:prstGeom prst="rect">
            <a:avLst/>
          </a:prstGeom>
          <a:solidFill>
            <a:srgbClr val="F3EEFB"/>
          </a:solidFill>
          <a:ln cap="flat" cmpd="sng" w="76200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1"/>
          <p:cNvSpPr/>
          <p:nvPr/>
        </p:nvSpPr>
        <p:spPr>
          <a:xfrm>
            <a:off x="4634350" y="3736621"/>
            <a:ext cx="1701900" cy="1041900"/>
          </a:xfrm>
          <a:prstGeom prst="rect">
            <a:avLst/>
          </a:prstGeom>
          <a:solidFill>
            <a:srgbClr val="F3EEFB"/>
          </a:solidFill>
          <a:ln cap="flat" cmpd="sng" w="76200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1"/>
          <p:cNvSpPr/>
          <p:nvPr/>
        </p:nvSpPr>
        <p:spPr>
          <a:xfrm>
            <a:off x="374575" y="1430600"/>
            <a:ext cx="1810500" cy="1041900"/>
          </a:xfrm>
          <a:prstGeom prst="rect">
            <a:avLst/>
          </a:prstGeom>
          <a:solidFill>
            <a:srgbClr val="F3EEFB"/>
          </a:solidFill>
          <a:ln cap="flat" cmpd="sng" w="76200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1"/>
          <p:cNvSpPr/>
          <p:nvPr/>
        </p:nvSpPr>
        <p:spPr>
          <a:xfrm>
            <a:off x="2404200" y="1436450"/>
            <a:ext cx="2037300" cy="1030200"/>
          </a:xfrm>
          <a:prstGeom prst="rect">
            <a:avLst/>
          </a:prstGeom>
          <a:solidFill>
            <a:srgbClr val="F3EEFB"/>
          </a:solidFill>
          <a:ln cap="flat" cmpd="sng" w="76200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1"/>
          <p:cNvSpPr/>
          <p:nvPr/>
        </p:nvSpPr>
        <p:spPr>
          <a:xfrm>
            <a:off x="4639050" y="1430600"/>
            <a:ext cx="1977900" cy="1041900"/>
          </a:xfrm>
          <a:prstGeom prst="rect">
            <a:avLst/>
          </a:prstGeom>
          <a:solidFill>
            <a:srgbClr val="F3EEFB"/>
          </a:solidFill>
          <a:ln cap="flat" cmpd="sng" w="76200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1"/>
          <p:cNvSpPr txBox="1"/>
          <p:nvPr>
            <p:ph idx="1" type="body"/>
          </p:nvPr>
        </p:nvSpPr>
        <p:spPr>
          <a:xfrm>
            <a:off x="324000" y="67265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Match up the diagrams. You will need to draw your own original </a:t>
            </a:r>
            <a:r>
              <a:rPr lang="en-GB" sz="1800"/>
              <a:t>distribution</a:t>
            </a:r>
            <a:r>
              <a:rPr lang="en-GB" sz="1800"/>
              <a:t> and evenly distributed diagrams on the blank cards. </a:t>
            </a:r>
            <a:endParaRPr sz="1800"/>
          </a:p>
        </p:txBody>
      </p:sp>
      <p:sp>
        <p:nvSpPr>
          <p:cNvPr id="1073" name="Google Shape;1073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Distributing evenl</a:t>
            </a:r>
            <a:r>
              <a:rPr lang="en-GB"/>
              <a:t>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074" name="Google Shape;1074;p81"/>
          <p:cNvGrpSpPr/>
          <p:nvPr/>
        </p:nvGrpSpPr>
        <p:grpSpPr>
          <a:xfrm>
            <a:off x="540807" y="1528631"/>
            <a:ext cx="1459469" cy="885484"/>
            <a:chOff x="1684857" y="1376231"/>
            <a:chExt cx="1459469" cy="885484"/>
          </a:xfrm>
        </p:grpSpPr>
        <p:sp>
          <p:nvSpPr>
            <p:cNvPr id="1075" name="Google Shape;1075;p81"/>
            <p:cNvSpPr/>
            <p:nvPr/>
          </p:nvSpPr>
          <p:spPr>
            <a:xfrm rot="5400000">
              <a:off x="1684859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6" name="Google Shape;1076;p81"/>
            <p:cNvSpPr/>
            <p:nvPr/>
          </p:nvSpPr>
          <p:spPr>
            <a:xfrm rot="5400000">
              <a:off x="1927320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81"/>
            <p:cNvSpPr/>
            <p:nvPr/>
          </p:nvSpPr>
          <p:spPr>
            <a:xfrm rot="5400000">
              <a:off x="2169782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8" name="Google Shape;1078;p81"/>
            <p:cNvSpPr/>
            <p:nvPr/>
          </p:nvSpPr>
          <p:spPr>
            <a:xfrm rot="5400000">
              <a:off x="2414623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9" name="Google Shape;1079;p81"/>
            <p:cNvSpPr/>
            <p:nvPr/>
          </p:nvSpPr>
          <p:spPr>
            <a:xfrm rot="5400000">
              <a:off x="1684874" y="1697764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81"/>
            <p:cNvSpPr/>
            <p:nvPr/>
          </p:nvSpPr>
          <p:spPr>
            <a:xfrm rot="5400000">
              <a:off x="1927335" y="1697764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81"/>
            <p:cNvSpPr/>
            <p:nvPr/>
          </p:nvSpPr>
          <p:spPr>
            <a:xfrm rot="5400000">
              <a:off x="2659464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81"/>
            <p:cNvSpPr/>
            <p:nvPr/>
          </p:nvSpPr>
          <p:spPr>
            <a:xfrm rot="5400000">
              <a:off x="2901926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81"/>
            <p:cNvSpPr/>
            <p:nvPr/>
          </p:nvSpPr>
          <p:spPr>
            <a:xfrm rot="5400000">
              <a:off x="1684857" y="201931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81"/>
            <p:cNvSpPr/>
            <p:nvPr/>
          </p:nvSpPr>
          <p:spPr>
            <a:xfrm rot="5400000">
              <a:off x="1927318" y="201931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81"/>
            <p:cNvSpPr/>
            <p:nvPr/>
          </p:nvSpPr>
          <p:spPr>
            <a:xfrm rot="5400000">
              <a:off x="2169780" y="201931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6" name="Google Shape;1086;p81"/>
            <p:cNvSpPr/>
            <p:nvPr/>
          </p:nvSpPr>
          <p:spPr>
            <a:xfrm rot="5400000">
              <a:off x="2414621" y="201931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7" name="Google Shape;1087;p81"/>
          <p:cNvSpPr/>
          <p:nvPr/>
        </p:nvSpPr>
        <p:spPr>
          <a:xfrm rot="5400000">
            <a:off x="2570434" y="15177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1"/>
          <p:cNvSpPr/>
          <p:nvPr/>
        </p:nvSpPr>
        <p:spPr>
          <a:xfrm rot="5400000">
            <a:off x="2812895" y="15177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1"/>
          <p:cNvSpPr/>
          <p:nvPr/>
        </p:nvSpPr>
        <p:spPr>
          <a:xfrm rot="5400000">
            <a:off x="3055357" y="15177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1"/>
          <p:cNvSpPr/>
          <p:nvPr/>
        </p:nvSpPr>
        <p:spPr>
          <a:xfrm rot="5400000">
            <a:off x="3300198" y="15177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1"/>
          <p:cNvSpPr/>
          <p:nvPr/>
        </p:nvSpPr>
        <p:spPr>
          <a:xfrm rot="5400000">
            <a:off x="2570449" y="1839314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1"/>
          <p:cNvSpPr/>
          <p:nvPr/>
        </p:nvSpPr>
        <p:spPr>
          <a:xfrm rot="5400000">
            <a:off x="2812910" y="1839314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1"/>
          <p:cNvSpPr/>
          <p:nvPr/>
        </p:nvSpPr>
        <p:spPr>
          <a:xfrm rot="5400000">
            <a:off x="3545039" y="15177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1"/>
          <p:cNvSpPr/>
          <p:nvPr/>
        </p:nvSpPr>
        <p:spPr>
          <a:xfrm rot="5400000">
            <a:off x="3055351" y="183933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1"/>
          <p:cNvSpPr/>
          <p:nvPr/>
        </p:nvSpPr>
        <p:spPr>
          <a:xfrm rot="5400000">
            <a:off x="2570432" y="2160865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1"/>
          <p:cNvSpPr/>
          <p:nvPr/>
        </p:nvSpPr>
        <p:spPr>
          <a:xfrm rot="5400000">
            <a:off x="498659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1"/>
          <p:cNvSpPr/>
          <p:nvPr/>
        </p:nvSpPr>
        <p:spPr>
          <a:xfrm rot="5400000">
            <a:off x="741120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1"/>
          <p:cNvSpPr/>
          <p:nvPr/>
        </p:nvSpPr>
        <p:spPr>
          <a:xfrm rot="5400000">
            <a:off x="983582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1"/>
          <p:cNvSpPr/>
          <p:nvPr/>
        </p:nvSpPr>
        <p:spPr>
          <a:xfrm rot="5400000">
            <a:off x="1228423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1"/>
          <p:cNvSpPr/>
          <p:nvPr/>
        </p:nvSpPr>
        <p:spPr>
          <a:xfrm rot="5400000">
            <a:off x="498674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1"/>
          <p:cNvSpPr/>
          <p:nvPr/>
        </p:nvSpPr>
        <p:spPr>
          <a:xfrm rot="5400000">
            <a:off x="741135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1"/>
          <p:cNvSpPr/>
          <p:nvPr/>
        </p:nvSpPr>
        <p:spPr>
          <a:xfrm rot="5400000">
            <a:off x="1226014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1"/>
          <p:cNvSpPr/>
          <p:nvPr/>
        </p:nvSpPr>
        <p:spPr>
          <a:xfrm rot="5400000">
            <a:off x="983576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1"/>
          <p:cNvSpPr/>
          <p:nvPr/>
        </p:nvSpPr>
        <p:spPr>
          <a:xfrm rot="5400000">
            <a:off x="498657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1"/>
          <p:cNvSpPr/>
          <p:nvPr/>
        </p:nvSpPr>
        <p:spPr>
          <a:xfrm rot="5400000">
            <a:off x="741118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1"/>
          <p:cNvSpPr/>
          <p:nvPr/>
        </p:nvSpPr>
        <p:spPr>
          <a:xfrm rot="5400000">
            <a:off x="983580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7" name="Google Shape;1107;p81"/>
          <p:cNvGrpSpPr/>
          <p:nvPr/>
        </p:nvGrpSpPr>
        <p:grpSpPr>
          <a:xfrm>
            <a:off x="4805282" y="1506931"/>
            <a:ext cx="1701919" cy="885500"/>
            <a:chOff x="1684857" y="3767281"/>
            <a:chExt cx="1701919" cy="885500"/>
          </a:xfrm>
        </p:grpSpPr>
        <p:sp>
          <p:nvSpPr>
            <p:cNvPr id="1108" name="Google Shape;1108;p81"/>
            <p:cNvSpPr/>
            <p:nvPr/>
          </p:nvSpPr>
          <p:spPr>
            <a:xfrm rot="5400000">
              <a:off x="1684859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81"/>
            <p:cNvSpPr/>
            <p:nvPr/>
          </p:nvSpPr>
          <p:spPr>
            <a:xfrm rot="5400000">
              <a:off x="1927320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0" name="Google Shape;1110;p81"/>
            <p:cNvSpPr/>
            <p:nvPr/>
          </p:nvSpPr>
          <p:spPr>
            <a:xfrm rot="5400000">
              <a:off x="2169782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81"/>
            <p:cNvSpPr/>
            <p:nvPr/>
          </p:nvSpPr>
          <p:spPr>
            <a:xfrm rot="5400000">
              <a:off x="2414623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81"/>
            <p:cNvSpPr/>
            <p:nvPr/>
          </p:nvSpPr>
          <p:spPr>
            <a:xfrm rot="5400000">
              <a:off x="1684874" y="4088814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3" name="Google Shape;1113;p81"/>
            <p:cNvSpPr/>
            <p:nvPr/>
          </p:nvSpPr>
          <p:spPr>
            <a:xfrm rot="5400000">
              <a:off x="1927335" y="4088814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81"/>
            <p:cNvSpPr/>
            <p:nvPr/>
          </p:nvSpPr>
          <p:spPr>
            <a:xfrm rot="5400000">
              <a:off x="2659464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81"/>
            <p:cNvSpPr/>
            <p:nvPr/>
          </p:nvSpPr>
          <p:spPr>
            <a:xfrm rot="5400000">
              <a:off x="2901926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6" name="Google Shape;1116;p81"/>
            <p:cNvSpPr/>
            <p:nvPr/>
          </p:nvSpPr>
          <p:spPr>
            <a:xfrm rot="5400000">
              <a:off x="1684857" y="441036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81"/>
            <p:cNvSpPr/>
            <p:nvPr/>
          </p:nvSpPr>
          <p:spPr>
            <a:xfrm rot="5400000">
              <a:off x="1927318" y="441036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81"/>
            <p:cNvSpPr/>
            <p:nvPr/>
          </p:nvSpPr>
          <p:spPr>
            <a:xfrm rot="5400000">
              <a:off x="2169780" y="441036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81"/>
            <p:cNvSpPr/>
            <p:nvPr/>
          </p:nvSpPr>
          <p:spPr>
            <a:xfrm rot="5400000">
              <a:off x="2414621" y="441036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0" name="Google Shape;1120;p81"/>
            <p:cNvSpPr/>
            <p:nvPr/>
          </p:nvSpPr>
          <p:spPr>
            <a:xfrm rot="5400000">
              <a:off x="2169776" y="40888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81"/>
            <p:cNvSpPr/>
            <p:nvPr/>
          </p:nvSpPr>
          <p:spPr>
            <a:xfrm rot="5400000">
              <a:off x="2659476" y="44103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81"/>
            <p:cNvSpPr/>
            <p:nvPr/>
          </p:nvSpPr>
          <p:spPr>
            <a:xfrm rot="5400000">
              <a:off x="3144376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3" name="Google Shape;1123;p81"/>
          <p:cNvSpPr/>
          <p:nvPr/>
        </p:nvSpPr>
        <p:spPr>
          <a:xfrm rot="5400000">
            <a:off x="2636977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1"/>
          <p:cNvSpPr/>
          <p:nvPr/>
        </p:nvSpPr>
        <p:spPr>
          <a:xfrm rot="5400000">
            <a:off x="2879439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1"/>
          <p:cNvSpPr/>
          <p:nvPr/>
        </p:nvSpPr>
        <p:spPr>
          <a:xfrm rot="5400000">
            <a:off x="3121900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1"/>
          <p:cNvSpPr/>
          <p:nvPr/>
        </p:nvSpPr>
        <p:spPr>
          <a:xfrm rot="5400000">
            <a:off x="3366742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1"/>
          <p:cNvSpPr/>
          <p:nvPr/>
        </p:nvSpPr>
        <p:spPr>
          <a:xfrm rot="5400000">
            <a:off x="2636992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1"/>
          <p:cNvSpPr/>
          <p:nvPr/>
        </p:nvSpPr>
        <p:spPr>
          <a:xfrm rot="5400000">
            <a:off x="2879454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1"/>
          <p:cNvSpPr/>
          <p:nvPr/>
        </p:nvSpPr>
        <p:spPr>
          <a:xfrm rot="5400000">
            <a:off x="3611583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1"/>
          <p:cNvSpPr/>
          <p:nvPr/>
        </p:nvSpPr>
        <p:spPr>
          <a:xfrm rot="5400000">
            <a:off x="3364344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1"/>
          <p:cNvSpPr/>
          <p:nvPr/>
        </p:nvSpPr>
        <p:spPr>
          <a:xfrm rot="5400000">
            <a:off x="2636976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1"/>
          <p:cNvSpPr/>
          <p:nvPr/>
        </p:nvSpPr>
        <p:spPr>
          <a:xfrm rot="5400000">
            <a:off x="2879437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1"/>
          <p:cNvSpPr/>
          <p:nvPr/>
        </p:nvSpPr>
        <p:spPr>
          <a:xfrm rot="5400000">
            <a:off x="3121899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1"/>
          <p:cNvSpPr/>
          <p:nvPr/>
        </p:nvSpPr>
        <p:spPr>
          <a:xfrm rot="5400000">
            <a:off x="3366740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1"/>
          <p:cNvSpPr/>
          <p:nvPr/>
        </p:nvSpPr>
        <p:spPr>
          <a:xfrm rot="5400000">
            <a:off x="3121894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1"/>
          <p:cNvSpPr/>
          <p:nvPr/>
        </p:nvSpPr>
        <p:spPr>
          <a:xfrm rot="5400000">
            <a:off x="3611594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1"/>
          <p:cNvSpPr/>
          <p:nvPr/>
        </p:nvSpPr>
        <p:spPr>
          <a:xfrm rot="5400000">
            <a:off x="3606794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1"/>
          <p:cNvSpPr/>
          <p:nvPr/>
        </p:nvSpPr>
        <p:spPr>
          <a:xfrm rot="5400000">
            <a:off x="1226014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1"/>
          <p:cNvSpPr/>
          <p:nvPr/>
        </p:nvSpPr>
        <p:spPr>
          <a:xfrm rot="5400000">
            <a:off x="3789889" y="15177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1"/>
          <p:cNvSpPr/>
          <p:nvPr/>
        </p:nvSpPr>
        <p:spPr>
          <a:xfrm rot="5400000">
            <a:off x="4034739" y="15177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1"/>
          <p:cNvSpPr/>
          <p:nvPr/>
        </p:nvSpPr>
        <p:spPr>
          <a:xfrm rot="5400000">
            <a:off x="1391673" y="3865488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1"/>
          <p:cNvSpPr/>
          <p:nvPr/>
        </p:nvSpPr>
        <p:spPr>
          <a:xfrm rot="5400000">
            <a:off x="1468473" y="3865488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81"/>
          <p:cNvSpPr/>
          <p:nvPr/>
        </p:nvSpPr>
        <p:spPr>
          <a:xfrm rot="5400000">
            <a:off x="1386873" y="4194652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81"/>
          <p:cNvSpPr/>
          <p:nvPr/>
        </p:nvSpPr>
        <p:spPr>
          <a:xfrm rot="5400000">
            <a:off x="1463673" y="4194652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81"/>
          <p:cNvSpPr/>
          <p:nvPr/>
        </p:nvSpPr>
        <p:spPr>
          <a:xfrm rot="5400000">
            <a:off x="1386873" y="4523790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1"/>
          <p:cNvSpPr/>
          <p:nvPr/>
        </p:nvSpPr>
        <p:spPr>
          <a:xfrm rot="5400000">
            <a:off x="1463673" y="4523790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1"/>
          <p:cNvSpPr/>
          <p:nvPr/>
        </p:nvSpPr>
        <p:spPr>
          <a:xfrm>
            <a:off x="6787513" y="1430600"/>
            <a:ext cx="1977900" cy="1041900"/>
          </a:xfrm>
          <a:prstGeom prst="rect">
            <a:avLst/>
          </a:prstGeom>
          <a:solidFill>
            <a:srgbClr val="F3EEFB"/>
          </a:solidFill>
          <a:ln cap="flat" cmpd="sng" w="76200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1"/>
          <p:cNvSpPr/>
          <p:nvPr/>
        </p:nvSpPr>
        <p:spPr>
          <a:xfrm>
            <a:off x="6649000" y="3736621"/>
            <a:ext cx="1701900" cy="1041900"/>
          </a:xfrm>
          <a:prstGeom prst="rect">
            <a:avLst/>
          </a:prstGeom>
          <a:solidFill>
            <a:srgbClr val="F3EEFB"/>
          </a:solidFill>
          <a:ln cap="flat" cmpd="sng" w="76200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1"/>
          <p:cNvSpPr/>
          <p:nvPr/>
        </p:nvSpPr>
        <p:spPr>
          <a:xfrm rot="5400000">
            <a:off x="6823659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1"/>
          <p:cNvSpPr/>
          <p:nvPr/>
        </p:nvSpPr>
        <p:spPr>
          <a:xfrm rot="5400000">
            <a:off x="7066120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1"/>
          <p:cNvSpPr/>
          <p:nvPr/>
        </p:nvSpPr>
        <p:spPr>
          <a:xfrm rot="5400000">
            <a:off x="7308582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1"/>
          <p:cNvSpPr/>
          <p:nvPr/>
        </p:nvSpPr>
        <p:spPr>
          <a:xfrm rot="5400000">
            <a:off x="7553423" y="3783888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1"/>
          <p:cNvSpPr/>
          <p:nvPr/>
        </p:nvSpPr>
        <p:spPr>
          <a:xfrm rot="5400000">
            <a:off x="6823674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1"/>
          <p:cNvSpPr/>
          <p:nvPr/>
        </p:nvSpPr>
        <p:spPr>
          <a:xfrm rot="5400000">
            <a:off x="7066135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1"/>
          <p:cNvSpPr/>
          <p:nvPr/>
        </p:nvSpPr>
        <p:spPr>
          <a:xfrm rot="5400000">
            <a:off x="7308564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1"/>
          <p:cNvSpPr/>
          <p:nvPr/>
        </p:nvSpPr>
        <p:spPr>
          <a:xfrm rot="5400000">
            <a:off x="7551026" y="4113052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1"/>
          <p:cNvSpPr/>
          <p:nvPr/>
        </p:nvSpPr>
        <p:spPr>
          <a:xfrm rot="5400000">
            <a:off x="6823657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1"/>
          <p:cNvSpPr/>
          <p:nvPr/>
        </p:nvSpPr>
        <p:spPr>
          <a:xfrm rot="5400000">
            <a:off x="7066118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1"/>
          <p:cNvSpPr/>
          <p:nvPr/>
        </p:nvSpPr>
        <p:spPr>
          <a:xfrm rot="5400000">
            <a:off x="7308580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1"/>
          <p:cNvSpPr/>
          <p:nvPr/>
        </p:nvSpPr>
        <p:spPr>
          <a:xfrm rot="5400000">
            <a:off x="7553421" y="44421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1"/>
          <p:cNvSpPr/>
          <p:nvPr/>
        </p:nvSpPr>
        <p:spPr>
          <a:xfrm rot="5400000">
            <a:off x="3290863" y="183933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1"/>
          <p:cNvSpPr/>
          <p:nvPr/>
        </p:nvSpPr>
        <p:spPr>
          <a:xfrm rot="5400000">
            <a:off x="3540238" y="183933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2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lang="en-GB" sz="1800"/>
              <a:t>Two crates have been filled with packages for delivery. </a:t>
            </a:r>
            <a:endParaRPr sz="1800"/>
          </a:p>
          <a:p>
            <a:pPr indent="269999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driver wants the crates to be evenly distributed with packages. </a:t>
            </a:r>
            <a:endParaRPr sz="1800"/>
          </a:p>
          <a:p>
            <a:pPr indent="269999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One crate has 18 packages and the other has 12 packages. </a:t>
            </a:r>
            <a:endParaRPr sz="1800"/>
          </a:p>
          <a:p>
            <a:pPr indent="269999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would the driver make the crates even?</a:t>
            </a:r>
            <a:endParaRPr sz="1800"/>
          </a:p>
        </p:txBody>
      </p:sp>
      <p:sp>
        <p:nvSpPr>
          <p:cNvPr id="1168" name="Google Shape;1168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Distributing evenly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2"/>
          <p:cNvSpPr txBox="1"/>
          <p:nvPr>
            <p:ph idx="1" type="body"/>
          </p:nvPr>
        </p:nvSpPr>
        <p:spPr>
          <a:xfrm>
            <a:off x="324000" y="2571750"/>
            <a:ext cx="8033100" cy="21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r>
              <a:rPr lang="en-GB" sz="1800"/>
              <a:t>The batter for three cakes has been split across three tins.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first tin has 1 kg of batter, the second has 1.2 kg of batter and the third has 1.4 kg of batter.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To get 3 cakes the same depth there needs to be the same mass of batter in each tin.</a:t>
            </a:r>
            <a:endParaRPr sz="1800"/>
          </a:p>
          <a:p>
            <a:pPr indent="269999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much batter should there be in each tin?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</a:t>
            </a:r>
            <a:r>
              <a:rPr lang="en-GB" sz="1800"/>
              <a:t>) </a:t>
            </a:r>
            <a:r>
              <a:rPr lang="en-GB" sz="1800"/>
              <a:t>A group of friends have collected some conkers and shared them equally among themselves.</a:t>
            </a:r>
            <a:br>
              <a:rPr lang="en-GB" sz="1800"/>
            </a:b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If there are five friends and they each have 6 conkers, how many did they collect?</a:t>
            </a:r>
            <a:endParaRPr sz="18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If they shared with another friend, how many conkers would they now each have?</a:t>
            </a:r>
            <a:endParaRPr sz="1800"/>
          </a:p>
        </p:txBody>
      </p:sp>
      <p:sp>
        <p:nvSpPr>
          <p:cNvPr id="1175" name="Google Shape;117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76" name="Google Shape;117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2975" y="1146006"/>
            <a:ext cx="476125" cy="50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846596" y="1069096"/>
            <a:ext cx="783525" cy="65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Distributing evenly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84"/>
          <p:cNvSpPr/>
          <p:nvPr/>
        </p:nvSpPr>
        <p:spPr>
          <a:xfrm>
            <a:off x="324000" y="3722850"/>
            <a:ext cx="1701900" cy="10419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4"/>
          <p:cNvSpPr/>
          <p:nvPr/>
        </p:nvSpPr>
        <p:spPr>
          <a:xfrm>
            <a:off x="2462319" y="3694930"/>
            <a:ext cx="1701900" cy="10302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4"/>
          <p:cNvSpPr/>
          <p:nvPr/>
        </p:nvSpPr>
        <p:spPr>
          <a:xfrm>
            <a:off x="4634350" y="3690946"/>
            <a:ext cx="1701900" cy="1041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4"/>
          <p:cNvSpPr/>
          <p:nvPr/>
        </p:nvSpPr>
        <p:spPr>
          <a:xfrm>
            <a:off x="374575" y="1278200"/>
            <a:ext cx="1810500" cy="10419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4"/>
          <p:cNvSpPr/>
          <p:nvPr/>
        </p:nvSpPr>
        <p:spPr>
          <a:xfrm>
            <a:off x="2404200" y="1284050"/>
            <a:ext cx="2037300" cy="10302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4"/>
          <p:cNvSpPr/>
          <p:nvPr/>
        </p:nvSpPr>
        <p:spPr>
          <a:xfrm>
            <a:off x="4639050" y="1278200"/>
            <a:ext cx="1977900" cy="10419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4"/>
          <p:cNvSpPr txBox="1"/>
          <p:nvPr>
            <p:ph idx="1" type="body"/>
          </p:nvPr>
        </p:nvSpPr>
        <p:spPr>
          <a:xfrm>
            <a:off x="324000" y="67265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Match up the diagrams. You will need to draw your own original distribution and evenly distributed diagrams on the blank cards. </a:t>
            </a:r>
            <a:endParaRPr sz="1800"/>
          </a:p>
        </p:txBody>
      </p:sp>
      <p:grpSp>
        <p:nvGrpSpPr>
          <p:cNvPr id="1190" name="Google Shape;1190;p84"/>
          <p:cNvGrpSpPr/>
          <p:nvPr/>
        </p:nvGrpSpPr>
        <p:grpSpPr>
          <a:xfrm>
            <a:off x="540807" y="1376231"/>
            <a:ext cx="1459469" cy="885484"/>
            <a:chOff x="1684857" y="1376231"/>
            <a:chExt cx="1459469" cy="885484"/>
          </a:xfrm>
        </p:grpSpPr>
        <p:sp>
          <p:nvSpPr>
            <p:cNvPr id="1191" name="Google Shape;1191;p84"/>
            <p:cNvSpPr/>
            <p:nvPr/>
          </p:nvSpPr>
          <p:spPr>
            <a:xfrm rot="5400000">
              <a:off x="1684859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84"/>
            <p:cNvSpPr/>
            <p:nvPr/>
          </p:nvSpPr>
          <p:spPr>
            <a:xfrm rot="5400000">
              <a:off x="1927320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84"/>
            <p:cNvSpPr/>
            <p:nvPr/>
          </p:nvSpPr>
          <p:spPr>
            <a:xfrm rot="5400000">
              <a:off x="2169782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4"/>
            <p:cNvSpPr/>
            <p:nvPr/>
          </p:nvSpPr>
          <p:spPr>
            <a:xfrm rot="5400000">
              <a:off x="2414623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5" name="Google Shape;1195;p84"/>
            <p:cNvSpPr/>
            <p:nvPr/>
          </p:nvSpPr>
          <p:spPr>
            <a:xfrm rot="5400000">
              <a:off x="1684874" y="1697764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84"/>
            <p:cNvSpPr/>
            <p:nvPr/>
          </p:nvSpPr>
          <p:spPr>
            <a:xfrm rot="5400000">
              <a:off x="1927335" y="1697764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7" name="Google Shape;1197;p84"/>
            <p:cNvSpPr/>
            <p:nvPr/>
          </p:nvSpPr>
          <p:spPr>
            <a:xfrm rot="5400000">
              <a:off x="2659464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8" name="Google Shape;1198;p84"/>
            <p:cNvSpPr/>
            <p:nvPr/>
          </p:nvSpPr>
          <p:spPr>
            <a:xfrm rot="5400000">
              <a:off x="2901926" y="13762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4"/>
            <p:cNvSpPr/>
            <p:nvPr/>
          </p:nvSpPr>
          <p:spPr>
            <a:xfrm rot="5400000">
              <a:off x="1684857" y="201931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0" name="Google Shape;1200;p84"/>
            <p:cNvSpPr/>
            <p:nvPr/>
          </p:nvSpPr>
          <p:spPr>
            <a:xfrm rot="5400000">
              <a:off x="1927318" y="201931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1" name="Google Shape;1201;p84"/>
            <p:cNvSpPr/>
            <p:nvPr/>
          </p:nvSpPr>
          <p:spPr>
            <a:xfrm rot="5400000">
              <a:off x="2169780" y="201931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2" name="Google Shape;1202;p84"/>
            <p:cNvSpPr/>
            <p:nvPr/>
          </p:nvSpPr>
          <p:spPr>
            <a:xfrm rot="5400000">
              <a:off x="2414621" y="201931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3" name="Google Shape;1203;p84"/>
          <p:cNvSpPr/>
          <p:nvPr/>
        </p:nvSpPr>
        <p:spPr>
          <a:xfrm rot="5400000">
            <a:off x="2570434" y="13653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4"/>
          <p:cNvSpPr/>
          <p:nvPr/>
        </p:nvSpPr>
        <p:spPr>
          <a:xfrm rot="5400000">
            <a:off x="2812895" y="13653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4"/>
          <p:cNvSpPr/>
          <p:nvPr/>
        </p:nvSpPr>
        <p:spPr>
          <a:xfrm rot="5400000">
            <a:off x="3055357" y="13653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4"/>
          <p:cNvSpPr/>
          <p:nvPr/>
        </p:nvSpPr>
        <p:spPr>
          <a:xfrm rot="5400000">
            <a:off x="3300198" y="13653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4"/>
          <p:cNvSpPr/>
          <p:nvPr/>
        </p:nvSpPr>
        <p:spPr>
          <a:xfrm rot="5400000">
            <a:off x="2570449" y="1686914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4"/>
          <p:cNvSpPr/>
          <p:nvPr/>
        </p:nvSpPr>
        <p:spPr>
          <a:xfrm rot="5400000">
            <a:off x="2812910" y="1686914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4"/>
          <p:cNvSpPr/>
          <p:nvPr/>
        </p:nvSpPr>
        <p:spPr>
          <a:xfrm rot="5400000">
            <a:off x="3545039" y="13653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4"/>
          <p:cNvSpPr/>
          <p:nvPr/>
        </p:nvSpPr>
        <p:spPr>
          <a:xfrm rot="5400000">
            <a:off x="3055351" y="168693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4"/>
          <p:cNvSpPr/>
          <p:nvPr/>
        </p:nvSpPr>
        <p:spPr>
          <a:xfrm rot="5400000">
            <a:off x="2570432" y="2008465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4"/>
          <p:cNvSpPr/>
          <p:nvPr/>
        </p:nvSpPr>
        <p:spPr>
          <a:xfrm rot="5400000">
            <a:off x="498659" y="38208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4"/>
          <p:cNvSpPr/>
          <p:nvPr/>
        </p:nvSpPr>
        <p:spPr>
          <a:xfrm rot="5400000">
            <a:off x="741120" y="38208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4"/>
          <p:cNvSpPr/>
          <p:nvPr/>
        </p:nvSpPr>
        <p:spPr>
          <a:xfrm rot="5400000">
            <a:off x="983582" y="38208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4"/>
          <p:cNvSpPr/>
          <p:nvPr/>
        </p:nvSpPr>
        <p:spPr>
          <a:xfrm rot="5400000">
            <a:off x="1228423" y="38208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4"/>
          <p:cNvSpPr/>
          <p:nvPr/>
        </p:nvSpPr>
        <p:spPr>
          <a:xfrm rot="5400000">
            <a:off x="498674" y="4142414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4"/>
          <p:cNvSpPr/>
          <p:nvPr/>
        </p:nvSpPr>
        <p:spPr>
          <a:xfrm rot="5400000">
            <a:off x="741135" y="4142414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4"/>
          <p:cNvSpPr/>
          <p:nvPr/>
        </p:nvSpPr>
        <p:spPr>
          <a:xfrm rot="5400000">
            <a:off x="1226014" y="414243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4"/>
          <p:cNvSpPr/>
          <p:nvPr/>
        </p:nvSpPr>
        <p:spPr>
          <a:xfrm rot="5400000">
            <a:off x="983576" y="414243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4"/>
          <p:cNvSpPr/>
          <p:nvPr/>
        </p:nvSpPr>
        <p:spPr>
          <a:xfrm rot="5400000">
            <a:off x="498657" y="4463965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4"/>
          <p:cNvSpPr/>
          <p:nvPr/>
        </p:nvSpPr>
        <p:spPr>
          <a:xfrm rot="5400000">
            <a:off x="741118" y="4463965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4"/>
          <p:cNvSpPr/>
          <p:nvPr/>
        </p:nvSpPr>
        <p:spPr>
          <a:xfrm rot="5400000">
            <a:off x="983580" y="4463965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3" name="Google Shape;1223;p84"/>
          <p:cNvGrpSpPr/>
          <p:nvPr/>
        </p:nvGrpSpPr>
        <p:grpSpPr>
          <a:xfrm>
            <a:off x="4805282" y="1354531"/>
            <a:ext cx="1459469" cy="885500"/>
            <a:chOff x="1684857" y="3767281"/>
            <a:chExt cx="1459469" cy="885500"/>
          </a:xfrm>
        </p:grpSpPr>
        <p:sp>
          <p:nvSpPr>
            <p:cNvPr id="1224" name="Google Shape;1224;p84"/>
            <p:cNvSpPr/>
            <p:nvPr/>
          </p:nvSpPr>
          <p:spPr>
            <a:xfrm rot="5400000">
              <a:off x="1684859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84"/>
            <p:cNvSpPr/>
            <p:nvPr/>
          </p:nvSpPr>
          <p:spPr>
            <a:xfrm rot="5400000">
              <a:off x="1927320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84"/>
            <p:cNvSpPr/>
            <p:nvPr/>
          </p:nvSpPr>
          <p:spPr>
            <a:xfrm rot="5400000">
              <a:off x="2169782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84"/>
            <p:cNvSpPr/>
            <p:nvPr/>
          </p:nvSpPr>
          <p:spPr>
            <a:xfrm rot="5400000">
              <a:off x="2414623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8" name="Google Shape;1228;p84"/>
            <p:cNvSpPr/>
            <p:nvPr/>
          </p:nvSpPr>
          <p:spPr>
            <a:xfrm rot="5400000">
              <a:off x="1684874" y="4088814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84"/>
            <p:cNvSpPr/>
            <p:nvPr/>
          </p:nvSpPr>
          <p:spPr>
            <a:xfrm rot="5400000">
              <a:off x="1927335" y="4088814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84"/>
            <p:cNvSpPr/>
            <p:nvPr/>
          </p:nvSpPr>
          <p:spPr>
            <a:xfrm rot="5400000">
              <a:off x="2659464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1" name="Google Shape;1231;p84"/>
            <p:cNvSpPr/>
            <p:nvPr/>
          </p:nvSpPr>
          <p:spPr>
            <a:xfrm rot="5400000">
              <a:off x="2901926" y="37672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2" name="Google Shape;1232;p84"/>
            <p:cNvSpPr/>
            <p:nvPr/>
          </p:nvSpPr>
          <p:spPr>
            <a:xfrm rot="5400000">
              <a:off x="1684857" y="441036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84"/>
            <p:cNvSpPr/>
            <p:nvPr/>
          </p:nvSpPr>
          <p:spPr>
            <a:xfrm rot="5400000">
              <a:off x="1927318" y="441036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84"/>
            <p:cNvSpPr/>
            <p:nvPr/>
          </p:nvSpPr>
          <p:spPr>
            <a:xfrm rot="5400000">
              <a:off x="2169780" y="441036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84"/>
            <p:cNvSpPr/>
            <p:nvPr/>
          </p:nvSpPr>
          <p:spPr>
            <a:xfrm rot="5400000">
              <a:off x="2414621" y="4410365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84"/>
            <p:cNvSpPr/>
            <p:nvPr/>
          </p:nvSpPr>
          <p:spPr>
            <a:xfrm rot="5400000">
              <a:off x="2169776" y="408883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84"/>
            <p:cNvSpPr/>
            <p:nvPr/>
          </p:nvSpPr>
          <p:spPr>
            <a:xfrm rot="5400000">
              <a:off x="2659476" y="4410381"/>
              <a:ext cx="242400" cy="242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8" name="Google Shape;1238;p84"/>
          <p:cNvSpPr/>
          <p:nvPr/>
        </p:nvSpPr>
        <p:spPr>
          <a:xfrm rot="5400000">
            <a:off x="2636977" y="377625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4"/>
          <p:cNvSpPr/>
          <p:nvPr/>
        </p:nvSpPr>
        <p:spPr>
          <a:xfrm rot="5400000">
            <a:off x="2879439" y="377625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4"/>
          <p:cNvSpPr/>
          <p:nvPr/>
        </p:nvSpPr>
        <p:spPr>
          <a:xfrm rot="5400000">
            <a:off x="3121900" y="377625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4"/>
          <p:cNvSpPr/>
          <p:nvPr/>
        </p:nvSpPr>
        <p:spPr>
          <a:xfrm rot="5400000">
            <a:off x="3366742" y="377625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4"/>
          <p:cNvSpPr/>
          <p:nvPr/>
        </p:nvSpPr>
        <p:spPr>
          <a:xfrm rot="5400000">
            <a:off x="2636992" y="4097789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4"/>
          <p:cNvSpPr/>
          <p:nvPr/>
        </p:nvSpPr>
        <p:spPr>
          <a:xfrm rot="5400000">
            <a:off x="2879454" y="4097789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4"/>
          <p:cNvSpPr/>
          <p:nvPr/>
        </p:nvSpPr>
        <p:spPr>
          <a:xfrm rot="5400000">
            <a:off x="3611583" y="377625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4"/>
          <p:cNvSpPr/>
          <p:nvPr/>
        </p:nvSpPr>
        <p:spPr>
          <a:xfrm rot="5400000">
            <a:off x="3364344" y="409780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4"/>
          <p:cNvSpPr/>
          <p:nvPr/>
        </p:nvSpPr>
        <p:spPr>
          <a:xfrm rot="5400000">
            <a:off x="2636976" y="441934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4"/>
          <p:cNvSpPr/>
          <p:nvPr/>
        </p:nvSpPr>
        <p:spPr>
          <a:xfrm rot="5400000">
            <a:off x="2879437" y="441934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4"/>
          <p:cNvSpPr/>
          <p:nvPr/>
        </p:nvSpPr>
        <p:spPr>
          <a:xfrm rot="5400000">
            <a:off x="3121899" y="441934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4"/>
          <p:cNvSpPr/>
          <p:nvPr/>
        </p:nvSpPr>
        <p:spPr>
          <a:xfrm rot="5400000">
            <a:off x="3366740" y="441934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4"/>
          <p:cNvSpPr/>
          <p:nvPr/>
        </p:nvSpPr>
        <p:spPr>
          <a:xfrm rot="5400000">
            <a:off x="3121894" y="409780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4"/>
          <p:cNvSpPr/>
          <p:nvPr/>
        </p:nvSpPr>
        <p:spPr>
          <a:xfrm rot="5400000">
            <a:off x="3611594" y="441935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4"/>
          <p:cNvSpPr/>
          <p:nvPr/>
        </p:nvSpPr>
        <p:spPr>
          <a:xfrm rot="5400000">
            <a:off x="3606794" y="409780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4"/>
          <p:cNvSpPr/>
          <p:nvPr/>
        </p:nvSpPr>
        <p:spPr>
          <a:xfrm rot="5400000">
            <a:off x="1226014" y="4463965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4"/>
          <p:cNvSpPr/>
          <p:nvPr/>
        </p:nvSpPr>
        <p:spPr>
          <a:xfrm rot="5400000">
            <a:off x="3789889" y="13653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4"/>
          <p:cNvSpPr/>
          <p:nvPr/>
        </p:nvSpPr>
        <p:spPr>
          <a:xfrm rot="5400000">
            <a:off x="4034739" y="136538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4"/>
          <p:cNvSpPr/>
          <p:nvPr/>
        </p:nvSpPr>
        <p:spPr>
          <a:xfrm rot="5400000">
            <a:off x="1391673" y="3902481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4"/>
          <p:cNvSpPr/>
          <p:nvPr/>
        </p:nvSpPr>
        <p:spPr>
          <a:xfrm rot="5400000">
            <a:off x="1468473" y="3902481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84"/>
          <p:cNvSpPr/>
          <p:nvPr/>
        </p:nvSpPr>
        <p:spPr>
          <a:xfrm rot="5400000">
            <a:off x="1386873" y="4224031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4"/>
          <p:cNvSpPr/>
          <p:nvPr/>
        </p:nvSpPr>
        <p:spPr>
          <a:xfrm rot="5400000">
            <a:off x="1463673" y="4224031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4"/>
          <p:cNvSpPr/>
          <p:nvPr/>
        </p:nvSpPr>
        <p:spPr>
          <a:xfrm rot="5400000">
            <a:off x="1386873" y="4545565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84"/>
          <p:cNvSpPr/>
          <p:nvPr/>
        </p:nvSpPr>
        <p:spPr>
          <a:xfrm rot="5400000">
            <a:off x="1463673" y="4545565"/>
            <a:ext cx="242400" cy="7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4"/>
          <p:cNvSpPr/>
          <p:nvPr/>
        </p:nvSpPr>
        <p:spPr>
          <a:xfrm>
            <a:off x="6787513" y="1278200"/>
            <a:ext cx="1977900" cy="1041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4"/>
          <p:cNvSpPr/>
          <p:nvPr/>
        </p:nvSpPr>
        <p:spPr>
          <a:xfrm>
            <a:off x="6649000" y="3690946"/>
            <a:ext cx="1701900" cy="10419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4"/>
          <p:cNvSpPr/>
          <p:nvPr/>
        </p:nvSpPr>
        <p:spPr>
          <a:xfrm rot="5400000">
            <a:off x="6823659" y="378000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4"/>
          <p:cNvSpPr/>
          <p:nvPr/>
        </p:nvSpPr>
        <p:spPr>
          <a:xfrm rot="5400000">
            <a:off x="7066120" y="378000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4"/>
          <p:cNvSpPr/>
          <p:nvPr/>
        </p:nvSpPr>
        <p:spPr>
          <a:xfrm rot="5400000">
            <a:off x="7308582" y="378000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4"/>
          <p:cNvSpPr/>
          <p:nvPr/>
        </p:nvSpPr>
        <p:spPr>
          <a:xfrm rot="5400000">
            <a:off x="7553423" y="378000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4"/>
          <p:cNvSpPr/>
          <p:nvPr/>
        </p:nvSpPr>
        <p:spPr>
          <a:xfrm rot="5400000">
            <a:off x="6823674" y="4101539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4"/>
          <p:cNvSpPr/>
          <p:nvPr/>
        </p:nvSpPr>
        <p:spPr>
          <a:xfrm rot="5400000">
            <a:off x="7066135" y="4101539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4"/>
          <p:cNvSpPr/>
          <p:nvPr/>
        </p:nvSpPr>
        <p:spPr>
          <a:xfrm rot="5400000">
            <a:off x="7308564" y="410155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4"/>
          <p:cNvSpPr/>
          <p:nvPr/>
        </p:nvSpPr>
        <p:spPr>
          <a:xfrm rot="5400000">
            <a:off x="7551026" y="4101556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4"/>
          <p:cNvSpPr/>
          <p:nvPr/>
        </p:nvSpPr>
        <p:spPr>
          <a:xfrm rot="5400000">
            <a:off x="6823657" y="44230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4"/>
          <p:cNvSpPr/>
          <p:nvPr/>
        </p:nvSpPr>
        <p:spPr>
          <a:xfrm rot="5400000">
            <a:off x="7066118" y="44230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84"/>
          <p:cNvSpPr/>
          <p:nvPr/>
        </p:nvSpPr>
        <p:spPr>
          <a:xfrm rot="5400000">
            <a:off x="7308580" y="44230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84"/>
          <p:cNvSpPr/>
          <p:nvPr/>
        </p:nvSpPr>
        <p:spPr>
          <a:xfrm rot="5400000">
            <a:off x="7553421" y="4423090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4"/>
          <p:cNvSpPr/>
          <p:nvPr/>
        </p:nvSpPr>
        <p:spPr>
          <a:xfrm rot="5400000">
            <a:off x="3290863" y="168693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4"/>
          <p:cNvSpPr/>
          <p:nvPr/>
        </p:nvSpPr>
        <p:spPr>
          <a:xfrm rot="5400000">
            <a:off x="3533263" y="1686931"/>
            <a:ext cx="242400" cy="24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8" name="Google Shape;1278;p84"/>
          <p:cNvCxnSpPr>
            <a:stCxn id="1186" idx="2"/>
            <a:endCxn id="1263" idx="0"/>
          </p:cNvCxnSpPr>
          <p:nvPr/>
        </p:nvCxnSpPr>
        <p:spPr>
          <a:xfrm>
            <a:off x="1279825" y="2320100"/>
            <a:ext cx="6220200" cy="1370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84"/>
          <p:cNvCxnSpPr>
            <a:stCxn id="1187" idx="2"/>
            <a:endCxn id="1185" idx="0"/>
          </p:cNvCxnSpPr>
          <p:nvPr/>
        </p:nvCxnSpPr>
        <p:spPr>
          <a:xfrm>
            <a:off x="3422850" y="2314250"/>
            <a:ext cx="2062500" cy="1376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84"/>
          <p:cNvCxnSpPr>
            <a:stCxn id="1188" idx="2"/>
            <a:endCxn id="1183" idx="0"/>
          </p:cNvCxnSpPr>
          <p:nvPr/>
        </p:nvCxnSpPr>
        <p:spPr>
          <a:xfrm flipH="1">
            <a:off x="1175100" y="2320100"/>
            <a:ext cx="4452900" cy="140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84"/>
          <p:cNvCxnSpPr>
            <a:stCxn id="1262" idx="2"/>
          </p:cNvCxnSpPr>
          <p:nvPr/>
        </p:nvCxnSpPr>
        <p:spPr>
          <a:xfrm flipH="1">
            <a:off x="3327163" y="2320100"/>
            <a:ext cx="4449300" cy="136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82" name="Google Shape;1282;p84"/>
          <p:cNvGrpSpPr/>
          <p:nvPr/>
        </p:nvGrpSpPr>
        <p:grpSpPr>
          <a:xfrm>
            <a:off x="6925520" y="1354531"/>
            <a:ext cx="1701919" cy="885500"/>
            <a:chOff x="1684857" y="3767281"/>
            <a:chExt cx="1701919" cy="885500"/>
          </a:xfrm>
        </p:grpSpPr>
        <p:sp>
          <p:nvSpPr>
            <p:cNvPr id="1283" name="Google Shape;1283;p84"/>
            <p:cNvSpPr/>
            <p:nvPr/>
          </p:nvSpPr>
          <p:spPr>
            <a:xfrm rot="5400000">
              <a:off x="1684859" y="376728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4" name="Google Shape;1284;p84"/>
            <p:cNvSpPr/>
            <p:nvPr/>
          </p:nvSpPr>
          <p:spPr>
            <a:xfrm rot="5400000">
              <a:off x="1927320" y="376728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84"/>
            <p:cNvSpPr/>
            <p:nvPr/>
          </p:nvSpPr>
          <p:spPr>
            <a:xfrm rot="5400000">
              <a:off x="2169782" y="376728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84"/>
            <p:cNvSpPr/>
            <p:nvPr/>
          </p:nvSpPr>
          <p:spPr>
            <a:xfrm rot="5400000">
              <a:off x="2414623" y="376728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84"/>
            <p:cNvSpPr/>
            <p:nvPr/>
          </p:nvSpPr>
          <p:spPr>
            <a:xfrm rot="5400000">
              <a:off x="1684874" y="4088814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84"/>
            <p:cNvSpPr/>
            <p:nvPr/>
          </p:nvSpPr>
          <p:spPr>
            <a:xfrm rot="5400000">
              <a:off x="1927335" y="4088814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84"/>
            <p:cNvSpPr/>
            <p:nvPr/>
          </p:nvSpPr>
          <p:spPr>
            <a:xfrm rot="5400000">
              <a:off x="2659464" y="376728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84"/>
            <p:cNvSpPr/>
            <p:nvPr/>
          </p:nvSpPr>
          <p:spPr>
            <a:xfrm rot="5400000">
              <a:off x="2901926" y="376728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84"/>
            <p:cNvSpPr/>
            <p:nvPr/>
          </p:nvSpPr>
          <p:spPr>
            <a:xfrm rot="5400000">
              <a:off x="1684857" y="4410365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2" name="Google Shape;1292;p84"/>
            <p:cNvSpPr/>
            <p:nvPr/>
          </p:nvSpPr>
          <p:spPr>
            <a:xfrm rot="5400000">
              <a:off x="1927318" y="4410365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4"/>
            <p:cNvSpPr/>
            <p:nvPr/>
          </p:nvSpPr>
          <p:spPr>
            <a:xfrm rot="5400000">
              <a:off x="2169780" y="4410365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4"/>
            <p:cNvSpPr/>
            <p:nvPr/>
          </p:nvSpPr>
          <p:spPr>
            <a:xfrm rot="5400000">
              <a:off x="2414621" y="4410365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84"/>
            <p:cNvSpPr/>
            <p:nvPr/>
          </p:nvSpPr>
          <p:spPr>
            <a:xfrm rot="5400000">
              <a:off x="2169776" y="408883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84"/>
            <p:cNvSpPr/>
            <p:nvPr/>
          </p:nvSpPr>
          <p:spPr>
            <a:xfrm rot="5400000">
              <a:off x="2659476" y="441038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7" name="Google Shape;1297;p84"/>
            <p:cNvSpPr/>
            <p:nvPr/>
          </p:nvSpPr>
          <p:spPr>
            <a:xfrm rot="5400000">
              <a:off x="3144376" y="3767281"/>
              <a:ext cx="242400" cy="2424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8" name="Google Shape;1298;p84"/>
          <p:cNvSpPr/>
          <p:nvPr/>
        </p:nvSpPr>
        <p:spPr>
          <a:xfrm rot="5400000">
            <a:off x="4833259" y="3775207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4"/>
          <p:cNvSpPr/>
          <p:nvPr/>
        </p:nvSpPr>
        <p:spPr>
          <a:xfrm rot="5400000">
            <a:off x="5075721" y="3775207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4"/>
          <p:cNvSpPr/>
          <p:nvPr/>
        </p:nvSpPr>
        <p:spPr>
          <a:xfrm rot="5400000">
            <a:off x="5318182" y="3775207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4"/>
          <p:cNvSpPr/>
          <p:nvPr/>
        </p:nvSpPr>
        <p:spPr>
          <a:xfrm rot="5400000">
            <a:off x="5563023" y="3775207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4"/>
          <p:cNvSpPr/>
          <p:nvPr/>
        </p:nvSpPr>
        <p:spPr>
          <a:xfrm rot="5400000">
            <a:off x="4833274" y="4096739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4"/>
          <p:cNvSpPr/>
          <p:nvPr/>
        </p:nvSpPr>
        <p:spPr>
          <a:xfrm rot="5400000">
            <a:off x="5075736" y="4096739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4"/>
          <p:cNvSpPr/>
          <p:nvPr/>
        </p:nvSpPr>
        <p:spPr>
          <a:xfrm rot="5400000">
            <a:off x="5560615" y="4096757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4"/>
          <p:cNvSpPr/>
          <p:nvPr/>
        </p:nvSpPr>
        <p:spPr>
          <a:xfrm rot="5400000">
            <a:off x="5318176" y="4096757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4"/>
          <p:cNvSpPr/>
          <p:nvPr/>
        </p:nvSpPr>
        <p:spPr>
          <a:xfrm rot="5400000">
            <a:off x="4833257" y="4418290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4"/>
          <p:cNvSpPr/>
          <p:nvPr/>
        </p:nvSpPr>
        <p:spPr>
          <a:xfrm rot="5400000">
            <a:off x="5075719" y="4418290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4"/>
          <p:cNvSpPr/>
          <p:nvPr/>
        </p:nvSpPr>
        <p:spPr>
          <a:xfrm rot="5400000">
            <a:off x="5318180" y="4418290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4"/>
          <p:cNvSpPr/>
          <p:nvPr/>
        </p:nvSpPr>
        <p:spPr>
          <a:xfrm rot="5400000">
            <a:off x="5560615" y="4418307"/>
            <a:ext cx="242400" cy="24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4"/>
          <p:cNvSpPr/>
          <p:nvPr/>
        </p:nvSpPr>
        <p:spPr>
          <a:xfrm rot="5400000">
            <a:off x="5726273" y="3856807"/>
            <a:ext cx="242400" cy="79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4"/>
          <p:cNvSpPr/>
          <p:nvPr/>
        </p:nvSpPr>
        <p:spPr>
          <a:xfrm rot="5400000">
            <a:off x="5721473" y="4178357"/>
            <a:ext cx="242400" cy="79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4"/>
          <p:cNvSpPr/>
          <p:nvPr/>
        </p:nvSpPr>
        <p:spPr>
          <a:xfrm rot="5400000">
            <a:off x="5721473" y="4499907"/>
            <a:ext cx="242400" cy="79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84"/>
          <p:cNvSpPr txBox="1"/>
          <p:nvPr/>
        </p:nvSpPr>
        <p:spPr>
          <a:xfrm>
            <a:off x="6925525" y="1278325"/>
            <a:ext cx="17436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 blocks arranged in 3 rows. E.g. …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85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</a:t>
            </a:r>
            <a:r>
              <a:rPr lang="en-GB" sz="2000"/>
              <a:t>Two crates have been filled with packages for delivery.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driver wants the crates to be evenly distributed with packages.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One crate has 18 packages and the other has 12 packages.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would the driver make the crates even?</a:t>
            </a:r>
            <a:endParaRPr sz="2000"/>
          </a:p>
        </p:txBody>
      </p:sp>
      <p:sp>
        <p:nvSpPr>
          <p:cNvPr id="1319" name="Google Shape;1319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85"/>
          <p:cNvSpPr txBox="1"/>
          <p:nvPr/>
        </p:nvSpPr>
        <p:spPr>
          <a:xfrm>
            <a:off x="324000" y="2694000"/>
            <a:ext cx="849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Take 3 out of the crate with 18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put them in the crate of 12. That way they both have 15 packages.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6"/>
          <p:cNvSpPr txBox="1"/>
          <p:nvPr/>
        </p:nvSpPr>
        <p:spPr>
          <a:xfrm>
            <a:off x="324000" y="3492850"/>
            <a:ext cx="801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should be 1.2 kg of batter in each tin.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7" name="Google Shape;1327;p86"/>
          <p:cNvSpPr txBox="1"/>
          <p:nvPr>
            <p:ph idx="1" type="body"/>
          </p:nvPr>
        </p:nvSpPr>
        <p:spPr>
          <a:xfrm>
            <a:off x="324000" y="976450"/>
            <a:ext cx="8496000" cy="21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The batter for three cakes has been split across three tins.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first tin has 1 kg of batter, the second has 1.2 kg of batter and the third    has 1.4 kg of batter.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To get 3 cakes the same depth there needs to be the same mass of batter in each tin.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much batter should there be in each tin?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4) </a:t>
            </a:r>
            <a:r>
              <a:rPr lang="en-GB" sz="2000"/>
              <a:t>A group of friends have collected some conkers and shared them equally among themselves.</a:t>
            </a:r>
            <a:br>
              <a:rPr lang="en-GB" sz="2000"/>
            </a:b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T</a:t>
            </a:r>
            <a:r>
              <a:rPr lang="en-GB" sz="2000"/>
              <a:t>here are five friends and they have 6 conkers each, how many conkers were collected altogether?</a:t>
            </a:r>
            <a:endParaRPr sz="20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 Another friend joins them but they don’t find any more conkers. How many conkers would they each have if they share them equally now?</a:t>
            </a:r>
            <a:endParaRPr sz="2000"/>
          </a:p>
        </p:txBody>
      </p:sp>
      <p:sp>
        <p:nvSpPr>
          <p:cNvPr id="1333" name="Google Shape;1333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87"/>
          <p:cNvSpPr txBox="1"/>
          <p:nvPr/>
        </p:nvSpPr>
        <p:spPr>
          <a:xfrm>
            <a:off x="324000" y="2453700"/>
            <a:ext cx="830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 conkers would have been collected.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5" name="Google Shape;1335;p87"/>
          <p:cNvSpPr txBox="1"/>
          <p:nvPr/>
        </p:nvSpPr>
        <p:spPr>
          <a:xfrm>
            <a:off x="324000" y="4152100"/>
            <a:ext cx="588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conkers each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36" name="Google Shape;133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2975" y="1146006"/>
            <a:ext cx="476125" cy="50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846596" y="1069096"/>
            <a:ext cx="783525" cy="65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Distributing evenly</a:t>
            </a:r>
            <a:endParaRPr/>
          </a:p>
        </p:txBody>
      </p:sp>
      <p:sp>
        <p:nvSpPr>
          <p:cNvPr id="1343" name="Google Shape;1343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1344" name="Google Shape;1344;p88"/>
          <p:cNvSpPr txBox="1"/>
          <p:nvPr>
            <p:ph idx="3" type="title"/>
          </p:nvPr>
        </p:nvSpPr>
        <p:spPr>
          <a:xfrm>
            <a:off x="324000" y="7338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the mean</a:t>
            </a:r>
            <a:endParaRPr/>
          </a:p>
        </p:txBody>
      </p:sp>
      <p:pic>
        <p:nvPicPr>
          <p:cNvPr id="1345" name="Google Shape;134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75" y="299544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1351" name="Google Shape;1351;p89"/>
          <p:cNvSpPr txBox="1"/>
          <p:nvPr>
            <p:ph idx="1" type="body"/>
          </p:nvPr>
        </p:nvSpPr>
        <p:spPr>
          <a:xfrm>
            <a:off x="324000" y="759300"/>
            <a:ext cx="7117800" cy="9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As the number of towers increases it becomes more </a:t>
            </a:r>
            <a:r>
              <a:rPr lang="en-GB" sz="2000"/>
              <a:t>difficult</a:t>
            </a:r>
            <a:r>
              <a:rPr lang="en-GB" sz="2000"/>
              <a:t> to visualise the even distribution.</a:t>
            </a:r>
            <a:endParaRPr sz="2000"/>
          </a:p>
        </p:txBody>
      </p:sp>
      <p:pic>
        <p:nvPicPr>
          <p:cNvPr id="1352" name="Google Shape;135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0329" y="3610787"/>
            <a:ext cx="229252" cy="82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762" y="3610787"/>
            <a:ext cx="224400" cy="82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717" y="3768034"/>
            <a:ext cx="610985" cy="67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6441" y="3558625"/>
            <a:ext cx="322344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1125" y="3558628"/>
            <a:ext cx="341163" cy="88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36706" y="3558625"/>
            <a:ext cx="268191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8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30245" y="3558625"/>
            <a:ext cx="261744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8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95762" y="3558625"/>
            <a:ext cx="212747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8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0053" y="3558625"/>
            <a:ext cx="259165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8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73533" y="3558626"/>
            <a:ext cx="240685" cy="880219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89"/>
          <p:cNvSpPr/>
          <p:nvPr/>
        </p:nvSpPr>
        <p:spPr>
          <a:xfrm>
            <a:off x="1363600" y="31260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9"/>
          <p:cNvSpPr/>
          <p:nvPr/>
        </p:nvSpPr>
        <p:spPr>
          <a:xfrm>
            <a:off x="1363600" y="32900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9"/>
          <p:cNvSpPr/>
          <p:nvPr/>
        </p:nvSpPr>
        <p:spPr>
          <a:xfrm>
            <a:off x="1363600" y="34526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9"/>
          <p:cNvSpPr/>
          <p:nvPr/>
        </p:nvSpPr>
        <p:spPr>
          <a:xfrm>
            <a:off x="1363600" y="36152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9"/>
          <p:cNvSpPr/>
          <p:nvPr/>
        </p:nvSpPr>
        <p:spPr>
          <a:xfrm>
            <a:off x="1363600" y="37792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9"/>
          <p:cNvSpPr/>
          <p:nvPr/>
        </p:nvSpPr>
        <p:spPr>
          <a:xfrm>
            <a:off x="1363600" y="39433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9"/>
          <p:cNvSpPr/>
          <p:nvPr/>
        </p:nvSpPr>
        <p:spPr>
          <a:xfrm>
            <a:off x="1363600" y="41059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9"/>
          <p:cNvSpPr/>
          <p:nvPr/>
        </p:nvSpPr>
        <p:spPr>
          <a:xfrm>
            <a:off x="1363600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9"/>
          <p:cNvSpPr/>
          <p:nvPr/>
        </p:nvSpPr>
        <p:spPr>
          <a:xfrm>
            <a:off x="1363600" y="29620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89"/>
          <p:cNvSpPr/>
          <p:nvPr/>
        </p:nvSpPr>
        <p:spPr>
          <a:xfrm>
            <a:off x="3567975" y="296202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89"/>
          <p:cNvSpPr/>
          <p:nvPr/>
        </p:nvSpPr>
        <p:spPr>
          <a:xfrm>
            <a:off x="3567975" y="279794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89"/>
          <p:cNvSpPr/>
          <p:nvPr/>
        </p:nvSpPr>
        <p:spPr>
          <a:xfrm>
            <a:off x="3567975" y="23057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89"/>
          <p:cNvSpPr/>
          <p:nvPr/>
        </p:nvSpPr>
        <p:spPr>
          <a:xfrm>
            <a:off x="2102400" y="37841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9"/>
          <p:cNvSpPr/>
          <p:nvPr/>
        </p:nvSpPr>
        <p:spPr>
          <a:xfrm>
            <a:off x="2102400" y="39481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9"/>
          <p:cNvSpPr/>
          <p:nvPr/>
        </p:nvSpPr>
        <p:spPr>
          <a:xfrm>
            <a:off x="2102400" y="41107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89"/>
          <p:cNvSpPr/>
          <p:nvPr/>
        </p:nvSpPr>
        <p:spPr>
          <a:xfrm>
            <a:off x="2102400" y="42762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89"/>
          <p:cNvSpPr/>
          <p:nvPr/>
        </p:nvSpPr>
        <p:spPr>
          <a:xfrm>
            <a:off x="3567975" y="24698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89"/>
          <p:cNvSpPr/>
          <p:nvPr/>
        </p:nvSpPr>
        <p:spPr>
          <a:xfrm>
            <a:off x="2859725" y="32900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89"/>
          <p:cNvSpPr/>
          <p:nvPr/>
        </p:nvSpPr>
        <p:spPr>
          <a:xfrm>
            <a:off x="2859725" y="34526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89"/>
          <p:cNvSpPr/>
          <p:nvPr/>
        </p:nvSpPr>
        <p:spPr>
          <a:xfrm>
            <a:off x="2859725" y="36152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9"/>
          <p:cNvSpPr/>
          <p:nvPr/>
        </p:nvSpPr>
        <p:spPr>
          <a:xfrm>
            <a:off x="2859725" y="37792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9"/>
          <p:cNvSpPr/>
          <p:nvPr/>
        </p:nvSpPr>
        <p:spPr>
          <a:xfrm>
            <a:off x="2859725" y="39433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9"/>
          <p:cNvSpPr/>
          <p:nvPr/>
        </p:nvSpPr>
        <p:spPr>
          <a:xfrm>
            <a:off x="2859725" y="41058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9"/>
          <p:cNvSpPr/>
          <p:nvPr/>
        </p:nvSpPr>
        <p:spPr>
          <a:xfrm>
            <a:off x="2859725" y="4271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9"/>
          <p:cNvSpPr/>
          <p:nvPr/>
        </p:nvSpPr>
        <p:spPr>
          <a:xfrm>
            <a:off x="3567975" y="31260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9"/>
          <p:cNvSpPr/>
          <p:nvPr/>
        </p:nvSpPr>
        <p:spPr>
          <a:xfrm>
            <a:off x="3567975" y="32900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9"/>
          <p:cNvSpPr/>
          <p:nvPr/>
        </p:nvSpPr>
        <p:spPr>
          <a:xfrm>
            <a:off x="3567975" y="34526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9"/>
          <p:cNvSpPr/>
          <p:nvPr/>
        </p:nvSpPr>
        <p:spPr>
          <a:xfrm>
            <a:off x="3567975" y="36152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9"/>
          <p:cNvSpPr/>
          <p:nvPr/>
        </p:nvSpPr>
        <p:spPr>
          <a:xfrm>
            <a:off x="3567975" y="37792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9"/>
          <p:cNvSpPr/>
          <p:nvPr/>
        </p:nvSpPr>
        <p:spPr>
          <a:xfrm>
            <a:off x="3567975" y="39433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9"/>
          <p:cNvSpPr/>
          <p:nvPr/>
        </p:nvSpPr>
        <p:spPr>
          <a:xfrm>
            <a:off x="3567975" y="41059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89"/>
          <p:cNvSpPr/>
          <p:nvPr/>
        </p:nvSpPr>
        <p:spPr>
          <a:xfrm>
            <a:off x="3567975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89"/>
          <p:cNvSpPr/>
          <p:nvPr/>
        </p:nvSpPr>
        <p:spPr>
          <a:xfrm>
            <a:off x="1363588" y="19994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89"/>
          <p:cNvSpPr/>
          <p:nvPr/>
        </p:nvSpPr>
        <p:spPr>
          <a:xfrm>
            <a:off x="1363588" y="21634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89"/>
          <p:cNvSpPr/>
          <p:nvPr/>
        </p:nvSpPr>
        <p:spPr>
          <a:xfrm>
            <a:off x="1363588" y="23260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9"/>
          <p:cNvSpPr/>
          <p:nvPr/>
        </p:nvSpPr>
        <p:spPr>
          <a:xfrm>
            <a:off x="1363588" y="24886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89"/>
          <p:cNvSpPr/>
          <p:nvPr/>
        </p:nvSpPr>
        <p:spPr>
          <a:xfrm>
            <a:off x="4308688" y="37792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89"/>
          <p:cNvSpPr/>
          <p:nvPr/>
        </p:nvSpPr>
        <p:spPr>
          <a:xfrm>
            <a:off x="4308688" y="39433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9"/>
          <p:cNvSpPr/>
          <p:nvPr/>
        </p:nvSpPr>
        <p:spPr>
          <a:xfrm>
            <a:off x="4308688" y="41058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89"/>
          <p:cNvSpPr/>
          <p:nvPr/>
        </p:nvSpPr>
        <p:spPr>
          <a:xfrm>
            <a:off x="4308688" y="4271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89"/>
          <p:cNvSpPr/>
          <p:nvPr/>
        </p:nvSpPr>
        <p:spPr>
          <a:xfrm>
            <a:off x="1363588" y="27979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89"/>
          <p:cNvSpPr/>
          <p:nvPr/>
        </p:nvSpPr>
        <p:spPr>
          <a:xfrm>
            <a:off x="1363588" y="18354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89"/>
          <p:cNvSpPr/>
          <p:nvPr/>
        </p:nvSpPr>
        <p:spPr>
          <a:xfrm>
            <a:off x="5014613" y="34526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9"/>
          <p:cNvSpPr/>
          <p:nvPr/>
        </p:nvSpPr>
        <p:spPr>
          <a:xfrm>
            <a:off x="5014613" y="36152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89"/>
          <p:cNvSpPr/>
          <p:nvPr/>
        </p:nvSpPr>
        <p:spPr>
          <a:xfrm>
            <a:off x="5014613" y="37792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89"/>
          <p:cNvSpPr/>
          <p:nvPr/>
        </p:nvSpPr>
        <p:spPr>
          <a:xfrm>
            <a:off x="5014613" y="39433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9"/>
          <p:cNvSpPr/>
          <p:nvPr/>
        </p:nvSpPr>
        <p:spPr>
          <a:xfrm>
            <a:off x="5014613" y="41059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9"/>
          <p:cNvSpPr/>
          <p:nvPr/>
        </p:nvSpPr>
        <p:spPr>
          <a:xfrm>
            <a:off x="5014613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89"/>
          <p:cNvSpPr/>
          <p:nvPr/>
        </p:nvSpPr>
        <p:spPr>
          <a:xfrm>
            <a:off x="3567963" y="26338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9"/>
          <p:cNvSpPr/>
          <p:nvPr/>
        </p:nvSpPr>
        <p:spPr>
          <a:xfrm>
            <a:off x="3567963" y="21416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89"/>
          <p:cNvSpPr/>
          <p:nvPr/>
        </p:nvSpPr>
        <p:spPr>
          <a:xfrm>
            <a:off x="5014613" y="29606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89"/>
          <p:cNvSpPr/>
          <p:nvPr/>
        </p:nvSpPr>
        <p:spPr>
          <a:xfrm>
            <a:off x="5014613" y="31232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9"/>
          <p:cNvSpPr/>
          <p:nvPr/>
        </p:nvSpPr>
        <p:spPr>
          <a:xfrm>
            <a:off x="5014613" y="328722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9"/>
          <p:cNvSpPr/>
          <p:nvPr/>
        </p:nvSpPr>
        <p:spPr>
          <a:xfrm>
            <a:off x="5014613" y="28160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9"/>
          <p:cNvSpPr/>
          <p:nvPr/>
        </p:nvSpPr>
        <p:spPr>
          <a:xfrm>
            <a:off x="5764363" y="41058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9"/>
          <p:cNvSpPr/>
          <p:nvPr/>
        </p:nvSpPr>
        <p:spPr>
          <a:xfrm>
            <a:off x="5764363" y="4271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9"/>
          <p:cNvSpPr/>
          <p:nvPr/>
        </p:nvSpPr>
        <p:spPr>
          <a:xfrm>
            <a:off x="8101763" y="29620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9"/>
          <p:cNvSpPr/>
          <p:nvPr/>
        </p:nvSpPr>
        <p:spPr>
          <a:xfrm>
            <a:off x="7279038" y="26541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9"/>
          <p:cNvSpPr/>
          <p:nvPr/>
        </p:nvSpPr>
        <p:spPr>
          <a:xfrm>
            <a:off x="7279038" y="28167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9"/>
          <p:cNvSpPr/>
          <p:nvPr/>
        </p:nvSpPr>
        <p:spPr>
          <a:xfrm>
            <a:off x="7279038" y="29793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89"/>
          <p:cNvSpPr/>
          <p:nvPr/>
        </p:nvSpPr>
        <p:spPr>
          <a:xfrm>
            <a:off x="7279038" y="314332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9"/>
          <p:cNvSpPr/>
          <p:nvPr/>
        </p:nvSpPr>
        <p:spPr>
          <a:xfrm>
            <a:off x="2859713" y="31245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9"/>
          <p:cNvSpPr/>
          <p:nvPr/>
        </p:nvSpPr>
        <p:spPr>
          <a:xfrm>
            <a:off x="7279038" y="24893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9"/>
          <p:cNvSpPr/>
          <p:nvPr/>
        </p:nvSpPr>
        <p:spPr>
          <a:xfrm>
            <a:off x="6568238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9"/>
          <p:cNvSpPr/>
          <p:nvPr/>
        </p:nvSpPr>
        <p:spPr>
          <a:xfrm>
            <a:off x="1363588" y="26339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89"/>
          <p:cNvSpPr/>
          <p:nvPr/>
        </p:nvSpPr>
        <p:spPr>
          <a:xfrm>
            <a:off x="7279038" y="32900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9"/>
          <p:cNvSpPr/>
          <p:nvPr/>
        </p:nvSpPr>
        <p:spPr>
          <a:xfrm>
            <a:off x="7279038" y="34526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9"/>
          <p:cNvSpPr/>
          <p:nvPr/>
        </p:nvSpPr>
        <p:spPr>
          <a:xfrm>
            <a:off x="7279038" y="36152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9"/>
          <p:cNvSpPr/>
          <p:nvPr/>
        </p:nvSpPr>
        <p:spPr>
          <a:xfrm>
            <a:off x="7279038" y="37792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9"/>
          <p:cNvSpPr/>
          <p:nvPr/>
        </p:nvSpPr>
        <p:spPr>
          <a:xfrm>
            <a:off x="7279038" y="39433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9"/>
          <p:cNvSpPr/>
          <p:nvPr/>
        </p:nvSpPr>
        <p:spPr>
          <a:xfrm>
            <a:off x="7279038" y="41058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9"/>
          <p:cNvSpPr/>
          <p:nvPr/>
        </p:nvSpPr>
        <p:spPr>
          <a:xfrm>
            <a:off x="7279038" y="4271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9"/>
          <p:cNvSpPr/>
          <p:nvPr/>
        </p:nvSpPr>
        <p:spPr>
          <a:xfrm>
            <a:off x="8101763" y="31260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9"/>
          <p:cNvSpPr/>
          <p:nvPr/>
        </p:nvSpPr>
        <p:spPr>
          <a:xfrm>
            <a:off x="8101763" y="32900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89"/>
          <p:cNvSpPr/>
          <p:nvPr/>
        </p:nvSpPr>
        <p:spPr>
          <a:xfrm>
            <a:off x="8101763" y="34526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9"/>
          <p:cNvSpPr/>
          <p:nvPr/>
        </p:nvSpPr>
        <p:spPr>
          <a:xfrm>
            <a:off x="8101763" y="36152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9"/>
          <p:cNvSpPr/>
          <p:nvPr/>
        </p:nvSpPr>
        <p:spPr>
          <a:xfrm>
            <a:off x="8101763" y="37792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89"/>
          <p:cNvSpPr/>
          <p:nvPr/>
        </p:nvSpPr>
        <p:spPr>
          <a:xfrm>
            <a:off x="8101763" y="39433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89"/>
          <p:cNvSpPr/>
          <p:nvPr/>
        </p:nvSpPr>
        <p:spPr>
          <a:xfrm>
            <a:off x="8101763" y="41059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89"/>
          <p:cNvSpPr/>
          <p:nvPr/>
        </p:nvSpPr>
        <p:spPr>
          <a:xfrm>
            <a:off x="8101763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pic>
        <p:nvPicPr>
          <p:cNvPr id="1447" name="Google Shape;144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0329" y="3610787"/>
            <a:ext cx="229252" cy="82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762" y="3610787"/>
            <a:ext cx="224400" cy="82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9" name="Google Shape;1449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717" y="3768034"/>
            <a:ext cx="610985" cy="67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0" name="Google Shape;1450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6441" y="3558625"/>
            <a:ext cx="322344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1125" y="3558628"/>
            <a:ext cx="341163" cy="88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9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36706" y="3558625"/>
            <a:ext cx="268191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3" name="Google Shape;1453;p9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30245" y="3558625"/>
            <a:ext cx="261744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4" name="Google Shape;1454;p9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95762" y="3558625"/>
            <a:ext cx="212747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9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0053" y="3558625"/>
            <a:ext cx="259165" cy="88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9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73533" y="3558626"/>
            <a:ext cx="240685" cy="88021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90"/>
          <p:cNvSpPr/>
          <p:nvPr/>
        </p:nvSpPr>
        <p:spPr>
          <a:xfrm>
            <a:off x="1363600" y="31260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90"/>
          <p:cNvSpPr/>
          <p:nvPr/>
        </p:nvSpPr>
        <p:spPr>
          <a:xfrm>
            <a:off x="1363600" y="32900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90"/>
          <p:cNvSpPr/>
          <p:nvPr/>
        </p:nvSpPr>
        <p:spPr>
          <a:xfrm>
            <a:off x="1363600" y="34526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90"/>
          <p:cNvSpPr/>
          <p:nvPr/>
        </p:nvSpPr>
        <p:spPr>
          <a:xfrm>
            <a:off x="1363600" y="36152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90"/>
          <p:cNvSpPr/>
          <p:nvPr/>
        </p:nvSpPr>
        <p:spPr>
          <a:xfrm>
            <a:off x="1363600" y="37792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90"/>
          <p:cNvSpPr/>
          <p:nvPr/>
        </p:nvSpPr>
        <p:spPr>
          <a:xfrm>
            <a:off x="1363600" y="39433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90"/>
          <p:cNvSpPr/>
          <p:nvPr/>
        </p:nvSpPr>
        <p:spPr>
          <a:xfrm>
            <a:off x="1363600" y="41059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90"/>
          <p:cNvSpPr/>
          <p:nvPr/>
        </p:nvSpPr>
        <p:spPr>
          <a:xfrm>
            <a:off x="1363600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90"/>
          <p:cNvSpPr/>
          <p:nvPr/>
        </p:nvSpPr>
        <p:spPr>
          <a:xfrm>
            <a:off x="6568250" y="41051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90"/>
          <p:cNvSpPr/>
          <p:nvPr/>
        </p:nvSpPr>
        <p:spPr>
          <a:xfrm>
            <a:off x="5764375" y="36332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90"/>
          <p:cNvSpPr/>
          <p:nvPr/>
        </p:nvSpPr>
        <p:spPr>
          <a:xfrm>
            <a:off x="5764375" y="346916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90"/>
          <p:cNvSpPr/>
          <p:nvPr/>
        </p:nvSpPr>
        <p:spPr>
          <a:xfrm>
            <a:off x="4308688" y="32870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0"/>
          <p:cNvSpPr/>
          <p:nvPr/>
        </p:nvSpPr>
        <p:spPr>
          <a:xfrm>
            <a:off x="2102400" y="37841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90"/>
          <p:cNvSpPr/>
          <p:nvPr/>
        </p:nvSpPr>
        <p:spPr>
          <a:xfrm>
            <a:off x="2102400" y="39481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90"/>
          <p:cNvSpPr/>
          <p:nvPr/>
        </p:nvSpPr>
        <p:spPr>
          <a:xfrm>
            <a:off x="2102400" y="41107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90"/>
          <p:cNvSpPr/>
          <p:nvPr/>
        </p:nvSpPr>
        <p:spPr>
          <a:xfrm>
            <a:off x="2102400" y="42762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90"/>
          <p:cNvSpPr/>
          <p:nvPr/>
        </p:nvSpPr>
        <p:spPr>
          <a:xfrm>
            <a:off x="4308688" y="34511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90"/>
          <p:cNvSpPr/>
          <p:nvPr/>
        </p:nvSpPr>
        <p:spPr>
          <a:xfrm>
            <a:off x="2859725" y="32900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90"/>
          <p:cNvSpPr/>
          <p:nvPr/>
        </p:nvSpPr>
        <p:spPr>
          <a:xfrm>
            <a:off x="2859725" y="34526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90"/>
          <p:cNvSpPr/>
          <p:nvPr/>
        </p:nvSpPr>
        <p:spPr>
          <a:xfrm>
            <a:off x="2859725" y="36152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90"/>
          <p:cNvSpPr/>
          <p:nvPr/>
        </p:nvSpPr>
        <p:spPr>
          <a:xfrm>
            <a:off x="2859725" y="37792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90"/>
          <p:cNvSpPr/>
          <p:nvPr/>
        </p:nvSpPr>
        <p:spPr>
          <a:xfrm>
            <a:off x="2859725" y="39433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90"/>
          <p:cNvSpPr/>
          <p:nvPr/>
        </p:nvSpPr>
        <p:spPr>
          <a:xfrm>
            <a:off x="2859725" y="41058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90"/>
          <p:cNvSpPr/>
          <p:nvPr/>
        </p:nvSpPr>
        <p:spPr>
          <a:xfrm>
            <a:off x="2859725" y="4271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0"/>
          <p:cNvSpPr/>
          <p:nvPr/>
        </p:nvSpPr>
        <p:spPr>
          <a:xfrm>
            <a:off x="3567975" y="31260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90"/>
          <p:cNvSpPr/>
          <p:nvPr/>
        </p:nvSpPr>
        <p:spPr>
          <a:xfrm>
            <a:off x="3567975" y="32900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90"/>
          <p:cNvSpPr/>
          <p:nvPr/>
        </p:nvSpPr>
        <p:spPr>
          <a:xfrm>
            <a:off x="3567975" y="34526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0"/>
          <p:cNvSpPr/>
          <p:nvPr/>
        </p:nvSpPr>
        <p:spPr>
          <a:xfrm>
            <a:off x="3567975" y="36152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90"/>
          <p:cNvSpPr/>
          <p:nvPr/>
        </p:nvSpPr>
        <p:spPr>
          <a:xfrm>
            <a:off x="3567975" y="37792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90"/>
          <p:cNvSpPr/>
          <p:nvPr/>
        </p:nvSpPr>
        <p:spPr>
          <a:xfrm>
            <a:off x="3567975" y="39433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90"/>
          <p:cNvSpPr/>
          <p:nvPr/>
        </p:nvSpPr>
        <p:spPr>
          <a:xfrm>
            <a:off x="3567975" y="41059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0"/>
          <p:cNvSpPr/>
          <p:nvPr/>
        </p:nvSpPr>
        <p:spPr>
          <a:xfrm>
            <a:off x="3567975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0"/>
          <p:cNvSpPr/>
          <p:nvPr/>
        </p:nvSpPr>
        <p:spPr>
          <a:xfrm>
            <a:off x="2104585" y="329352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0"/>
          <p:cNvSpPr/>
          <p:nvPr/>
        </p:nvSpPr>
        <p:spPr>
          <a:xfrm>
            <a:off x="2104585" y="34575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0"/>
          <p:cNvSpPr/>
          <p:nvPr/>
        </p:nvSpPr>
        <p:spPr>
          <a:xfrm>
            <a:off x="2104585" y="36201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0"/>
          <p:cNvSpPr/>
          <p:nvPr/>
        </p:nvSpPr>
        <p:spPr>
          <a:xfrm>
            <a:off x="6568238" y="36317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90"/>
          <p:cNvSpPr/>
          <p:nvPr/>
        </p:nvSpPr>
        <p:spPr>
          <a:xfrm>
            <a:off x="4308688" y="37792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90"/>
          <p:cNvSpPr/>
          <p:nvPr/>
        </p:nvSpPr>
        <p:spPr>
          <a:xfrm>
            <a:off x="4308688" y="39433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0"/>
          <p:cNvSpPr/>
          <p:nvPr/>
        </p:nvSpPr>
        <p:spPr>
          <a:xfrm>
            <a:off x="4308688" y="41058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0"/>
          <p:cNvSpPr/>
          <p:nvPr/>
        </p:nvSpPr>
        <p:spPr>
          <a:xfrm>
            <a:off x="4308688" y="4271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0"/>
          <p:cNvSpPr/>
          <p:nvPr/>
        </p:nvSpPr>
        <p:spPr>
          <a:xfrm>
            <a:off x="6568238" y="39410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0"/>
          <p:cNvSpPr/>
          <p:nvPr/>
        </p:nvSpPr>
        <p:spPr>
          <a:xfrm>
            <a:off x="2104585" y="31294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0"/>
          <p:cNvSpPr/>
          <p:nvPr/>
        </p:nvSpPr>
        <p:spPr>
          <a:xfrm>
            <a:off x="5014613" y="34526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90"/>
          <p:cNvSpPr/>
          <p:nvPr/>
        </p:nvSpPr>
        <p:spPr>
          <a:xfrm>
            <a:off x="5014613" y="36152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0"/>
          <p:cNvSpPr/>
          <p:nvPr/>
        </p:nvSpPr>
        <p:spPr>
          <a:xfrm>
            <a:off x="5014613" y="37792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90"/>
          <p:cNvSpPr/>
          <p:nvPr/>
        </p:nvSpPr>
        <p:spPr>
          <a:xfrm>
            <a:off x="5014613" y="39433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90"/>
          <p:cNvSpPr/>
          <p:nvPr/>
        </p:nvSpPr>
        <p:spPr>
          <a:xfrm>
            <a:off x="5014613" y="41059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90"/>
          <p:cNvSpPr/>
          <p:nvPr/>
        </p:nvSpPr>
        <p:spPr>
          <a:xfrm>
            <a:off x="5014613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90"/>
          <p:cNvSpPr/>
          <p:nvPr/>
        </p:nvSpPr>
        <p:spPr>
          <a:xfrm>
            <a:off x="4308675" y="36152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90"/>
          <p:cNvSpPr/>
          <p:nvPr/>
        </p:nvSpPr>
        <p:spPr>
          <a:xfrm>
            <a:off x="4308675" y="312302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90"/>
          <p:cNvSpPr/>
          <p:nvPr/>
        </p:nvSpPr>
        <p:spPr>
          <a:xfrm>
            <a:off x="5764363" y="39404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90"/>
          <p:cNvSpPr/>
          <p:nvPr/>
        </p:nvSpPr>
        <p:spPr>
          <a:xfrm>
            <a:off x="5014613" y="31232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90"/>
          <p:cNvSpPr/>
          <p:nvPr/>
        </p:nvSpPr>
        <p:spPr>
          <a:xfrm>
            <a:off x="5014613" y="328722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90"/>
          <p:cNvSpPr/>
          <p:nvPr/>
        </p:nvSpPr>
        <p:spPr>
          <a:xfrm>
            <a:off x="5764363" y="37958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90"/>
          <p:cNvSpPr/>
          <p:nvPr/>
        </p:nvSpPr>
        <p:spPr>
          <a:xfrm>
            <a:off x="5764363" y="41058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90"/>
          <p:cNvSpPr/>
          <p:nvPr/>
        </p:nvSpPr>
        <p:spPr>
          <a:xfrm>
            <a:off x="5764363" y="4271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90"/>
          <p:cNvSpPr/>
          <p:nvPr/>
        </p:nvSpPr>
        <p:spPr>
          <a:xfrm>
            <a:off x="7279038" y="31243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90"/>
          <p:cNvSpPr/>
          <p:nvPr/>
        </p:nvSpPr>
        <p:spPr>
          <a:xfrm>
            <a:off x="5763616" y="33051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90"/>
          <p:cNvSpPr/>
          <p:nvPr/>
        </p:nvSpPr>
        <p:spPr>
          <a:xfrm>
            <a:off x="6568238" y="3143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90"/>
          <p:cNvSpPr/>
          <p:nvPr/>
        </p:nvSpPr>
        <p:spPr>
          <a:xfrm>
            <a:off x="6568238" y="33059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90"/>
          <p:cNvSpPr/>
          <p:nvPr/>
        </p:nvSpPr>
        <p:spPr>
          <a:xfrm>
            <a:off x="6568238" y="34699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90"/>
          <p:cNvSpPr/>
          <p:nvPr/>
        </p:nvSpPr>
        <p:spPr>
          <a:xfrm>
            <a:off x="2859713" y="31245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90"/>
          <p:cNvSpPr/>
          <p:nvPr/>
        </p:nvSpPr>
        <p:spPr>
          <a:xfrm>
            <a:off x="5763616" y="31403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90"/>
          <p:cNvSpPr/>
          <p:nvPr/>
        </p:nvSpPr>
        <p:spPr>
          <a:xfrm>
            <a:off x="6568238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90"/>
          <p:cNvSpPr/>
          <p:nvPr/>
        </p:nvSpPr>
        <p:spPr>
          <a:xfrm>
            <a:off x="6568238" y="37770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90"/>
          <p:cNvSpPr/>
          <p:nvPr/>
        </p:nvSpPr>
        <p:spPr>
          <a:xfrm>
            <a:off x="7279038" y="32900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90"/>
          <p:cNvSpPr/>
          <p:nvPr/>
        </p:nvSpPr>
        <p:spPr>
          <a:xfrm>
            <a:off x="7279038" y="34526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0"/>
          <p:cNvSpPr/>
          <p:nvPr/>
        </p:nvSpPr>
        <p:spPr>
          <a:xfrm>
            <a:off x="7279038" y="36152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90"/>
          <p:cNvSpPr/>
          <p:nvPr/>
        </p:nvSpPr>
        <p:spPr>
          <a:xfrm>
            <a:off x="7279038" y="3779275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90"/>
          <p:cNvSpPr/>
          <p:nvPr/>
        </p:nvSpPr>
        <p:spPr>
          <a:xfrm>
            <a:off x="7279038" y="39433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90"/>
          <p:cNvSpPr/>
          <p:nvPr/>
        </p:nvSpPr>
        <p:spPr>
          <a:xfrm>
            <a:off x="7279038" y="41058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90"/>
          <p:cNvSpPr/>
          <p:nvPr/>
        </p:nvSpPr>
        <p:spPr>
          <a:xfrm>
            <a:off x="7279038" y="427135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90"/>
          <p:cNvSpPr/>
          <p:nvPr/>
        </p:nvSpPr>
        <p:spPr>
          <a:xfrm>
            <a:off x="8101763" y="312603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90"/>
          <p:cNvSpPr/>
          <p:nvPr/>
        </p:nvSpPr>
        <p:spPr>
          <a:xfrm>
            <a:off x="8101763" y="32900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90"/>
          <p:cNvSpPr/>
          <p:nvPr/>
        </p:nvSpPr>
        <p:spPr>
          <a:xfrm>
            <a:off x="8101763" y="34526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0"/>
          <p:cNvSpPr/>
          <p:nvPr/>
        </p:nvSpPr>
        <p:spPr>
          <a:xfrm>
            <a:off x="8101763" y="36152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0"/>
          <p:cNvSpPr/>
          <p:nvPr/>
        </p:nvSpPr>
        <p:spPr>
          <a:xfrm>
            <a:off x="8101763" y="3779288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90"/>
          <p:cNvSpPr/>
          <p:nvPr/>
        </p:nvSpPr>
        <p:spPr>
          <a:xfrm>
            <a:off x="8101763" y="394331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90"/>
          <p:cNvSpPr/>
          <p:nvPr/>
        </p:nvSpPr>
        <p:spPr>
          <a:xfrm>
            <a:off x="8101763" y="4105900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90"/>
          <p:cNvSpPr/>
          <p:nvPr/>
        </p:nvSpPr>
        <p:spPr>
          <a:xfrm>
            <a:off x="8101763" y="4271363"/>
            <a:ext cx="162600" cy="162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0"/>
          <p:cNvSpPr txBox="1"/>
          <p:nvPr/>
        </p:nvSpPr>
        <p:spPr>
          <a:xfrm>
            <a:off x="5926975" y="1616813"/>
            <a:ext cx="24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80 ÷ 10 = 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90"/>
          <p:cNvSpPr txBox="1"/>
          <p:nvPr>
            <p:ph idx="1" type="body"/>
          </p:nvPr>
        </p:nvSpPr>
        <p:spPr>
          <a:xfrm>
            <a:off x="324000" y="759300"/>
            <a:ext cx="7135200" cy="9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know there are 80 blocks in total (by counting them) across the 10 pupils then it is easier to calculate the mean value.</a:t>
            </a:r>
            <a:endParaRPr sz="2000"/>
          </a:p>
        </p:txBody>
      </p:sp>
      <p:cxnSp>
        <p:nvCxnSpPr>
          <p:cNvPr id="1539" name="Google Shape;1539;p90"/>
          <p:cNvCxnSpPr/>
          <p:nvPr/>
        </p:nvCxnSpPr>
        <p:spPr>
          <a:xfrm>
            <a:off x="702600" y="3132750"/>
            <a:ext cx="7234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1545" name="Google Shape;1545;p91"/>
          <p:cNvSpPr txBox="1"/>
          <p:nvPr/>
        </p:nvSpPr>
        <p:spPr>
          <a:xfrm>
            <a:off x="324000" y="3852900"/>
            <a:ext cx="807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the theoretical “even share” can still be calculated if you can find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of all the data and the number of values. In this case the total blocks and the number of towers.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6" name="Google Shape;1546;p91"/>
          <p:cNvGrpSpPr/>
          <p:nvPr/>
        </p:nvGrpSpPr>
        <p:grpSpPr>
          <a:xfrm>
            <a:off x="781042" y="1094900"/>
            <a:ext cx="7626646" cy="2603433"/>
            <a:chOff x="582542" y="1079988"/>
            <a:chExt cx="7626646" cy="2603433"/>
          </a:xfrm>
        </p:grpSpPr>
        <p:pic>
          <p:nvPicPr>
            <p:cNvPr id="1547" name="Google Shape;1547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35154" y="2855362"/>
              <a:ext cx="229252" cy="8280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8" name="Google Shape;1548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5587" y="2855362"/>
              <a:ext cx="224400" cy="8280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9" name="Google Shape;1549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2542" y="3012609"/>
              <a:ext cx="610985" cy="67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0" name="Google Shape;1550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31266" y="2803200"/>
              <a:ext cx="322344" cy="880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1" name="Google Shape;1551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45950" y="2803203"/>
              <a:ext cx="341163" cy="8802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2" name="Google Shape;1552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281531" y="2803200"/>
              <a:ext cx="268191" cy="880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3" name="Google Shape;1553;p9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675070" y="2803200"/>
              <a:ext cx="261744" cy="880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4" name="Google Shape;1554;p9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140587" y="2803200"/>
              <a:ext cx="212747" cy="880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5" name="Google Shape;1555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834878" y="2803200"/>
              <a:ext cx="259165" cy="880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6" name="Google Shape;1556;p9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2418358" y="2803201"/>
              <a:ext cx="240685" cy="8802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7" name="Google Shape;1557;p91"/>
            <p:cNvSpPr/>
            <p:nvPr/>
          </p:nvSpPr>
          <p:spPr>
            <a:xfrm>
              <a:off x="1308425" y="237061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91"/>
            <p:cNvSpPr/>
            <p:nvPr/>
          </p:nvSpPr>
          <p:spPr>
            <a:xfrm>
              <a:off x="1308425" y="25346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9" name="Google Shape;1559;p91"/>
            <p:cNvSpPr/>
            <p:nvPr/>
          </p:nvSpPr>
          <p:spPr>
            <a:xfrm>
              <a:off x="1308425" y="26972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0" name="Google Shape;1560;p91"/>
            <p:cNvSpPr/>
            <p:nvPr/>
          </p:nvSpPr>
          <p:spPr>
            <a:xfrm>
              <a:off x="1308425" y="28598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1" name="Google Shape;1561;p91"/>
            <p:cNvSpPr/>
            <p:nvPr/>
          </p:nvSpPr>
          <p:spPr>
            <a:xfrm>
              <a:off x="1308425" y="30238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2" name="Google Shape;1562;p91"/>
            <p:cNvSpPr/>
            <p:nvPr/>
          </p:nvSpPr>
          <p:spPr>
            <a:xfrm>
              <a:off x="1308425" y="318788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91"/>
            <p:cNvSpPr/>
            <p:nvPr/>
          </p:nvSpPr>
          <p:spPr>
            <a:xfrm>
              <a:off x="1308425" y="33504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91"/>
            <p:cNvSpPr/>
            <p:nvPr/>
          </p:nvSpPr>
          <p:spPr>
            <a:xfrm>
              <a:off x="1308425" y="35159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91"/>
            <p:cNvSpPr/>
            <p:nvPr/>
          </p:nvSpPr>
          <p:spPr>
            <a:xfrm>
              <a:off x="1308425" y="220658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91"/>
            <p:cNvSpPr/>
            <p:nvPr/>
          </p:nvSpPr>
          <p:spPr>
            <a:xfrm>
              <a:off x="3512800" y="220660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91"/>
            <p:cNvSpPr/>
            <p:nvPr/>
          </p:nvSpPr>
          <p:spPr>
            <a:xfrm>
              <a:off x="3512800" y="204251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91"/>
            <p:cNvSpPr/>
            <p:nvPr/>
          </p:nvSpPr>
          <p:spPr>
            <a:xfrm>
              <a:off x="3512800" y="155028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91"/>
            <p:cNvSpPr/>
            <p:nvPr/>
          </p:nvSpPr>
          <p:spPr>
            <a:xfrm>
              <a:off x="2047225" y="30287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91"/>
            <p:cNvSpPr/>
            <p:nvPr/>
          </p:nvSpPr>
          <p:spPr>
            <a:xfrm>
              <a:off x="2047225" y="31927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91"/>
            <p:cNvSpPr/>
            <p:nvPr/>
          </p:nvSpPr>
          <p:spPr>
            <a:xfrm>
              <a:off x="2047225" y="33553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91"/>
            <p:cNvSpPr/>
            <p:nvPr/>
          </p:nvSpPr>
          <p:spPr>
            <a:xfrm>
              <a:off x="2047225" y="352081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3" name="Google Shape;1573;p91"/>
            <p:cNvSpPr/>
            <p:nvPr/>
          </p:nvSpPr>
          <p:spPr>
            <a:xfrm>
              <a:off x="3512800" y="17143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4" name="Google Shape;1574;p91"/>
            <p:cNvSpPr/>
            <p:nvPr/>
          </p:nvSpPr>
          <p:spPr>
            <a:xfrm>
              <a:off x="2804550" y="25346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5" name="Google Shape;1575;p91"/>
            <p:cNvSpPr/>
            <p:nvPr/>
          </p:nvSpPr>
          <p:spPr>
            <a:xfrm>
              <a:off x="2804550" y="26972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91"/>
            <p:cNvSpPr/>
            <p:nvPr/>
          </p:nvSpPr>
          <p:spPr>
            <a:xfrm>
              <a:off x="2804550" y="28598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91"/>
            <p:cNvSpPr/>
            <p:nvPr/>
          </p:nvSpPr>
          <p:spPr>
            <a:xfrm>
              <a:off x="2804550" y="30238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91"/>
            <p:cNvSpPr/>
            <p:nvPr/>
          </p:nvSpPr>
          <p:spPr>
            <a:xfrm>
              <a:off x="2804550" y="31878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9" name="Google Shape;1579;p91"/>
            <p:cNvSpPr/>
            <p:nvPr/>
          </p:nvSpPr>
          <p:spPr>
            <a:xfrm>
              <a:off x="2804550" y="33504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91"/>
            <p:cNvSpPr/>
            <p:nvPr/>
          </p:nvSpPr>
          <p:spPr>
            <a:xfrm>
              <a:off x="2804550" y="35159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1" name="Google Shape;1581;p91"/>
            <p:cNvSpPr/>
            <p:nvPr/>
          </p:nvSpPr>
          <p:spPr>
            <a:xfrm>
              <a:off x="3512800" y="237061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2" name="Google Shape;1582;p91"/>
            <p:cNvSpPr/>
            <p:nvPr/>
          </p:nvSpPr>
          <p:spPr>
            <a:xfrm>
              <a:off x="3512800" y="25346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3" name="Google Shape;1583;p91"/>
            <p:cNvSpPr/>
            <p:nvPr/>
          </p:nvSpPr>
          <p:spPr>
            <a:xfrm>
              <a:off x="3512800" y="26972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4" name="Google Shape;1584;p91"/>
            <p:cNvSpPr/>
            <p:nvPr/>
          </p:nvSpPr>
          <p:spPr>
            <a:xfrm>
              <a:off x="3512800" y="28598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5" name="Google Shape;1585;p91"/>
            <p:cNvSpPr/>
            <p:nvPr/>
          </p:nvSpPr>
          <p:spPr>
            <a:xfrm>
              <a:off x="3512800" y="30238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6" name="Google Shape;1586;p91"/>
            <p:cNvSpPr/>
            <p:nvPr/>
          </p:nvSpPr>
          <p:spPr>
            <a:xfrm>
              <a:off x="3512800" y="318788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7" name="Google Shape;1587;p91"/>
            <p:cNvSpPr/>
            <p:nvPr/>
          </p:nvSpPr>
          <p:spPr>
            <a:xfrm>
              <a:off x="3512800" y="33504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8" name="Google Shape;1588;p91"/>
            <p:cNvSpPr/>
            <p:nvPr/>
          </p:nvSpPr>
          <p:spPr>
            <a:xfrm>
              <a:off x="3512800" y="35159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9" name="Google Shape;1589;p91"/>
            <p:cNvSpPr/>
            <p:nvPr/>
          </p:nvSpPr>
          <p:spPr>
            <a:xfrm>
              <a:off x="1308413" y="12440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0" name="Google Shape;1590;p91"/>
            <p:cNvSpPr/>
            <p:nvPr/>
          </p:nvSpPr>
          <p:spPr>
            <a:xfrm>
              <a:off x="1308413" y="14080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1" name="Google Shape;1591;p91"/>
            <p:cNvSpPr/>
            <p:nvPr/>
          </p:nvSpPr>
          <p:spPr>
            <a:xfrm>
              <a:off x="1308413" y="15706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2" name="Google Shape;1592;p91"/>
            <p:cNvSpPr/>
            <p:nvPr/>
          </p:nvSpPr>
          <p:spPr>
            <a:xfrm>
              <a:off x="1308413" y="17332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3" name="Google Shape;1593;p91"/>
            <p:cNvSpPr/>
            <p:nvPr/>
          </p:nvSpPr>
          <p:spPr>
            <a:xfrm>
              <a:off x="4253513" y="30238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4" name="Google Shape;1594;p91"/>
            <p:cNvSpPr/>
            <p:nvPr/>
          </p:nvSpPr>
          <p:spPr>
            <a:xfrm>
              <a:off x="4253513" y="31878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5" name="Google Shape;1595;p91"/>
            <p:cNvSpPr/>
            <p:nvPr/>
          </p:nvSpPr>
          <p:spPr>
            <a:xfrm>
              <a:off x="4253513" y="33504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6" name="Google Shape;1596;p91"/>
            <p:cNvSpPr/>
            <p:nvPr/>
          </p:nvSpPr>
          <p:spPr>
            <a:xfrm>
              <a:off x="4253513" y="35159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7" name="Google Shape;1597;p91"/>
            <p:cNvSpPr/>
            <p:nvPr/>
          </p:nvSpPr>
          <p:spPr>
            <a:xfrm>
              <a:off x="1308413" y="20425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8" name="Google Shape;1598;p91"/>
            <p:cNvSpPr/>
            <p:nvPr/>
          </p:nvSpPr>
          <p:spPr>
            <a:xfrm>
              <a:off x="1308413" y="107998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9" name="Google Shape;1599;p91"/>
            <p:cNvSpPr/>
            <p:nvPr/>
          </p:nvSpPr>
          <p:spPr>
            <a:xfrm>
              <a:off x="4959438" y="26972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0" name="Google Shape;1600;p91"/>
            <p:cNvSpPr/>
            <p:nvPr/>
          </p:nvSpPr>
          <p:spPr>
            <a:xfrm>
              <a:off x="4959438" y="28598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1" name="Google Shape;1601;p91"/>
            <p:cNvSpPr/>
            <p:nvPr/>
          </p:nvSpPr>
          <p:spPr>
            <a:xfrm>
              <a:off x="4959438" y="30238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2" name="Google Shape;1602;p91"/>
            <p:cNvSpPr/>
            <p:nvPr/>
          </p:nvSpPr>
          <p:spPr>
            <a:xfrm>
              <a:off x="4959438" y="318788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3" name="Google Shape;1603;p91"/>
            <p:cNvSpPr/>
            <p:nvPr/>
          </p:nvSpPr>
          <p:spPr>
            <a:xfrm>
              <a:off x="4959438" y="33504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4" name="Google Shape;1604;p91"/>
            <p:cNvSpPr/>
            <p:nvPr/>
          </p:nvSpPr>
          <p:spPr>
            <a:xfrm>
              <a:off x="4959438" y="35159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5" name="Google Shape;1605;p91"/>
            <p:cNvSpPr/>
            <p:nvPr/>
          </p:nvSpPr>
          <p:spPr>
            <a:xfrm>
              <a:off x="3512788" y="18784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6" name="Google Shape;1606;p91"/>
            <p:cNvSpPr/>
            <p:nvPr/>
          </p:nvSpPr>
          <p:spPr>
            <a:xfrm>
              <a:off x="3512788" y="13862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7" name="Google Shape;1607;p91"/>
            <p:cNvSpPr/>
            <p:nvPr/>
          </p:nvSpPr>
          <p:spPr>
            <a:xfrm>
              <a:off x="4959438" y="22051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8" name="Google Shape;1608;p91"/>
            <p:cNvSpPr/>
            <p:nvPr/>
          </p:nvSpPr>
          <p:spPr>
            <a:xfrm>
              <a:off x="4959438" y="23677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9" name="Google Shape;1609;p91"/>
            <p:cNvSpPr/>
            <p:nvPr/>
          </p:nvSpPr>
          <p:spPr>
            <a:xfrm>
              <a:off x="4959438" y="253180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0" name="Google Shape;1610;p91"/>
            <p:cNvSpPr/>
            <p:nvPr/>
          </p:nvSpPr>
          <p:spPr>
            <a:xfrm>
              <a:off x="4959438" y="20605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1" name="Google Shape;1611;p91"/>
            <p:cNvSpPr/>
            <p:nvPr/>
          </p:nvSpPr>
          <p:spPr>
            <a:xfrm>
              <a:off x="5709188" y="33504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2" name="Google Shape;1612;p91"/>
            <p:cNvSpPr/>
            <p:nvPr/>
          </p:nvSpPr>
          <p:spPr>
            <a:xfrm>
              <a:off x="5709188" y="35159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3" name="Google Shape;1613;p91"/>
            <p:cNvSpPr/>
            <p:nvPr/>
          </p:nvSpPr>
          <p:spPr>
            <a:xfrm>
              <a:off x="8046588" y="220658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4" name="Google Shape;1614;p91"/>
            <p:cNvSpPr/>
            <p:nvPr/>
          </p:nvSpPr>
          <p:spPr>
            <a:xfrm>
              <a:off x="7223863" y="18986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5" name="Google Shape;1615;p91"/>
            <p:cNvSpPr/>
            <p:nvPr/>
          </p:nvSpPr>
          <p:spPr>
            <a:xfrm>
              <a:off x="7223863" y="20612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6" name="Google Shape;1616;p91"/>
            <p:cNvSpPr/>
            <p:nvPr/>
          </p:nvSpPr>
          <p:spPr>
            <a:xfrm>
              <a:off x="7223863" y="22238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7" name="Google Shape;1617;p91"/>
            <p:cNvSpPr/>
            <p:nvPr/>
          </p:nvSpPr>
          <p:spPr>
            <a:xfrm>
              <a:off x="7223863" y="238790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8" name="Google Shape;1618;p91"/>
            <p:cNvSpPr/>
            <p:nvPr/>
          </p:nvSpPr>
          <p:spPr>
            <a:xfrm>
              <a:off x="2804538" y="23691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9" name="Google Shape;1619;p91"/>
            <p:cNvSpPr/>
            <p:nvPr/>
          </p:nvSpPr>
          <p:spPr>
            <a:xfrm>
              <a:off x="7223863" y="17339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0" name="Google Shape;1620;p91"/>
            <p:cNvSpPr/>
            <p:nvPr/>
          </p:nvSpPr>
          <p:spPr>
            <a:xfrm>
              <a:off x="6513063" y="35159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1" name="Google Shape;1621;p91"/>
            <p:cNvSpPr/>
            <p:nvPr/>
          </p:nvSpPr>
          <p:spPr>
            <a:xfrm>
              <a:off x="1308413" y="18785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2" name="Google Shape;1622;p91"/>
            <p:cNvSpPr/>
            <p:nvPr/>
          </p:nvSpPr>
          <p:spPr>
            <a:xfrm>
              <a:off x="7223863" y="25346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3" name="Google Shape;1623;p91"/>
            <p:cNvSpPr/>
            <p:nvPr/>
          </p:nvSpPr>
          <p:spPr>
            <a:xfrm>
              <a:off x="7223863" y="26972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4" name="Google Shape;1624;p91"/>
            <p:cNvSpPr/>
            <p:nvPr/>
          </p:nvSpPr>
          <p:spPr>
            <a:xfrm>
              <a:off x="7223863" y="28598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5" name="Google Shape;1625;p91"/>
            <p:cNvSpPr/>
            <p:nvPr/>
          </p:nvSpPr>
          <p:spPr>
            <a:xfrm>
              <a:off x="7223863" y="3023850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91"/>
            <p:cNvSpPr/>
            <p:nvPr/>
          </p:nvSpPr>
          <p:spPr>
            <a:xfrm>
              <a:off x="7223863" y="31878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7" name="Google Shape;1627;p91"/>
            <p:cNvSpPr/>
            <p:nvPr/>
          </p:nvSpPr>
          <p:spPr>
            <a:xfrm>
              <a:off x="7223863" y="33504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8" name="Google Shape;1628;p91"/>
            <p:cNvSpPr/>
            <p:nvPr/>
          </p:nvSpPr>
          <p:spPr>
            <a:xfrm>
              <a:off x="7223863" y="351592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9" name="Google Shape;1629;p91"/>
            <p:cNvSpPr/>
            <p:nvPr/>
          </p:nvSpPr>
          <p:spPr>
            <a:xfrm>
              <a:off x="8046588" y="237061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0" name="Google Shape;1630;p91"/>
            <p:cNvSpPr/>
            <p:nvPr/>
          </p:nvSpPr>
          <p:spPr>
            <a:xfrm>
              <a:off x="8046588" y="25346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1" name="Google Shape;1631;p91"/>
            <p:cNvSpPr/>
            <p:nvPr/>
          </p:nvSpPr>
          <p:spPr>
            <a:xfrm>
              <a:off x="8046588" y="26972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2" name="Google Shape;1632;p91"/>
            <p:cNvSpPr/>
            <p:nvPr/>
          </p:nvSpPr>
          <p:spPr>
            <a:xfrm>
              <a:off x="8046588" y="28598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3" name="Google Shape;1633;p91"/>
            <p:cNvSpPr/>
            <p:nvPr/>
          </p:nvSpPr>
          <p:spPr>
            <a:xfrm>
              <a:off x="8046588" y="3023863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4" name="Google Shape;1634;p91"/>
            <p:cNvSpPr/>
            <p:nvPr/>
          </p:nvSpPr>
          <p:spPr>
            <a:xfrm>
              <a:off x="8046588" y="318788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5" name="Google Shape;1635;p91"/>
            <p:cNvSpPr/>
            <p:nvPr/>
          </p:nvSpPr>
          <p:spPr>
            <a:xfrm>
              <a:off x="8046588" y="3350475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6" name="Google Shape;1636;p91"/>
            <p:cNvSpPr/>
            <p:nvPr/>
          </p:nvSpPr>
          <p:spPr>
            <a:xfrm>
              <a:off x="8046588" y="3515938"/>
              <a:ext cx="162600" cy="1626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7" name="Google Shape;1637;p91"/>
          <p:cNvGrpSpPr/>
          <p:nvPr/>
        </p:nvGrpSpPr>
        <p:grpSpPr>
          <a:xfrm>
            <a:off x="79625" y="888975"/>
            <a:ext cx="8955600" cy="2898000"/>
            <a:chOff x="235850" y="1115800"/>
            <a:chExt cx="8955600" cy="2898000"/>
          </a:xfrm>
        </p:grpSpPr>
        <p:sp>
          <p:nvSpPr>
            <p:cNvPr id="1638" name="Google Shape;1638;p91"/>
            <p:cNvSpPr/>
            <p:nvPr/>
          </p:nvSpPr>
          <p:spPr>
            <a:xfrm>
              <a:off x="235850" y="1115800"/>
              <a:ext cx="8955600" cy="289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39" name="Google Shape;1639;p91"/>
            <p:cNvGrpSpPr/>
            <p:nvPr/>
          </p:nvGrpSpPr>
          <p:grpSpPr>
            <a:xfrm>
              <a:off x="393278" y="2761217"/>
              <a:ext cx="3178786" cy="1085111"/>
              <a:chOff x="582542" y="1079988"/>
              <a:chExt cx="7626646" cy="2603433"/>
            </a:xfrm>
          </p:grpSpPr>
          <p:pic>
            <p:nvPicPr>
              <p:cNvPr id="1640" name="Google Shape;1640;p9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835154" y="2855362"/>
                <a:ext cx="229252" cy="8280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1" name="Google Shape;1641;p9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575587" y="2855362"/>
                <a:ext cx="224400" cy="8280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2" name="Google Shape;1642;p9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82542" y="3012609"/>
                <a:ext cx="610985" cy="6708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3" name="Google Shape;1643;p9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031266" y="2803200"/>
                <a:ext cx="322344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4" name="Google Shape;1644;p9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545950" y="2803203"/>
                <a:ext cx="341163" cy="8802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5" name="Google Shape;1645;p9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281531" y="2803200"/>
                <a:ext cx="268191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6" name="Google Shape;1646;p91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1675070" y="2803200"/>
                <a:ext cx="261744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7" name="Google Shape;1647;p9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3140587" y="2803200"/>
                <a:ext cx="212747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8" name="Google Shape;1648;p9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834878" y="2803200"/>
                <a:ext cx="259165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9" name="Google Shape;1649;p91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2418358" y="2803201"/>
                <a:ext cx="240685" cy="8802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0" name="Google Shape;1650;p91"/>
              <p:cNvSpPr/>
              <p:nvPr/>
            </p:nvSpPr>
            <p:spPr>
              <a:xfrm>
                <a:off x="1308425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1" name="Google Shape;1651;p91"/>
              <p:cNvSpPr/>
              <p:nvPr/>
            </p:nvSpPr>
            <p:spPr>
              <a:xfrm>
                <a:off x="1308425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2" name="Google Shape;1652;p91"/>
              <p:cNvSpPr/>
              <p:nvPr/>
            </p:nvSpPr>
            <p:spPr>
              <a:xfrm>
                <a:off x="1308425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3" name="Google Shape;1653;p91"/>
              <p:cNvSpPr/>
              <p:nvPr/>
            </p:nvSpPr>
            <p:spPr>
              <a:xfrm>
                <a:off x="1308425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4" name="Google Shape;1654;p91"/>
              <p:cNvSpPr/>
              <p:nvPr/>
            </p:nvSpPr>
            <p:spPr>
              <a:xfrm>
                <a:off x="1308425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5" name="Google Shape;1655;p91"/>
              <p:cNvSpPr/>
              <p:nvPr/>
            </p:nvSpPr>
            <p:spPr>
              <a:xfrm>
                <a:off x="1308425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6" name="Google Shape;1656;p91"/>
              <p:cNvSpPr/>
              <p:nvPr/>
            </p:nvSpPr>
            <p:spPr>
              <a:xfrm>
                <a:off x="1308425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7" name="Google Shape;1657;p91"/>
              <p:cNvSpPr/>
              <p:nvPr/>
            </p:nvSpPr>
            <p:spPr>
              <a:xfrm>
                <a:off x="1308425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8" name="Google Shape;1658;p91"/>
              <p:cNvSpPr/>
              <p:nvPr/>
            </p:nvSpPr>
            <p:spPr>
              <a:xfrm>
                <a:off x="1308425" y="22065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9" name="Google Shape;1659;p91"/>
              <p:cNvSpPr/>
              <p:nvPr/>
            </p:nvSpPr>
            <p:spPr>
              <a:xfrm>
                <a:off x="3512800" y="22066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0" name="Google Shape;1660;p91"/>
              <p:cNvSpPr/>
              <p:nvPr/>
            </p:nvSpPr>
            <p:spPr>
              <a:xfrm>
                <a:off x="3512800" y="204251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1" name="Google Shape;1661;p91"/>
              <p:cNvSpPr/>
              <p:nvPr/>
            </p:nvSpPr>
            <p:spPr>
              <a:xfrm>
                <a:off x="3512800" y="15502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2" name="Google Shape;1662;p91"/>
              <p:cNvSpPr/>
              <p:nvPr/>
            </p:nvSpPr>
            <p:spPr>
              <a:xfrm>
                <a:off x="2047225" y="30287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3" name="Google Shape;1663;p91"/>
              <p:cNvSpPr/>
              <p:nvPr/>
            </p:nvSpPr>
            <p:spPr>
              <a:xfrm>
                <a:off x="2047225" y="31927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4" name="Google Shape;1664;p91"/>
              <p:cNvSpPr/>
              <p:nvPr/>
            </p:nvSpPr>
            <p:spPr>
              <a:xfrm>
                <a:off x="2047225" y="33553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5" name="Google Shape;1665;p91"/>
              <p:cNvSpPr/>
              <p:nvPr/>
            </p:nvSpPr>
            <p:spPr>
              <a:xfrm>
                <a:off x="2047225" y="35208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6" name="Google Shape;1666;p91"/>
              <p:cNvSpPr/>
              <p:nvPr/>
            </p:nvSpPr>
            <p:spPr>
              <a:xfrm>
                <a:off x="3512800" y="17143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7" name="Google Shape;1667;p91"/>
              <p:cNvSpPr/>
              <p:nvPr/>
            </p:nvSpPr>
            <p:spPr>
              <a:xfrm>
                <a:off x="2804550" y="25346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8" name="Google Shape;1668;p91"/>
              <p:cNvSpPr/>
              <p:nvPr/>
            </p:nvSpPr>
            <p:spPr>
              <a:xfrm>
                <a:off x="2804550" y="2697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9" name="Google Shape;1669;p91"/>
              <p:cNvSpPr/>
              <p:nvPr/>
            </p:nvSpPr>
            <p:spPr>
              <a:xfrm>
                <a:off x="2804550" y="28598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0" name="Google Shape;1670;p91"/>
              <p:cNvSpPr/>
              <p:nvPr/>
            </p:nvSpPr>
            <p:spPr>
              <a:xfrm>
                <a:off x="2804550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1" name="Google Shape;1671;p91"/>
              <p:cNvSpPr/>
              <p:nvPr/>
            </p:nvSpPr>
            <p:spPr>
              <a:xfrm>
                <a:off x="2804550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2" name="Google Shape;1672;p91"/>
              <p:cNvSpPr/>
              <p:nvPr/>
            </p:nvSpPr>
            <p:spPr>
              <a:xfrm>
                <a:off x="2804550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3" name="Google Shape;1673;p91"/>
              <p:cNvSpPr/>
              <p:nvPr/>
            </p:nvSpPr>
            <p:spPr>
              <a:xfrm>
                <a:off x="2804550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4" name="Google Shape;1674;p91"/>
              <p:cNvSpPr/>
              <p:nvPr/>
            </p:nvSpPr>
            <p:spPr>
              <a:xfrm>
                <a:off x="3512800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5" name="Google Shape;1675;p91"/>
              <p:cNvSpPr/>
              <p:nvPr/>
            </p:nvSpPr>
            <p:spPr>
              <a:xfrm>
                <a:off x="3512800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6" name="Google Shape;1676;p91"/>
              <p:cNvSpPr/>
              <p:nvPr/>
            </p:nvSpPr>
            <p:spPr>
              <a:xfrm>
                <a:off x="3512800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7" name="Google Shape;1677;p91"/>
              <p:cNvSpPr/>
              <p:nvPr/>
            </p:nvSpPr>
            <p:spPr>
              <a:xfrm>
                <a:off x="3512800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8" name="Google Shape;1678;p91"/>
              <p:cNvSpPr/>
              <p:nvPr/>
            </p:nvSpPr>
            <p:spPr>
              <a:xfrm>
                <a:off x="3512800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9" name="Google Shape;1679;p91"/>
              <p:cNvSpPr/>
              <p:nvPr/>
            </p:nvSpPr>
            <p:spPr>
              <a:xfrm>
                <a:off x="3512800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0" name="Google Shape;1680;p91"/>
              <p:cNvSpPr/>
              <p:nvPr/>
            </p:nvSpPr>
            <p:spPr>
              <a:xfrm>
                <a:off x="3512800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1" name="Google Shape;1681;p91"/>
              <p:cNvSpPr/>
              <p:nvPr/>
            </p:nvSpPr>
            <p:spPr>
              <a:xfrm>
                <a:off x="3512800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2" name="Google Shape;1682;p91"/>
              <p:cNvSpPr/>
              <p:nvPr/>
            </p:nvSpPr>
            <p:spPr>
              <a:xfrm>
                <a:off x="1308413" y="12440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3" name="Google Shape;1683;p91"/>
              <p:cNvSpPr/>
              <p:nvPr/>
            </p:nvSpPr>
            <p:spPr>
              <a:xfrm>
                <a:off x="1308413" y="14080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4" name="Google Shape;1684;p91"/>
              <p:cNvSpPr/>
              <p:nvPr/>
            </p:nvSpPr>
            <p:spPr>
              <a:xfrm>
                <a:off x="1308413" y="15706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5" name="Google Shape;1685;p91"/>
              <p:cNvSpPr/>
              <p:nvPr/>
            </p:nvSpPr>
            <p:spPr>
              <a:xfrm>
                <a:off x="1308413" y="17332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6" name="Google Shape;1686;p91"/>
              <p:cNvSpPr/>
              <p:nvPr/>
            </p:nvSpPr>
            <p:spPr>
              <a:xfrm>
                <a:off x="4253513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7" name="Google Shape;1687;p91"/>
              <p:cNvSpPr/>
              <p:nvPr/>
            </p:nvSpPr>
            <p:spPr>
              <a:xfrm>
                <a:off x="4253513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8" name="Google Shape;1688;p91"/>
              <p:cNvSpPr/>
              <p:nvPr/>
            </p:nvSpPr>
            <p:spPr>
              <a:xfrm>
                <a:off x="4253513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9" name="Google Shape;1689;p91"/>
              <p:cNvSpPr/>
              <p:nvPr/>
            </p:nvSpPr>
            <p:spPr>
              <a:xfrm>
                <a:off x="4253513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0" name="Google Shape;1690;p91"/>
              <p:cNvSpPr/>
              <p:nvPr/>
            </p:nvSpPr>
            <p:spPr>
              <a:xfrm>
                <a:off x="1308413" y="20425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1" name="Google Shape;1691;p91"/>
              <p:cNvSpPr/>
              <p:nvPr/>
            </p:nvSpPr>
            <p:spPr>
              <a:xfrm>
                <a:off x="1308413" y="10799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2" name="Google Shape;1692;p91"/>
              <p:cNvSpPr/>
              <p:nvPr/>
            </p:nvSpPr>
            <p:spPr>
              <a:xfrm>
                <a:off x="4959438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3" name="Google Shape;1693;p91"/>
              <p:cNvSpPr/>
              <p:nvPr/>
            </p:nvSpPr>
            <p:spPr>
              <a:xfrm>
                <a:off x="4959438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4" name="Google Shape;1694;p91"/>
              <p:cNvSpPr/>
              <p:nvPr/>
            </p:nvSpPr>
            <p:spPr>
              <a:xfrm>
                <a:off x="4959438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5" name="Google Shape;1695;p91"/>
              <p:cNvSpPr/>
              <p:nvPr/>
            </p:nvSpPr>
            <p:spPr>
              <a:xfrm>
                <a:off x="4959438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6" name="Google Shape;1696;p91"/>
              <p:cNvSpPr/>
              <p:nvPr/>
            </p:nvSpPr>
            <p:spPr>
              <a:xfrm>
                <a:off x="4959438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7" name="Google Shape;1697;p91"/>
              <p:cNvSpPr/>
              <p:nvPr/>
            </p:nvSpPr>
            <p:spPr>
              <a:xfrm>
                <a:off x="4959438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8" name="Google Shape;1698;p91"/>
              <p:cNvSpPr/>
              <p:nvPr/>
            </p:nvSpPr>
            <p:spPr>
              <a:xfrm>
                <a:off x="3512788" y="18784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9" name="Google Shape;1699;p91"/>
              <p:cNvSpPr/>
              <p:nvPr/>
            </p:nvSpPr>
            <p:spPr>
              <a:xfrm>
                <a:off x="3512788" y="1386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0" name="Google Shape;1700;p91"/>
              <p:cNvSpPr/>
              <p:nvPr/>
            </p:nvSpPr>
            <p:spPr>
              <a:xfrm>
                <a:off x="4959438" y="22051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1" name="Google Shape;1701;p91"/>
              <p:cNvSpPr/>
              <p:nvPr/>
            </p:nvSpPr>
            <p:spPr>
              <a:xfrm>
                <a:off x="4959438" y="23677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2" name="Google Shape;1702;p91"/>
              <p:cNvSpPr/>
              <p:nvPr/>
            </p:nvSpPr>
            <p:spPr>
              <a:xfrm>
                <a:off x="4959438" y="25318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3" name="Google Shape;1703;p91"/>
              <p:cNvSpPr/>
              <p:nvPr/>
            </p:nvSpPr>
            <p:spPr>
              <a:xfrm>
                <a:off x="4959438" y="20605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4" name="Google Shape;1704;p91"/>
              <p:cNvSpPr/>
              <p:nvPr/>
            </p:nvSpPr>
            <p:spPr>
              <a:xfrm>
                <a:off x="5709188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5" name="Google Shape;1705;p91"/>
              <p:cNvSpPr/>
              <p:nvPr/>
            </p:nvSpPr>
            <p:spPr>
              <a:xfrm>
                <a:off x="5709188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6" name="Google Shape;1706;p91"/>
              <p:cNvSpPr/>
              <p:nvPr/>
            </p:nvSpPr>
            <p:spPr>
              <a:xfrm>
                <a:off x="8046588" y="22065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7" name="Google Shape;1707;p91"/>
              <p:cNvSpPr/>
              <p:nvPr/>
            </p:nvSpPr>
            <p:spPr>
              <a:xfrm>
                <a:off x="7223863" y="18986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8" name="Google Shape;1708;p91"/>
              <p:cNvSpPr/>
              <p:nvPr/>
            </p:nvSpPr>
            <p:spPr>
              <a:xfrm>
                <a:off x="7223863" y="20612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9" name="Google Shape;1709;p91"/>
              <p:cNvSpPr/>
              <p:nvPr/>
            </p:nvSpPr>
            <p:spPr>
              <a:xfrm>
                <a:off x="7223863" y="2223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0" name="Google Shape;1710;p91"/>
              <p:cNvSpPr/>
              <p:nvPr/>
            </p:nvSpPr>
            <p:spPr>
              <a:xfrm>
                <a:off x="7223863" y="23879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1" name="Google Shape;1711;p91"/>
              <p:cNvSpPr/>
              <p:nvPr/>
            </p:nvSpPr>
            <p:spPr>
              <a:xfrm>
                <a:off x="2804538" y="23691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2" name="Google Shape;1712;p91"/>
              <p:cNvSpPr/>
              <p:nvPr/>
            </p:nvSpPr>
            <p:spPr>
              <a:xfrm>
                <a:off x="7223863" y="17339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3" name="Google Shape;1713;p91"/>
              <p:cNvSpPr/>
              <p:nvPr/>
            </p:nvSpPr>
            <p:spPr>
              <a:xfrm>
                <a:off x="6513063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4" name="Google Shape;1714;p91"/>
              <p:cNvSpPr/>
              <p:nvPr/>
            </p:nvSpPr>
            <p:spPr>
              <a:xfrm>
                <a:off x="1308413" y="18785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5" name="Google Shape;1715;p91"/>
              <p:cNvSpPr/>
              <p:nvPr/>
            </p:nvSpPr>
            <p:spPr>
              <a:xfrm>
                <a:off x="7223863" y="25346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6" name="Google Shape;1716;p91"/>
              <p:cNvSpPr/>
              <p:nvPr/>
            </p:nvSpPr>
            <p:spPr>
              <a:xfrm>
                <a:off x="7223863" y="2697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7" name="Google Shape;1717;p91"/>
              <p:cNvSpPr/>
              <p:nvPr/>
            </p:nvSpPr>
            <p:spPr>
              <a:xfrm>
                <a:off x="7223863" y="28598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8" name="Google Shape;1718;p91"/>
              <p:cNvSpPr/>
              <p:nvPr/>
            </p:nvSpPr>
            <p:spPr>
              <a:xfrm>
                <a:off x="7223863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9" name="Google Shape;1719;p91"/>
              <p:cNvSpPr/>
              <p:nvPr/>
            </p:nvSpPr>
            <p:spPr>
              <a:xfrm>
                <a:off x="7223863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0" name="Google Shape;1720;p91"/>
              <p:cNvSpPr/>
              <p:nvPr/>
            </p:nvSpPr>
            <p:spPr>
              <a:xfrm>
                <a:off x="7223863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1" name="Google Shape;1721;p91"/>
              <p:cNvSpPr/>
              <p:nvPr/>
            </p:nvSpPr>
            <p:spPr>
              <a:xfrm>
                <a:off x="7223863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2" name="Google Shape;1722;p91"/>
              <p:cNvSpPr/>
              <p:nvPr/>
            </p:nvSpPr>
            <p:spPr>
              <a:xfrm>
                <a:off x="8046588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3" name="Google Shape;1723;p91"/>
              <p:cNvSpPr/>
              <p:nvPr/>
            </p:nvSpPr>
            <p:spPr>
              <a:xfrm>
                <a:off x="8046588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4" name="Google Shape;1724;p91"/>
              <p:cNvSpPr/>
              <p:nvPr/>
            </p:nvSpPr>
            <p:spPr>
              <a:xfrm>
                <a:off x="8046588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5" name="Google Shape;1725;p91"/>
              <p:cNvSpPr/>
              <p:nvPr/>
            </p:nvSpPr>
            <p:spPr>
              <a:xfrm>
                <a:off x="8046588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6" name="Google Shape;1726;p91"/>
              <p:cNvSpPr/>
              <p:nvPr/>
            </p:nvSpPr>
            <p:spPr>
              <a:xfrm>
                <a:off x="8046588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7" name="Google Shape;1727;p91"/>
              <p:cNvSpPr/>
              <p:nvPr/>
            </p:nvSpPr>
            <p:spPr>
              <a:xfrm>
                <a:off x="8046588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8" name="Google Shape;1728;p91"/>
              <p:cNvSpPr/>
              <p:nvPr/>
            </p:nvSpPr>
            <p:spPr>
              <a:xfrm>
                <a:off x="8046588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9" name="Google Shape;1729;p91"/>
              <p:cNvSpPr/>
              <p:nvPr/>
            </p:nvSpPr>
            <p:spPr>
              <a:xfrm>
                <a:off x="8046588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730" name="Google Shape;173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99767" y="3501194"/>
              <a:ext cx="95552" cy="3451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1" name="Google Shape;1731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57979" y="3501194"/>
              <a:ext cx="93530" cy="3451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2" name="Google Shape;1732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93678" y="3566734"/>
              <a:ext cx="254657" cy="279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3" name="Google Shape;1733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864706" y="3479452"/>
              <a:ext cx="134353" cy="366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4" name="Google Shape;1734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96027" y="3479453"/>
              <a:ext cx="142197" cy="36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5" name="Google Shape;1735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52217" y="3479452"/>
              <a:ext cx="111782" cy="366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6" name="Google Shape;1736;p9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049044" y="3479452"/>
              <a:ext cx="109095" cy="366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7" name="Google Shape;1737;p9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659871" y="3479452"/>
              <a:ext cx="88673" cy="366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8" name="Google Shape;1738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949252" y="3479452"/>
              <a:ext cx="108020" cy="366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9" name="Google Shape;1739;p9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358846" y="3479453"/>
              <a:ext cx="100317" cy="366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0" name="Google Shape;1740;p91"/>
            <p:cNvSpPr/>
            <p:nvPr/>
          </p:nvSpPr>
          <p:spPr>
            <a:xfrm>
              <a:off x="3896226" y="329915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1" name="Google Shape;1741;p91"/>
            <p:cNvSpPr/>
            <p:nvPr/>
          </p:nvSpPr>
          <p:spPr>
            <a:xfrm>
              <a:off x="3896226" y="33675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2" name="Google Shape;1742;p91"/>
            <p:cNvSpPr/>
            <p:nvPr/>
          </p:nvSpPr>
          <p:spPr>
            <a:xfrm>
              <a:off x="3896226" y="343528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3" name="Google Shape;1743;p91"/>
            <p:cNvSpPr/>
            <p:nvPr/>
          </p:nvSpPr>
          <p:spPr>
            <a:xfrm>
              <a:off x="3896226" y="350305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4" name="Google Shape;1744;p91"/>
            <p:cNvSpPr/>
            <p:nvPr/>
          </p:nvSpPr>
          <p:spPr>
            <a:xfrm>
              <a:off x="3896226" y="357142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5" name="Google Shape;1745;p91"/>
            <p:cNvSpPr/>
            <p:nvPr/>
          </p:nvSpPr>
          <p:spPr>
            <a:xfrm>
              <a:off x="3896226" y="36397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6" name="Google Shape;1746;p91"/>
            <p:cNvSpPr/>
            <p:nvPr/>
          </p:nvSpPr>
          <p:spPr>
            <a:xfrm>
              <a:off x="3896226" y="370755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7" name="Google Shape;1747;p91"/>
            <p:cNvSpPr/>
            <p:nvPr/>
          </p:nvSpPr>
          <p:spPr>
            <a:xfrm>
              <a:off x="3896226" y="377652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8" name="Google Shape;1748;p91"/>
            <p:cNvSpPr/>
            <p:nvPr/>
          </p:nvSpPr>
          <p:spPr>
            <a:xfrm>
              <a:off x="3896226" y="3230784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9" name="Google Shape;1749;p91"/>
            <p:cNvSpPr/>
            <p:nvPr/>
          </p:nvSpPr>
          <p:spPr>
            <a:xfrm>
              <a:off x="4204535" y="315890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0" name="Google Shape;1750;p91"/>
            <p:cNvSpPr/>
            <p:nvPr/>
          </p:nvSpPr>
          <p:spPr>
            <a:xfrm>
              <a:off x="4204535" y="309051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1" name="Google Shape;1751;p91"/>
            <p:cNvSpPr/>
            <p:nvPr/>
          </p:nvSpPr>
          <p:spPr>
            <a:xfrm>
              <a:off x="4204535" y="288535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2" name="Google Shape;1752;p91"/>
            <p:cNvSpPr/>
            <p:nvPr/>
          </p:nvSpPr>
          <p:spPr>
            <a:xfrm>
              <a:off x="4204158" y="357345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3" name="Google Shape;1753;p91"/>
            <p:cNvSpPr/>
            <p:nvPr/>
          </p:nvSpPr>
          <p:spPr>
            <a:xfrm>
              <a:off x="4204158" y="364182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4" name="Google Shape;1754;p91"/>
            <p:cNvSpPr/>
            <p:nvPr/>
          </p:nvSpPr>
          <p:spPr>
            <a:xfrm>
              <a:off x="4204158" y="370958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5" name="Google Shape;1755;p91"/>
            <p:cNvSpPr/>
            <p:nvPr/>
          </p:nvSpPr>
          <p:spPr>
            <a:xfrm>
              <a:off x="4204158" y="3778553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6" name="Google Shape;1756;p91"/>
            <p:cNvSpPr/>
            <p:nvPr/>
          </p:nvSpPr>
          <p:spPr>
            <a:xfrm>
              <a:off x="4204535" y="2953743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7" name="Google Shape;1757;p91"/>
            <p:cNvSpPr/>
            <p:nvPr/>
          </p:nvSpPr>
          <p:spPr>
            <a:xfrm>
              <a:off x="4519811" y="343528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8" name="Google Shape;1758;p91"/>
            <p:cNvSpPr/>
            <p:nvPr/>
          </p:nvSpPr>
          <p:spPr>
            <a:xfrm>
              <a:off x="4519811" y="3503054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9" name="Google Shape;1759;p91"/>
            <p:cNvSpPr/>
            <p:nvPr/>
          </p:nvSpPr>
          <p:spPr>
            <a:xfrm>
              <a:off x="4519811" y="357141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0" name="Google Shape;1760;p91"/>
            <p:cNvSpPr/>
            <p:nvPr/>
          </p:nvSpPr>
          <p:spPr>
            <a:xfrm>
              <a:off x="4519811" y="363978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1" name="Google Shape;1761;p91"/>
            <p:cNvSpPr/>
            <p:nvPr/>
          </p:nvSpPr>
          <p:spPr>
            <a:xfrm>
              <a:off x="4519811" y="370755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2" name="Google Shape;1762;p91"/>
            <p:cNvSpPr/>
            <p:nvPr/>
          </p:nvSpPr>
          <p:spPr>
            <a:xfrm>
              <a:off x="4519811" y="37765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3" name="Google Shape;1763;p91"/>
            <p:cNvSpPr/>
            <p:nvPr/>
          </p:nvSpPr>
          <p:spPr>
            <a:xfrm>
              <a:off x="4204535" y="322726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4" name="Google Shape;1764;p91"/>
            <p:cNvSpPr/>
            <p:nvPr/>
          </p:nvSpPr>
          <p:spPr>
            <a:xfrm>
              <a:off x="4204535" y="3295628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5" name="Google Shape;1765;p91"/>
            <p:cNvSpPr/>
            <p:nvPr/>
          </p:nvSpPr>
          <p:spPr>
            <a:xfrm>
              <a:off x="4204535" y="336340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6" name="Google Shape;1766;p91"/>
            <p:cNvSpPr/>
            <p:nvPr/>
          </p:nvSpPr>
          <p:spPr>
            <a:xfrm>
              <a:off x="4204535" y="343117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7" name="Google Shape;1767;p91"/>
            <p:cNvSpPr/>
            <p:nvPr/>
          </p:nvSpPr>
          <p:spPr>
            <a:xfrm>
              <a:off x="4204535" y="349953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8" name="Google Shape;1768;p91"/>
            <p:cNvSpPr/>
            <p:nvPr/>
          </p:nvSpPr>
          <p:spPr>
            <a:xfrm>
              <a:off x="4815010" y="36397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9" name="Google Shape;1769;p91"/>
            <p:cNvSpPr/>
            <p:nvPr/>
          </p:nvSpPr>
          <p:spPr>
            <a:xfrm>
              <a:off x="4815010" y="370755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0" name="Google Shape;1770;p91"/>
            <p:cNvSpPr/>
            <p:nvPr/>
          </p:nvSpPr>
          <p:spPr>
            <a:xfrm>
              <a:off x="4815010" y="377652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1" name="Google Shape;1771;p91"/>
            <p:cNvSpPr/>
            <p:nvPr/>
          </p:nvSpPr>
          <p:spPr>
            <a:xfrm>
              <a:off x="3896221" y="303349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2" name="Google Shape;1772;p91"/>
            <p:cNvSpPr/>
            <p:nvPr/>
          </p:nvSpPr>
          <p:spPr>
            <a:xfrm>
              <a:off x="5123738" y="357141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3" name="Google Shape;1773;p91"/>
            <p:cNvSpPr/>
            <p:nvPr/>
          </p:nvSpPr>
          <p:spPr>
            <a:xfrm>
              <a:off x="5123738" y="363978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4" name="Google Shape;1774;p91"/>
            <p:cNvSpPr/>
            <p:nvPr/>
          </p:nvSpPr>
          <p:spPr>
            <a:xfrm>
              <a:off x="5123738" y="370755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5" name="Google Shape;1775;p91"/>
            <p:cNvSpPr/>
            <p:nvPr/>
          </p:nvSpPr>
          <p:spPr>
            <a:xfrm>
              <a:off x="5123738" y="37765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6" name="Google Shape;1776;p91"/>
            <p:cNvSpPr/>
            <p:nvPr/>
          </p:nvSpPr>
          <p:spPr>
            <a:xfrm>
              <a:off x="3896221" y="316241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7" name="Google Shape;1777;p91"/>
            <p:cNvSpPr/>
            <p:nvPr/>
          </p:nvSpPr>
          <p:spPr>
            <a:xfrm>
              <a:off x="5417968" y="343528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8" name="Google Shape;1778;p91"/>
            <p:cNvSpPr/>
            <p:nvPr/>
          </p:nvSpPr>
          <p:spPr>
            <a:xfrm>
              <a:off x="5417968" y="350305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9" name="Google Shape;1779;p91"/>
            <p:cNvSpPr/>
            <p:nvPr/>
          </p:nvSpPr>
          <p:spPr>
            <a:xfrm>
              <a:off x="5417968" y="357142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0" name="Google Shape;1780;p91"/>
            <p:cNvSpPr/>
            <p:nvPr/>
          </p:nvSpPr>
          <p:spPr>
            <a:xfrm>
              <a:off x="5417968" y="36397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1" name="Google Shape;1781;p91"/>
            <p:cNvSpPr/>
            <p:nvPr/>
          </p:nvSpPr>
          <p:spPr>
            <a:xfrm>
              <a:off x="5417968" y="370755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2" name="Google Shape;1782;p91"/>
            <p:cNvSpPr/>
            <p:nvPr/>
          </p:nvSpPr>
          <p:spPr>
            <a:xfrm>
              <a:off x="5417968" y="377652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3" name="Google Shape;1783;p91"/>
            <p:cNvSpPr/>
            <p:nvPr/>
          </p:nvSpPr>
          <p:spPr>
            <a:xfrm>
              <a:off x="4204529" y="3022124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4" name="Google Shape;1784;p91"/>
            <p:cNvSpPr/>
            <p:nvPr/>
          </p:nvSpPr>
          <p:spPr>
            <a:xfrm>
              <a:off x="4204529" y="281697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5" name="Google Shape;1785;p91"/>
            <p:cNvSpPr/>
            <p:nvPr/>
          </p:nvSpPr>
          <p:spPr>
            <a:xfrm>
              <a:off x="5417968" y="323019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6" name="Google Shape;1786;p91"/>
            <p:cNvSpPr/>
            <p:nvPr/>
          </p:nvSpPr>
          <p:spPr>
            <a:xfrm>
              <a:off x="5417968" y="329796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7" name="Google Shape;1787;p91"/>
            <p:cNvSpPr/>
            <p:nvPr/>
          </p:nvSpPr>
          <p:spPr>
            <a:xfrm>
              <a:off x="5417968" y="3366333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8" name="Google Shape;1788;p91"/>
            <p:cNvSpPr/>
            <p:nvPr/>
          </p:nvSpPr>
          <p:spPr>
            <a:xfrm>
              <a:off x="5417968" y="316992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9" name="Google Shape;1789;p91"/>
            <p:cNvSpPr/>
            <p:nvPr/>
          </p:nvSpPr>
          <p:spPr>
            <a:xfrm>
              <a:off x="5730464" y="370755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0" name="Google Shape;1790;p91"/>
            <p:cNvSpPr/>
            <p:nvPr/>
          </p:nvSpPr>
          <p:spPr>
            <a:xfrm>
              <a:off x="5730464" y="37765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1" name="Google Shape;1791;p91"/>
            <p:cNvSpPr/>
            <p:nvPr/>
          </p:nvSpPr>
          <p:spPr>
            <a:xfrm>
              <a:off x="6704692" y="3230784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2" name="Google Shape;1792;p91"/>
            <p:cNvSpPr/>
            <p:nvPr/>
          </p:nvSpPr>
          <p:spPr>
            <a:xfrm>
              <a:off x="6065518" y="302874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3" name="Google Shape;1793;p91"/>
            <p:cNvSpPr/>
            <p:nvPr/>
          </p:nvSpPr>
          <p:spPr>
            <a:xfrm>
              <a:off x="6065518" y="3096518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4" name="Google Shape;1794;p91"/>
            <p:cNvSpPr/>
            <p:nvPr/>
          </p:nvSpPr>
          <p:spPr>
            <a:xfrm>
              <a:off x="6065518" y="31642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5" name="Google Shape;1795;p91"/>
            <p:cNvSpPr/>
            <p:nvPr/>
          </p:nvSpPr>
          <p:spPr>
            <a:xfrm>
              <a:off x="6065518" y="323265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6" name="Google Shape;1796;p91"/>
            <p:cNvSpPr/>
            <p:nvPr/>
          </p:nvSpPr>
          <p:spPr>
            <a:xfrm>
              <a:off x="6065518" y="296008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7" name="Google Shape;1797;p91"/>
            <p:cNvSpPr/>
            <p:nvPr/>
          </p:nvSpPr>
          <p:spPr>
            <a:xfrm>
              <a:off x="6065519" y="377652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8" name="Google Shape;1798;p91"/>
            <p:cNvSpPr/>
            <p:nvPr/>
          </p:nvSpPr>
          <p:spPr>
            <a:xfrm>
              <a:off x="3896221" y="3094058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9" name="Google Shape;1799;p91"/>
            <p:cNvSpPr/>
            <p:nvPr/>
          </p:nvSpPr>
          <p:spPr>
            <a:xfrm>
              <a:off x="6065518" y="329381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0" name="Google Shape;1800;p91"/>
            <p:cNvSpPr/>
            <p:nvPr/>
          </p:nvSpPr>
          <p:spPr>
            <a:xfrm>
              <a:off x="6065518" y="336158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1" name="Google Shape;1801;p91"/>
            <p:cNvSpPr/>
            <p:nvPr/>
          </p:nvSpPr>
          <p:spPr>
            <a:xfrm>
              <a:off x="6065518" y="3429354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2" name="Google Shape;1802;p91"/>
            <p:cNvSpPr/>
            <p:nvPr/>
          </p:nvSpPr>
          <p:spPr>
            <a:xfrm>
              <a:off x="6065518" y="349771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3" name="Google Shape;1803;p91"/>
            <p:cNvSpPr/>
            <p:nvPr/>
          </p:nvSpPr>
          <p:spPr>
            <a:xfrm>
              <a:off x="6065518" y="356608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4" name="Google Shape;1804;p91"/>
            <p:cNvSpPr/>
            <p:nvPr/>
          </p:nvSpPr>
          <p:spPr>
            <a:xfrm>
              <a:off x="6065518" y="363385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5" name="Google Shape;1805;p91"/>
            <p:cNvSpPr/>
            <p:nvPr/>
          </p:nvSpPr>
          <p:spPr>
            <a:xfrm>
              <a:off x="6065518" y="37028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6" name="Google Shape;1806;p91"/>
            <p:cNvSpPr/>
            <p:nvPr/>
          </p:nvSpPr>
          <p:spPr>
            <a:xfrm>
              <a:off x="6704692" y="329915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7" name="Google Shape;1807;p91"/>
            <p:cNvSpPr/>
            <p:nvPr/>
          </p:nvSpPr>
          <p:spPr>
            <a:xfrm>
              <a:off x="6704692" y="33675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8" name="Google Shape;1808;p91"/>
            <p:cNvSpPr/>
            <p:nvPr/>
          </p:nvSpPr>
          <p:spPr>
            <a:xfrm>
              <a:off x="6704692" y="343528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9" name="Google Shape;1809;p91"/>
            <p:cNvSpPr/>
            <p:nvPr/>
          </p:nvSpPr>
          <p:spPr>
            <a:xfrm>
              <a:off x="6704692" y="350305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0" name="Google Shape;1810;p91"/>
            <p:cNvSpPr/>
            <p:nvPr/>
          </p:nvSpPr>
          <p:spPr>
            <a:xfrm>
              <a:off x="6704692" y="357142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1" name="Google Shape;1811;p91"/>
            <p:cNvSpPr/>
            <p:nvPr/>
          </p:nvSpPr>
          <p:spPr>
            <a:xfrm>
              <a:off x="6704692" y="36397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2" name="Google Shape;1812;p91"/>
            <p:cNvSpPr/>
            <p:nvPr/>
          </p:nvSpPr>
          <p:spPr>
            <a:xfrm>
              <a:off x="6704692" y="370755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3" name="Google Shape;1813;p91"/>
            <p:cNvSpPr/>
            <p:nvPr/>
          </p:nvSpPr>
          <p:spPr>
            <a:xfrm>
              <a:off x="6704692" y="377652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4" name="Google Shape;1814;p91"/>
            <p:cNvSpPr/>
            <p:nvPr/>
          </p:nvSpPr>
          <p:spPr>
            <a:xfrm>
              <a:off x="6704860" y="254907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5" name="Google Shape;1815;p91"/>
            <p:cNvSpPr/>
            <p:nvPr/>
          </p:nvSpPr>
          <p:spPr>
            <a:xfrm>
              <a:off x="6704860" y="248068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6" name="Google Shape;1816;p91"/>
            <p:cNvSpPr/>
            <p:nvPr/>
          </p:nvSpPr>
          <p:spPr>
            <a:xfrm>
              <a:off x="6704860" y="227552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7" name="Google Shape;1817;p91"/>
            <p:cNvSpPr/>
            <p:nvPr/>
          </p:nvSpPr>
          <p:spPr>
            <a:xfrm>
              <a:off x="6704483" y="296363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8" name="Google Shape;1818;p91"/>
            <p:cNvSpPr/>
            <p:nvPr/>
          </p:nvSpPr>
          <p:spPr>
            <a:xfrm>
              <a:off x="6704483" y="303199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9" name="Google Shape;1819;p91"/>
            <p:cNvSpPr/>
            <p:nvPr/>
          </p:nvSpPr>
          <p:spPr>
            <a:xfrm>
              <a:off x="6704483" y="3099764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0" name="Google Shape;1820;p91"/>
            <p:cNvSpPr/>
            <p:nvPr/>
          </p:nvSpPr>
          <p:spPr>
            <a:xfrm>
              <a:off x="6704483" y="3168728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1" name="Google Shape;1821;p91"/>
            <p:cNvSpPr/>
            <p:nvPr/>
          </p:nvSpPr>
          <p:spPr>
            <a:xfrm>
              <a:off x="6704860" y="2343918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2" name="Google Shape;1822;p91"/>
            <p:cNvSpPr/>
            <p:nvPr/>
          </p:nvSpPr>
          <p:spPr>
            <a:xfrm>
              <a:off x="6704860" y="261743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3" name="Google Shape;1823;p91"/>
            <p:cNvSpPr/>
            <p:nvPr/>
          </p:nvSpPr>
          <p:spPr>
            <a:xfrm>
              <a:off x="6704860" y="2685803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4" name="Google Shape;1824;p91"/>
            <p:cNvSpPr/>
            <p:nvPr/>
          </p:nvSpPr>
          <p:spPr>
            <a:xfrm>
              <a:off x="6704860" y="275357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5" name="Google Shape;1825;p91"/>
            <p:cNvSpPr/>
            <p:nvPr/>
          </p:nvSpPr>
          <p:spPr>
            <a:xfrm>
              <a:off x="6704860" y="282134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6" name="Google Shape;1826;p91"/>
            <p:cNvSpPr/>
            <p:nvPr/>
          </p:nvSpPr>
          <p:spPr>
            <a:xfrm>
              <a:off x="6704860" y="288971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7" name="Google Shape;1827;p91"/>
            <p:cNvSpPr/>
            <p:nvPr/>
          </p:nvSpPr>
          <p:spPr>
            <a:xfrm>
              <a:off x="6704854" y="241229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8" name="Google Shape;1828;p91"/>
            <p:cNvSpPr/>
            <p:nvPr/>
          </p:nvSpPr>
          <p:spPr>
            <a:xfrm>
              <a:off x="6704854" y="220714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29" name="Google Shape;182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56992" y="3501194"/>
              <a:ext cx="95552" cy="3451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0" name="Google Shape;1830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15204" y="3501194"/>
              <a:ext cx="93530" cy="3451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1" name="Google Shape;1831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721931" y="3479452"/>
              <a:ext cx="134353" cy="366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2" name="Google Shape;1832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353252" y="3479453"/>
              <a:ext cx="142197" cy="36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3" name="Google Shape;1833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409442" y="3479452"/>
              <a:ext cx="111782" cy="366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4" name="Google Shape;1834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06477" y="3479452"/>
              <a:ext cx="108020" cy="366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5" name="Google Shape;1835;p91"/>
            <p:cNvSpPr/>
            <p:nvPr/>
          </p:nvSpPr>
          <p:spPr>
            <a:xfrm>
              <a:off x="6980963" y="357141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6" name="Google Shape;1836;p91"/>
            <p:cNvSpPr/>
            <p:nvPr/>
          </p:nvSpPr>
          <p:spPr>
            <a:xfrm>
              <a:off x="6980963" y="363978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7" name="Google Shape;1837;p91"/>
            <p:cNvSpPr/>
            <p:nvPr/>
          </p:nvSpPr>
          <p:spPr>
            <a:xfrm>
              <a:off x="6980963" y="370755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8" name="Google Shape;1838;p91"/>
            <p:cNvSpPr/>
            <p:nvPr/>
          </p:nvSpPr>
          <p:spPr>
            <a:xfrm>
              <a:off x="6980963" y="37765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9" name="Google Shape;1839;p91"/>
            <p:cNvSpPr/>
            <p:nvPr/>
          </p:nvSpPr>
          <p:spPr>
            <a:xfrm>
              <a:off x="7275193" y="343528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0" name="Google Shape;1840;p91"/>
            <p:cNvSpPr/>
            <p:nvPr/>
          </p:nvSpPr>
          <p:spPr>
            <a:xfrm>
              <a:off x="7275193" y="350305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1" name="Google Shape;1841;p91"/>
            <p:cNvSpPr/>
            <p:nvPr/>
          </p:nvSpPr>
          <p:spPr>
            <a:xfrm>
              <a:off x="7275193" y="357142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2" name="Google Shape;1842;p91"/>
            <p:cNvSpPr/>
            <p:nvPr/>
          </p:nvSpPr>
          <p:spPr>
            <a:xfrm>
              <a:off x="7275193" y="36397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3" name="Google Shape;1843;p91"/>
            <p:cNvSpPr/>
            <p:nvPr/>
          </p:nvSpPr>
          <p:spPr>
            <a:xfrm>
              <a:off x="7275193" y="370755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4" name="Google Shape;1844;p91"/>
            <p:cNvSpPr/>
            <p:nvPr/>
          </p:nvSpPr>
          <p:spPr>
            <a:xfrm>
              <a:off x="7275193" y="377652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5" name="Google Shape;1845;p91"/>
            <p:cNvSpPr/>
            <p:nvPr/>
          </p:nvSpPr>
          <p:spPr>
            <a:xfrm>
              <a:off x="7275193" y="323019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6" name="Google Shape;1846;p91"/>
            <p:cNvSpPr/>
            <p:nvPr/>
          </p:nvSpPr>
          <p:spPr>
            <a:xfrm>
              <a:off x="7275193" y="329796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7" name="Google Shape;1847;p91"/>
            <p:cNvSpPr/>
            <p:nvPr/>
          </p:nvSpPr>
          <p:spPr>
            <a:xfrm>
              <a:off x="7275193" y="3366333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8" name="Google Shape;1848;p91"/>
            <p:cNvSpPr/>
            <p:nvPr/>
          </p:nvSpPr>
          <p:spPr>
            <a:xfrm>
              <a:off x="7275193" y="316992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9" name="Google Shape;1849;p91"/>
            <p:cNvSpPr/>
            <p:nvPr/>
          </p:nvSpPr>
          <p:spPr>
            <a:xfrm>
              <a:off x="7587689" y="370755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0" name="Google Shape;1850;p91"/>
            <p:cNvSpPr/>
            <p:nvPr/>
          </p:nvSpPr>
          <p:spPr>
            <a:xfrm>
              <a:off x="7587689" y="37765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1" name="Google Shape;1851;p91"/>
            <p:cNvSpPr/>
            <p:nvPr/>
          </p:nvSpPr>
          <p:spPr>
            <a:xfrm>
              <a:off x="8219030" y="357949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2" name="Google Shape;1852;p91"/>
            <p:cNvSpPr/>
            <p:nvPr/>
          </p:nvSpPr>
          <p:spPr>
            <a:xfrm>
              <a:off x="7922743" y="302874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3" name="Google Shape;1853;p91"/>
            <p:cNvSpPr/>
            <p:nvPr/>
          </p:nvSpPr>
          <p:spPr>
            <a:xfrm>
              <a:off x="7922743" y="3096518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4" name="Google Shape;1854;p91"/>
            <p:cNvSpPr/>
            <p:nvPr/>
          </p:nvSpPr>
          <p:spPr>
            <a:xfrm>
              <a:off x="7922743" y="31642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5" name="Google Shape;1855;p91"/>
            <p:cNvSpPr/>
            <p:nvPr/>
          </p:nvSpPr>
          <p:spPr>
            <a:xfrm>
              <a:off x="7922743" y="323265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6" name="Google Shape;1856;p91"/>
            <p:cNvSpPr/>
            <p:nvPr/>
          </p:nvSpPr>
          <p:spPr>
            <a:xfrm>
              <a:off x="7922743" y="296008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7" name="Google Shape;1857;p91"/>
            <p:cNvSpPr/>
            <p:nvPr/>
          </p:nvSpPr>
          <p:spPr>
            <a:xfrm>
              <a:off x="7922744" y="377652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8" name="Google Shape;1858;p91"/>
            <p:cNvSpPr/>
            <p:nvPr/>
          </p:nvSpPr>
          <p:spPr>
            <a:xfrm>
              <a:off x="7922743" y="329381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9" name="Google Shape;1859;p91"/>
            <p:cNvSpPr/>
            <p:nvPr/>
          </p:nvSpPr>
          <p:spPr>
            <a:xfrm>
              <a:off x="7922743" y="336158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0" name="Google Shape;1860;p91"/>
            <p:cNvSpPr/>
            <p:nvPr/>
          </p:nvSpPr>
          <p:spPr>
            <a:xfrm>
              <a:off x="7922743" y="3429354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1" name="Google Shape;1861;p91"/>
            <p:cNvSpPr/>
            <p:nvPr/>
          </p:nvSpPr>
          <p:spPr>
            <a:xfrm>
              <a:off x="7922743" y="349771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2" name="Google Shape;1862;p91"/>
            <p:cNvSpPr/>
            <p:nvPr/>
          </p:nvSpPr>
          <p:spPr>
            <a:xfrm>
              <a:off x="7922743" y="356608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3" name="Google Shape;1863;p91"/>
            <p:cNvSpPr/>
            <p:nvPr/>
          </p:nvSpPr>
          <p:spPr>
            <a:xfrm>
              <a:off x="7922743" y="363385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4" name="Google Shape;1864;p91"/>
            <p:cNvSpPr/>
            <p:nvPr/>
          </p:nvSpPr>
          <p:spPr>
            <a:xfrm>
              <a:off x="7922743" y="37028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5" name="Google Shape;1865;p91"/>
            <p:cNvSpPr/>
            <p:nvPr/>
          </p:nvSpPr>
          <p:spPr>
            <a:xfrm>
              <a:off x="8219030" y="3647862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6" name="Google Shape;1866;p91"/>
            <p:cNvSpPr/>
            <p:nvPr/>
          </p:nvSpPr>
          <p:spPr>
            <a:xfrm>
              <a:off x="8219030" y="3716228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7" name="Google Shape;1867;p91"/>
            <p:cNvSpPr/>
            <p:nvPr/>
          </p:nvSpPr>
          <p:spPr>
            <a:xfrm>
              <a:off x="8219030" y="378400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8" name="Google Shape;1868;p91"/>
            <p:cNvSpPr/>
            <p:nvPr/>
          </p:nvSpPr>
          <p:spPr>
            <a:xfrm>
              <a:off x="8561917" y="350305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9" name="Google Shape;1869;p91"/>
            <p:cNvSpPr/>
            <p:nvPr/>
          </p:nvSpPr>
          <p:spPr>
            <a:xfrm>
              <a:off x="8561917" y="357142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0" name="Google Shape;1870;p91"/>
            <p:cNvSpPr/>
            <p:nvPr/>
          </p:nvSpPr>
          <p:spPr>
            <a:xfrm>
              <a:off x="8561917" y="36397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1" name="Google Shape;1871;p91"/>
            <p:cNvSpPr/>
            <p:nvPr/>
          </p:nvSpPr>
          <p:spPr>
            <a:xfrm>
              <a:off x="8561917" y="370755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2" name="Google Shape;1872;p91"/>
            <p:cNvSpPr/>
            <p:nvPr/>
          </p:nvSpPr>
          <p:spPr>
            <a:xfrm>
              <a:off x="8561917" y="377652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3" name="Google Shape;1873;p91"/>
            <p:cNvSpPr/>
            <p:nvPr/>
          </p:nvSpPr>
          <p:spPr>
            <a:xfrm>
              <a:off x="8219197" y="289779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4" name="Google Shape;1874;p91"/>
            <p:cNvSpPr/>
            <p:nvPr/>
          </p:nvSpPr>
          <p:spPr>
            <a:xfrm>
              <a:off x="8219197" y="282939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5" name="Google Shape;1875;p91"/>
            <p:cNvSpPr/>
            <p:nvPr/>
          </p:nvSpPr>
          <p:spPr>
            <a:xfrm>
              <a:off x="8219197" y="262423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6" name="Google Shape;1876;p91"/>
            <p:cNvSpPr/>
            <p:nvPr/>
          </p:nvSpPr>
          <p:spPr>
            <a:xfrm>
              <a:off x="8218820" y="3312344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7" name="Google Shape;1877;p91"/>
            <p:cNvSpPr/>
            <p:nvPr/>
          </p:nvSpPr>
          <p:spPr>
            <a:xfrm>
              <a:off x="8218820" y="338071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8" name="Google Shape;1878;p91"/>
            <p:cNvSpPr/>
            <p:nvPr/>
          </p:nvSpPr>
          <p:spPr>
            <a:xfrm>
              <a:off x="8218820" y="344847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9" name="Google Shape;1879;p91"/>
            <p:cNvSpPr/>
            <p:nvPr/>
          </p:nvSpPr>
          <p:spPr>
            <a:xfrm>
              <a:off x="8218820" y="351744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0" name="Google Shape;1880;p91"/>
            <p:cNvSpPr/>
            <p:nvPr/>
          </p:nvSpPr>
          <p:spPr>
            <a:xfrm>
              <a:off x="8219197" y="269263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1" name="Google Shape;1881;p91"/>
            <p:cNvSpPr/>
            <p:nvPr/>
          </p:nvSpPr>
          <p:spPr>
            <a:xfrm>
              <a:off x="8219197" y="2966150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2" name="Google Shape;1882;p91"/>
            <p:cNvSpPr/>
            <p:nvPr/>
          </p:nvSpPr>
          <p:spPr>
            <a:xfrm>
              <a:off x="8219197" y="3034516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3" name="Google Shape;1883;p91"/>
            <p:cNvSpPr/>
            <p:nvPr/>
          </p:nvSpPr>
          <p:spPr>
            <a:xfrm>
              <a:off x="8219197" y="310228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4" name="Google Shape;1884;p91"/>
            <p:cNvSpPr/>
            <p:nvPr/>
          </p:nvSpPr>
          <p:spPr>
            <a:xfrm>
              <a:off x="8219197" y="3170059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5" name="Google Shape;1885;p91"/>
            <p:cNvSpPr/>
            <p:nvPr/>
          </p:nvSpPr>
          <p:spPr>
            <a:xfrm>
              <a:off x="8219197" y="3238425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6" name="Google Shape;1886;p91"/>
            <p:cNvSpPr/>
            <p:nvPr/>
          </p:nvSpPr>
          <p:spPr>
            <a:xfrm>
              <a:off x="8219192" y="2761011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7" name="Google Shape;1887;p91"/>
            <p:cNvSpPr/>
            <p:nvPr/>
          </p:nvSpPr>
          <p:spPr>
            <a:xfrm>
              <a:off x="8219192" y="2555857"/>
              <a:ext cx="67800" cy="678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8" name="Google Shape;1888;p91"/>
          <p:cNvGrpSpPr/>
          <p:nvPr/>
        </p:nvGrpSpPr>
        <p:grpSpPr>
          <a:xfrm>
            <a:off x="185155" y="894150"/>
            <a:ext cx="8955600" cy="2898000"/>
            <a:chOff x="261355" y="1122750"/>
            <a:chExt cx="8955600" cy="2898000"/>
          </a:xfrm>
        </p:grpSpPr>
        <p:sp>
          <p:nvSpPr>
            <p:cNvPr id="1889" name="Google Shape;1889;p91"/>
            <p:cNvSpPr/>
            <p:nvPr/>
          </p:nvSpPr>
          <p:spPr>
            <a:xfrm>
              <a:off x="261355" y="1122750"/>
              <a:ext cx="8955600" cy="289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90" name="Google Shape;1890;p91"/>
            <p:cNvGrpSpPr/>
            <p:nvPr/>
          </p:nvGrpSpPr>
          <p:grpSpPr>
            <a:xfrm>
              <a:off x="578800" y="3058246"/>
              <a:ext cx="4008675" cy="800454"/>
              <a:chOff x="251628" y="2214095"/>
              <a:chExt cx="8236439" cy="1644655"/>
            </a:xfrm>
          </p:grpSpPr>
          <p:grpSp>
            <p:nvGrpSpPr>
              <p:cNvPr id="1891" name="Google Shape;1891;p91"/>
              <p:cNvGrpSpPr/>
              <p:nvPr/>
            </p:nvGrpSpPr>
            <p:grpSpPr>
              <a:xfrm>
                <a:off x="251628" y="2768167"/>
                <a:ext cx="3178786" cy="1085111"/>
                <a:chOff x="582542" y="1079988"/>
                <a:chExt cx="7626646" cy="2603433"/>
              </a:xfrm>
            </p:grpSpPr>
            <p:pic>
              <p:nvPicPr>
                <p:cNvPr id="1892" name="Google Shape;1892;p9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6835154" y="2855362"/>
                  <a:ext cx="229252" cy="8280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93" name="Google Shape;1893;p9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575587" y="2855362"/>
                  <a:ext cx="224400" cy="8280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94" name="Google Shape;1894;p9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582542" y="3012609"/>
                  <a:ext cx="610985" cy="6708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95" name="Google Shape;1895;p91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6031266" y="2803200"/>
                  <a:ext cx="322344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96" name="Google Shape;1896;p91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7545950" y="2803203"/>
                  <a:ext cx="341163" cy="8802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97" name="Google Shape;1897;p91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5281531" y="2803200"/>
                  <a:ext cx="268191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98" name="Google Shape;1898;p91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1675070" y="2803200"/>
                  <a:ext cx="261744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99" name="Google Shape;1899;p91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3140587" y="2803200"/>
                  <a:ext cx="212747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900" name="Google Shape;1900;p91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3834878" y="2803200"/>
                  <a:ext cx="259165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901" name="Google Shape;1901;p91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418358" y="2803201"/>
                  <a:ext cx="240685" cy="88021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02" name="Google Shape;1902;p91"/>
                <p:cNvSpPr/>
                <p:nvPr/>
              </p:nvSpPr>
              <p:spPr>
                <a:xfrm>
                  <a:off x="1308425" y="237061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3" name="Google Shape;1903;p91"/>
                <p:cNvSpPr/>
                <p:nvPr/>
              </p:nvSpPr>
              <p:spPr>
                <a:xfrm>
                  <a:off x="1308425" y="25346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4" name="Google Shape;1904;p91"/>
                <p:cNvSpPr/>
                <p:nvPr/>
              </p:nvSpPr>
              <p:spPr>
                <a:xfrm>
                  <a:off x="1308425" y="26972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5" name="Google Shape;1905;p91"/>
                <p:cNvSpPr/>
                <p:nvPr/>
              </p:nvSpPr>
              <p:spPr>
                <a:xfrm>
                  <a:off x="1308425" y="28598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6" name="Google Shape;1906;p91"/>
                <p:cNvSpPr/>
                <p:nvPr/>
              </p:nvSpPr>
              <p:spPr>
                <a:xfrm>
                  <a:off x="1308425" y="30238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7" name="Google Shape;1907;p91"/>
                <p:cNvSpPr/>
                <p:nvPr/>
              </p:nvSpPr>
              <p:spPr>
                <a:xfrm>
                  <a:off x="1308425" y="31878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8" name="Google Shape;1908;p91"/>
                <p:cNvSpPr/>
                <p:nvPr/>
              </p:nvSpPr>
              <p:spPr>
                <a:xfrm>
                  <a:off x="1308425" y="33504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9" name="Google Shape;1909;p91"/>
                <p:cNvSpPr/>
                <p:nvPr/>
              </p:nvSpPr>
              <p:spPr>
                <a:xfrm>
                  <a:off x="1308425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0" name="Google Shape;1910;p91"/>
                <p:cNvSpPr/>
                <p:nvPr/>
              </p:nvSpPr>
              <p:spPr>
                <a:xfrm>
                  <a:off x="1308425" y="22065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1" name="Google Shape;1911;p91"/>
                <p:cNvSpPr/>
                <p:nvPr/>
              </p:nvSpPr>
              <p:spPr>
                <a:xfrm>
                  <a:off x="3512800" y="220660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2" name="Google Shape;1912;p91"/>
                <p:cNvSpPr/>
                <p:nvPr/>
              </p:nvSpPr>
              <p:spPr>
                <a:xfrm>
                  <a:off x="3512800" y="204251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3" name="Google Shape;1913;p91"/>
                <p:cNvSpPr/>
                <p:nvPr/>
              </p:nvSpPr>
              <p:spPr>
                <a:xfrm>
                  <a:off x="3512800" y="15502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4" name="Google Shape;1914;p91"/>
                <p:cNvSpPr/>
                <p:nvPr/>
              </p:nvSpPr>
              <p:spPr>
                <a:xfrm>
                  <a:off x="2047225" y="30287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5" name="Google Shape;1915;p91"/>
                <p:cNvSpPr/>
                <p:nvPr/>
              </p:nvSpPr>
              <p:spPr>
                <a:xfrm>
                  <a:off x="2047225" y="31927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6" name="Google Shape;1916;p91"/>
                <p:cNvSpPr/>
                <p:nvPr/>
              </p:nvSpPr>
              <p:spPr>
                <a:xfrm>
                  <a:off x="2047225" y="33553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7" name="Google Shape;1917;p91"/>
                <p:cNvSpPr/>
                <p:nvPr/>
              </p:nvSpPr>
              <p:spPr>
                <a:xfrm>
                  <a:off x="2047225" y="352081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8" name="Google Shape;1918;p91"/>
                <p:cNvSpPr/>
                <p:nvPr/>
              </p:nvSpPr>
              <p:spPr>
                <a:xfrm>
                  <a:off x="3512800" y="17143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9" name="Google Shape;1919;p91"/>
                <p:cNvSpPr/>
                <p:nvPr/>
              </p:nvSpPr>
              <p:spPr>
                <a:xfrm>
                  <a:off x="2804550" y="25346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0" name="Google Shape;1920;p91"/>
                <p:cNvSpPr/>
                <p:nvPr/>
              </p:nvSpPr>
              <p:spPr>
                <a:xfrm>
                  <a:off x="2804550" y="26972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1" name="Google Shape;1921;p91"/>
                <p:cNvSpPr/>
                <p:nvPr/>
              </p:nvSpPr>
              <p:spPr>
                <a:xfrm>
                  <a:off x="2804550" y="28598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2" name="Google Shape;1922;p91"/>
                <p:cNvSpPr/>
                <p:nvPr/>
              </p:nvSpPr>
              <p:spPr>
                <a:xfrm>
                  <a:off x="2804550" y="30238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3" name="Google Shape;1923;p91"/>
                <p:cNvSpPr/>
                <p:nvPr/>
              </p:nvSpPr>
              <p:spPr>
                <a:xfrm>
                  <a:off x="2804550" y="31878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4" name="Google Shape;1924;p91"/>
                <p:cNvSpPr/>
                <p:nvPr/>
              </p:nvSpPr>
              <p:spPr>
                <a:xfrm>
                  <a:off x="2804550" y="33504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5" name="Google Shape;1925;p91"/>
                <p:cNvSpPr/>
                <p:nvPr/>
              </p:nvSpPr>
              <p:spPr>
                <a:xfrm>
                  <a:off x="2804550" y="35159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6" name="Google Shape;1926;p91"/>
                <p:cNvSpPr/>
                <p:nvPr/>
              </p:nvSpPr>
              <p:spPr>
                <a:xfrm>
                  <a:off x="3512800" y="237061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7" name="Google Shape;1927;p91"/>
                <p:cNvSpPr/>
                <p:nvPr/>
              </p:nvSpPr>
              <p:spPr>
                <a:xfrm>
                  <a:off x="3512800" y="25346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8" name="Google Shape;1928;p91"/>
                <p:cNvSpPr/>
                <p:nvPr/>
              </p:nvSpPr>
              <p:spPr>
                <a:xfrm>
                  <a:off x="3512800" y="26972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9" name="Google Shape;1929;p91"/>
                <p:cNvSpPr/>
                <p:nvPr/>
              </p:nvSpPr>
              <p:spPr>
                <a:xfrm>
                  <a:off x="3512800" y="28598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0" name="Google Shape;1930;p91"/>
                <p:cNvSpPr/>
                <p:nvPr/>
              </p:nvSpPr>
              <p:spPr>
                <a:xfrm>
                  <a:off x="3512800" y="30238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1" name="Google Shape;1931;p91"/>
                <p:cNvSpPr/>
                <p:nvPr/>
              </p:nvSpPr>
              <p:spPr>
                <a:xfrm>
                  <a:off x="3512800" y="31878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2" name="Google Shape;1932;p91"/>
                <p:cNvSpPr/>
                <p:nvPr/>
              </p:nvSpPr>
              <p:spPr>
                <a:xfrm>
                  <a:off x="3512800" y="33504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3" name="Google Shape;1933;p91"/>
                <p:cNvSpPr/>
                <p:nvPr/>
              </p:nvSpPr>
              <p:spPr>
                <a:xfrm>
                  <a:off x="3512800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4" name="Google Shape;1934;p91"/>
                <p:cNvSpPr/>
                <p:nvPr/>
              </p:nvSpPr>
              <p:spPr>
                <a:xfrm>
                  <a:off x="1308413" y="12440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5" name="Google Shape;1935;p91"/>
                <p:cNvSpPr/>
                <p:nvPr/>
              </p:nvSpPr>
              <p:spPr>
                <a:xfrm>
                  <a:off x="1308413" y="14080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6" name="Google Shape;1936;p91"/>
                <p:cNvSpPr/>
                <p:nvPr/>
              </p:nvSpPr>
              <p:spPr>
                <a:xfrm>
                  <a:off x="1308413" y="15706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7" name="Google Shape;1937;p91"/>
                <p:cNvSpPr/>
                <p:nvPr/>
              </p:nvSpPr>
              <p:spPr>
                <a:xfrm>
                  <a:off x="1308413" y="17332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8" name="Google Shape;1938;p91"/>
                <p:cNvSpPr/>
                <p:nvPr/>
              </p:nvSpPr>
              <p:spPr>
                <a:xfrm>
                  <a:off x="4253513" y="30238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9" name="Google Shape;1939;p91"/>
                <p:cNvSpPr/>
                <p:nvPr/>
              </p:nvSpPr>
              <p:spPr>
                <a:xfrm>
                  <a:off x="4253513" y="31878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0" name="Google Shape;1940;p91"/>
                <p:cNvSpPr/>
                <p:nvPr/>
              </p:nvSpPr>
              <p:spPr>
                <a:xfrm>
                  <a:off x="4253513" y="33504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1" name="Google Shape;1941;p91"/>
                <p:cNvSpPr/>
                <p:nvPr/>
              </p:nvSpPr>
              <p:spPr>
                <a:xfrm>
                  <a:off x="4253513" y="35159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2" name="Google Shape;1942;p91"/>
                <p:cNvSpPr/>
                <p:nvPr/>
              </p:nvSpPr>
              <p:spPr>
                <a:xfrm>
                  <a:off x="1308413" y="20425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3" name="Google Shape;1943;p91"/>
                <p:cNvSpPr/>
                <p:nvPr/>
              </p:nvSpPr>
              <p:spPr>
                <a:xfrm>
                  <a:off x="1308413" y="10799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4" name="Google Shape;1944;p91"/>
                <p:cNvSpPr/>
                <p:nvPr/>
              </p:nvSpPr>
              <p:spPr>
                <a:xfrm>
                  <a:off x="4959438" y="26972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5" name="Google Shape;1945;p91"/>
                <p:cNvSpPr/>
                <p:nvPr/>
              </p:nvSpPr>
              <p:spPr>
                <a:xfrm>
                  <a:off x="4959438" y="28598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6" name="Google Shape;1946;p91"/>
                <p:cNvSpPr/>
                <p:nvPr/>
              </p:nvSpPr>
              <p:spPr>
                <a:xfrm>
                  <a:off x="4959438" y="30238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7" name="Google Shape;1947;p91"/>
                <p:cNvSpPr/>
                <p:nvPr/>
              </p:nvSpPr>
              <p:spPr>
                <a:xfrm>
                  <a:off x="4959438" y="31878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8" name="Google Shape;1948;p91"/>
                <p:cNvSpPr/>
                <p:nvPr/>
              </p:nvSpPr>
              <p:spPr>
                <a:xfrm>
                  <a:off x="4959438" y="33504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49" name="Google Shape;1949;p91"/>
                <p:cNvSpPr/>
                <p:nvPr/>
              </p:nvSpPr>
              <p:spPr>
                <a:xfrm>
                  <a:off x="4959438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0" name="Google Shape;1950;p91"/>
                <p:cNvSpPr/>
                <p:nvPr/>
              </p:nvSpPr>
              <p:spPr>
                <a:xfrm>
                  <a:off x="3512788" y="18784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1" name="Google Shape;1951;p91"/>
                <p:cNvSpPr/>
                <p:nvPr/>
              </p:nvSpPr>
              <p:spPr>
                <a:xfrm>
                  <a:off x="3512788" y="13862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2" name="Google Shape;1952;p91"/>
                <p:cNvSpPr/>
                <p:nvPr/>
              </p:nvSpPr>
              <p:spPr>
                <a:xfrm>
                  <a:off x="4959438" y="22051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3" name="Google Shape;1953;p91"/>
                <p:cNvSpPr/>
                <p:nvPr/>
              </p:nvSpPr>
              <p:spPr>
                <a:xfrm>
                  <a:off x="4959438" y="23677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4" name="Google Shape;1954;p91"/>
                <p:cNvSpPr/>
                <p:nvPr/>
              </p:nvSpPr>
              <p:spPr>
                <a:xfrm>
                  <a:off x="4959438" y="253180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5" name="Google Shape;1955;p91"/>
                <p:cNvSpPr/>
                <p:nvPr/>
              </p:nvSpPr>
              <p:spPr>
                <a:xfrm>
                  <a:off x="4959438" y="20605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6" name="Google Shape;1956;p91"/>
                <p:cNvSpPr/>
                <p:nvPr/>
              </p:nvSpPr>
              <p:spPr>
                <a:xfrm>
                  <a:off x="5709188" y="33504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7" name="Google Shape;1957;p91"/>
                <p:cNvSpPr/>
                <p:nvPr/>
              </p:nvSpPr>
              <p:spPr>
                <a:xfrm>
                  <a:off x="5709188" y="35159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8" name="Google Shape;1958;p91"/>
                <p:cNvSpPr/>
                <p:nvPr/>
              </p:nvSpPr>
              <p:spPr>
                <a:xfrm>
                  <a:off x="8046588" y="22065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59" name="Google Shape;1959;p91"/>
                <p:cNvSpPr/>
                <p:nvPr/>
              </p:nvSpPr>
              <p:spPr>
                <a:xfrm>
                  <a:off x="7223863" y="18986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0" name="Google Shape;1960;p91"/>
                <p:cNvSpPr/>
                <p:nvPr/>
              </p:nvSpPr>
              <p:spPr>
                <a:xfrm>
                  <a:off x="7223863" y="20612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1" name="Google Shape;1961;p91"/>
                <p:cNvSpPr/>
                <p:nvPr/>
              </p:nvSpPr>
              <p:spPr>
                <a:xfrm>
                  <a:off x="7223863" y="22238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2" name="Google Shape;1962;p91"/>
                <p:cNvSpPr/>
                <p:nvPr/>
              </p:nvSpPr>
              <p:spPr>
                <a:xfrm>
                  <a:off x="7223863" y="238790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3" name="Google Shape;1963;p91"/>
                <p:cNvSpPr/>
                <p:nvPr/>
              </p:nvSpPr>
              <p:spPr>
                <a:xfrm>
                  <a:off x="2804538" y="23691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4" name="Google Shape;1964;p91"/>
                <p:cNvSpPr/>
                <p:nvPr/>
              </p:nvSpPr>
              <p:spPr>
                <a:xfrm>
                  <a:off x="7223863" y="17339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5" name="Google Shape;1965;p91"/>
                <p:cNvSpPr/>
                <p:nvPr/>
              </p:nvSpPr>
              <p:spPr>
                <a:xfrm>
                  <a:off x="6513063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6" name="Google Shape;1966;p91"/>
                <p:cNvSpPr/>
                <p:nvPr/>
              </p:nvSpPr>
              <p:spPr>
                <a:xfrm>
                  <a:off x="1308413" y="18785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7" name="Google Shape;1967;p91"/>
                <p:cNvSpPr/>
                <p:nvPr/>
              </p:nvSpPr>
              <p:spPr>
                <a:xfrm>
                  <a:off x="7223863" y="25346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8" name="Google Shape;1968;p91"/>
                <p:cNvSpPr/>
                <p:nvPr/>
              </p:nvSpPr>
              <p:spPr>
                <a:xfrm>
                  <a:off x="7223863" y="26972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69" name="Google Shape;1969;p91"/>
                <p:cNvSpPr/>
                <p:nvPr/>
              </p:nvSpPr>
              <p:spPr>
                <a:xfrm>
                  <a:off x="7223863" y="28598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0" name="Google Shape;1970;p91"/>
                <p:cNvSpPr/>
                <p:nvPr/>
              </p:nvSpPr>
              <p:spPr>
                <a:xfrm>
                  <a:off x="7223863" y="30238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1" name="Google Shape;1971;p91"/>
                <p:cNvSpPr/>
                <p:nvPr/>
              </p:nvSpPr>
              <p:spPr>
                <a:xfrm>
                  <a:off x="7223863" y="31878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2" name="Google Shape;1972;p91"/>
                <p:cNvSpPr/>
                <p:nvPr/>
              </p:nvSpPr>
              <p:spPr>
                <a:xfrm>
                  <a:off x="7223863" y="33504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3" name="Google Shape;1973;p91"/>
                <p:cNvSpPr/>
                <p:nvPr/>
              </p:nvSpPr>
              <p:spPr>
                <a:xfrm>
                  <a:off x="7223863" y="35159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4" name="Google Shape;1974;p91"/>
                <p:cNvSpPr/>
                <p:nvPr/>
              </p:nvSpPr>
              <p:spPr>
                <a:xfrm>
                  <a:off x="8046588" y="237061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5" name="Google Shape;1975;p91"/>
                <p:cNvSpPr/>
                <p:nvPr/>
              </p:nvSpPr>
              <p:spPr>
                <a:xfrm>
                  <a:off x="8046588" y="25346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6" name="Google Shape;1976;p91"/>
                <p:cNvSpPr/>
                <p:nvPr/>
              </p:nvSpPr>
              <p:spPr>
                <a:xfrm>
                  <a:off x="8046588" y="26972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7" name="Google Shape;1977;p91"/>
                <p:cNvSpPr/>
                <p:nvPr/>
              </p:nvSpPr>
              <p:spPr>
                <a:xfrm>
                  <a:off x="8046588" y="28598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8" name="Google Shape;1978;p91"/>
                <p:cNvSpPr/>
                <p:nvPr/>
              </p:nvSpPr>
              <p:spPr>
                <a:xfrm>
                  <a:off x="8046588" y="30238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79" name="Google Shape;1979;p91"/>
                <p:cNvSpPr/>
                <p:nvPr/>
              </p:nvSpPr>
              <p:spPr>
                <a:xfrm>
                  <a:off x="8046588" y="31878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80" name="Google Shape;1980;p91"/>
                <p:cNvSpPr/>
                <p:nvPr/>
              </p:nvSpPr>
              <p:spPr>
                <a:xfrm>
                  <a:off x="8046588" y="33504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81" name="Google Shape;1981;p91"/>
                <p:cNvSpPr/>
                <p:nvPr/>
              </p:nvSpPr>
              <p:spPr>
                <a:xfrm>
                  <a:off x="8046588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pic>
            <p:nvPicPr>
              <p:cNvPr id="1982" name="Google Shape;1982;p9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058117" y="3508144"/>
                <a:ext cx="95552" cy="345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3" name="Google Shape;1983;p9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116329" y="3508144"/>
                <a:ext cx="93530" cy="345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4" name="Google Shape;1984;p9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452028" y="3573684"/>
                <a:ext cx="254657" cy="2795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5" name="Google Shape;1985;p9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723056" y="3486402"/>
                <a:ext cx="134353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6" name="Google Shape;1986;p9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354377" y="3486403"/>
                <a:ext cx="142197" cy="366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7" name="Google Shape;1987;p9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410567" y="3486402"/>
                <a:ext cx="111782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8" name="Google Shape;1988;p91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3907394" y="3486402"/>
                <a:ext cx="109095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9" name="Google Shape;1989;p9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518221" y="3486402"/>
                <a:ext cx="88673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0" name="Google Shape;1990;p9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4807602" y="3486402"/>
                <a:ext cx="108020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1" name="Google Shape;1991;p91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4217196" y="3486403"/>
                <a:ext cx="100317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2" name="Google Shape;1992;p91"/>
              <p:cNvSpPr/>
              <p:nvPr/>
            </p:nvSpPr>
            <p:spPr>
              <a:xfrm>
                <a:off x="3754576" y="330610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3" name="Google Shape;1993;p91"/>
              <p:cNvSpPr/>
              <p:nvPr/>
            </p:nvSpPr>
            <p:spPr>
              <a:xfrm>
                <a:off x="3754576" y="3374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4" name="Google Shape;1994;p91"/>
              <p:cNvSpPr/>
              <p:nvPr/>
            </p:nvSpPr>
            <p:spPr>
              <a:xfrm>
                <a:off x="3754576" y="3442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5" name="Google Shape;1995;p91"/>
              <p:cNvSpPr/>
              <p:nvPr/>
            </p:nvSpPr>
            <p:spPr>
              <a:xfrm>
                <a:off x="3754576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6" name="Google Shape;1996;p91"/>
              <p:cNvSpPr/>
              <p:nvPr/>
            </p:nvSpPr>
            <p:spPr>
              <a:xfrm>
                <a:off x="3754576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7" name="Google Shape;1997;p91"/>
              <p:cNvSpPr/>
              <p:nvPr/>
            </p:nvSpPr>
            <p:spPr>
              <a:xfrm>
                <a:off x="3754576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8" name="Google Shape;1998;p91"/>
              <p:cNvSpPr/>
              <p:nvPr/>
            </p:nvSpPr>
            <p:spPr>
              <a:xfrm>
                <a:off x="3754576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9" name="Google Shape;1999;p91"/>
              <p:cNvSpPr/>
              <p:nvPr/>
            </p:nvSpPr>
            <p:spPr>
              <a:xfrm>
                <a:off x="3754576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0" name="Google Shape;2000;p91"/>
              <p:cNvSpPr/>
              <p:nvPr/>
            </p:nvSpPr>
            <p:spPr>
              <a:xfrm>
                <a:off x="3754576" y="323773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1" name="Google Shape;2001;p91"/>
              <p:cNvSpPr/>
              <p:nvPr/>
            </p:nvSpPr>
            <p:spPr>
              <a:xfrm>
                <a:off x="4062885" y="316585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2" name="Google Shape;2002;p91"/>
              <p:cNvSpPr/>
              <p:nvPr/>
            </p:nvSpPr>
            <p:spPr>
              <a:xfrm>
                <a:off x="4062885" y="309746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3" name="Google Shape;2003;p91"/>
              <p:cNvSpPr/>
              <p:nvPr/>
            </p:nvSpPr>
            <p:spPr>
              <a:xfrm>
                <a:off x="4062885" y="28923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4" name="Google Shape;2004;p91"/>
              <p:cNvSpPr/>
              <p:nvPr/>
            </p:nvSpPr>
            <p:spPr>
              <a:xfrm>
                <a:off x="4062508" y="358040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5" name="Google Shape;2005;p91"/>
              <p:cNvSpPr/>
              <p:nvPr/>
            </p:nvSpPr>
            <p:spPr>
              <a:xfrm>
                <a:off x="4062508" y="364877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6" name="Google Shape;2006;p91"/>
              <p:cNvSpPr/>
              <p:nvPr/>
            </p:nvSpPr>
            <p:spPr>
              <a:xfrm>
                <a:off x="4062508" y="371653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7" name="Google Shape;2007;p91"/>
              <p:cNvSpPr/>
              <p:nvPr/>
            </p:nvSpPr>
            <p:spPr>
              <a:xfrm>
                <a:off x="4062508" y="378550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8" name="Google Shape;2008;p91"/>
              <p:cNvSpPr/>
              <p:nvPr/>
            </p:nvSpPr>
            <p:spPr>
              <a:xfrm>
                <a:off x="4062885" y="296069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9" name="Google Shape;2009;p91"/>
              <p:cNvSpPr/>
              <p:nvPr/>
            </p:nvSpPr>
            <p:spPr>
              <a:xfrm>
                <a:off x="4378161" y="344223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0" name="Google Shape;2010;p91"/>
              <p:cNvSpPr/>
              <p:nvPr/>
            </p:nvSpPr>
            <p:spPr>
              <a:xfrm>
                <a:off x="4378161" y="351000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1" name="Google Shape;2011;p91"/>
              <p:cNvSpPr/>
              <p:nvPr/>
            </p:nvSpPr>
            <p:spPr>
              <a:xfrm>
                <a:off x="4378161" y="35783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2" name="Google Shape;2012;p91"/>
              <p:cNvSpPr/>
              <p:nvPr/>
            </p:nvSpPr>
            <p:spPr>
              <a:xfrm>
                <a:off x="4378161" y="36467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3" name="Google Shape;2013;p91"/>
              <p:cNvSpPr/>
              <p:nvPr/>
            </p:nvSpPr>
            <p:spPr>
              <a:xfrm>
                <a:off x="4378161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4" name="Google Shape;2014;p91"/>
              <p:cNvSpPr/>
              <p:nvPr/>
            </p:nvSpPr>
            <p:spPr>
              <a:xfrm>
                <a:off x="4378161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5" name="Google Shape;2015;p91"/>
              <p:cNvSpPr/>
              <p:nvPr/>
            </p:nvSpPr>
            <p:spPr>
              <a:xfrm>
                <a:off x="4062885" y="323421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6" name="Google Shape;2016;p91"/>
              <p:cNvSpPr/>
              <p:nvPr/>
            </p:nvSpPr>
            <p:spPr>
              <a:xfrm>
                <a:off x="4062885" y="330257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7" name="Google Shape;2017;p91"/>
              <p:cNvSpPr/>
              <p:nvPr/>
            </p:nvSpPr>
            <p:spPr>
              <a:xfrm>
                <a:off x="4062885" y="337035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8" name="Google Shape;2018;p91"/>
              <p:cNvSpPr/>
              <p:nvPr/>
            </p:nvSpPr>
            <p:spPr>
              <a:xfrm>
                <a:off x="4062885" y="343812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9" name="Google Shape;2019;p91"/>
              <p:cNvSpPr/>
              <p:nvPr/>
            </p:nvSpPr>
            <p:spPr>
              <a:xfrm>
                <a:off x="4062885" y="350648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0" name="Google Shape;2020;p91"/>
              <p:cNvSpPr/>
              <p:nvPr/>
            </p:nvSpPr>
            <p:spPr>
              <a:xfrm>
                <a:off x="4673360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1" name="Google Shape;2021;p91"/>
              <p:cNvSpPr/>
              <p:nvPr/>
            </p:nvSpPr>
            <p:spPr>
              <a:xfrm>
                <a:off x="4673360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2" name="Google Shape;2022;p91"/>
              <p:cNvSpPr/>
              <p:nvPr/>
            </p:nvSpPr>
            <p:spPr>
              <a:xfrm>
                <a:off x="4673360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3" name="Google Shape;2023;p91"/>
              <p:cNvSpPr/>
              <p:nvPr/>
            </p:nvSpPr>
            <p:spPr>
              <a:xfrm>
                <a:off x="3754571" y="304044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4" name="Google Shape;2024;p91"/>
              <p:cNvSpPr/>
              <p:nvPr/>
            </p:nvSpPr>
            <p:spPr>
              <a:xfrm>
                <a:off x="4982088" y="35783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5" name="Google Shape;2025;p91"/>
              <p:cNvSpPr/>
              <p:nvPr/>
            </p:nvSpPr>
            <p:spPr>
              <a:xfrm>
                <a:off x="4982088" y="36467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6" name="Google Shape;2026;p91"/>
              <p:cNvSpPr/>
              <p:nvPr/>
            </p:nvSpPr>
            <p:spPr>
              <a:xfrm>
                <a:off x="4982088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7" name="Google Shape;2027;p91"/>
              <p:cNvSpPr/>
              <p:nvPr/>
            </p:nvSpPr>
            <p:spPr>
              <a:xfrm>
                <a:off x="4982088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8" name="Google Shape;2028;p91"/>
              <p:cNvSpPr/>
              <p:nvPr/>
            </p:nvSpPr>
            <p:spPr>
              <a:xfrm>
                <a:off x="3754571" y="31693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9" name="Google Shape;2029;p91"/>
              <p:cNvSpPr/>
              <p:nvPr/>
            </p:nvSpPr>
            <p:spPr>
              <a:xfrm>
                <a:off x="5276318" y="3442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0" name="Google Shape;2030;p91"/>
              <p:cNvSpPr/>
              <p:nvPr/>
            </p:nvSpPr>
            <p:spPr>
              <a:xfrm>
                <a:off x="5276318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1" name="Google Shape;2031;p91"/>
              <p:cNvSpPr/>
              <p:nvPr/>
            </p:nvSpPr>
            <p:spPr>
              <a:xfrm>
                <a:off x="5276318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2" name="Google Shape;2032;p91"/>
              <p:cNvSpPr/>
              <p:nvPr/>
            </p:nvSpPr>
            <p:spPr>
              <a:xfrm>
                <a:off x="5276318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3" name="Google Shape;2033;p91"/>
              <p:cNvSpPr/>
              <p:nvPr/>
            </p:nvSpPr>
            <p:spPr>
              <a:xfrm>
                <a:off x="5276318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4" name="Google Shape;2034;p91"/>
              <p:cNvSpPr/>
              <p:nvPr/>
            </p:nvSpPr>
            <p:spPr>
              <a:xfrm>
                <a:off x="5276318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5" name="Google Shape;2035;p91"/>
              <p:cNvSpPr/>
              <p:nvPr/>
            </p:nvSpPr>
            <p:spPr>
              <a:xfrm>
                <a:off x="4062879" y="302907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6" name="Google Shape;2036;p91"/>
              <p:cNvSpPr/>
              <p:nvPr/>
            </p:nvSpPr>
            <p:spPr>
              <a:xfrm>
                <a:off x="4062879" y="282392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7" name="Google Shape;2037;p91"/>
              <p:cNvSpPr/>
              <p:nvPr/>
            </p:nvSpPr>
            <p:spPr>
              <a:xfrm>
                <a:off x="5276318" y="323714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8" name="Google Shape;2038;p91"/>
              <p:cNvSpPr/>
              <p:nvPr/>
            </p:nvSpPr>
            <p:spPr>
              <a:xfrm>
                <a:off x="5276318" y="330491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9" name="Google Shape;2039;p91"/>
              <p:cNvSpPr/>
              <p:nvPr/>
            </p:nvSpPr>
            <p:spPr>
              <a:xfrm>
                <a:off x="5276318" y="337328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0" name="Google Shape;2040;p91"/>
              <p:cNvSpPr/>
              <p:nvPr/>
            </p:nvSpPr>
            <p:spPr>
              <a:xfrm>
                <a:off x="5276318" y="317687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1" name="Google Shape;2041;p91"/>
              <p:cNvSpPr/>
              <p:nvPr/>
            </p:nvSpPr>
            <p:spPr>
              <a:xfrm>
                <a:off x="5588814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2" name="Google Shape;2042;p91"/>
              <p:cNvSpPr/>
              <p:nvPr/>
            </p:nvSpPr>
            <p:spPr>
              <a:xfrm>
                <a:off x="5588814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3" name="Google Shape;2043;p91"/>
              <p:cNvSpPr/>
              <p:nvPr/>
            </p:nvSpPr>
            <p:spPr>
              <a:xfrm>
                <a:off x="6563042" y="323773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4" name="Google Shape;2044;p91"/>
              <p:cNvSpPr/>
              <p:nvPr/>
            </p:nvSpPr>
            <p:spPr>
              <a:xfrm>
                <a:off x="5923868" y="303569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5" name="Google Shape;2045;p91"/>
              <p:cNvSpPr/>
              <p:nvPr/>
            </p:nvSpPr>
            <p:spPr>
              <a:xfrm>
                <a:off x="5923868" y="310346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6" name="Google Shape;2046;p91"/>
              <p:cNvSpPr/>
              <p:nvPr/>
            </p:nvSpPr>
            <p:spPr>
              <a:xfrm>
                <a:off x="5923868" y="31712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7" name="Google Shape;2047;p91"/>
              <p:cNvSpPr/>
              <p:nvPr/>
            </p:nvSpPr>
            <p:spPr>
              <a:xfrm>
                <a:off x="5923868" y="323960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8" name="Google Shape;2048;p91"/>
              <p:cNvSpPr/>
              <p:nvPr/>
            </p:nvSpPr>
            <p:spPr>
              <a:xfrm>
                <a:off x="5923868" y="296703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9" name="Google Shape;2049;p91"/>
              <p:cNvSpPr/>
              <p:nvPr/>
            </p:nvSpPr>
            <p:spPr>
              <a:xfrm>
                <a:off x="5923869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0" name="Google Shape;2050;p91"/>
              <p:cNvSpPr/>
              <p:nvPr/>
            </p:nvSpPr>
            <p:spPr>
              <a:xfrm>
                <a:off x="3754571" y="310100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1" name="Google Shape;2051;p91"/>
              <p:cNvSpPr/>
              <p:nvPr/>
            </p:nvSpPr>
            <p:spPr>
              <a:xfrm>
                <a:off x="5923868" y="330076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2" name="Google Shape;2052;p91"/>
              <p:cNvSpPr/>
              <p:nvPr/>
            </p:nvSpPr>
            <p:spPr>
              <a:xfrm>
                <a:off x="5923868" y="336853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3" name="Google Shape;2053;p91"/>
              <p:cNvSpPr/>
              <p:nvPr/>
            </p:nvSpPr>
            <p:spPr>
              <a:xfrm>
                <a:off x="5923868" y="343630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4" name="Google Shape;2054;p91"/>
              <p:cNvSpPr/>
              <p:nvPr/>
            </p:nvSpPr>
            <p:spPr>
              <a:xfrm>
                <a:off x="5923868" y="35046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5" name="Google Shape;2055;p91"/>
              <p:cNvSpPr/>
              <p:nvPr/>
            </p:nvSpPr>
            <p:spPr>
              <a:xfrm>
                <a:off x="5923868" y="35730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6" name="Google Shape;2056;p91"/>
              <p:cNvSpPr/>
              <p:nvPr/>
            </p:nvSpPr>
            <p:spPr>
              <a:xfrm>
                <a:off x="5923868" y="36408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7" name="Google Shape;2057;p91"/>
              <p:cNvSpPr/>
              <p:nvPr/>
            </p:nvSpPr>
            <p:spPr>
              <a:xfrm>
                <a:off x="5923868" y="37097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8" name="Google Shape;2058;p91"/>
              <p:cNvSpPr/>
              <p:nvPr/>
            </p:nvSpPr>
            <p:spPr>
              <a:xfrm>
                <a:off x="6563042" y="330610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9" name="Google Shape;2059;p91"/>
              <p:cNvSpPr/>
              <p:nvPr/>
            </p:nvSpPr>
            <p:spPr>
              <a:xfrm>
                <a:off x="6563042" y="3374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0" name="Google Shape;2060;p91"/>
              <p:cNvSpPr/>
              <p:nvPr/>
            </p:nvSpPr>
            <p:spPr>
              <a:xfrm>
                <a:off x="6563042" y="3442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1" name="Google Shape;2061;p91"/>
              <p:cNvSpPr/>
              <p:nvPr/>
            </p:nvSpPr>
            <p:spPr>
              <a:xfrm>
                <a:off x="6563042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2" name="Google Shape;2062;p91"/>
              <p:cNvSpPr/>
              <p:nvPr/>
            </p:nvSpPr>
            <p:spPr>
              <a:xfrm>
                <a:off x="6563042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3" name="Google Shape;2063;p91"/>
              <p:cNvSpPr/>
              <p:nvPr/>
            </p:nvSpPr>
            <p:spPr>
              <a:xfrm>
                <a:off x="6563042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4" name="Google Shape;2064;p91"/>
              <p:cNvSpPr/>
              <p:nvPr/>
            </p:nvSpPr>
            <p:spPr>
              <a:xfrm>
                <a:off x="6563042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5" name="Google Shape;2065;p91"/>
              <p:cNvSpPr/>
              <p:nvPr/>
            </p:nvSpPr>
            <p:spPr>
              <a:xfrm>
                <a:off x="6563042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6" name="Google Shape;2066;p91"/>
              <p:cNvSpPr/>
              <p:nvPr/>
            </p:nvSpPr>
            <p:spPr>
              <a:xfrm>
                <a:off x="6563210" y="255602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7" name="Google Shape;2067;p91"/>
              <p:cNvSpPr/>
              <p:nvPr/>
            </p:nvSpPr>
            <p:spPr>
              <a:xfrm>
                <a:off x="6563210" y="24876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8" name="Google Shape;2068;p91"/>
              <p:cNvSpPr/>
              <p:nvPr/>
            </p:nvSpPr>
            <p:spPr>
              <a:xfrm>
                <a:off x="6563210" y="228247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9" name="Google Shape;2069;p91"/>
              <p:cNvSpPr/>
              <p:nvPr/>
            </p:nvSpPr>
            <p:spPr>
              <a:xfrm>
                <a:off x="6562833" y="297058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0" name="Google Shape;2070;p91"/>
              <p:cNvSpPr/>
              <p:nvPr/>
            </p:nvSpPr>
            <p:spPr>
              <a:xfrm>
                <a:off x="6562833" y="303894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1" name="Google Shape;2071;p91"/>
              <p:cNvSpPr/>
              <p:nvPr/>
            </p:nvSpPr>
            <p:spPr>
              <a:xfrm>
                <a:off x="6562833" y="310671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2" name="Google Shape;2072;p91"/>
              <p:cNvSpPr/>
              <p:nvPr/>
            </p:nvSpPr>
            <p:spPr>
              <a:xfrm>
                <a:off x="6562833" y="317567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3" name="Google Shape;2073;p91"/>
              <p:cNvSpPr/>
              <p:nvPr/>
            </p:nvSpPr>
            <p:spPr>
              <a:xfrm>
                <a:off x="6563210" y="235086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4" name="Google Shape;2074;p91"/>
              <p:cNvSpPr/>
              <p:nvPr/>
            </p:nvSpPr>
            <p:spPr>
              <a:xfrm>
                <a:off x="6563210" y="262438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5" name="Google Shape;2075;p91"/>
              <p:cNvSpPr/>
              <p:nvPr/>
            </p:nvSpPr>
            <p:spPr>
              <a:xfrm>
                <a:off x="6563210" y="269275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6" name="Google Shape;2076;p91"/>
              <p:cNvSpPr/>
              <p:nvPr/>
            </p:nvSpPr>
            <p:spPr>
              <a:xfrm>
                <a:off x="6563210" y="276052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7" name="Google Shape;2077;p91"/>
              <p:cNvSpPr/>
              <p:nvPr/>
            </p:nvSpPr>
            <p:spPr>
              <a:xfrm>
                <a:off x="6563210" y="282829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8" name="Google Shape;2078;p91"/>
              <p:cNvSpPr/>
              <p:nvPr/>
            </p:nvSpPr>
            <p:spPr>
              <a:xfrm>
                <a:off x="6563210" y="289666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9" name="Google Shape;2079;p91"/>
              <p:cNvSpPr/>
              <p:nvPr/>
            </p:nvSpPr>
            <p:spPr>
              <a:xfrm>
                <a:off x="6563204" y="241924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0" name="Google Shape;2080;p91"/>
              <p:cNvSpPr/>
              <p:nvPr/>
            </p:nvSpPr>
            <p:spPr>
              <a:xfrm>
                <a:off x="6563204" y="221409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2081" name="Google Shape;2081;p9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915342" y="3508144"/>
                <a:ext cx="95552" cy="345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2" name="Google Shape;2082;p9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973554" y="3508144"/>
                <a:ext cx="93530" cy="345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3" name="Google Shape;2083;p9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580281" y="3486402"/>
                <a:ext cx="134353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4" name="Google Shape;2084;p9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211602" y="3486403"/>
                <a:ext cx="142197" cy="366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5" name="Google Shape;2085;p9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267792" y="3486402"/>
                <a:ext cx="111782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6" name="Google Shape;2086;p9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6664827" y="3486402"/>
                <a:ext cx="108020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7" name="Google Shape;2087;p91"/>
              <p:cNvSpPr/>
              <p:nvPr/>
            </p:nvSpPr>
            <p:spPr>
              <a:xfrm>
                <a:off x="6839313" y="35783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8" name="Google Shape;2088;p91"/>
              <p:cNvSpPr/>
              <p:nvPr/>
            </p:nvSpPr>
            <p:spPr>
              <a:xfrm>
                <a:off x="6839313" y="36467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9" name="Google Shape;2089;p91"/>
              <p:cNvSpPr/>
              <p:nvPr/>
            </p:nvSpPr>
            <p:spPr>
              <a:xfrm>
                <a:off x="6839313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0" name="Google Shape;2090;p91"/>
              <p:cNvSpPr/>
              <p:nvPr/>
            </p:nvSpPr>
            <p:spPr>
              <a:xfrm>
                <a:off x="6839313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1" name="Google Shape;2091;p91"/>
              <p:cNvSpPr/>
              <p:nvPr/>
            </p:nvSpPr>
            <p:spPr>
              <a:xfrm>
                <a:off x="7133543" y="3442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2" name="Google Shape;2092;p91"/>
              <p:cNvSpPr/>
              <p:nvPr/>
            </p:nvSpPr>
            <p:spPr>
              <a:xfrm>
                <a:off x="7133543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3" name="Google Shape;2093;p91"/>
              <p:cNvSpPr/>
              <p:nvPr/>
            </p:nvSpPr>
            <p:spPr>
              <a:xfrm>
                <a:off x="7133543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4" name="Google Shape;2094;p91"/>
              <p:cNvSpPr/>
              <p:nvPr/>
            </p:nvSpPr>
            <p:spPr>
              <a:xfrm>
                <a:off x="7133543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5" name="Google Shape;2095;p91"/>
              <p:cNvSpPr/>
              <p:nvPr/>
            </p:nvSpPr>
            <p:spPr>
              <a:xfrm>
                <a:off x="7133543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6" name="Google Shape;2096;p91"/>
              <p:cNvSpPr/>
              <p:nvPr/>
            </p:nvSpPr>
            <p:spPr>
              <a:xfrm>
                <a:off x="7133543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7" name="Google Shape;2097;p91"/>
              <p:cNvSpPr/>
              <p:nvPr/>
            </p:nvSpPr>
            <p:spPr>
              <a:xfrm>
                <a:off x="7133543" y="323714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8" name="Google Shape;2098;p91"/>
              <p:cNvSpPr/>
              <p:nvPr/>
            </p:nvSpPr>
            <p:spPr>
              <a:xfrm>
                <a:off x="7133543" y="330491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9" name="Google Shape;2099;p91"/>
              <p:cNvSpPr/>
              <p:nvPr/>
            </p:nvSpPr>
            <p:spPr>
              <a:xfrm>
                <a:off x="7133543" y="337328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0" name="Google Shape;2100;p91"/>
              <p:cNvSpPr/>
              <p:nvPr/>
            </p:nvSpPr>
            <p:spPr>
              <a:xfrm>
                <a:off x="7133543" y="317687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1" name="Google Shape;2101;p91"/>
              <p:cNvSpPr/>
              <p:nvPr/>
            </p:nvSpPr>
            <p:spPr>
              <a:xfrm>
                <a:off x="7446039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2" name="Google Shape;2102;p91"/>
              <p:cNvSpPr/>
              <p:nvPr/>
            </p:nvSpPr>
            <p:spPr>
              <a:xfrm>
                <a:off x="7446039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3" name="Google Shape;2103;p91"/>
              <p:cNvSpPr/>
              <p:nvPr/>
            </p:nvSpPr>
            <p:spPr>
              <a:xfrm>
                <a:off x="8077380" y="358644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4" name="Google Shape;2104;p91"/>
              <p:cNvSpPr/>
              <p:nvPr/>
            </p:nvSpPr>
            <p:spPr>
              <a:xfrm>
                <a:off x="7781093" y="303569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5" name="Google Shape;2105;p91"/>
              <p:cNvSpPr/>
              <p:nvPr/>
            </p:nvSpPr>
            <p:spPr>
              <a:xfrm>
                <a:off x="7781093" y="310346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6" name="Google Shape;2106;p91"/>
              <p:cNvSpPr/>
              <p:nvPr/>
            </p:nvSpPr>
            <p:spPr>
              <a:xfrm>
                <a:off x="7781093" y="31712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7" name="Google Shape;2107;p91"/>
              <p:cNvSpPr/>
              <p:nvPr/>
            </p:nvSpPr>
            <p:spPr>
              <a:xfrm>
                <a:off x="7781093" y="323960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8" name="Google Shape;2108;p91"/>
              <p:cNvSpPr/>
              <p:nvPr/>
            </p:nvSpPr>
            <p:spPr>
              <a:xfrm>
                <a:off x="7781093" y="296703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9" name="Google Shape;2109;p91"/>
              <p:cNvSpPr/>
              <p:nvPr/>
            </p:nvSpPr>
            <p:spPr>
              <a:xfrm>
                <a:off x="7781094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0" name="Google Shape;2110;p91"/>
              <p:cNvSpPr/>
              <p:nvPr/>
            </p:nvSpPr>
            <p:spPr>
              <a:xfrm>
                <a:off x="7781093" y="330076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1" name="Google Shape;2111;p91"/>
              <p:cNvSpPr/>
              <p:nvPr/>
            </p:nvSpPr>
            <p:spPr>
              <a:xfrm>
                <a:off x="7781093" y="336853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2" name="Google Shape;2112;p91"/>
              <p:cNvSpPr/>
              <p:nvPr/>
            </p:nvSpPr>
            <p:spPr>
              <a:xfrm>
                <a:off x="7781093" y="343630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3" name="Google Shape;2113;p91"/>
              <p:cNvSpPr/>
              <p:nvPr/>
            </p:nvSpPr>
            <p:spPr>
              <a:xfrm>
                <a:off x="7781093" y="35046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4" name="Google Shape;2114;p91"/>
              <p:cNvSpPr/>
              <p:nvPr/>
            </p:nvSpPr>
            <p:spPr>
              <a:xfrm>
                <a:off x="7781093" y="35730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5" name="Google Shape;2115;p91"/>
              <p:cNvSpPr/>
              <p:nvPr/>
            </p:nvSpPr>
            <p:spPr>
              <a:xfrm>
                <a:off x="7781093" y="36408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6" name="Google Shape;2116;p91"/>
              <p:cNvSpPr/>
              <p:nvPr/>
            </p:nvSpPr>
            <p:spPr>
              <a:xfrm>
                <a:off x="7781093" y="37097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7" name="Google Shape;2117;p91"/>
              <p:cNvSpPr/>
              <p:nvPr/>
            </p:nvSpPr>
            <p:spPr>
              <a:xfrm>
                <a:off x="8077380" y="365481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8" name="Google Shape;2118;p91"/>
              <p:cNvSpPr/>
              <p:nvPr/>
            </p:nvSpPr>
            <p:spPr>
              <a:xfrm>
                <a:off x="8077380" y="372317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9" name="Google Shape;2119;p91"/>
              <p:cNvSpPr/>
              <p:nvPr/>
            </p:nvSpPr>
            <p:spPr>
              <a:xfrm>
                <a:off x="8077380" y="379095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0" name="Google Shape;2120;p91"/>
              <p:cNvSpPr/>
              <p:nvPr/>
            </p:nvSpPr>
            <p:spPr>
              <a:xfrm>
                <a:off x="8420267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1" name="Google Shape;2121;p91"/>
              <p:cNvSpPr/>
              <p:nvPr/>
            </p:nvSpPr>
            <p:spPr>
              <a:xfrm>
                <a:off x="8420267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2" name="Google Shape;2122;p91"/>
              <p:cNvSpPr/>
              <p:nvPr/>
            </p:nvSpPr>
            <p:spPr>
              <a:xfrm>
                <a:off x="8420267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3" name="Google Shape;2123;p91"/>
              <p:cNvSpPr/>
              <p:nvPr/>
            </p:nvSpPr>
            <p:spPr>
              <a:xfrm>
                <a:off x="8420267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4" name="Google Shape;2124;p91"/>
              <p:cNvSpPr/>
              <p:nvPr/>
            </p:nvSpPr>
            <p:spPr>
              <a:xfrm>
                <a:off x="8420267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5" name="Google Shape;2125;p91"/>
              <p:cNvSpPr/>
              <p:nvPr/>
            </p:nvSpPr>
            <p:spPr>
              <a:xfrm>
                <a:off x="8077547" y="2904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6" name="Google Shape;2126;p91"/>
              <p:cNvSpPr/>
              <p:nvPr/>
            </p:nvSpPr>
            <p:spPr>
              <a:xfrm>
                <a:off x="8077547" y="283634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7" name="Google Shape;2127;p91"/>
              <p:cNvSpPr/>
              <p:nvPr/>
            </p:nvSpPr>
            <p:spPr>
              <a:xfrm>
                <a:off x="8077547" y="263118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8" name="Google Shape;2128;p91"/>
              <p:cNvSpPr/>
              <p:nvPr/>
            </p:nvSpPr>
            <p:spPr>
              <a:xfrm>
                <a:off x="8077170" y="331929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9" name="Google Shape;2129;p91"/>
              <p:cNvSpPr/>
              <p:nvPr/>
            </p:nvSpPr>
            <p:spPr>
              <a:xfrm>
                <a:off x="8077170" y="338766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0" name="Google Shape;2130;p91"/>
              <p:cNvSpPr/>
              <p:nvPr/>
            </p:nvSpPr>
            <p:spPr>
              <a:xfrm>
                <a:off x="8077170" y="345542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1" name="Google Shape;2131;p91"/>
              <p:cNvSpPr/>
              <p:nvPr/>
            </p:nvSpPr>
            <p:spPr>
              <a:xfrm>
                <a:off x="8077170" y="352439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2" name="Google Shape;2132;p91"/>
              <p:cNvSpPr/>
              <p:nvPr/>
            </p:nvSpPr>
            <p:spPr>
              <a:xfrm>
                <a:off x="8077547" y="269958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3" name="Google Shape;2133;p91"/>
              <p:cNvSpPr/>
              <p:nvPr/>
            </p:nvSpPr>
            <p:spPr>
              <a:xfrm>
                <a:off x="8077547" y="297310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4" name="Google Shape;2134;p91"/>
              <p:cNvSpPr/>
              <p:nvPr/>
            </p:nvSpPr>
            <p:spPr>
              <a:xfrm>
                <a:off x="8077547" y="3041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5" name="Google Shape;2135;p91"/>
              <p:cNvSpPr/>
              <p:nvPr/>
            </p:nvSpPr>
            <p:spPr>
              <a:xfrm>
                <a:off x="8077547" y="3109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6" name="Google Shape;2136;p91"/>
              <p:cNvSpPr/>
              <p:nvPr/>
            </p:nvSpPr>
            <p:spPr>
              <a:xfrm>
                <a:off x="8077547" y="3177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7" name="Google Shape;2137;p91"/>
              <p:cNvSpPr/>
              <p:nvPr/>
            </p:nvSpPr>
            <p:spPr>
              <a:xfrm>
                <a:off x="8077547" y="3245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8" name="Google Shape;2138;p91"/>
              <p:cNvSpPr/>
              <p:nvPr/>
            </p:nvSpPr>
            <p:spPr>
              <a:xfrm>
                <a:off x="8077542" y="276796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9" name="Google Shape;2139;p91"/>
              <p:cNvSpPr/>
              <p:nvPr/>
            </p:nvSpPr>
            <p:spPr>
              <a:xfrm>
                <a:off x="8077542" y="25628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40" name="Google Shape;2140;p91"/>
            <p:cNvGrpSpPr/>
            <p:nvPr/>
          </p:nvGrpSpPr>
          <p:grpSpPr>
            <a:xfrm>
              <a:off x="4617400" y="3058246"/>
              <a:ext cx="4008675" cy="800454"/>
              <a:chOff x="251628" y="2214095"/>
              <a:chExt cx="8236439" cy="1644655"/>
            </a:xfrm>
          </p:grpSpPr>
          <p:grpSp>
            <p:nvGrpSpPr>
              <p:cNvPr id="2141" name="Google Shape;2141;p91"/>
              <p:cNvGrpSpPr/>
              <p:nvPr/>
            </p:nvGrpSpPr>
            <p:grpSpPr>
              <a:xfrm>
                <a:off x="251628" y="2768167"/>
                <a:ext cx="3178786" cy="1085111"/>
                <a:chOff x="582542" y="1079988"/>
                <a:chExt cx="7626646" cy="2603433"/>
              </a:xfrm>
            </p:grpSpPr>
            <p:pic>
              <p:nvPicPr>
                <p:cNvPr id="2142" name="Google Shape;2142;p9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6835154" y="2855362"/>
                  <a:ext cx="229252" cy="8280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43" name="Google Shape;2143;p9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575587" y="2855362"/>
                  <a:ext cx="224400" cy="8280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44" name="Google Shape;2144;p9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582542" y="3012609"/>
                  <a:ext cx="610985" cy="6708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45" name="Google Shape;2145;p91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6031266" y="2803200"/>
                  <a:ext cx="322344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46" name="Google Shape;2146;p91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7545950" y="2803203"/>
                  <a:ext cx="341163" cy="8802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47" name="Google Shape;2147;p91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5281531" y="2803200"/>
                  <a:ext cx="268191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48" name="Google Shape;2148;p91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1675070" y="2803200"/>
                  <a:ext cx="261744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49" name="Google Shape;2149;p91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3140587" y="2803200"/>
                  <a:ext cx="212747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50" name="Google Shape;2150;p91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3834878" y="2803200"/>
                  <a:ext cx="259165" cy="8802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51" name="Google Shape;2151;p91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418358" y="2803201"/>
                  <a:ext cx="240685" cy="88021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52" name="Google Shape;2152;p91"/>
                <p:cNvSpPr/>
                <p:nvPr/>
              </p:nvSpPr>
              <p:spPr>
                <a:xfrm>
                  <a:off x="1308425" y="237061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53" name="Google Shape;2153;p91"/>
                <p:cNvSpPr/>
                <p:nvPr/>
              </p:nvSpPr>
              <p:spPr>
                <a:xfrm>
                  <a:off x="1308425" y="25346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54" name="Google Shape;2154;p91"/>
                <p:cNvSpPr/>
                <p:nvPr/>
              </p:nvSpPr>
              <p:spPr>
                <a:xfrm>
                  <a:off x="1308425" y="26972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55" name="Google Shape;2155;p91"/>
                <p:cNvSpPr/>
                <p:nvPr/>
              </p:nvSpPr>
              <p:spPr>
                <a:xfrm>
                  <a:off x="1308425" y="28598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56" name="Google Shape;2156;p91"/>
                <p:cNvSpPr/>
                <p:nvPr/>
              </p:nvSpPr>
              <p:spPr>
                <a:xfrm>
                  <a:off x="1308425" y="30238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57" name="Google Shape;2157;p91"/>
                <p:cNvSpPr/>
                <p:nvPr/>
              </p:nvSpPr>
              <p:spPr>
                <a:xfrm>
                  <a:off x="1308425" y="31878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58" name="Google Shape;2158;p91"/>
                <p:cNvSpPr/>
                <p:nvPr/>
              </p:nvSpPr>
              <p:spPr>
                <a:xfrm>
                  <a:off x="1308425" y="33504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59" name="Google Shape;2159;p91"/>
                <p:cNvSpPr/>
                <p:nvPr/>
              </p:nvSpPr>
              <p:spPr>
                <a:xfrm>
                  <a:off x="1308425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0" name="Google Shape;2160;p91"/>
                <p:cNvSpPr/>
                <p:nvPr/>
              </p:nvSpPr>
              <p:spPr>
                <a:xfrm>
                  <a:off x="1308425" y="22065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1" name="Google Shape;2161;p91"/>
                <p:cNvSpPr/>
                <p:nvPr/>
              </p:nvSpPr>
              <p:spPr>
                <a:xfrm>
                  <a:off x="3512800" y="220660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2" name="Google Shape;2162;p91"/>
                <p:cNvSpPr/>
                <p:nvPr/>
              </p:nvSpPr>
              <p:spPr>
                <a:xfrm>
                  <a:off x="3512800" y="204251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3" name="Google Shape;2163;p91"/>
                <p:cNvSpPr/>
                <p:nvPr/>
              </p:nvSpPr>
              <p:spPr>
                <a:xfrm>
                  <a:off x="3512800" y="15502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4" name="Google Shape;2164;p91"/>
                <p:cNvSpPr/>
                <p:nvPr/>
              </p:nvSpPr>
              <p:spPr>
                <a:xfrm>
                  <a:off x="2047225" y="30287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5" name="Google Shape;2165;p91"/>
                <p:cNvSpPr/>
                <p:nvPr/>
              </p:nvSpPr>
              <p:spPr>
                <a:xfrm>
                  <a:off x="2047225" y="31927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6" name="Google Shape;2166;p91"/>
                <p:cNvSpPr/>
                <p:nvPr/>
              </p:nvSpPr>
              <p:spPr>
                <a:xfrm>
                  <a:off x="2047225" y="33553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7" name="Google Shape;2167;p91"/>
                <p:cNvSpPr/>
                <p:nvPr/>
              </p:nvSpPr>
              <p:spPr>
                <a:xfrm>
                  <a:off x="2047225" y="352081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8" name="Google Shape;2168;p91"/>
                <p:cNvSpPr/>
                <p:nvPr/>
              </p:nvSpPr>
              <p:spPr>
                <a:xfrm>
                  <a:off x="3512800" y="17143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69" name="Google Shape;2169;p91"/>
                <p:cNvSpPr/>
                <p:nvPr/>
              </p:nvSpPr>
              <p:spPr>
                <a:xfrm>
                  <a:off x="2804550" y="25346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0" name="Google Shape;2170;p91"/>
                <p:cNvSpPr/>
                <p:nvPr/>
              </p:nvSpPr>
              <p:spPr>
                <a:xfrm>
                  <a:off x="2804550" y="26972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1" name="Google Shape;2171;p91"/>
                <p:cNvSpPr/>
                <p:nvPr/>
              </p:nvSpPr>
              <p:spPr>
                <a:xfrm>
                  <a:off x="2804550" y="28598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2" name="Google Shape;2172;p91"/>
                <p:cNvSpPr/>
                <p:nvPr/>
              </p:nvSpPr>
              <p:spPr>
                <a:xfrm>
                  <a:off x="2804550" y="30238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3" name="Google Shape;2173;p91"/>
                <p:cNvSpPr/>
                <p:nvPr/>
              </p:nvSpPr>
              <p:spPr>
                <a:xfrm>
                  <a:off x="2804550" y="31878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4" name="Google Shape;2174;p91"/>
                <p:cNvSpPr/>
                <p:nvPr/>
              </p:nvSpPr>
              <p:spPr>
                <a:xfrm>
                  <a:off x="2804550" y="33504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5" name="Google Shape;2175;p91"/>
                <p:cNvSpPr/>
                <p:nvPr/>
              </p:nvSpPr>
              <p:spPr>
                <a:xfrm>
                  <a:off x="2804550" y="35159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6" name="Google Shape;2176;p91"/>
                <p:cNvSpPr/>
                <p:nvPr/>
              </p:nvSpPr>
              <p:spPr>
                <a:xfrm>
                  <a:off x="3512800" y="237061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7" name="Google Shape;2177;p91"/>
                <p:cNvSpPr/>
                <p:nvPr/>
              </p:nvSpPr>
              <p:spPr>
                <a:xfrm>
                  <a:off x="3512800" y="25346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8" name="Google Shape;2178;p91"/>
                <p:cNvSpPr/>
                <p:nvPr/>
              </p:nvSpPr>
              <p:spPr>
                <a:xfrm>
                  <a:off x="3512800" y="26972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79" name="Google Shape;2179;p91"/>
                <p:cNvSpPr/>
                <p:nvPr/>
              </p:nvSpPr>
              <p:spPr>
                <a:xfrm>
                  <a:off x="3512800" y="28598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0" name="Google Shape;2180;p91"/>
                <p:cNvSpPr/>
                <p:nvPr/>
              </p:nvSpPr>
              <p:spPr>
                <a:xfrm>
                  <a:off x="3512800" y="30238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1" name="Google Shape;2181;p91"/>
                <p:cNvSpPr/>
                <p:nvPr/>
              </p:nvSpPr>
              <p:spPr>
                <a:xfrm>
                  <a:off x="3512800" y="31878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2" name="Google Shape;2182;p91"/>
                <p:cNvSpPr/>
                <p:nvPr/>
              </p:nvSpPr>
              <p:spPr>
                <a:xfrm>
                  <a:off x="3512800" y="33504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3" name="Google Shape;2183;p91"/>
                <p:cNvSpPr/>
                <p:nvPr/>
              </p:nvSpPr>
              <p:spPr>
                <a:xfrm>
                  <a:off x="3512800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4" name="Google Shape;2184;p91"/>
                <p:cNvSpPr/>
                <p:nvPr/>
              </p:nvSpPr>
              <p:spPr>
                <a:xfrm>
                  <a:off x="1308413" y="12440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5" name="Google Shape;2185;p91"/>
                <p:cNvSpPr/>
                <p:nvPr/>
              </p:nvSpPr>
              <p:spPr>
                <a:xfrm>
                  <a:off x="1308413" y="14080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6" name="Google Shape;2186;p91"/>
                <p:cNvSpPr/>
                <p:nvPr/>
              </p:nvSpPr>
              <p:spPr>
                <a:xfrm>
                  <a:off x="1308413" y="15706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7" name="Google Shape;2187;p91"/>
                <p:cNvSpPr/>
                <p:nvPr/>
              </p:nvSpPr>
              <p:spPr>
                <a:xfrm>
                  <a:off x="1308413" y="17332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8" name="Google Shape;2188;p91"/>
                <p:cNvSpPr/>
                <p:nvPr/>
              </p:nvSpPr>
              <p:spPr>
                <a:xfrm>
                  <a:off x="4253513" y="30238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89" name="Google Shape;2189;p91"/>
                <p:cNvSpPr/>
                <p:nvPr/>
              </p:nvSpPr>
              <p:spPr>
                <a:xfrm>
                  <a:off x="4253513" y="31878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0" name="Google Shape;2190;p91"/>
                <p:cNvSpPr/>
                <p:nvPr/>
              </p:nvSpPr>
              <p:spPr>
                <a:xfrm>
                  <a:off x="4253513" y="33504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1" name="Google Shape;2191;p91"/>
                <p:cNvSpPr/>
                <p:nvPr/>
              </p:nvSpPr>
              <p:spPr>
                <a:xfrm>
                  <a:off x="4253513" y="35159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2" name="Google Shape;2192;p91"/>
                <p:cNvSpPr/>
                <p:nvPr/>
              </p:nvSpPr>
              <p:spPr>
                <a:xfrm>
                  <a:off x="1308413" y="20425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3" name="Google Shape;2193;p91"/>
                <p:cNvSpPr/>
                <p:nvPr/>
              </p:nvSpPr>
              <p:spPr>
                <a:xfrm>
                  <a:off x="1308413" y="10799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4" name="Google Shape;2194;p91"/>
                <p:cNvSpPr/>
                <p:nvPr/>
              </p:nvSpPr>
              <p:spPr>
                <a:xfrm>
                  <a:off x="4959438" y="26972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5" name="Google Shape;2195;p91"/>
                <p:cNvSpPr/>
                <p:nvPr/>
              </p:nvSpPr>
              <p:spPr>
                <a:xfrm>
                  <a:off x="4959438" y="28598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6" name="Google Shape;2196;p91"/>
                <p:cNvSpPr/>
                <p:nvPr/>
              </p:nvSpPr>
              <p:spPr>
                <a:xfrm>
                  <a:off x="4959438" y="30238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7" name="Google Shape;2197;p91"/>
                <p:cNvSpPr/>
                <p:nvPr/>
              </p:nvSpPr>
              <p:spPr>
                <a:xfrm>
                  <a:off x="4959438" y="31878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8" name="Google Shape;2198;p91"/>
                <p:cNvSpPr/>
                <p:nvPr/>
              </p:nvSpPr>
              <p:spPr>
                <a:xfrm>
                  <a:off x="4959438" y="33504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199" name="Google Shape;2199;p91"/>
                <p:cNvSpPr/>
                <p:nvPr/>
              </p:nvSpPr>
              <p:spPr>
                <a:xfrm>
                  <a:off x="4959438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0" name="Google Shape;2200;p91"/>
                <p:cNvSpPr/>
                <p:nvPr/>
              </p:nvSpPr>
              <p:spPr>
                <a:xfrm>
                  <a:off x="3512788" y="18784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1" name="Google Shape;2201;p91"/>
                <p:cNvSpPr/>
                <p:nvPr/>
              </p:nvSpPr>
              <p:spPr>
                <a:xfrm>
                  <a:off x="3512788" y="13862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2" name="Google Shape;2202;p91"/>
                <p:cNvSpPr/>
                <p:nvPr/>
              </p:nvSpPr>
              <p:spPr>
                <a:xfrm>
                  <a:off x="4959438" y="22051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3" name="Google Shape;2203;p91"/>
                <p:cNvSpPr/>
                <p:nvPr/>
              </p:nvSpPr>
              <p:spPr>
                <a:xfrm>
                  <a:off x="4959438" y="23677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4" name="Google Shape;2204;p91"/>
                <p:cNvSpPr/>
                <p:nvPr/>
              </p:nvSpPr>
              <p:spPr>
                <a:xfrm>
                  <a:off x="4959438" y="253180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5" name="Google Shape;2205;p91"/>
                <p:cNvSpPr/>
                <p:nvPr/>
              </p:nvSpPr>
              <p:spPr>
                <a:xfrm>
                  <a:off x="4959438" y="20605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6" name="Google Shape;2206;p91"/>
                <p:cNvSpPr/>
                <p:nvPr/>
              </p:nvSpPr>
              <p:spPr>
                <a:xfrm>
                  <a:off x="5709188" y="33504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7" name="Google Shape;2207;p91"/>
                <p:cNvSpPr/>
                <p:nvPr/>
              </p:nvSpPr>
              <p:spPr>
                <a:xfrm>
                  <a:off x="5709188" y="35159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8" name="Google Shape;2208;p91"/>
                <p:cNvSpPr/>
                <p:nvPr/>
              </p:nvSpPr>
              <p:spPr>
                <a:xfrm>
                  <a:off x="8046588" y="22065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09" name="Google Shape;2209;p91"/>
                <p:cNvSpPr/>
                <p:nvPr/>
              </p:nvSpPr>
              <p:spPr>
                <a:xfrm>
                  <a:off x="7223863" y="18986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0" name="Google Shape;2210;p91"/>
                <p:cNvSpPr/>
                <p:nvPr/>
              </p:nvSpPr>
              <p:spPr>
                <a:xfrm>
                  <a:off x="7223863" y="20612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1" name="Google Shape;2211;p91"/>
                <p:cNvSpPr/>
                <p:nvPr/>
              </p:nvSpPr>
              <p:spPr>
                <a:xfrm>
                  <a:off x="7223863" y="22238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2" name="Google Shape;2212;p91"/>
                <p:cNvSpPr/>
                <p:nvPr/>
              </p:nvSpPr>
              <p:spPr>
                <a:xfrm>
                  <a:off x="7223863" y="238790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3" name="Google Shape;2213;p91"/>
                <p:cNvSpPr/>
                <p:nvPr/>
              </p:nvSpPr>
              <p:spPr>
                <a:xfrm>
                  <a:off x="2804538" y="23691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4" name="Google Shape;2214;p91"/>
                <p:cNvSpPr/>
                <p:nvPr/>
              </p:nvSpPr>
              <p:spPr>
                <a:xfrm>
                  <a:off x="7223863" y="17339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5" name="Google Shape;2215;p91"/>
                <p:cNvSpPr/>
                <p:nvPr/>
              </p:nvSpPr>
              <p:spPr>
                <a:xfrm>
                  <a:off x="6513063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6" name="Google Shape;2216;p91"/>
                <p:cNvSpPr/>
                <p:nvPr/>
              </p:nvSpPr>
              <p:spPr>
                <a:xfrm>
                  <a:off x="1308413" y="18785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7" name="Google Shape;2217;p91"/>
                <p:cNvSpPr/>
                <p:nvPr/>
              </p:nvSpPr>
              <p:spPr>
                <a:xfrm>
                  <a:off x="7223863" y="25346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8" name="Google Shape;2218;p91"/>
                <p:cNvSpPr/>
                <p:nvPr/>
              </p:nvSpPr>
              <p:spPr>
                <a:xfrm>
                  <a:off x="7223863" y="26972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19" name="Google Shape;2219;p91"/>
                <p:cNvSpPr/>
                <p:nvPr/>
              </p:nvSpPr>
              <p:spPr>
                <a:xfrm>
                  <a:off x="7223863" y="28598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0" name="Google Shape;2220;p91"/>
                <p:cNvSpPr/>
                <p:nvPr/>
              </p:nvSpPr>
              <p:spPr>
                <a:xfrm>
                  <a:off x="7223863" y="3023850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1" name="Google Shape;2221;p91"/>
                <p:cNvSpPr/>
                <p:nvPr/>
              </p:nvSpPr>
              <p:spPr>
                <a:xfrm>
                  <a:off x="7223863" y="31878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2" name="Google Shape;2222;p91"/>
                <p:cNvSpPr/>
                <p:nvPr/>
              </p:nvSpPr>
              <p:spPr>
                <a:xfrm>
                  <a:off x="7223863" y="33504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3" name="Google Shape;2223;p91"/>
                <p:cNvSpPr/>
                <p:nvPr/>
              </p:nvSpPr>
              <p:spPr>
                <a:xfrm>
                  <a:off x="7223863" y="351592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4" name="Google Shape;2224;p91"/>
                <p:cNvSpPr/>
                <p:nvPr/>
              </p:nvSpPr>
              <p:spPr>
                <a:xfrm>
                  <a:off x="8046588" y="237061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5" name="Google Shape;2225;p91"/>
                <p:cNvSpPr/>
                <p:nvPr/>
              </p:nvSpPr>
              <p:spPr>
                <a:xfrm>
                  <a:off x="8046588" y="25346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6" name="Google Shape;2226;p91"/>
                <p:cNvSpPr/>
                <p:nvPr/>
              </p:nvSpPr>
              <p:spPr>
                <a:xfrm>
                  <a:off x="8046588" y="26972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7" name="Google Shape;2227;p91"/>
                <p:cNvSpPr/>
                <p:nvPr/>
              </p:nvSpPr>
              <p:spPr>
                <a:xfrm>
                  <a:off x="8046588" y="28598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8" name="Google Shape;2228;p91"/>
                <p:cNvSpPr/>
                <p:nvPr/>
              </p:nvSpPr>
              <p:spPr>
                <a:xfrm>
                  <a:off x="8046588" y="3023863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29" name="Google Shape;2229;p91"/>
                <p:cNvSpPr/>
                <p:nvPr/>
              </p:nvSpPr>
              <p:spPr>
                <a:xfrm>
                  <a:off x="8046588" y="318788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30" name="Google Shape;2230;p91"/>
                <p:cNvSpPr/>
                <p:nvPr/>
              </p:nvSpPr>
              <p:spPr>
                <a:xfrm>
                  <a:off x="8046588" y="3350475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31" name="Google Shape;2231;p91"/>
                <p:cNvSpPr/>
                <p:nvPr/>
              </p:nvSpPr>
              <p:spPr>
                <a:xfrm>
                  <a:off x="8046588" y="3515938"/>
                  <a:ext cx="162600" cy="16260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pic>
            <p:nvPicPr>
              <p:cNvPr id="2232" name="Google Shape;2232;p9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058117" y="3508144"/>
                <a:ext cx="95552" cy="345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3" name="Google Shape;2233;p9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116329" y="3508144"/>
                <a:ext cx="93530" cy="345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4" name="Google Shape;2234;p9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452028" y="3573684"/>
                <a:ext cx="254657" cy="2795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5" name="Google Shape;2235;p9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723056" y="3486402"/>
                <a:ext cx="134353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6" name="Google Shape;2236;p9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354377" y="3486403"/>
                <a:ext cx="142197" cy="366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7" name="Google Shape;2237;p9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410567" y="3486402"/>
                <a:ext cx="111782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8" name="Google Shape;2238;p91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3907394" y="3486402"/>
                <a:ext cx="109095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9" name="Google Shape;2239;p9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518221" y="3486402"/>
                <a:ext cx="88673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40" name="Google Shape;2240;p9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4807602" y="3486402"/>
                <a:ext cx="108020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41" name="Google Shape;2241;p91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4217196" y="3486403"/>
                <a:ext cx="100317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42" name="Google Shape;2242;p91"/>
              <p:cNvSpPr/>
              <p:nvPr/>
            </p:nvSpPr>
            <p:spPr>
              <a:xfrm>
                <a:off x="3754576" y="330610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3" name="Google Shape;2243;p91"/>
              <p:cNvSpPr/>
              <p:nvPr/>
            </p:nvSpPr>
            <p:spPr>
              <a:xfrm>
                <a:off x="3754576" y="3374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4" name="Google Shape;2244;p91"/>
              <p:cNvSpPr/>
              <p:nvPr/>
            </p:nvSpPr>
            <p:spPr>
              <a:xfrm>
                <a:off x="3754576" y="3442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5" name="Google Shape;2245;p91"/>
              <p:cNvSpPr/>
              <p:nvPr/>
            </p:nvSpPr>
            <p:spPr>
              <a:xfrm>
                <a:off x="3754576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6" name="Google Shape;2246;p91"/>
              <p:cNvSpPr/>
              <p:nvPr/>
            </p:nvSpPr>
            <p:spPr>
              <a:xfrm>
                <a:off x="3754576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7" name="Google Shape;2247;p91"/>
              <p:cNvSpPr/>
              <p:nvPr/>
            </p:nvSpPr>
            <p:spPr>
              <a:xfrm>
                <a:off x="3754576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8" name="Google Shape;2248;p91"/>
              <p:cNvSpPr/>
              <p:nvPr/>
            </p:nvSpPr>
            <p:spPr>
              <a:xfrm>
                <a:off x="3754576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9" name="Google Shape;2249;p91"/>
              <p:cNvSpPr/>
              <p:nvPr/>
            </p:nvSpPr>
            <p:spPr>
              <a:xfrm>
                <a:off x="3754576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0" name="Google Shape;2250;p91"/>
              <p:cNvSpPr/>
              <p:nvPr/>
            </p:nvSpPr>
            <p:spPr>
              <a:xfrm>
                <a:off x="3754576" y="323773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1" name="Google Shape;2251;p91"/>
              <p:cNvSpPr/>
              <p:nvPr/>
            </p:nvSpPr>
            <p:spPr>
              <a:xfrm>
                <a:off x="4062885" y="316585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2" name="Google Shape;2252;p91"/>
              <p:cNvSpPr/>
              <p:nvPr/>
            </p:nvSpPr>
            <p:spPr>
              <a:xfrm>
                <a:off x="4062885" y="309746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3" name="Google Shape;2253;p91"/>
              <p:cNvSpPr/>
              <p:nvPr/>
            </p:nvSpPr>
            <p:spPr>
              <a:xfrm>
                <a:off x="4062885" y="28923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4" name="Google Shape;2254;p91"/>
              <p:cNvSpPr/>
              <p:nvPr/>
            </p:nvSpPr>
            <p:spPr>
              <a:xfrm>
                <a:off x="4062508" y="358040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5" name="Google Shape;2255;p91"/>
              <p:cNvSpPr/>
              <p:nvPr/>
            </p:nvSpPr>
            <p:spPr>
              <a:xfrm>
                <a:off x="4062508" y="364877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6" name="Google Shape;2256;p91"/>
              <p:cNvSpPr/>
              <p:nvPr/>
            </p:nvSpPr>
            <p:spPr>
              <a:xfrm>
                <a:off x="4062508" y="371653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7" name="Google Shape;2257;p91"/>
              <p:cNvSpPr/>
              <p:nvPr/>
            </p:nvSpPr>
            <p:spPr>
              <a:xfrm>
                <a:off x="4062508" y="378550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8" name="Google Shape;2258;p91"/>
              <p:cNvSpPr/>
              <p:nvPr/>
            </p:nvSpPr>
            <p:spPr>
              <a:xfrm>
                <a:off x="4062885" y="296069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9" name="Google Shape;2259;p91"/>
              <p:cNvSpPr/>
              <p:nvPr/>
            </p:nvSpPr>
            <p:spPr>
              <a:xfrm>
                <a:off x="4378161" y="344223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0" name="Google Shape;2260;p91"/>
              <p:cNvSpPr/>
              <p:nvPr/>
            </p:nvSpPr>
            <p:spPr>
              <a:xfrm>
                <a:off x="4378161" y="351000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1" name="Google Shape;2261;p91"/>
              <p:cNvSpPr/>
              <p:nvPr/>
            </p:nvSpPr>
            <p:spPr>
              <a:xfrm>
                <a:off x="4378161" y="35783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2" name="Google Shape;2262;p91"/>
              <p:cNvSpPr/>
              <p:nvPr/>
            </p:nvSpPr>
            <p:spPr>
              <a:xfrm>
                <a:off x="4378161" y="36467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3" name="Google Shape;2263;p91"/>
              <p:cNvSpPr/>
              <p:nvPr/>
            </p:nvSpPr>
            <p:spPr>
              <a:xfrm>
                <a:off x="4378161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4" name="Google Shape;2264;p91"/>
              <p:cNvSpPr/>
              <p:nvPr/>
            </p:nvSpPr>
            <p:spPr>
              <a:xfrm>
                <a:off x="4378161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5" name="Google Shape;2265;p91"/>
              <p:cNvSpPr/>
              <p:nvPr/>
            </p:nvSpPr>
            <p:spPr>
              <a:xfrm>
                <a:off x="4062885" y="323421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6" name="Google Shape;2266;p91"/>
              <p:cNvSpPr/>
              <p:nvPr/>
            </p:nvSpPr>
            <p:spPr>
              <a:xfrm>
                <a:off x="4062885" y="330257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7" name="Google Shape;2267;p91"/>
              <p:cNvSpPr/>
              <p:nvPr/>
            </p:nvSpPr>
            <p:spPr>
              <a:xfrm>
                <a:off x="4062885" y="337035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8" name="Google Shape;2268;p91"/>
              <p:cNvSpPr/>
              <p:nvPr/>
            </p:nvSpPr>
            <p:spPr>
              <a:xfrm>
                <a:off x="4062885" y="343812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9" name="Google Shape;2269;p91"/>
              <p:cNvSpPr/>
              <p:nvPr/>
            </p:nvSpPr>
            <p:spPr>
              <a:xfrm>
                <a:off x="4062885" y="350648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0" name="Google Shape;2270;p91"/>
              <p:cNvSpPr/>
              <p:nvPr/>
            </p:nvSpPr>
            <p:spPr>
              <a:xfrm>
                <a:off x="4673360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1" name="Google Shape;2271;p91"/>
              <p:cNvSpPr/>
              <p:nvPr/>
            </p:nvSpPr>
            <p:spPr>
              <a:xfrm>
                <a:off x="4673360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2" name="Google Shape;2272;p91"/>
              <p:cNvSpPr/>
              <p:nvPr/>
            </p:nvSpPr>
            <p:spPr>
              <a:xfrm>
                <a:off x="4673360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3" name="Google Shape;2273;p91"/>
              <p:cNvSpPr/>
              <p:nvPr/>
            </p:nvSpPr>
            <p:spPr>
              <a:xfrm>
                <a:off x="3754571" y="304044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4" name="Google Shape;2274;p91"/>
              <p:cNvSpPr/>
              <p:nvPr/>
            </p:nvSpPr>
            <p:spPr>
              <a:xfrm>
                <a:off x="4982088" y="35783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5" name="Google Shape;2275;p91"/>
              <p:cNvSpPr/>
              <p:nvPr/>
            </p:nvSpPr>
            <p:spPr>
              <a:xfrm>
                <a:off x="4982088" y="36467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6" name="Google Shape;2276;p91"/>
              <p:cNvSpPr/>
              <p:nvPr/>
            </p:nvSpPr>
            <p:spPr>
              <a:xfrm>
                <a:off x="4982088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7" name="Google Shape;2277;p91"/>
              <p:cNvSpPr/>
              <p:nvPr/>
            </p:nvSpPr>
            <p:spPr>
              <a:xfrm>
                <a:off x="4982088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8" name="Google Shape;2278;p91"/>
              <p:cNvSpPr/>
              <p:nvPr/>
            </p:nvSpPr>
            <p:spPr>
              <a:xfrm>
                <a:off x="3754571" y="31693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9" name="Google Shape;2279;p91"/>
              <p:cNvSpPr/>
              <p:nvPr/>
            </p:nvSpPr>
            <p:spPr>
              <a:xfrm>
                <a:off x="5276318" y="3442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0" name="Google Shape;2280;p91"/>
              <p:cNvSpPr/>
              <p:nvPr/>
            </p:nvSpPr>
            <p:spPr>
              <a:xfrm>
                <a:off x="5276318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1" name="Google Shape;2281;p91"/>
              <p:cNvSpPr/>
              <p:nvPr/>
            </p:nvSpPr>
            <p:spPr>
              <a:xfrm>
                <a:off x="5276318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2" name="Google Shape;2282;p91"/>
              <p:cNvSpPr/>
              <p:nvPr/>
            </p:nvSpPr>
            <p:spPr>
              <a:xfrm>
                <a:off x="5276318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3" name="Google Shape;2283;p91"/>
              <p:cNvSpPr/>
              <p:nvPr/>
            </p:nvSpPr>
            <p:spPr>
              <a:xfrm>
                <a:off x="5276318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4" name="Google Shape;2284;p91"/>
              <p:cNvSpPr/>
              <p:nvPr/>
            </p:nvSpPr>
            <p:spPr>
              <a:xfrm>
                <a:off x="5276318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5" name="Google Shape;2285;p91"/>
              <p:cNvSpPr/>
              <p:nvPr/>
            </p:nvSpPr>
            <p:spPr>
              <a:xfrm>
                <a:off x="4062879" y="302907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6" name="Google Shape;2286;p91"/>
              <p:cNvSpPr/>
              <p:nvPr/>
            </p:nvSpPr>
            <p:spPr>
              <a:xfrm>
                <a:off x="4062879" y="282392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7" name="Google Shape;2287;p91"/>
              <p:cNvSpPr/>
              <p:nvPr/>
            </p:nvSpPr>
            <p:spPr>
              <a:xfrm>
                <a:off x="5276318" y="323714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8" name="Google Shape;2288;p91"/>
              <p:cNvSpPr/>
              <p:nvPr/>
            </p:nvSpPr>
            <p:spPr>
              <a:xfrm>
                <a:off x="5276318" y="330491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9" name="Google Shape;2289;p91"/>
              <p:cNvSpPr/>
              <p:nvPr/>
            </p:nvSpPr>
            <p:spPr>
              <a:xfrm>
                <a:off x="5276318" y="337328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0" name="Google Shape;2290;p91"/>
              <p:cNvSpPr/>
              <p:nvPr/>
            </p:nvSpPr>
            <p:spPr>
              <a:xfrm>
                <a:off x="5276318" y="317687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1" name="Google Shape;2291;p91"/>
              <p:cNvSpPr/>
              <p:nvPr/>
            </p:nvSpPr>
            <p:spPr>
              <a:xfrm>
                <a:off x="5588814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2" name="Google Shape;2292;p91"/>
              <p:cNvSpPr/>
              <p:nvPr/>
            </p:nvSpPr>
            <p:spPr>
              <a:xfrm>
                <a:off x="5588814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3" name="Google Shape;2293;p91"/>
              <p:cNvSpPr/>
              <p:nvPr/>
            </p:nvSpPr>
            <p:spPr>
              <a:xfrm>
                <a:off x="6563042" y="323773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4" name="Google Shape;2294;p91"/>
              <p:cNvSpPr/>
              <p:nvPr/>
            </p:nvSpPr>
            <p:spPr>
              <a:xfrm>
                <a:off x="5923868" y="303569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5" name="Google Shape;2295;p91"/>
              <p:cNvSpPr/>
              <p:nvPr/>
            </p:nvSpPr>
            <p:spPr>
              <a:xfrm>
                <a:off x="5923868" y="310346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6" name="Google Shape;2296;p91"/>
              <p:cNvSpPr/>
              <p:nvPr/>
            </p:nvSpPr>
            <p:spPr>
              <a:xfrm>
                <a:off x="5923868" y="31712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7" name="Google Shape;2297;p91"/>
              <p:cNvSpPr/>
              <p:nvPr/>
            </p:nvSpPr>
            <p:spPr>
              <a:xfrm>
                <a:off x="5923868" y="323960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8" name="Google Shape;2298;p91"/>
              <p:cNvSpPr/>
              <p:nvPr/>
            </p:nvSpPr>
            <p:spPr>
              <a:xfrm>
                <a:off x="5923868" y="296703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9" name="Google Shape;2299;p91"/>
              <p:cNvSpPr/>
              <p:nvPr/>
            </p:nvSpPr>
            <p:spPr>
              <a:xfrm>
                <a:off x="5923869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0" name="Google Shape;2300;p91"/>
              <p:cNvSpPr/>
              <p:nvPr/>
            </p:nvSpPr>
            <p:spPr>
              <a:xfrm>
                <a:off x="3754571" y="310100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1" name="Google Shape;2301;p91"/>
              <p:cNvSpPr/>
              <p:nvPr/>
            </p:nvSpPr>
            <p:spPr>
              <a:xfrm>
                <a:off x="5923868" y="330076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2" name="Google Shape;2302;p91"/>
              <p:cNvSpPr/>
              <p:nvPr/>
            </p:nvSpPr>
            <p:spPr>
              <a:xfrm>
                <a:off x="5923868" y="336853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3" name="Google Shape;2303;p91"/>
              <p:cNvSpPr/>
              <p:nvPr/>
            </p:nvSpPr>
            <p:spPr>
              <a:xfrm>
                <a:off x="5923868" y="343630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4" name="Google Shape;2304;p91"/>
              <p:cNvSpPr/>
              <p:nvPr/>
            </p:nvSpPr>
            <p:spPr>
              <a:xfrm>
                <a:off x="5923868" y="35046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5" name="Google Shape;2305;p91"/>
              <p:cNvSpPr/>
              <p:nvPr/>
            </p:nvSpPr>
            <p:spPr>
              <a:xfrm>
                <a:off x="5923868" y="35730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6" name="Google Shape;2306;p91"/>
              <p:cNvSpPr/>
              <p:nvPr/>
            </p:nvSpPr>
            <p:spPr>
              <a:xfrm>
                <a:off x="5923868" y="36408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7" name="Google Shape;2307;p91"/>
              <p:cNvSpPr/>
              <p:nvPr/>
            </p:nvSpPr>
            <p:spPr>
              <a:xfrm>
                <a:off x="5923868" y="37097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8" name="Google Shape;2308;p91"/>
              <p:cNvSpPr/>
              <p:nvPr/>
            </p:nvSpPr>
            <p:spPr>
              <a:xfrm>
                <a:off x="6563042" y="330610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9" name="Google Shape;2309;p91"/>
              <p:cNvSpPr/>
              <p:nvPr/>
            </p:nvSpPr>
            <p:spPr>
              <a:xfrm>
                <a:off x="6563042" y="3374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0" name="Google Shape;2310;p91"/>
              <p:cNvSpPr/>
              <p:nvPr/>
            </p:nvSpPr>
            <p:spPr>
              <a:xfrm>
                <a:off x="6563042" y="3442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1" name="Google Shape;2311;p91"/>
              <p:cNvSpPr/>
              <p:nvPr/>
            </p:nvSpPr>
            <p:spPr>
              <a:xfrm>
                <a:off x="6563042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2" name="Google Shape;2312;p91"/>
              <p:cNvSpPr/>
              <p:nvPr/>
            </p:nvSpPr>
            <p:spPr>
              <a:xfrm>
                <a:off x="6563042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3" name="Google Shape;2313;p91"/>
              <p:cNvSpPr/>
              <p:nvPr/>
            </p:nvSpPr>
            <p:spPr>
              <a:xfrm>
                <a:off x="6563042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4" name="Google Shape;2314;p91"/>
              <p:cNvSpPr/>
              <p:nvPr/>
            </p:nvSpPr>
            <p:spPr>
              <a:xfrm>
                <a:off x="6563042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5" name="Google Shape;2315;p91"/>
              <p:cNvSpPr/>
              <p:nvPr/>
            </p:nvSpPr>
            <p:spPr>
              <a:xfrm>
                <a:off x="6563042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6" name="Google Shape;2316;p91"/>
              <p:cNvSpPr/>
              <p:nvPr/>
            </p:nvSpPr>
            <p:spPr>
              <a:xfrm>
                <a:off x="6563210" y="255602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7" name="Google Shape;2317;p91"/>
              <p:cNvSpPr/>
              <p:nvPr/>
            </p:nvSpPr>
            <p:spPr>
              <a:xfrm>
                <a:off x="6563210" y="24876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8" name="Google Shape;2318;p91"/>
              <p:cNvSpPr/>
              <p:nvPr/>
            </p:nvSpPr>
            <p:spPr>
              <a:xfrm>
                <a:off x="6563210" y="228247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9" name="Google Shape;2319;p91"/>
              <p:cNvSpPr/>
              <p:nvPr/>
            </p:nvSpPr>
            <p:spPr>
              <a:xfrm>
                <a:off x="6562833" y="297058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0" name="Google Shape;2320;p91"/>
              <p:cNvSpPr/>
              <p:nvPr/>
            </p:nvSpPr>
            <p:spPr>
              <a:xfrm>
                <a:off x="6562833" y="303894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1" name="Google Shape;2321;p91"/>
              <p:cNvSpPr/>
              <p:nvPr/>
            </p:nvSpPr>
            <p:spPr>
              <a:xfrm>
                <a:off x="6562833" y="310671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2" name="Google Shape;2322;p91"/>
              <p:cNvSpPr/>
              <p:nvPr/>
            </p:nvSpPr>
            <p:spPr>
              <a:xfrm>
                <a:off x="6562833" y="317567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3" name="Google Shape;2323;p91"/>
              <p:cNvSpPr/>
              <p:nvPr/>
            </p:nvSpPr>
            <p:spPr>
              <a:xfrm>
                <a:off x="6563210" y="235086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4" name="Google Shape;2324;p91"/>
              <p:cNvSpPr/>
              <p:nvPr/>
            </p:nvSpPr>
            <p:spPr>
              <a:xfrm>
                <a:off x="6563210" y="262438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5" name="Google Shape;2325;p91"/>
              <p:cNvSpPr/>
              <p:nvPr/>
            </p:nvSpPr>
            <p:spPr>
              <a:xfrm>
                <a:off x="6563210" y="269275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6" name="Google Shape;2326;p91"/>
              <p:cNvSpPr/>
              <p:nvPr/>
            </p:nvSpPr>
            <p:spPr>
              <a:xfrm>
                <a:off x="6563210" y="276052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7" name="Google Shape;2327;p91"/>
              <p:cNvSpPr/>
              <p:nvPr/>
            </p:nvSpPr>
            <p:spPr>
              <a:xfrm>
                <a:off x="6563210" y="282829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8" name="Google Shape;2328;p91"/>
              <p:cNvSpPr/>
              <p:nvPr/>
            </p:nvSpPr>
            <p:spPr>
              <a:xfrm>
                <a:off x="6563210" y="289666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9" name="Google Shape;2329;p91"/>
              <p:cNvSpPr/>
              <p:nvPr/>
            </p:nvSpPr>
            <p:spPr>
              <a:xfrm>
                <a:off x="6563204" y="241924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30" name="Google Shape;2330;p91"/>
              <p:cNvSpPr/>
              <p:nvPr/>
            </p:nvSpPr>
            <p:spPr>
              <a:xfrm>
                <a:off x="6563204" y="221409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2331" name="Google Shape;2331;p9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915342" y="3508144"/>
                <a:ext cx="95552" cy="345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32" name="Google Shape;2332;p9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973554" y="3508144"/>
                <a:ext cx="93530" cy="345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33" name="Google Shape;2333;p9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580281" y="3486402"/>
                <a:ext cx="134353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34" name="Google Shape;2334;p9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211602" y="3486403"/>
                <a:ext cx="142197" cy="366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35" name="Google Shape;2335;p9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267792" y="3486402"/>
                <a:ext cx="111782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36" name="Google Shape;2336;p9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6664827" y="3486402"/>
                <a:ext cx="108020" cy="3668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7" name="Google Shape;2337;p91"/>
              <p:cNvSpPr/>
              <p:nvPr/>
            </p:nvSpPr>
            <p:spPr>
              <a:xfrm>
                <a:off x="6839313" y="35783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38" name="Google Shape;2338;p91"/>
              <p:cNvSpPr/>
              <p:nvPr/>
            </p:nvSpPr>
            <p:spPr>
              <a:xfrm>
                <a:off x="6839313" y="36467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39" name="Google Shape;2339;p91"/>
              <p:cNvSpPr/>
              <p:nvPr/>
            </p:nvSpPr>
            <p:spPr>
              <a:xfrm>
                <a:off x="6839313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0" name="Google Shape;2340;p91"/>
              <p:cNvSpPr/>
              <p:nvPr/>
            </p:nvSpPr>
            <p:spPr>
              <a:xfrm>
                <a:off x="6839313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1" name="Google Shape;2341;p91"/>
              <p:cNvSpPr/>
              <p:nvPr/>
            </p:nvSpPr>
            <p:spPr>
              <a:xfrm>
                <a:off x="7133543" y="3442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2" name="Google Shape;2342;p91"/>
              <p:cNvSpPr/>
              <p:nvPr/>
            </p:nvSpPr>
            <p:spPr>
              <a:xfrm>
                <a:off x="7133543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3" name="Google Shape;2343;p91"/>
              <p:cNvSpPr/>
              <p:nvPr/>
            </p:nvSpPr>
            <p:spPr>
              <a:xfrm>
                <a:off x="7133543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4" name="Google Shape;2344;p91"/>
              <p:cNvSpPr/>
              <p:nvPr/>
            </p:nvSpPr>
            <p:spPr>
              <a:xfrm>
                <a:off x="7133543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5" name="Google Shape;2345;p91"/>
              <p:cNvSpPr/>
              <p:nvPr/>
            </p:nvSpPr>
            <p:spPr>
              <a:xfrm>
                <a:off x="7133543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6" name="Google Shape;2346;p91"/>
              <p:cNvSpPr/>
              <p:nvPr/>
            </p:nvSpPr>
            <p:spPr>
              <a:xfrm>
                <a:off x="7133543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7" name="Google Shape;2347;p91"/>
              <p:cNvSpPr/>
              <p:nvPr/>
            </p:nvSpPr>
            <p:spPr>
              <a:xfrm>
                <a:off x="7133543" y="323714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8" name="Google Shape;2348;p91"/>
              <p:cNvSpPr/>
              <p:nvPr/>
            </p:nvSpPr>
            <p:spPr>
              <a:xfrm>
                <a:off x="7133543" y="330491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9" name="Google Shape;2349;p91"/>
              <p:cNvSpPr/>
              <p:nvPr/>
            </p:nvSpPr>
            <p:spPr>
              <a:xfrm>
                <a:off x="7133543" y="3373283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0" name="Google Shape;2350;p91"/>
              <p:cNvSpPr/>
              <p:nvPr/>
            </p:nvSpPr>
            <p:spPr>
              <a:xfrm>
                <a:off x="7133543" y="317687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1" name="Google Shape;2351;p91"/>
              <p:cNvSpPr/>
              <p:nvPr/>
            </p:nvSpPr>
            <p:spPr>
              <a:xfrm>
                <a:off x="7446039" y="37145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2" name="Google Shape;2352;p91"/>
              <p:cNvSpPr/>
              <p:nvPr/>
            </p:nvSpPr>
            <p:spPr>
              <a:xfrm>
                <a:off x="7446039" y="3783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3" name="Google Shape;2353;p91"/>
              <p:cNvSpPr/>
              <p:nvPr/>
            </p:nvSpPr>
            <p:spPr>
              <a:xfrm>
                <a:off x="8077380" y="358644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4" name="Google Shape;2354;p91"/>
              <p:cNvSpPr/>
              <p:nvPr/>
            </p:nvSpPr>
            <p:spPr>
              <a:xfrm>
                <a:off x="7781093" y="303569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5" name="Google Shape;2355;p91"/>
              <p:cNvSpPr/>
              <p:nvPr/>
            </p:nvSpPr>
            <p:spPr>
              <a:xfrm>
                <a:off x="7781093" y="310346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6" name="Google Shape;2356;p91"/>
              <p:cNvSpPr/>
              <p:nvPr/>
            </p:nvSpPr>
            <p:spPr>
              <a:xfrm>
                <a:off x="7781093" y="31712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7" name="Google Shape;2357;p91"/>
              <p:cNvSpPr/>
              <p:nvPr/>
            </p:nvSpPr>
            <p:spPr>
              <a:xfrm>
                <a:off x="7781093" y="323960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8" name="Google Shape;2358;p91"/>
              <p:cNvSpPr/>
              <p:nvPr/>
            </p:nvSpPr>
            <p:spPr>
              <a:xfrm>
                <a:off x="7781093" y="296703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9" name="Google Shape;2359;p91"/>
              <p:cNvSpPr/>
              <p:nvPr/>
            </p:nvSpPr>
            <p:spPr>
              <a:xfrm>
                <a:off x="7781094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0" name="Google Shape;2360;p91"/>
              <p:cNvSpPr/>
              <p:nvPr/>
            </p:nvSpPr>
            <p:spPr>
              <a:xfrm>
                <a:off x="7781093" y="330076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1" name="Google Shape;2361;p91"/>
              <p:cNvSpPr/>
              <p:nvPr/>
            </p:nvSpPr>
            <p:spPr>
              <a:xfrm>
                <a:off x="7781093" y="336853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2" name="Google Shape;2362;p91"/>
              <p:cNvSpPr/>
              <p:nvPr/>
            </p:nvSpPr>
            <p:spPr>
              <a:xfrm>
                <a:off x="7781093" y="343630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3" name="Google Shape;2363;p91"/>
              <p:cNvSpPr/>
              <p:nvPr/>
            </p:nvSpPr>
            <p:spPr>
              <a:xfrm>
                <a:off x="7781093" y="350466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4" name="Google Shape;2364;p91"/>
              <p:cNvSpPr/>
              <p:nvPr/>
            </p:nvSpPr>
            <p:spPr>
              <a:xfrm>
                <a:off x="7781093" y="357303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5" name="Google Shape;2365;p91"/>
              <p:cNvSpPr/>
              <p:nvPr/>
            </p:nvSpPr>
            <p:spPr>
              <a:xfrm>
                <a:off x="7781093" y="364080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6" name="Google Shape;2366;p91"/>
              <p:cNvSpPr/>
              <p:nvPr/>
            </p:nvSpPr>
            <p:spPr>
              <a:xfrm>
                <a:off x="7781093" y="37097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7" name="Google Shape;2367;p91"/>
              <p:cNvSpPr/>
              <p:nvPr/>
            </p:nvSpPr>
            <p:spPr>
              <a:xfrm>
                <a:off x="8077380" y="3654812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8" name="Google Shape;2368;p91"/>
              <p:cNvSpPr/>
              <p:nvPr/>
            </p:nvSpPr>
            <p:spPr>
              <a:xfrm>
                <a:off x="8077380" y="3723178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69" name="Google Shape;2369;p91"/>
              <p:cNvSpPr/>
              <p:nvPr/>
            </p:nvSpPr>
            <p:spPr>
              <a:xfrm>
                <a:off x="8077380" y="379095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0" name="Google Shape;2370;p91"/>
              <p:cNvSpPr/>
              <p:nvPr/>
            </p:nvSpPr>
            <p:spPr>
              <a:xfrm>
                <a:off x="8420267" y="3510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1" name="Google Shape;2371;p91"/>
              <p:cNvSpPr/>
              <p:nvPr/>
            </p:nvSpPr>
            <p:spPr>
              <a:xfrm>
                <a:off x="8420267" y="3578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2" name="Google Shape;2372;p91"/>
              <p:cNvSpPr/>
              <p:nvPr/>
            </p:nvSpPr>
            <p:spPr>
              <a:xfrm>
                <a:off x="8420267" y="3646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3" name="Google Shape;2373;p91"/>
              <p:cNvSpPr/>
              <p:nvPr/>
            </p:nvSpPr>
            <p:spPr>
              <a:xfrm>
                <a:off x="8420267" y="37145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4" name="Google Shape;2374;p91"/>
              <p:cNvSpPr/>
              <p:nvPr/>
            </p:nvSpPr>
            <p:spPr>
              <a:xfrm>
                <a:off x="8420267" y="378347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5" name="Google Shape;2375;p91"/>
              <p:cNvSpPr/>
              <p:nvPr/>
            </p:nvSpPr>
            <p:spPr>
              <a:xfrm>
                <a:off x="8077547" y="290474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6" name="Google Shape;2376;p91"/>
              <p:cNvSpPr/>
              <p:nvPr/>
            </p:nvSpPr>
            <p:spPr>
              <a:xfrm>
                <a:off x="8077547" y="283634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7" name="Google Shape;2377;p91"/>
              <p:cNvSpPr/>
              <p:nvPr/>
            </p:nvSpPr>
            <p:spPr>
              <a:xfrm>
                <a:off x="8077547" y="263118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8" name="Google Shape;2378;p91"/>
              <p:cNvSpPr/>
              <p:nvPr/>
            </p:nvSpPr>
            <p:spPr>
              <a:xfrm>
                <a:off x="8077170" y="3319294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9" name="Google Shape;2379;p91"/>
              <p:cNvSpPr/>
              <p:nvPr/>
            </p:nvSpPr>
            <p:spPr>
              <a:xfrm>
                <a:off x="8077170" y="338766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0" name="Google Shape;2380;p91"/>
              <p:cNvSpPr/>
              <p:nvPr/>
            </p:nvSpPr>
            <p:spPr>
              <a:xfrm>
                <a:off x="8077170" y="345542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1" name="Google Shape;2381;p91"/>
              <p:cNvSpPr/>
              <p:nvPr/>
            </p:nvSpPr>
            <p:spPr>
              <a:xfrm>
                <a:off x="8077170" y="352439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2" name="Google Shape;2382;p91"/>
              <p:cNvSpPr/>
              <p:nvPr/>
            </p:nvSpPr>
            <p:spPr>
              <a:xfrm>
                <a:off x="8077547" y="269958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3" name="Google Shape;2383;p91"/>
              <p:cNvSpPr/>
              <p:nvPr/>
            </p:nvSpPr>
            <p:spPr>
              <a:xfrm>
                <a:off x="8077547" y="2973100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4" name="Google Shape;2384;p91"/>
              <p:cNvSpPr/>
              <p:nvPr/>
            </p:nvSpPr>
            <p:spPr>
              <a:xfrm>
                <a:off x="8077547" y="3041466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5" name="Google Shape;2385;p91"/>
              <p:cNvSpPr/>
              <p:nvPr/>
            </p:nvSpPr>
            <p:spPr>
              <a:xfrm>
                <a:off x="8077547" y="310923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6" name="Google Shape;2386;p91"/>
              <p:cNvSpPr/>
              <p:nvPr/>
            </p:nvSpPr>
            <p:spPr>
              <a:xfrm>
                <a:off x="8077547" y="3177009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7" name="Google Shape;2387;p91"/>
              <p:cNvSpPr/>
              <p:nvPr/>
            </p:nvSpPr>
            <p:spPr>
              <a:xfrm>
                <a:off x="8077547" y="3245375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8" name="Google Shape;2388;p91"/>
              <p:cNvSpPr/>
              <p:nvPr/>
            </p:nvSpPr>
            <p:spPr>
              <a:xfrm>
                <a:off x="8077542" y="2767961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9" name="Google Shape;2389;p91"/>
              <p:cNvSpPr/>
              <p:nvPr/>
            </p:nvSpPr>
            <p:spPr>
              <a:xfrm>
                <a:off x="8077542" y="2562807"/>
                <a:ext cx="67800" cy="678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2390" name="Google Shape;239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97060" y="2849984"/>
              <a:ext cx="46515" cy="1680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1" name="Google Shape;2391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38594" y="2849984"/>
              <a:ext cx="45531" cy="1680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2" name="Google Shape;2392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8405" y="2881889"/>
              <a:ext cx="123969" cy="136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3" name="Google Shape;2393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133951" y="2839400"/>
              <a:ext cx="65404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4" name="Google Shape;2394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441281" y="2839400"/>
              <a:ext cx="69222" cy="178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5" name="Google Shape;2395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981830" y="2839400"/>
              <a:ext cx="54416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6" name="Google Shape;2396;p9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250079" y="2839400"/>
              <a:ext cx="53108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7" name="Google Shape;2397;p9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47433" y="2839400"/>
              <a:ext cx="43166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8" name="Google Shape;2398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688304" y="2839400"/>
              <a:ext cx="52585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9" name="Google Shape;2399;p9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400892" y="2839400"/>
              <a:ext cx="48835" cy="1785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0" name="Google Shape;2400;p91"/>
            <p:cNvSpPr/>
            <p:nvPr/>
          </p:nvSpPr>
          <p:spPr>
            <a:xfrm>
              <a:off x="1175687" y="275162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1" name="Google Shape;2401;p91"/>
            <p:cNvSpPr/>
            <p:nvPr/>
          </p:nvSpPr>
          <p:spPr>
            <a:xfrm>
              <a:off x="1175687" y="278490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2" name="Google Shape;2402;p91"/>
            <p:cNvSpPr/>
            <p:nvPr/>
          </p:nvSpPr>
          <p:spPr>
            <a:xfrm>
              <a:off x="1175687" y="281790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3" name="Google Shape;2403;p91"/>
            <p:cNvSpPr/>
            <p:nvPr/>
          </p:nvSpPr>
          <p:spPr>
            <a:xfrm>
              <a:off x="1175687" y="285089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4" name="Google Shape;2404;p91"/>
            <p:cNvSpPr/>
            <p:nvPr/>
          </p:nvSpPr>
          <p:spPr>
            <a:xfrm>
              <a:off x="1175687" y="288417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5" name="Google Shape;2405;p91"/>
            <p:cNvSpPr/>
            <p:nvPr/>
          </p:nvSpPr>
          <p:spPr>
            <a:xfrm>
              <a:off x="1175687" y="291745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6" name="Google Shape;2406;p91"/>
            <p:cNvSpPr/>
            <p:nvPr/>
          </p:nvSpPr>
          <p:spPr>
            <a:xfrm>
              <a:off x="1175687" y="2950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7" name="Google Shape;2407;p91"/>
            <p:cNvSpPr/>
            <p:nvPr/>
          </p:nvSpPr>
          <p:spPr>
            <a:xfrm>
              <a:off x="1175687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8" name="Google Shape;2408;p91"/>
            <p:cNvSpPr/>
            <p:nvPr/>
          </p:nvSpPr>
          <p:spPr>
            <a:xfrm>
              <a:off x="1175687" y="271834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9" name="Google Shape;2409;p91"/>
            <p:cNvSpPr/>
            <p:nvPr/>
          </p:nvSpPr>
          <p:spPr>
            <a:xfrm>
              <a:off x="1622955" y="271835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0" name="Google Shape;2410;p91"/>
            <p:cNvSpPr/>
            <p:nvPr/>
          </p:nvSpPr>
          <p:spPr>
            <a:xfrm>
              <a:off x="1622955" y="268505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1" name="Google Shape;2411;p91"/>
            <p:cNvSpPr/>
            <p:nvPr/>
          </p:nvSpPr>
          <p:spPr>
            <a:xfrm>
              <a:off x="1622955" y="258518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2" name="Google Shape;2412;p91"/>
            <p:cNvSpPr/>
            <p:nvPr/>
          </p:nvSpPr>
          <p:spPr>
            <a:xfrm>
              <a:off x="1325589" y="288516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3" name="Google Shape;2413;p91"/>
            <p:cNvSpPr/>
            <p:nvPr/>
          </p:nvSpPr>
          <p:spPr>
            <a:xfrm>
              <a:off x="1325589" y="2918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4" name="Google Shape;2414;p91"/>
            <p:cNvSpPr/>
            <p:nvPr/>
          </p:nvSpPr>
          <p:spPr>
            <a:xfrm>
              <a:off x="1325589" y="295143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5" name="Google Shape;2415;p91"/>
            <p:cNvSpPr/>
            <p:nvPr/>
          </p:nvSpPr>
          <p:spPr>
            <a:xfrm>
              <a:off x="1325589" y="298500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6" name="Google Shape;2416;p91"/>
            <p:cNvSpPr/>
            <p:nvPr/>
          </p:nvSpPr>
          <p:spPr>
            <a:xfrm>
              <a:off x="1622955" y="261847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7" name="Google Shape;2417;p91"/>
            <p:cNvSpPr/>
            <p:nvPr/>
          </p:nvSpPr>
          <p:spPr>
            <a:xfrm>
              <a:off x="1479251" y="278490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8" name="Google Shape;2418;p91"/>
            <p:cNvSpPr/>
            <p:nvPr/>
          </p:nvSpPr>
          <p:spPr>
            <a:xfrm>
              <a:off x="1479251" y="281789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9" name="Google Shape;2419;p91"/>
            <p:cNvSpPr/>
            <p:nvPr/>
          </p:nvSpPr>
          <p:spPr>
            <a:xfrm>
              <a:off x="1479251" y="285088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0" name="Google Shape;2420;p91"/>
            <p:cNvSpPr/>
            <p:nvPr/>
          </p:nvSpPr>
          <p:spPr>
            <a:xfrm>
              <a:off x="1479251" y="288417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1" name="Google Shape;2421;p91"/>
            <p:cNvSpPr/>
            <p:nvPr/>
          </p:nvSpPr>
          <p:spPr>
            <a:xfrm>
              <a:off x="1479251" y="291745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2" name="Google Shape;2422;p91"/>
            <p:cNvSpPr/>
            <p:nvPr/>
          </p:nvSpPr>
          <p:spPr>
            <a:xfrm>
              <a:off x="1479251" y="295044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3" name="Google Shape;2423;p91"/>
            <p:cNvSpPr/>
            <p:nvPr/>
          </p:nvSpPr>
          <p:spPr>
            <a:xfrm>
              <a:off x="1479251" y="298401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4" name="Google Shape;2424;p91"/>
            <p:cNvSpPr/>
            <p:nvPr/>
          </p:nvSpPr>
          <p:spPr>
            <a:xfrm>
              <a:off x="1622955" y="275162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5" name="Google Shape;2425;p91"/>
            <p:cNvSpPr/>
            <p:nvPr/>
          </p:nvSpPr>
          <p:spPr>
            <a:xfrm>
              <a:off x="1622955" y="278490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6" name="Google Shape;2426;p91"/>
            <p:cNvSpPr/>
            <p:nvPr/>
          </p:nvSpPr>
          <p:spPr>
            <a:xfrm>
              <a:off x="1622955" y="281790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7" name="Google Shape;2427;p91"/>
            <p:cNvSpPr/>
            <p:nvPr/>
          </p:nvSpPr>
          <p:spPr>
            <a:xfrm>
              <a:off x="1622955" y="285089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8" name="Google Shape;2428;p91"/>
            <p:cNvSpPr/>
            <p:nvPr/>
          </p:nvSpPr>
          <p:spPr>
            <a:xfrm>
              <a:off x="1622955" y="288417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9" name="Google Shape;2429;p91"/>
            <p:cNvSpPr/>
            <p:nvPr/>
          </p:nvSpPr>
          <p:spPr>
            <a:xfrm>
              <a:off x="1622955" y="291745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0" name="Google Shape;2430;p91"/>
            <p:cNvSpPr/>
            <p:nvPr/>
          </p:nvSpPr>
          <p:spPr>
            <a:xfrm>
              <a:off x="1622955" y="2950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1" name="Google Shape;2431;p91"/>
            <p:cNvSpPr/>
            <p:nvPr/>
          </p:nvSpPr>
          <p:spPr>
            <a:xfrm>
              <a:off x="1622955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2" name="Google Shape;2432;p91"/>
            <p:cNvSpPr/>
            <p:nvPr/>
          </p:nvSpPr>
          <p:spPr>
            <a:xfrm>
              <a:off x="1175684" y="252304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3" name="Google Shape;2433;p91"/>
            <p:cNvSpPr/>
            <p:nvPr/>
          </p:nvSpPr>
          <p:spPr>
            <a:xfrm>
              <a:off x="1175684" y="255632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4" name="Google Shape;2434;p91"/>
            <p:cNvSpPr/>
            <p:nvPr/>
          </p:nvSpPr>
          <p:spPr>
            <a:xfrm>
              <a:off x="1175684" y="258931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5" name="Google Shape;2435;p91"/>
            <p:cNvSpPr/>
            <p:nvPr/>
          </p:nvSpPr>
          <p:spPr>
            <a:xfrm>
              <a:off x="1175684" y="262230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6" name="Google Shape;2436;p91"/>
            <p:cNvSpPr/>
            <p:nvPr/>
          </p:nvSpPr>
          <p:spPr>
            <a:xfrm>
              <a:off x="1773245" y="288417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7" name="Google Shape;2437;p91"/>
            <p:cNvSpPr/>
            <p:nvPr/>
          </p:nvSpPr>
          <p:spPr>
            <a:xfrm>
              <a:off x="1773245" y="291745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8" name="Google Shape;2438;p91"/>
            <p:cNvSpPr/>
            <p:nvPr/>
          </p:nvSpPr>
          <p:spPr>
            <a:xfrm>
              <a:off x="1773245" y="295044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9" name="Google Shape;2439;p91"/>
            <p:cNvSpPr/>
            <p:nvPr/>
          </p:nvSpPr>
          <p:spPr>
            <a:xfrm>
              <a:off x="1773245" y="298401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0" name="Google Shape;2440;p91"/>
            <p:cNvSpPr/>
            <p:nvPr/>
          </p:nvSpPr>
          <p:spPr>
            <a:xfrm>
              <a:off x="1175684" y="268506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1" name="Google Shape;2441;p91"/>
            <p:cNvSpPr/>
            <p:nvPr/>
          </p:nvSpPr>
          <p:spPr>
            <a:xfrm>
              <a:off x="1175684" y="248976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2" name="Google Shape;2442;p91"/>
            <p:cNvSpPr/>
            <p:nvPr/>
          </p:nvSpPr>
          <p:spPr>
            <a:xfrm>
              <a:off x="1916477" y="281790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3" name="Google Shape;2443;p91"/>
            <p:cNvSpPr/>
            <p:nvPr/>
          </p:nvSpPr>
          <p:spPr>
            <a:xfrm>
              <a:off x="1916477" y="285089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4" name="Google Shape;2444;p91"/>
            <p:cNvSpPr/>
            <p:nvPr/>
          </p:nvSpPr>
          <p:spPr>
            <a:xfrm>
              <a:off x="1916477" y="288417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5" name="Google Shape;2445;p91"/>
            <p:cNvSpPr/>
            <p:nvPr/>
          </p:nvSpPr>
          <p:spPr>
            <a:xfrm>
              <a:off x="1916477" y="291745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6" name="Google Shape;2446;p91"/>
            <p:cNvSpPr/>
            <p:nvPr/>
          </p:nvSpPr>
          <p:spPr>
            <a:xfrm>
              <a:off x="1916477" y="2950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7" name="Google Shape;2447;p91"/>
            <p:cNvSpPr/>
            <p:nvPr/>
          </p:nvSpPr>
          <p:spPr>
            <a:xfrm>
              <a:off x="1916477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8" name="Google Shape;2448;p91"/>
            <p:cNvSpPr/>
            <p:nvPr/>
          </p:nvSpPr>
          <p:spPr>
            <a:xfrm>
              <a:off x="1622952" y="265176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9" name="Google Shape;2449;p91"/>
            <p:cNvSpPr/>
            <p:nvPr/>
          </p:nvSpPr>
          <p:spPr>
            <a:xfrm>
              <a:off x="1622952" y="255189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0" name="Google Shape;2450;p91"/>
            <p:cNvSpPr/>
            <p:nvPr/>
          </p:nvSpPr>
          <p:spPr>
            <a:xfrm>
              <a:off x="1916477" y="271806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1" name="Google Shape;2451;p91"/>
            <p:cNvSpPr/>
            <p:nvPr/>
          </p:nvSpPr>
          <p:spPr>
            <a:xfrm>
              <a:off x="1916477" y="275105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2" name="Google Shape;2452;p91"/>
            <p:cNvSpPr/>
            <p:nvPr/>
          </p:nvSpPr>
          <p:spPr>
            <a:xfrm>
              <a:off x="1916477" y="278433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3" name="Google Shape;2453;p91"/>
            <p:cNvSpPr/>
            <p:nvPr/>
          </p:nvSpPr>
          <p:spPr>
            <a:xfrm>
              <a:off x="1916477" y="268872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4" name="Google Shape;2454;p91"/>
            <p:cNvSpPr/>
            <p:nvPr/>
          </p:nvSpPr>
          <p:spPr>
            <a:xfrm>
              <a:off x="2068602" y="295044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5" name="Google Shape;2455;p91"/>
            <p:cNvSpPr/>
            <p:nvPr/>
          </p:nvSpPr>
          <p:spPr>
            <a:xfrm>
              <a:off x="2068602" y="298401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6" name="Google Shape;2456;p91"/>
            <p:cNvSpPr/>
            <p:nvPr/>
          </p:nvSpPr>
          <p:spPr>
            <a:xfrm>
              <a:off x="2542860" y="271834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7" name="Google Shape;2457;p91"/>
            <p:cNvSpPr/>
            <p:nvPr/>
          </p:nvSpPr>
          <p:spPr>
            <a:xfrm>
              <a:off x="2231704" y="292064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8" name="Google Shape;2458;p91"/>
            <p:cNvSpPr/>
            <p:nvPr/>
          </p:nvSpPr>
          <p:spPr>
            <a:xfrm>
              <a:off x="2231704" y="287583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9" name="Google Shape;2459;p91"/>
            <p:cNvSpPr/>
            <p:nvPr/>
          </p:nvSpPr>
          <p:spPr>
            <a:xfrm>
              <a:off x="2375929" y="2721855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0" name="Google Shape;2460;p91"/>
            <p:cNvSpPr/>
            <p:nvPr/>
          </p:nvSpPr>
          <p:spPr>
            <a:xfrm>
              <a:off x="2375929" y="275513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1" name="Google Shape;2461;p91"/>
            <p:cNvSpPr/>
            <p:nvPr/>
          </p:nvSpPr>
          <p:spPr>
            <a:xfrm>
              <a:off x="1479248" y="275133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2" name="Google Shape;2462;p91"/>
            <p:cNvSpPr/>
            <p:nvPr/>
          </p:nvSpPr>
          <p:spPr>
            <a:xfrm>
              <a:off x="2231704" y="295308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3" name="Google Shape;2463;p91"/>
            <p:cNvSpPr/>
            <p:nvPr/>
          </p:nvSpPr>
          <p:spPr>
            <a:xfrm>
              <a:off x="2231708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4" name="Google Shape;2464;p91"/>
            <p:cNvSpPr/>
            <p:nvPr/>
          </p:nvSpPr>
          <p:spPr>
            <a:xfrm>
              <a:off x="1175684" y="265178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5" name="Google Shape;2465;p91"/>
            <p:cNvSpPr/>
            <p:nvPr/>
          </p:nvSpPr>
          <p:spPr>
            <a:xfrm>
              <a:off x="2375929" y="278490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6" name="Google Shape;2466;p91"/>
            <p:cNvSpPr/>
            <p:nvPr/>
          </p:nvSpPr>
          <p:spPr>
            <a:xfrm>
              <a:off x="2375929" y="281789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7" name="Google Shape;2467;p91"/>
            <p:cNvSpPr/>
            <p:nvPr/>
          </p:nvSpPr>
          <p:spPr>
            <a:xfrm>
              <a:off x="2375929" y="285088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8" name="Google Shape;2468;p91"/>
            <p:cNvSpPr/>
            <p:nvPr/>
          </p:nvSpPr>
          <p:spPr>
            <a:xfrm>
              <a:off x="2375929" y="288417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9" name="Google Shape;2469;p91"/>
            <p:cNvSpPr/>
            <p:nvPr/>
          </p:nvSpPr>
          <p:spPr>
            <a:xfrm>
              <a:off x="2375929" y="291745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0" name="Google Shape;2470;p91"/>
            <p:cNvSpPr/>
            <p:nvPr/>
          </p:nvSpPr>
          <p:spPr>
            <a:xfrm>
              <a:off x="2375929" y="295044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1" name="Google Shape;2471;p91"/>
            <p:cNvSpPr/>
            <p:nvPr/>
          </p:nvSpPr>
          <p:spPr>
            <a:xfrm>
              <a:off x="2375929" y="298401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2" name="Google Shape;2472;p91"/>
            <p:cNvSpPr/>
            <p:nvPr/>
          </p:nvSpPr>
          <p:spPr>
            <a:xfrm>
              <a:off x="2542860" y="275162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3" name="Google Shape;2473;p91"/>
            <p:cNvSpPr/>
            <p:nvPr/>
          </p:nvSpPr>
          <p:spPr>
            <a:xfrm>
              <a:off x="2542860" y="278490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4" name="Google Shape;2474;p91"/>
            <p:cNvSpPr/>
            <p:nvPr/>
          </p:nvSpPr>
          <p:spPr>
            <a:xfrm>
              <a:off x="2542860" y="281790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5" name="Google Shape;2475;p91"/>
            <p:cNvSpPr/>
            <p:nvPr/>
          </p:nvSpPr>
          <p:spPr>
            <a:xfrm>
              <a:off x="2542860" y="285089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6" name="Google Shape;2476;p91"/>
            <p:cNvSpPr/>
            <p:nvPr/>
          </p:nvSpPr>
          <p:spPr>
            <a:xfrm>
              <a:off x="2542860" y="288417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7" name="Google Shape;2477;p91"/>
            <p:cNvSpPr/>
            <p:nvPr/>
          </p:nvSpPr>
          <p:spPr>
            <a:xfrm>
              <a:off x="2542860" y="291745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8" name="Google Shape;2478;p91"/>
            <p:cNvSpPr/>
            <p:nvPr/>
          </p:nvSpPr>
          <p:spPr>
            <a:xfrm>
              <a:off x="2542860" y="2950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9" name="Google Shape;2479;p91"/>
            <p:cNvSpPr/>
            <p:nvPr/>
          </p:nvSpPr>
          <p:spPr>
            <a:xfrm>
              <a:off x="2542860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480" name="Google Shape;248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54398" y="2849860"/>
              <a:ext cx="46505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1" name="Google Shape;2481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96030" y="2849860"/>
              <a:ext cx="45521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2" name="Google Shape;2482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86015" y="2881758"/>
              <a:ext cx="123941" cy="1360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3" name="Google Shape;2483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91324" y="2839278"/>
              <a:ext cx="65390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4" name="Google Shape;2484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98588" y="2839279"/>
              <a:ext cx="69207" cy="1785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5" name="Google Shape;2485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539235" y="2839278"/>
              <a:ext cx="54404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6" name="Google Shape;2486;p9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807641" y="2839278"/>
              <a:ext cx="53096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7" name="Google Shape;2487;p9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104931" y="2839278"/>
              <a:ext cx="43157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8" name="Google Shape;2488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245772" y="2839278"/>
              <a:ext cx="52573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9" name="Google Shape;2489;p9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2958422" y="2839278"/>
              <a:ext cx="48824" cy="1785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0" name="Google Shape;2490;p91"/>
            <p:cNvSpPr/>
            <p:nvPr/>
          </p:nvSpPr>
          <p:spPr>
            <a:xfrm>
              <a:off x="2733265" y="275152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1" name="Google Shape;2491;p91"/>
            <p:cNvSpPr/>
            <p:nvPr/>
          </p:nvSpPr>
          <p:spPr>
            <a:xfrm>
              <a:off x="2733265" y="278479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2" name="Google Shape;2492;p91"/>
            <p:cNvSpPr/>
            <p:nvPr/>
          </p:nvSpPr>
          <p:spPr>
            <a:xfrm>
              <a:off x="2733265" y="28177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3" name="Google Shape;2493;p91"/>
            <p:cNvSpPr/>
            <p:nvPr/>
          </p:nvSpPr>
          <p:spPr>
            <a:xfrm>
              <a:off x="2733265" y="28507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4" name="Google Shape;2494;p91"/>
            <p:cNvSpPr/>
            <p:nvPr/>
          </p:nvSpPr>
          <p:spPr>
            <a:xfrm>
              <a:off x="2733265" y="28840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5" name="Google Shape;2495;p91"/>
            <p:cNvSpPr/>
            <p:nvPr/>
          </p:nvSpPr>
          <p:spPr>
            <a:xfrm>
              <a:off x="2733265" y="29173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6" name="Google Shape;2496;p91"/>
            <p:cNvSpPr/>
            <p:nvPr/>
          </p:nvSpPr>
          <p:spPr>
            <a:xfrm>
              <a:off x="2733265" y="29502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7" name="Google Shape;2497;p91"/>
            <p:cNvSpPr/>
            <p:nvPr/>
          </p:nvSpPr>
          <p:spPr>
            <a:xfrm>
              <a:off x="2733265" y="29838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8" name="Google Shape;2498;p91"/>
            <p:cNvSpPr/>
            <p:nvPr/>
          </p:nvSpPr>
          <p:spPr>
            <a:xfrm>
              <a:off x="2733265" y="27182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9" name="Google Shape;2499;p91"/>
            <p:cNvSpPr/>
            <p:nvPr/>
          </p:nvSpPr>
          <p:spPr>
            <a:xfrm>
              <a:off x="2883319" y="268326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0" name="Google Shape;2500;p91"/>
            <p:cNvSpPr/>
            <p:nvPr/>
          </p:nvSpPr>
          <p:spPr>
            <a:xfrm>
              <a:off x="2883319" y="264998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1" name="Google Shape;2501;p91"/>
            <p:cNvSpPr/>
            <p:nvPr/>
          </p:nvSpPr>
          <p:spPr>
            <a:xfrm>
              <a:off x="2883319" y="255012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2" name="Google Shape;2502;p91"/>
            <p:cNvSpPr/>
            <p:nvPr/>
          </p:nvSpPr>
          <p:spPr>
            <a:xfrm>
              <a:off x="2883135" y="288503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3" name="Google Shape;2503;p91"/>
            <p:cNvSpPr/>
            <p:nvPr/>
          </p:nvSpPr>
          <p:spPr>
            <a:xfrm>
              <a:off x="2883135" y="29183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4" name="Google Shape;2504;p91"/>
            <p:cNvSpPr/>
            <p:nvPr/>
          </p:nvSpPr>
          <p:spPr>
            <a:xfrm>
              <a:off x="2883135" y="295128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5" name="Google Shape;2505;p91"/>
            <p:cNvSpPr/>
            <p:nvPr/>
          </p:nvSpPr>
          <p:spPr>
            <a:xfrm>
              <a:off x="2883135" y="29848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6" name="Google Shape;2506;p91"/>
            <p:cNvSpPr/>
            <p:nvPr/>
          </p:nvSpPr>
          <p:spPr>
            <a:xfrm>
              <a:off x="2883319" y="25834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7" name="Google Shape;2507;p91"/>
            <p:cNvSpPr/>
            <p:nvPr/>
          </p:nvSpPr>
          <p:spPr>
            <a:xfrm>
              <a:off x="3036764" y="281778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8" name="Google Shape;2508;p91"/>
            <p:cNvSpPr/>
            <p:nvPr/>
          </p:nvSpPr>
          <p:spPr>
            <a:xfrm>
              <a:off x="3036764" y="285076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9" name="Google Shape;2509;p91"/>
            <p:cNvSpPr/>
            <p:nvPr/>
          </p:nvSpPr>
          <p:spPr>
            <a:xfrm>
              <a:off x="3036764" y="288403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0" name="Google Shape;2510;p91"/>
            <p:cNvSpPr/>
            <p:nvPr/>
          </p:nvSpPr>
          <p:spPr>
            <a:xfrm>
              <a:off x="3036764" y="29173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1" name="Google Shape;2511;p91"/>
            <p:cNvSpPr/>
            <p:nvPr/>
          </p:nvSpPr>
          <p:spPr>
            <a:xfrm>
              <a:off x="3036764" y="29502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2" name="Google Shape;2512;p91"/>
            <p:cNvSpPr/>
            <p:nvPr/>
          </p:nvSpPr>
          <p:spPr>
            <a:xfrm>
              <a:off x="3036764" y="29838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3" name="Google Shape;2513;p91"/>
            <p:cNvSpPr/>
            <p:nvPr/>
          </p:nvSpPr>
          <p:spPr>
            <a:xfrm>
              <a:off x="2883319" y="271653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4" name="Google Shape;2514;p91"/>
            <p:cNvSpPr/>
            <p:nvPr/>
          </p:nvSpPr>
          <p:spPr>
            <a:xfrm>
              <a:off x="2883319" y="274981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5" name="Google Shape;2515;p91"/>
            <p:cNvSpPr/>
            <p:nvPr/>
          </p:nvSpPr>
          <p:spPr>
            <a:xfrm>
              <a:off x="2883319" y="278279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6" name="Google Shape;2516;p91"/>
            <p:cNvSpPr/>
            <p:nvPr/>
          </p:nvSpPr>
          <p:spPr>
            <a:xfrm>
              <a:off x="2883319" y="281578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7" name="Google Shape;2517;p91"/>
            <p:cNvSpPr/>
            <p:nvPr/>
          </p:nvSpPr>
          <p:spPr>
            <a:xfrm>
              <a:off x="2883319" y="284905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8" name="Google Shape;2518;p91"/>
            <p:cNvSpPr/>
            <p:nvPr/>
          </p:nvSpPr>
          <p:spPr>
            <a:xfrm>
              <a:off x="3180437" y="29173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9" name="Google Shape;2519;p91"/>
            <p:cNvSpPr/>
            <p:nvPr/>
          </p:nvSpPr>
          <p:spPr>
            <a:xfrm>
              <a:off x="3180437" y="29502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0" name="Google Shape;2520;p91"/>
            <p:cNvSpPr/>
            <p:nvPr/>
          </p:nvSpPr>
          <p:spPr>
            <a:xfrm>
              <a:off x="3180437" y="29838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1" name="Google Shape;2521;p91"/>
            <p:cNvSpPr/>
            <p:nvPr/>
          </p:nvSpPr>
          <p:spPr>
            <a:xfrm>
              <a:off x="2733262" y="26222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2" name="Google Shape;2522;p91"/>
            <p:cNvSpPr/>
            <p:nvPr/>
          </p:nvSpPr>
          <p:spPr>
            <a:xfrm>
              <a:off x="3330695" y="288403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3" name="Google Shape;2523;p91"/>
            <p:cNvSpPr/>
            <p:nvPr/>
          </p:nvSpPr>
          <p:spPr>
            <a:xfrm>
              <a:off x="3330695" y="29173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4" name="Google Shape;2524;p91"/>
            <p:cNvSpPr/>
            <p:nvPr/>
          </p:nvSpPr>
          <p:spPr>
            <a:xfrm>
              <a:off x="3330695" y="29502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5" name="Google Shape;2525;p91"/>
            <p:cNvSpPr/>
            <p:nvPr/>
          </p:nvSpPr>
          <p:spPr>
            <a:xfrm>
              <a:off x="3330695" y="29838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6" name="Google Shape;2526;p91"/>
            <p:cNvSpPr/>
            <p:nvPr/>
          </p:nvSpPr>
          <p:spPr>
            <a:xfrm>
              <a:off x="2733262" y="268497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7" name="Google Shape;2527;p91"/>
            <p:cNvSpPr/>
            <p:nvPr/>
          </p:nvSpPr>
          <p:spPr>
            <a:xfrm>
              <a:off x="3473897" y="28177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8" name="Google Shape;2528;p91"/>
            <p:cNvSpPr/>
            <p:nvPr/>
          </p:nvSpPr>
          <p:spPr>
            <a:xfrm>
              <a:off x="3473897" y="28507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9" name="Google Shape;2529;p91"/>
            <p:cNvSpPr/>
            <p:nvPr/>
          </p:nvSpPr>
          <p:spPr>
            <a:xfrm>
              <a:off x="3473897" y="28840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0" name="Google Shape;2530;p91"/>
            <p:cNvSpPr/>
            <p:nvPr/>
          </p:nvSpPr>
          <p:spPr>
            <a:xfrm>
              <a:off x="3473897" y="29173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1" name="Google Shape;2531;p91"/>
            <p:cNvSpPr/>
            <p:nvPr/>
          </p:nvSpPr>
          <p:spPr>
            <a:xfrm>
              <a:off x="3473897" y="29502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2" name="Google Shape;2532;p91"/>
            <p:cNvSpPr/>
            <p:nvPr/>
          </p:nvSpPr>
          <p:spPr>
            <a:xfrm>
              <a:off x="3473897" y="29838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3" name="Google Shape;2533;p91"/>
            <p:cNvSpPr/>
            <p:nvPr/>
          </p:nvSpPr>
          <p:spPr>
            <a:xfrm>
              <a:off x="2883316" y="261669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4" name="Google Shape;2534;p91"/>
            <p:cNvSpPr/>
            <p:nvPr/>
          </p:nvSpPr>
          <p:spPr>
            <a:xfrm>
              <a:off x="2883316" y="251684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5" name="Google Shape;2535;p91"/>
            <p:cNvSpPr/>
            <p:nvPr/>
          </p:nvSpPr>
          <p:spPr>
            <a:xfrm>
              <a:off x="3473897" y="271796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6" name="Google Shape;2536;p91"/>
            <p:cNvSpPr/>
            <p:nvPr/>
          </p:nvSpPr>
          <p:spPr>
            <a:xfrm>
              <a:off x="3473897" y="275094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7" name="Google Shape;2537;p91"/>
            <p:cNvSpPr/>
            <p:nvPr/>
          </p:nvSpPr>
          <p:spPr>
            <a:xfrm>
              <a:off x="3473897" y="278422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8" name="Google Shape;2538;p91"/>
            <p:cNvSpPr/>
            <p:nvPr/>
          </p:nvSpPr>
          <p:spPr>
            <a:xfrm>
              <a:off x="3473897" y="26886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9" name="Google Shape;2539;p91"/>
            <p:cNvSpPr/>
            <p:nvPr/>
          </p:nvSpPr>
          <p:spPr>
            <a:xfrm>
              <a:off x="3625988" y="29502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0" name="Google Shape;2540;p91"/>
            <p:cNvSpPr/>
            <p:nvPr/>
          </p:nvSpPr>
          <p:spPr>
            <a:xfrm>
              <a:off x="3625988" y="29838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1" name="Google Shape;2541;p91"/>
            <p:cNvSpPr/>
            <p:nvPr/>
          </p:nvSpPr>
          <p:spPr>
            <a:xfrm>
              <a:off x="4100145" y="27182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2" name="Google Shape;2542;p91"/>
            <p:cNvSpPr/>
            <p:nvPr/>
          </p:nvSpPr>
          <p:spPr>
            <a:xfrm>
              <a:off x="3789059" y="261992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3" name="Google Shape;2543;p91"/>
            <p:cNvSpPr/>
            <p:nvPr/>
          </p:nvSpPr>
          <p:spPr>
            <a:xfrm>
              <a:off x="3789059" y="26529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4" name="Google Shape;2544;p91"/>
            <p:cNvSpPr/>
            <p:nvPr/>
          </p:nvSpPr>
          <p:spPr>
            <a:xfrm>
              <a:off x="3789059" y="26858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5" name="Google Shape;2545;p91"/>
            <p:cNvSpPr/>
            <p:nvPr/>
          </p:nvSpPr>
          <p:spPr>
            <a:xfrm>
              <a:off x="3789059" y="27191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6" name="Google Shape;2546;p91"/>
            <p:cNvSpPr/>
            <p:nvPr/>
          </p:nvSpPr>
          <p:spPr>
            <a:xfrm>
              <a:off x="3789059" y="25865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7" name="Google Shape;2547;p91"/>
            <p:cNvSpPr/>
            <p:nvPr/>
          </p:nvSpPr>
          <p:spPr>
            <a:xfrm>
              <a:off x="3789060" y="29838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8" name="Google Shape;2548;p91"/>
            <p:cNvSpPr/>
            <p:nvPr/>
          </p:nvSpPr>
          <p:spPr>
            <a:xfrm>
              <a:off x="2733262" y="265170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9" name="Google Shape;2549;p91"/>
            <p:cNvSpPr/>
            <p:nvPr/>
          </p:nvSpPr>
          <p:spPr>
            <a:xfrm>
              <a:off x="3789059" y="274892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0" name="Google Shape;2550;p91"/>
            <p:cNvSpPr/>
            <p:nvPr/>
          </p:nvSpPr>
          <p:spPr>
            <a:xfrm>
              <a:off x="3789059" y="278191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1" name="Google Shape;2551;p91"/>
            <p:cNvSpPr/>
            <p:nvPr/>
          </p:nvSpPr>
          <p:spPr>
            <a:xfrm>
              <a:off x="3789059" y="281489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2" name="Google Shape;2552;p91"/>
            <p:cNvSpPr/>
            <p:nvPr/>
          </p:nvSpPr>
          <p:spPr>
            <a:xfrm>
              <a:off x="3789059" y="284816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3" name="Google Shape;2553;p91"/>
            <p:cNvSpPr/>
            <p:nvPr/>
          </p:nvSpPr>
          <p:spPr>
            <a:xfrm>
              <a:off x="3789059" y="288144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4" name="Google Shape;2554;p91"/>
            <p:cNvSpPr/>
            <p:nvPr/>
          </p:nvSpPr>
          <p:spPr>
            <a:xfrm>
              <a:off x="3789059" y="291442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5" name="Google Shape;2555;p91"/>
            <p:cNvSpPr/>
            <p:nvPr/>
          </p:nvSpPr>
          <p:spPr>
            <a:xfrm>
              <a:off x="3789059" y="29479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6" name="Google Shape;2556;p91"/>
            <p:cNvSpPr/>
            <p:nvPr/>
          </p:nvSpPr>
          <p:spPr>
            <a:xfrm>
              <a:off x="4100145" y="275152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7" name="Google Shape;2557;p91"/>
            <p:cNvSpPr/>
            <p:nvPr/>
          </p:nvSpPr>
          <p:spPr>
            <a:xfrm>
              <a:off x="4100145" y="278479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8" name="Google Shape;2558;p91"/>
            <p:cNvSpPr/>
            <p:nvPr/>
          </p:nvSpPr>
          <p:spPr>
            <a:xfrm>
              <a:off x="4100145" y="28177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9" name="Google Shape;2559;p91"/>
            <p:cNvSpPr/>
            <p:nvPr/>
          </p:nvSpPr>
          <p:spPr>
            <a:xfrm>
              <a:off x="4100145" y="28507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0" name="Google Shape;2560;p91"/>
            <p:cNvSpPr/>
            <p:nvPr/>
          </p:nvSpPr>
          <p:spPr>
            <a:xfrm>
              <a:off x="4100145" y="28840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1" name="Google Shape;2561;p91"/>
            <p:cNvSpPr/>
            <p:nvPr/>
          </p:nvSpPr>
          <p:spPr>
            <a:xfrm>
              <a:off x="4100145" y="29173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2" name="Google Shape;2562;p91"/>
            <p:cNvSpPr/>
            <p:nvPr/>
          </p:nvSpPr>
          <p:spPr>
            <a:xfrm>
              <a:off x="4100145" y="29502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3" name="Google Shape;2563;p91"/>
            <p:cNvSpPr/>
            <p:nvPr/>
          </p:nvSpPr>
          <p:spPr>
            <a:xfrm>
              <a:off x="4100145" y="29838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4" name="Google Shape;2564;p91"/>
            <p:cNvSpPr/>
            <p:nvPr/>
          </p:nvSpPr>
          <p:spPr>
            <a:xfrm>
              <a:off x="4529889" y="284725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5" name="Google Shape;2565;p91"/>
            <p:cNvSpPr/>
            <p:nvPr/>
          </p:nvSpPr>
          <p:spPr>
            <a:xfrm>
              <a:off x="4529889" y="280684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6" name="Google Shape;2566;p91"/>
            <p:cNvSpPr/>
            <p:nvPr/>
          </p:nvSpPr>
          <p:spPr>
            <a:xfrm>
              <a:off x="4529889" y="27141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7" name="Google Shape;2567;p91"/>
            <p:cNvSpPr/>
            <p:nvPr/>
          </p:nvSpPr>
          <p:spPr>
            <a:xfrm>
              <a:off x="4100043" y="258822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8" name="Google Shape;2568;p91"/>
            <p:cNvSpPr/>
            <p:nvPr/>
          </p:nvSpPr>
          <p:spPr>
            <a:xfrm>
              <a:off x="4100043" y="262150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9" name="Google Shape;2569;p91"/>
            <p:cNvSpPr/>
            <p:nvPr/>
          </p:nvSpPr>
          <p:spPr>
            <a:xfrm>
              <a:off x="4100043" y="265448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0" name="Google Shape;2570;p91"/>
            <p:cNvSpPr/>
            <p:nvPr/>
          </p:nvSpPr>
          <p:spPr>
            <a:xfrm>
              <a:off x="4100043" y="268804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1" name="Google Shape;2571;p91"/>
            <p:cNvSpPr/>
            <p:nvPr/>
          </p:nvSpPr>
          <p:spPr>
            <a:xfrm>
              <a:off x="4529889" y="274027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2" name="Google Shape;2572;p91"/>
            <p:cNvSpPr/>
            <p:nvPr/>
          </p:nvSpPr>
          <p:spPr>
            <a:xfrm>
              <a:off x="4529889" y="287339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3" name="Google Shape;2573;p91"/>
            <p:cNvSpPr/>
            <p:nvPr/>
          </p:nvSpPr>
          <p:spPr>
            <a:xfrm>
              <a:off x="4529889" y="291379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4" name="Google Shape;2574;p91"/>
            <p:cNvSpPr/>
            <p:nvPr/>
          </p:nvSpPr>
          <p:spPr>
            <a:xfrm>
              <a:off x="4100227" y="24859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5" name="Google Shape;2575;p91"/>
            <p:cNvSpPr/>
            <p:nvPr/>
          </p:nvSpPr>
          <p:spPr>
            <a:xfrm>
              <a:off x="4100227" y="251897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6" name="Google Shape;2576;p91"/>
            <p:cNvSpPr/>
            <p:nvPr/>
          </p:nvSpPr>
          <p:spPr>
            <a:xfrm>
              <a:off x="4100227" y="255225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7" name="Google Shape;2577;p91"/>
            <p:cNvSpPr/>
            <p:nvPr/>
          </p:nvSpPr>
          <p:spPr>
            <a:xfrm>
              <a:off x="4529887" y="278068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8" name="Google Shape;2578;p91"/>
            <p:cNvSpPr/>
            <p:nvPr/>
          </p:nvSpPr>
          <p:spPr>
            <a:xfrm>
              <a:off x="4529887" y="268083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579" name="Google Shape;257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58309" y="2849860"/>
              <a:ext cx="46505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0" name="Google Shape;2580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99941" y="2849860"/>
              <a:ext cx="45521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1" name="Google Shape;2581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95235" y="2839278"/>
              <a:ext cx="65390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2" name="Google Shape;2582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902499" y="2839279"/>
              <a:ext cx="69207" cy="1785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3" name="Google Shape;2583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443147" y="2839278"/>
              <a:ext cx="54404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4" name="Google Shape;2584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149684" y="2839278"/>
              <a:ext cx="52573" cy="1785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5" name="Google Shape;2585;p91"/>
            <p:cNvSpPr/>
            <p:nvPr/>
          </p:nvSpPr>
          <p:spPr>
            <a:xfrm>
              <a:off x="4234607" y="288403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6" name="Google Shape;2586;p91"/>
            <p:cNvSpPr/>
            <p:nvPr/>
          </p:nvSpPr>
          <p:spPr>
            <a:xfrm>
              <a:off x="4234607" y="29173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7" name="Google Shape;2587;p91"/>
            <p:cNvSpPr/>
            <p:nvPr/>
          </p:nvSpPr>
          <p:spPr>
            <a:xfrm>
              <a:off x="4234607" y="29502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8" name="Google Shape;2588;p91"/>
            <p:cNvSpPr/>
            <p:nvPr/>
          </p:nvSpPr>
          <p:spPr>
            <a:xfrm>
              <a:off x="4234607" y="29838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9" name="Google Shape;2589;p91"/>
            <p:cNvSpPr/>
            <p:nvPr/>
          </p:nvSpPr>
          <p:spPr>
            <a:xfrm>
              <a:off x="4377808" y="28177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0" name="Google Shape;2590;p91"/>
            <p:cNvSpPr/>
            <p:nvPr/>
          </p:nvSpPr>
          <p:spPr>
            <a:xfrm>
              <a:off x="4377808" y="28507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1" name="Google Shape;2591;p91"/>
            <p:cNvSpPr/>
            <p:nvPr/>
          </p:nvSpPr>
          <p:spPr>
            <a:xfrm>
              <a:off x="4377808" y="28840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2" name="Google Shape;2592;p91"/>
            <p:cNvSpPr/>
            <p:nvPr/>
          </p:nvSpPr>
          <p:spPr>
            <a:xfrm>
              <a:off x="4377808" y="29173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3" name="Google Shape;2593;p91"/>
            <p:cNvSpPr/>
            <p:nvPr/>
          </p:nvSpPr>
          <p:spPr>
            <a:xfrm>
              <a:off x="4377808" y="29502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4" name="Google Shape;2594;p91"/>
            <p:cNvSpPr/>
            <p:nvPr/>
          </p:nvSpPr>
          <p:spPr>
            <a:xfrm>
              <a:off x="4377808" y="29838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5" name="Google Shape;2595;p91"/>
            <p:cNvSpPr/>
            <p:nvPr/>
          </p:nvSpPr>
          <p:spPr>
            <a:xfrm>
              <a:off x="4377808" y="271796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6" name="Google Shape;2596;p91"/>
            <p:cNvSpPr/>
            <p:nvPr/>
          </p:nvSpPr>
          <p:spPr>
            <a:xfrm>
              <a:off x="4377808" y="275094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7" name="Google Shape;2597;p91"/>
            <p:cNvSpPr/>
            <p:nvPr/>
          </p:nvSpPr>
          <p:spPr>
            <a:xfrm>
              <a:off x="4377808" y="278422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8" name="Google Shape;2598;p91"/>
            <p:cNvSpPr/>
            <p:nvPr/>
          </p:nvSpPr>
          <p:spPr>
            <a:xfrm>
              <a:off x="4377808" y="26886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9" name="Google Shape;2599;p91"/>
            <p:cNvSpPr/>
            <p:nvPr/>
          </p:nvSpPr>
          <p:spPr>
            <a:xfrm>
              <a:off x="4529900" y="29502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0" name="Google Shape;2600;p91"/>
            <p:cNvSpPr/>
            <p:nvPr/>
          </p:nvSpPr>
          <p:spPr>
            <a:xfrm>
              <a:off x="4529900" y="29838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1" name="Google Shape;2601;p91"/>
            <p:cNvSpPr/>
            <p:nvPr/>
          </p:nvSpPr>
          <p:spPr>
            <a:xfrm>
              <a:off x="4837173" y="288797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2" name="Google Shape;2602;p91"/>
            <p:cNvSpPr/>
            <p:nvPr/>
          </p:nvSpPr>
          <p:spPr>
            <a:xfrm>
              <a:off x="4692971" y="261992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3" name="Google Shape;2603;p91"/>
            <p:cNvSpPr/>
            <p:nvPr/>
          </p:nvSpPr>
          <p:spPr>
            <a:xfrm>
              <a:off x="4692971" y="26529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4" name="Google Shape;2604;p91"/>
            <p:cNvSpPr/>
            <p:nvPr/>
          </p:nvSpPr>
          <p:spPr>
            <a:xfrm>
              <a:off x="4692971" y="26858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5" name="Google Shape;2605;p91"/>
            <p:cNvSpPr/>
            <p:nvPr/>
          </p:nvSpPr>
          <p:spPr>
            <a:xfrm>
              <a:off x="4692971" y="27191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6" name="Google Shape;2606;p91"/>
            <p:cNvSpPr/>
            <p:nvPr/>
          </p:nvSpPr>
          <p:spPr>
            <a:xfrm>
              <a:off x="4692971" y="25865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7" name="Google Shape;2607;p91"/>
            <p:cNvSpPr/>
            <p:nvPr/>
          </p:nvSpPr>
          <p:spPr>
            <a:xfrm>
              <a:off x="4692971" y="29838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8" name="Google Shape;2608;p91"/>
            <p:cNvSpPr/>
            <p:nvPr/>
          </p:nvSpPr>
          <p:spPr>
            <a:xfrm>
              <a:off x="4692971" y="274892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9" name="Google Shape;2609;p91"/>
            <p:cNvSpPr/>
            <p:nvPr/>
          </p:nvSpPr>
          <p:spPr>
            <a:xfrm>
              <a:off x="4692971" y="278191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0" name="Google Shape;2610;p91"/>
            <p:cNvSpPr/>
            <p:nvPr/>
          </p:nvSpPr>
          <p:spPr>
            <a:xfrm>
              <a:off x="4692971" y="281489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1" name="Google Shape;2611;p91"/>
            <p:cNvSpPr/>
            <p:nvPr/>
          </p:nvSpPr>
          <p:spPr>
            <a:xfrm>
              <a:off x="4692971" y="284816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2" name="Google Shape;2612;p91"/>
            <p:cNvSpPr/>
            <p:nvPr/>
          </p:nvSpPr>
          <p:spPr>
            <a:xfrm>
              <a:off x="4692971" y="288144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3" name="Google Shape;2613;p91"/>
            <p:cNvSpPr/>
            <p:nvPr/>
          </p:nvSpPr>
          <p:spPr>
            <a:xfrm>
              <a:off x="4692971" y="291442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4" name="Google Shape;2614;p91"/>
            <p:cNvSpPr/>
            <p:nvPr/>
          </p:nvSpPr>
          <p:spPr>
            <a:xfrm>
              <a:off x="4692971" y="29479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5" name="Google Shape;2615;p91"/>
            <p:cNvSpPr/>
            <p:nvPr/>
          </p:nvSpPr>
          <p:spPr>
            <a:xfrm>
              <a:off x="4837173" y="292124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6" name="Google Shape;2616;p91"/>
            <p:cNvSpPr/>
            <p:nvPr/>
          </p:nvSpPr>
          <p:spPr>
            <a:xfrm>
              <a:off x="4837173" y="295451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7" name="Google Shape;2617;p91"/>
            <p:cNvSpPr/>
            <p:nvPr/>
          </p:nvSpPr>
          <p:spPr>
            <a:xfrm>
              <a:off x="4837173" y="298750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8" name="Google Shape;2618;p91"/>
            <p:cNvSpPr/>
            <p:nvPr/>
          </p:nvSpPr>
          <p:spPr>
            <a:xfrm>
              <a:off x="5004057" y="28507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9" name="Google Shape;2619;p91"/>
            <p:cNvSpPr/>
            <p:nvPr/>
          </p:nvSpPr>
          <p:spPr>
            <a:xfrm>
              <a:off x="5004057" y="28840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0" name="Google Shape;2620;p91"/>
            <p:cNvSpPr/>
            <p:nvPr/>
          </p:nvSpPr>
          <p:spPr>
            <a:xfrm>
              <a:off x="5004057" y="29173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1" name="Google Shape;2621;p91"/>
            <p:cNvSpPr/>
            <p:nvPr/>
          </p:nvSpPr>
          <p:spPr>
            <a:xfrm>
              <a:off x="5004057" y="29502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2" name="Google Shape;2622;p91"/>
            <p:cNvSpPr/>
            <p:nvPr/>
          </p:nvSpPr>
          <p:spPr>
            <a:xfrm>
              <a:off x="5004057" y="29838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3" name="Google Shape;2623;p91"/>
            <p:cNvSpPr/>
            <p:nvPr/>
          </p:nvSpPr>
          <p:spPr>
            <a:xfrm>
              <a:off x="4837255" y="25561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4" name="Google Shape;2624;p91"/>
            <p:cNvSpPr/>
            <p:nvPr/>
          </p:nvSpPr>
          <p:spPr>
            <a:xfrm>
              <a:off x="4837255" y="25228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5" name="Google Shape;2625;p91"/>
            <p:cNvSpPr/>
            <p:nvPr/>
          </p:nvSpPr>
          <p:spPr>
            <a:xfrm>
              <a:off x="4837255" y="242304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6" name="Google Shape;2626;p91"/>
            <p:cNvSpPr/>
            <p:nvPr/>
          </p:nvSpPr>
          <p:spPr>
            <a:xfrm>
              <a:off x="4837071" y="275794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7" name="Google Shape;2627;p91"/>
            <p:cNvSpPr/>
            <p:nvPr/>
          </p:nvSpPr>
          <p:spPr>
            <a:xfrm>
              <a:off x="4837071" y="279122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8" name="Google Shape;2628;p91"/>
            <p:cNvSpPr/>
            <p:nvPr/>
          </p:nvSpPr>
          <p:spPr>
            <a:xfrm>
              <a:off x="4837071" y="282420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9" name="Google Shape;2629;p91"/>
            <p:cNvSpPr/>
            <p:nvPr/>
          </p:nvSpPr>
          <p:spPr>
            <a:xfrm>
              <a:off x="4837071" y="28577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0" name="Google Shape;2630;p91"/>
            <p:cNvSpPr/>
            <p:nvPr/>
          </p:nvSpPr>
          <p:spPr>
            <a:xfrm>
              <a:off x="4837255" y="24563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1" name="Google Shape;2631;p91"/>
            <p:cNvSpPr/>
            <p:nvPr/>
          </p:nvSpPr>
          <p:spPr>
            <a:xfrm>
              <a:off x="4837255" y="258945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2" name="Google Shape;2632;p91"/>
            <p:cNvSpPr/>
            <p:nvPr/>
          </p:nvSpPr>
          <p:spPr>
            <a:xfrm>
              <a:off x="4837255" y="262272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3" name="Google Shape;2633;p91"/>
            <p:cNvSpPr/>
            <p:nvPr/>
          </p:nvSpPr>
          <p:spPr>
            <a:xfrm>
              <a:off x="4837255" y="26557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4" name="Google Shape;2634;p91"/>
            <p:cNvSpPr/>
            <p:nvPr/>
          </p:nvSpPr>
          <p:spPr>
            <a:xfrm>
              <a:off x="4837255" y="268869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5" name="Google Shape;2635;p91"/>
            <p:cNvSpPr/>
            <p:nvPr/>
          </p:nvSpPr>
          <p:spPr>
            <a:xfrm>
              <a:off x="4837255" y="272197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6" name="Google Shape;2636;p91"/>
            <p:cNvSpPr/>
            <p:nvPr/>
          </p:nvSpPr>
          <p:spPr>
            <a:xfrm>
              <a:off x="4837252" y="248961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7" name="Google Shape;2637;p91"/>
            <p:cNvSpPr/>
            <p:nvPr/>
          </p:nvSpPr>
          <p:spPr>
            <a:xfrm>
              <a:off x="4837252" y="238976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638" name="Google Shape;263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35660" y="2849984"/>
              <a:ext cx="46515" cy="1680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9" name="Google Shape;2639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77194" y="2849984"/>
              <a:ext cx="45531" cy="1680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0" name="Google Shape;2640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7005" y="2881889"/>
              <a:ext cx="123969" cy="136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1" name="Google Shape;2641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72551" y="2839400"/>
              <a:ext cx="65404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2" name="Google Shape;2642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79881" y="2839400"/>
              <a:ext cx="69222" cy="178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3" name="Google Shape;2643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020430" y="2839400"/>
              <a:ext cx="54416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4" name="Google Shape;2644;p9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288679" y="2839400"/>
              <a:ext cx="53108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5" name="Google Shape;2645;p9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586033" y="2839400"/>
              <a:ext cx="43166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6" name="Google Shape;2646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726904" y="2839400"/>
              <a:ext cx="52585" cy="178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7" name="Google Shape;2647;p9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439492" y="2839400"/>
              <a:ext cx="48835" cy="1785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8" name="Google Shape;2648;p91"/>
            <p:cNvSpPr/>
            <p:nvPr/>
          </p:nvSpPr>
          <p:spPr>
            <a:xfrm>
              <a:off x="5214287" y="275162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9" name="Google Shape;2649;p91"/>
            <p:cNvSpPr/>
            <p:nvPr/>
          </p:nvSpPr>
          <p:spPr>
            <a:xfrm>
              <a:off x="5214287" y="278490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0" name="Google Shape;2650;p91"/>
            <p:cNvSpPr/>
            <p:nvPr/>
          </p:nvSpPr>
          <p:spPr>
            <a:xfrm>
              <a:off x="5214287" y="281790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1" name="Google Shape;2651;p91"/>
            <p:cNvSpPr/>
            <p:nvPr/>
          </p:nvSpPr>
          <p:spPr>
            <a:xfrm>
              <a:off x="5214287" y="285089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2" name="Google Shape;2652;p91"/>
            <p:cNvSpPr/>
            <p:nvPr/>
          </p:nvSpPr>
          <p:spPr>
            <a:xfrm>
              <a:off x="5214287" y="288417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3" name="Google Shape;2653;p91"/>
            <p:cNvSpPr/>
            <p:nvPr/>
          </p:nvSpPr>
          <p:spPr>
            <a:xfrm>
              <a:off x="5214287" y="291745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4" name="Google Shape;2654;p91"/>
            <p:cNvSpPr/>
            <p:nvPr/>
          </p:nvSpPr>
          <p:spPr>
            <a:xfrm>
              <a:off x="5214287" y="2950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5" name="Google Shape;2655;p91"/>
            <p:cNvSpPr/>
            <p:nvPr/>
          </p:nvSpPr>
          <p:spPr>
            <a:xfrm>
              <a:off x="5214287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6" name="Google Shape;2656;p91"/>
            <p:cNvSpPr/>
            <p:nvPr/>
          </p:nvSpPr>
          <p:spPr>
            <a:xfrm>
              <a:off x="5214287" y="271834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7" name="Google Shape;2657;p91"/>
            <p:cNvSpPr/>
            <p:nvPr/>
          </p:nvSpPr>
          <p:spPr>
            <a:xfrm>
              <a:off x="5661555" y="271835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8" name="Google Shape;2658;p91"/>
            <p:cNvSpPr/>
            <p:nvPr/>
          </p:nvSpPr>
          <p:spPr>
            <a:xfrm>
              <a:off x="5661555" y="268505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9" name="Google Shape;2659;p91"/>
            <p:cNvSpPr/>
            <p:nvPr/>
          </p:nvSpPr>
          <p:spPr>
            <a:xfrm>
              <a:off x="5661555" y="258518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0" name="Google Shape;2660;p91"/>
            <p:cNvSpPr/>
            <p:nvPr/>
          </p:nvSpPr>
          <p:spPr>
            <a:xfrm>
              <a:off x="5364189" y="288516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1" name="Google Shape;2661;p91"/>
            <p:cNvSpPr/>
            <p:nvPr/>
          </p:nvSpPr>
          <p:spPr>
            <a:xfrm>
              <a:off x="5364189" y="2918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2" name="Google Shape;2662;p91"/>
            <p:cNvSpPr/>
            <p:nvPr/>
          </p:nvSpPr>
          <p:spPr>
            <a:xfrm>
              <a:off x="5364189" y="295143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3" name="Google Shape;2663;p91"/>
            <p:cNvSpPr/>
            <p:nvPr/>
          </p:nvSpPr>
          <p:spPr>
            <a:xfrm>
              <a:off x="5364189" y="298500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4" name="Google Shape;2664;p91"/>
            <p:cNvSpPr/>
            <p:nvPr/>
          </p:nvSpPr>
          <p:spPr>
            <a:xfrm>
              <a:off x="5661555" y="261847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5" name="Google Shape;2665;p91"/>
            <p:cNvSpPr/>
            <p:nvPr/>
          </p:nvSpPr>
          <p:spPr>
            <a:xfrm>
              <a:off x="5517851" y="278490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6" name="Google Shape;2666;p91"/>
            <p:cNvSpPr/>
            <p:nvPr/>
          </p:nvSpPr>
          <p:spPr>
            <a:xfrm>
              <a:off x="5517851" y="281789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7" name="Google Shape;2667;p91"/>
            <p:cNvSpPr/>
            <p:nvPr/>
          </p:nvSpPr>
          <p:spPr>
            <a:xfrm>
              <a:off x="5517851" y="285088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8" name="Google Shape;2668;p91"/>
            <p:cNvSpPr/>
            <p:nvPr/>
          </p:nvSpPr>
          <p:spPr>
            <a:xfrm>
              <a:off x="5517851" y="288417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9" name="Google Shape;2669;p91"/>
            <p:cNvSpPr/>
            <p:nvPr/>
          </p:nvSpPr>
          <p:spPr>
            <a:xfrm>
              <a:off x="5517851" y="291745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0" name="Google Shape;2670;p91"/>
            <p:cNvSpPr/>
            <p:nvPr/>
          </p:nvSpPr>
          <p:spPr>
            <a:xfrm>
              <a:off x="5517851" y="295044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1" name="Google Shape;2671;p91"/>
            <p:cNvSpPr/>
            <p:nvPr/>
          </p:nvSpPr>
          <p:spPr>
            <a:xfrm>
              <a:off x="5517851" y="298401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2" name="Google Shape;2672;p91"/>
            <p:cNvSpPr/>
            <p:nvPr/>
          </p:nvSpPr>
          <p:spPr>
            <a:xfrm>
              <a:off x="5661555" y="275162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3" name="Google Shape;2673;p91"/>
            <p:cNvSpPr/>
            <p:nvPr/>
          </p:nvSpPr>
          <p:spPr>
            <a:xfrm>
              <a:off x="5661555" y="278490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4" name="Google Shape;2674;p91"/>
            <p:cNvSpPr/>
            <p:nvPr/>
          </p:nvSpPr>
          <p:spPr>
            <a:xfrm>
              <a:off x="5661555" y="281790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5" name="Google Shape;2675;p91"/>
            <p:cNvSpPr/>
            <p:nvPr/>
          </p:nvSpPr>
          <p:spPr>
            <a:xfrm>
              <a:off x="5661555" y="285089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6" name="Google Shape;2676;p91"/>
            <p:cNvSpPr/>
            <p:nvPr/>
          </p:nvSpPr>
          <p:spPr>
            <a:xfrm>
              <a:off x="5661555" y="288417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7" name="Google Shape;2677;p91"/>
            <p:cNvSpPr/>
            <p:nvPr/>
          </p:nvSpPr>
          <p:spPr>
            <a:xfrm>
              <a:off x="5661555" y="291745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8" name="Google Shape;2678;p91"/>
            <p:cNvSpPr/>
            <p:nvPr/>
          </p:nvSpPr>
          <p:spPr>
            <a:xfrm>
              <a:off x="5661555" y="2950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9" name="Google Shape;2679;p91"/>
            <p:cNvSpPr/>
            <p:nvPr/>
          </p:nvSpPr>
          <p:spPr>
            <a:xfrm>
              <a:off x="5661555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0" name="Google Shape;2680;p91"/>
            <p:cNvSpPr/>
            <p:nvPr/>
          </p:nvSpPr>
          <p:spPr>
            <a:xfrm>
              <a:off x="5214284" y="252304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1" name="Google Shape;2681;p91"/>
            <p:cNvSpPr/>
            <p:nvPr/>
          </p:nvSpPr>
          <p:spPr>
            <a:xfrm>
              <a:off x="5214284" y="255632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2" name="Google Shape;2682;p91"/>
            <p:cNvSpPr/>
            <p:nvPr/>
          </p:nvSpPr>
          <p:spPr>
            <a:xfrm>
              <a:off x="5214284" y="258931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3" name="Google Shape;2683;p91"/>
            <p:cNvSpPr/>
            <p:nvPr/>
          </p:nvSpPr>
          <p:spPr>
            <a:xfrm>
              <a:off x="5214284" y="262230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4" name="Google Shape;2684;p91"/>
            <p:cNvSpPr/>
            <p:nvPr/>
          </p:nvSpPr>
          <p:spPr>
            <a:xfrm>
              <a:off x="5811845" y="288417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5" name="Google Shape;2685;p91"/>
            <p:cNvSpPr/>
            <p:nvPr/>
          </p:nvSpPr>
          <p:spPr>
            <a:xfrm>
              <a:off x="5811845" y="291745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6" name="Google Shape;2686;p91"/>
            <p:cNvSpPr/>
            <p:nvPr/>
          </p:nvSpPr>
          <p:spPr>
            <a:xfrm>
              <a:off x="5811845" y="295044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7" name="Google Shape;2687;p91"/>
            <p:cNvSpPr/>
            <p:nvPr/>
          </p:nvSpPr>
          <p:spPr>
            <a:xfrm>
              <a:off x="5811845" y="298401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8" name="Google Shape;2688;p91"/>
            <p:cNvSpPr/>
            <p:nvPr/>
          </p:nvSpPr>
          <p:spPr>
            <a:xfrm>
              <a:off x="5214284" y="268506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9" name="Google Shape;2689;p91"/>
            <p:cNvSpPr/>
            <p:nvPr/>
          </p:nvSpPr>
          <p:spPr>
            <a:xfrm>
              <a:off x="5661559" y="248236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0" name="Google Shape;2690;p91"/>
            <p:cNvSpPr/>
            <p:nvPr/>
          </p:nvSpPr>
          <p:spPr>
            <a:xfrm>
              <a:off x="6107202" y="284975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1" name="Google Shape;2691;p91"/>
            <p:cNvSpPr/>
            <p:nvPr/>
          </p:nvSpPr>
          <p:spPr>
            <a:xfrm>
              <a:off x="5813927" y="281756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2" name="Google Shape;2692;p91"/>
            <p:cNvSpPr/>
            <p:nvPr/>
          </p:nvSpPr>
          <p:spPr>
            <a:xfrm>
              <a:off x="6270302" y="291657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3" name="Google Shape;2693;p91"/>
            <p:cNvSpPr/>
            <p:nvPr/>
          </p:nvSpPr>
          <p:spPr>
            <a:xfrm>
              <a:off x="6414527" y="258895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4" name="Google Shape;2694;p91"/>
            <p:cNvSpPr/>
            <p:nvPr/>
          </p:nvSpPr>
          <p:spPr>
            <a:xfrm>
              <a:off x="5955077" y="2950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5" name="Google Shape;2695;p91"/>
            <p:cNvSpPr/>
            <p:nvPr/>
          </p:nvSpPr>
          <p:spPr>
            <a:xfrm>
              <a:off x="5955077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6" name="Google Shape;2696;p91"/>
            <p:cNvSpPr/>
            <p:nvPr/>
          </p:nvSpPr>
          <p:spPr>
            <a:xfrm>
              <a:off x="5661552" y="265176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7" name="Google Shape;2697;p91"/>
            <p:cNvSpPr/>
            <p:nvPr/>
          </p:nvSpPr>
          <p:spPr>
            <a:xfrm>
              <a:off x="5661552" y="255189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8" name="Google Shape;2698;p91"/>
            <p:cNvSpPr/>
            <p:nvPr/>
          </p:nvSpPr>
          <p:spPr>
            <a:xfrm>
              <a:off x="6270302" y="295031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9" name="Google Shape;2699;p91"/>
            <p:cNvSpPr/>
            <p:nvPr/>
          </p:nvSpPr>
          <p:spPr>
            <a:xfrm>
              <a:off x="6107202" y="291687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0" name="Google Shape;2700;p91"/>
            <p:cNvSpPr/>
            <p:nvPr/>
          </p:nvSpPr>
          <p:spPr>
            <a:xfrm>
              <a:off x="6107202" y="288330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1" name="Google Shape;2701;p91"/>
            <p:cNvSpPr/>
            <p:nvPr/>
          </p:nvSpPr>
          <p:spPr>
            <a:xfrm>
              <a:off x="5811852" y="285087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2" name="Google Shape;2702;p91"/>
            <p:cNvSpPr/>
            <p:nvPr/>
          </p:nvSpPr>
          <p:spPr>
            <a:xfrm>
              <a:off x="6107202" y="295044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3" name="Google Shape;2703;p91"/>
            <p:cNvSpPr/>
            <p:nvPr/>
          </p:nvSpPr>
          <p:spPr>
            <a:xfrm>
              <a:off x="6107202" y="298401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4" name="Google Shape;2704;p91"/>
            <p:cNvSpPr/>
            <p:nvPr/>
          </p:nvSpPr>
          <p:spPr>
            <a:xfrm>
              <a:off x="6581460" y="2718347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5" name="Google Shape;2705;p91"/>
            <p:cNvSpPr/>
            <p:nvPr/>
          </p:nvSpPr>
          <p:spPr>
            <a:xfrm>
              <a:off x="6414529" y="265587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6" name="Google Shape;2706;p91"/>
            <p:cNvSpPr/>
            <p:nvPr/>
          </p:nvSpPr>
          <p:spPr>
            <a:xfrm>
              <a:off x="6414529" y="268886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7" name="Google Shape;2707;p91"/>
            <p:cNvSpPr/>
            <p:nvPr/>
          </p:nvSpPr>
          <p:spPr>
            <a:xfrm>
              <a:off x="6414529" y="2721855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8" name="Google Shape;2708;p91"/>
            <p:cNvSpPr/>
            <p:nvPr/>
          </p:nvSpPr>
          <p:spPr>
            <a:xfrm>
              <a:off x="6414529" y="275513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9" name="Google Shape;2709;p91"/>
            <p:cNvSpPr/>
            <p:nvPr/>
          </p:nvSpPr>
          <p:spPr>
            <a:xfrm>
              <a:off x="5661548" y="251549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0" name="Google Shape;2710;p91"/>
            <p:cNvSpPr/>
            <p:nvPr/>
          </p:nvSpPr>
          <p:spPr>
            <a:xfrm>
              <a:off x="6414529" y="262244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1" name="Google Shape;2711;p91"/>
            <p:cNvSpPr/>
            <p:nvPr/>
          </p:nvSpPr>
          <p:spPr>
            <a:xfrm>
              <a:off x="6270308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2" name="Google Shape;2712;p91"/>
            <p:cNvSpPr/>
            <p:nvPr/>
          </p:nvSpPr>
          <p:spPr>
            <a:xfrm>
              <a:off x="5214284" y="265178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3" name="Google Shape;2713;p91"/>
            <p:cNvSpPr/>
            <p:nvPr/>
          </p:nvSpPr>
          <p:spPr>
            <a:xfrm>
              <a:off x="6414529" y="2784906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4" name="Google Shape;2714;p91"/>
            <p:cNvSpPr/>
            <p:nvPr/>
          </p:nvSpPr>
          <p:spPr>
            <a:xfrm>
              <a:off x="6414529" y="281789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5" name="Google Shape;2715;p91"/>
            <p:cNvSpPr/>
            <p:nvPr/>
          </p:nvSpPr>
          <p:spPr>
            <a:xfrm>
              <a:off x="6414529" y="285088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6" name="Google Shape;2716;p91"/>
            <p:cNvSpPr/>
            <p:nvPr/>
          </p:nvSpPr>
          <p:spPr>
            <a:xfrm>
              <a:off x="6414529" y="288417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7" name="Google Shape;2717;p91"/>
            <p:cNvSpPr/>
            <p:nvPr/>
          </p:nvSpPr>
          <p:spPr>
            <a:xfrm>
              <a:off x="6414529" y="2917451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8" name="Google Shape;2718;p91"/>
            <p:cNvSpPr/>
            <p:nvPr/>
          </p:nvSpPr>
          <p:spPr>
            <a:xfrm>
              <a:off x="6414529" y="295044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9" name="Google Shape;2719;p91"/>
            <p:cNvSpPr/>
            <p:nvPr/>
          </p:nvSpPr>
          <p:spPr>
            <a:xfrm>
              <a:off x="6414529" y="298401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0" name="Google Shape;2720;p91"/>
            <p:cNvSpPr/>
            <p:nvPr/>
          </p:nvSpPr>
          <p:spPr>
            <a:xfrm>
              <a:off x="6581460" y="2751628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1" name="Google Shape;2721;p91"/>
            <p:cNvSpPr/>
            <p:nvPr/>
          </p:nvSpPr>
          <p:spPr>
            <a:xfrm>
              <a:off x="6581460" y="2784909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2" name="Google Shape;2722;p91"/>
            <p:cNvSpPr/>
            <p:nvPr/>
          </p:nvSpPr>
          <p:spPr>
            <a:xfrm>
              <a:off x="6581460" y="2817900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3" name="Google Shape;2723;p91"/>
            <p:cNvSpPr/>
            <p:nvPr/>
          </p:nvSpPr>
          <p:spPr>
            <a:xfrm>
              <a:off x="6581460" y="285089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4" name="Google Shape;2724;p91"/>
            <p:cNvSpPr/>
            <p:nvPr/>
          </p:nvSpPr>
          <p:spPr>
            <a:xfrm>
              <a:off x="6581460" y="288417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5" name="Google Shape;2725;p91"/>
            <p:cNvSpPr/>
            <p:nvPr/>
          </p:nvSpPr>
          <p:spPr>
            <a:xfrm>
              <a:off x="6581460" y="2917453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6" name="Google Shape;2726;p91"/>
            <p:cNvSpPr/>
            <p:nvPr/>
          </p:nvSpPr>
          <p:spPr>
            <a:xfrm>
              <a:off x="6581460" y="2950442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7" name="Google Shape;2727;p91"/>
            <p:cNvSpPr/>
            <p:nvPr/>
          </p:nvSpPr>
          <p:spPr>
            <a:xfrm>
              <a:off x="6581460" y="2984014"/>
              <a:ext cx="32992" cy="32992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728" name="Google Shape;272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92998" y="2849860"/>
              <a:ext cx="46505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9" name="Google Shape;2729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34630" y="2849860"/>
              <a:ext cx="45521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0" name="Google Shape;2730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24615" y="2881758"/>
              <a:ext cx="123943" cy="136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1" name="Google Shape;2731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729924" y="2839278"/>
              <a:ext cx="65389" cy="178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2" name="Google Shape;2732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37188" y="2839279"/>
              <a:ext cx="69207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3" name="Google Shape;2733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77835" y="2839278"/>
              <a:ext cx="54403" cy="178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4" name="Google Shape;2734;p9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846241" y="2839278"/>
              <a:ext cx="53096" cy="178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5" name="Google Shape;2735;p9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143531" y="2839278"/>
              <a:ext cx="43157" cy="178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6" name="Google Shape;2736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284372" y="2839278"/>
              <a:ext cx="52573" cy="178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7" name="Google Shape;2737;p9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997022" y="2839278"/>
              <a:ext cx="48824" cy="1785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8" name="Google Shape;2738;p91"/>
            <p:cNvSpPr/>
            <p:nvPr/>
          </p:nvSpPr>
          <p:spPr>
            <a:xfrm>
              <a:off x="6771865" y="275152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9" name="Google Shape;2739;p91"/>
            <p:cNvSpPr/>
            <p:nvPr/>
          </p:nvSpPr>
          <p:spPr>
            <a:xfrm>
              <a:off x="6771865" y="278479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0" name="Google Shape;2740;p91"/>
            <p:cNvSpPr/>
            <p:nvPr/>
          </p:nvSpPr>
          <p:spPr>
            <a:xfrm>
              <a:off x="6771865" y="281778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1" name="Google Shape;2741;p91"/>
            <p:cNvSpPr/>
            <p:nvPr/>
          </p:nvSpPr>
          <p:spPr>
            <a:xfrm>
              <a:off x="6771865" y="285076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2" name="Google Shape;2742;p91"/>
            <p:cNvSpPr/>
            <p:nvPr/>
          </p:nvSpPr>
          <p:spPr>
            <a:xfrm>
              <a:off x="6771865" y="288404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3" name="Google Shape;2743;p91"/>
            <p:cNvSpPr/>
            <p:nvPr/>
          </p:nvSpPr>
          <p:spPr>
            <a:xfrm>
              <a:off x="6771865" y="29173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4" name="Google Shape;2744;p91"/>
            <p:cNvSpPr/>
            <p:nvPr/>
          </p:nvSpPr>
          <p:spPr>
            <a:xfrm>
              <a:off x="6771865" y="295029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5" name="Google Shape;2745;p91"/>
            <p:cNvSpPr/>
            <p:nvPr/>
          </p:nvSpPr>
          <p:spPr>
            <a:xfrm>
              <a:off x="6771865" y="29838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6" name="Google Shape;2746;p91"/>
            <p:cNvSpPr/>
            <p:nvPr/>
          </p:nvSpPr>
          <p:spPr>
            <a:xfrm>
              <a:off x="6771865" y="271825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7" name="Google Shape;2747;p91"/>
            <p:cNvSpPr/>
            <p:nvPr/>
          </p:nvSpPr>
          <p:spPr>
            <a:xfrm>
              <a:off x="6921919" y="268326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8" name="Google Shape;2748;p91"/>
            <p:cNvSpPr/>
            <p:nvPr/>
          </p:nvSpPr>
          <p:spPr>
            <a:xfrm>
              <a:off x="6921919" y="264998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9" name="Google Shape;2749;p91"/>
            <p:cNvSpPr/>
            <p:nvPr/>
          </p:nvSpPr>
          <p:spPr>
            <a:xfrm>
              <a:off x="7967764" y="297399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0" name="Google Shape;2750;p91"/>
            <p:cNvSpPr/>
            <p:nvPr/>
          </p:nvSpPr>
          <p:spPr>
            <a:xfrm>
              <a:off x="6921735" y="288503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1" name="Google Shape;2751;p91"/>
            <p:cNvSpPr/>
            <p:nvPr/>
          </p:nvSpPr>
          <p:spPr>
            <a:xfrm>
              <a:off x="6921735" y="291830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2" name="Google Shape;2752;p91"/>
            <p:cNvSpPr/>
            <p:nvPr/>
          </p:nvSpPr>
          <p:spPr>
            <a:xfrm>
              <a:off x="6921735" y="295128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3" name="Google Shape;2753;p91"/>
            <p:cNvSpPr/>
            <p:nvPr/>
          </p:nvSpPr>
          <p:spPr>
            <a:xfrm>
              <a:off x="6921735" y="298485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4" name="Google Shape;2754;p91"/>
            <p:cNvSpPr/>
            <p:nvPr/>
          </p:nvSpPr>
          <p:spPr>
            <a:xfrm>
              <a:off x="6921919" y="25834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5" name="Google Shape;2755;p91"/>
            <p:cNvSpPr/>
            <p:nvPr/>
          </p:nvSpPr>
          <p:spPr>
            <a:xfrm>
              <a:off x="7075364" y="281778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6" name="Google Shape;2756;p91"/>
            <p:cNvSpPr/>
            <p:nvPr/>
          </p:nvSpPr>
          <p:spPr>
            <a:xfrm>
              <a:off x="7075364" y="285076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7" name="Google Shape;2757;p91"/>
            <p:cNvSpPr/>
            <p:nvPr/>
          </p:nvSpPr>
          <p:spPr>
            <a:xfrm>
              <a:off x="7075364" y="288403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8" name="Google Shape;2758;p91"/>
            <p:cNvSpPr/>
            <p:nvPr/>
          </p:nvSpPr>
          <p:spPr>
            <a:xfrm>
              <a:off x="7075364" y="291731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9" name="Google Shape;2759;p91"/>
            <p:cNvSpPr/>
            <p:nvPr/>
          </p:nvSpPr>
          <p:spPr>
            <a:xfrm>
              <a:off x="7075364" y="295029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0" name="Google Shape;2760;p91"/>
            <p:cNvSpPr/>
            <p:nvPr/>
          </p:nvSpPr>
          <p:spPr>
            <a:xfrm>
              <a:off x="7075364" y="298385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1" name="Google Shape;2761;p91"/>
            <p:cNvSpPr/>
            <p:nvPr/>
          </p:nvSpPr>
          <p:spPr>
            <a:xfrm>
              <a:off x="6921919" y="271653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2" name="Google Shape;2762;p91"/>
            <p:cNvSpPr/>
            <p:nvPr/>
          </p:nvSpPr>
          <p:spPr>
            <a:xfrm>
              <a:off x="6921919" y="274981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3" name="Google Shape;2763;p91"/>
            <p:cNvSpPr/>
            <p:nvPr/>
          </p:nvSpPr>
          <p:spPr>
            <a:xfrm>
              <a:off x="6921919" y="278279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4" name="Google Shape;2764;p91"/>
            <p:cNvSpPr/>
            <p:nvPr/>
          </p:nvSpPr>
          <p:spPr>
            <a:xfrm>
              <a:off x="6921919" y="281578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5" name="Google Shape;2765;p91"/>
            <p:cNvSpPr/>
            <p:nvPr/>
          </p:nvSpPr>
          <p:spPr>
            <a:xfrm>
              <a:off x="6921919" y="284905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6" name="Google Shape;2766;p91"/>
            <p:cNvSpPr/>
            <p:nvPr/>
          </p:nvSpPr>
          <p:spPr>
            <a:xfrm>
              <a:off x="7219037" y="29173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7" name="Google Shape;2767;p91"/>
            <p:cNvSpPr/>
            <p:nvPr/>
          </p:nvSpPr>
          <p:spPr>
            <a:xfrm>
              <a:off x="7219037" y="295029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8" name="Google Shape;2768;p91"/>
            <p:cNvSpPr/>
            <p:nvPr/>
          </p:nvSpPr>
          <p:spPr>
            <a:xfrm>
              <a:off x="7219037" y="29838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9" name="Google Shape;2769;p91"/>
            <p:cNvSpPr/>
            <p:nvPr/>
          </p:nvSpPr>
          <p:spPr>
            <a:xfrm>
              <a:off x="6771862" y="262223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0" name="Google Shape;2770;p91"/>
            <p:cNvSpPr/>
            <p:nvPr/>
          </p:nvSpPr>
          <p:spPr>
            <a:xfrm>
              <a:off x="7369295" y="288403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1" name="Google Shape;2771;p91"/>
            <p:cNvSpPr/>
            <p:nvPr/>
          </p:nvSpPr>
          <p:spPr>
            <a:xfrm>
              <a:off x="7369295" y="291731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2" name="Google Shape;2772;p91"/>
            <p:cNvSpPr/>
            <p:nvPr/>
          </p:nvSpPr>
          <p:spPr>
            <a:xfrm>
              <a:off x="7369295" y="295029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3" name="Google Shape;2773;p91"/>
            <p:cNvSpPr/>
            <p:nvPr/>
          </p:nvSpPr>
          <p:spPr>
            <a:xfrm>
              <a:off x="7369295" y="298385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4" name="Google Shape;2774;p91"/>
            <p:cNvSpPr/>
            <p:nvPr/>
          </p:nvSpPr>
          <p:spPr>
            <a:xfrm>
              <a:off x="6771862" y="268497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5" name="Google Shape;2775;p91"/>
            <p:cNvSpPr/>
            <p:nvPr/>
          </p:nvSpPr>
          <p:spPr>
            <a:xfrm>
              <a:off x="7076799" y="265173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6" name="Google Shape;2776;p91"/>
            <p:cNvSpPr/>
            <p:nvPr/>
          </p:nvSpPr>
          <p:spPr>
            <a:xfrm>
              <a:off x="7076799" y="268471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7" name="Google Shape;2777;p91"/>
            <p:cNvSpPr/>
            <p:nvPr/>
          </p:nvSpPr>
          <p:spPr>
            <a:xfrm>
              <a:off x="7076799" y="271799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8" name="Google Shape;2778;p91"/>
            <p:cNvSpPr/>
            <p:nvPr/>
          </p:nvSpPr>
          <p:spPr>
            <a:xfrm>
              <a:off x="7076799" y="275126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9" name="Google Shape;2779;p91"/>
            <p:cNvSpPr/>
            <p:nvPr/>
          </p:nvSpPr>
          <p:spPr>
            <a:xfrm>
              <a:off x="7076799" y="278424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0" name="Google Shape;2780;p91"/>
            <p:cNvSpPr/>
            <p:nvPr/>
          </p:nvSpPr>
          <p:spPr>
            <a:xfrm>
              <a:off x="7512497" y="29838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1" name="Google Shape;2781;p91"/>
            <p:cNvSpPr/>
            <p:nvPr/>
          </p:nvSpPr>
          <p:spPr>
            <a:xfrm>
              <a:off x="6921916" y="261669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2" name="Google Shape;2782;p91"/>
            <p:cNvSpPr/>
            <p:nvPr/>
          </p:nvSpPr>
          <p:spPr>
            <a:xfrm>
              <a:off x="7967761" y="294071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3" name="Google Shape;2783;p91"/>
            <p:cNvSpPr/>
            <p:nvPr/>
          </p:nvSpPr>
          <p:spPr>
            <a:xfrm>
              <a:off x="7076799" y="25519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4" name="Google Shape;2784;p91"/>
            <p:cNvSpPr/>
            <p:nvPr/>
          </p:nvSpPr>
          <p:spPr>
            <a:xfrm>
              <a:off x="7076799" y="258489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5" name="Google Shape;2785;p91"/>
            <p:cNvSpPr/>
            <p:nvPr/>
          </p:nvSpPr>
          <p:spPr>
            <a:xfrm>
              <a:off x="7076799" y="261817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6" name="Google Shape;2786;p91"/>
            <p:cNvSpPr/>
            <p:nvPr/>
          </p:nvSpPr>
          <p:spPr>
            <a:xfrm>
              <a:off x="7076799" y="252258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7" name="Google Shape;2787;p91"/>
            <p:cNvSpPr/>
            <p:nvPr/>
          </p:nvSpPr>
          <p:spPr>
            <a:xfrm>
              <a:off x="7664588" y="295029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8" name="Google Shape;2788;p91"/>
            <p:cNvSpPr/>
            <p:nvPr/>
          </p:nvSpPr>
          <p:spPr>
            <a:xfrm>
              <a:off x="7664588" y="298385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9" name="Google Shape;2789;p91"/>
            <p:cNvSpPr/>
            <p:nvPr/>
          </p:nvSpPr>
          <p:spPr>
            <a:xfrm>
              <a:off x="8138745" y="271825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0" name="Google Shape;2790;p91"/>
            <p:cNvSpPr/>
            <p:nvPr/>
          </p:nvSpPr>
          <p:spPr>
            <a:xfrm>
              <a:off x="7827659" y="261992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1" name="Google Shape;2791;p91"/>
            <p:cNvSpPr/>
            <p:nvPr/>
          </p:nvSpPr>
          <p:spPr>
            <a:xfrm>
              <a:off x="7827659" y="265290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2" name="Google Shape;2792;p91"/>
            <p:cNvSpPr/>
            <p:nvPr/>
          </p:nvSpPr>
          <p:spPr>
            <a:xfrm>
              <a:off x="7827659" y="268588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3" name="Google Shape;2793;p91"/>
            <p:cNvSpPr/>
            <p:nvPr/>
          </p:nvSpPr>
          <p:spPr>
            <a:xfrm>
              <a:off x="7827659" y="27191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4" name="Google Shape;2794;p91"/>
            <p:cNvSpPr/>
            <p:nvPr/>
          </p:nvSpPr>
          <p:spPr>
            <a:xfrm>
              <a:off x="7827659" y="258650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5" name="Google Shape;2795;p91"/>
            <p:cNvSpPr/>
            <p:nvPr/>
          </p:nvSpPr>
          <p:spPr>
            <a:xfrm>
              <a:off x="7827660" y="29838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6" name="Google Shape;2796;p91"/>
            <p:cNvSpPr/>
            <p:nvPr/>
          </p:nvSpPr>
          <p:spPr>
            <a:xfrm>
              <a:off x="6771862" y="265170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7" name="Google Shape;2797;p91"/>
            <p:cNvSpPr/>
            <p:nvPr/>
          </p:nvSpPr>
          <p:spPr>
            <a:xfrm>
              <a:off x="7827659" y="274892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8" name="Google Shape;2798;p91"/>
            <p:cNvSpPr/>
            <p:nvPr/>
          </p:nvSpPr>
          <p:spPr>
            <a:xfrm>
              <a:off x="7827659" y="278191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9" name="Google Shape;2799;p91"/>
            <p:cNvSpPr/>
            <p:nvPr/>
          </p:nvSpPr>
          <p:spPr>
            <a:xfrm>
              <a:off x="7827659" y="281489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0" name="Google Shape;2800;p91"/>
            <p:cNvSpPr/>
            <p:nvPr/>
          </p:nvSpPr>
          <p:spPr>
            <a:xfrm>
              <a:off x="7827659" y="284816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1" name="Google Shape;2801;p91"/>
            <p:cNvSpPr/>
            <p:nvPr/>
          </p:nvSpPr>
          <p:spPr>
            <a:xfrm>
              <a:off x="7827659" y="288144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2" name="Google Shape;2802;p91"/>
            <p:cNvSpPr/>
            <p:nvPr/>
          </p:nvSpPr>
          <p:spPr>
            <a:xfrm>
              <a:off x="7827659" y="291442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3" name="Google Shape;2803;p91"/>
            <p:cNvSpPr/>
            <p:nvPr/>
          </p:nvSpPr>
          <p:spPr>
            <a:xfrm>
              <a:off x="7827659" y="294798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4" name="Google Shape;2804;p91"/>
            <p:cNvSpPr/>
            <p:nvPr/>
          </p:nvSpPr>
          <p:spPr>
            <a:xfrm>
              <a:off x="8138745" y="275152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5" name="Google Shape;2805;p91"/>
            <p:cNvSpPr/>
            <p:nvPr/>
          </p:nvSpPr>
          <p:spPr>
            <a:xfrm>
              <a:off x="8138745" y="278479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6" name="Google Shape;2806;p91"/>
            <p:cNvSpPr/>
            <p:nvPr/>
          </p:nvSpPr>
          <p:spPr>
            <a:xfrm>
              <a:off x="8138745" y="281778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7" name="Google Shape;2807;p91"/>
            <p:cNvSpPr/>
            <p:nvPr/>
          </p:nvSpPr>
          <p:spPr>
            <a:xfrm>
              <a:off x="8138745" y="285076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8" name="Google Shape;2808;p91"/>
            <p:cNvSpPr/>
            <p:nvPr/>
          </p:nvSpPr>
          <p:spPr>
            <a:xfrm>
              <a:off x="8138745" y="288404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9" name="Google Shape;2809;p91"/>
            <p:cNvSpPr/>
            <p:nvPr/>
          </p:nvSpPr>
          <p:spPr>
            <a:xfrm>
              <a:off x="8138745" y="29173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0" name="Google Shape;2810;p91"/>
            <p:cNvSpPr/>
            <p:nvPr/>
          </p:nvSpPr>
          <p:spPr>
            <a:xfrm>
              <a:off x="8138745" y="295029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1" name="Google Shape;2811;p91"/>
            <p:cNvSpPr/>
            <p:nvPr/>
          </p:nvSpPr>
          <p:spPr>
            <a:xfrm>
              <a:off x="8138745" y="29838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2" name="Google Shape;2812;p91"/>
            <p:cNvSpPr/>
            <p:nvPr/>
          </p:nvSpPr>
          <p:spPr>
            <a:xfrm>
              <a:off x="8138643" y="258822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3" name="Google Shape;2813;p91"/>
            <p:cNvSpPr/>
            <p:nvPr/>
          </p:nvSpPr>
          <p:spPr>
            <a:xfrm>
              <a:off x="8138643" y="262150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4" name="Google Shape;2814;p91"/>
            <p:cNvSpPr/>
            <p:nvPr/>
          </p:nvSpPr>
          <p:spPr>
            <a:xfrm>
              <a:off x="8138643" y="265448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5" name="Google Shape;2815;p91"/>
            <p:cNvSpPr/>
            <p:nvPr/>
          </p:nvSpPr>
          <p:spPr>
            <a:xfrm>
              <a:off x="8138643" y="268804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816" name="Google Shape;281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9709" y="2849860"/>
              <a:ext cx="46505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7" name="Google Shape;2817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38541" y="2849860"/>
              <a:ext cx="45521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8" name="Google Shape;2818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56635" y="2839278"/>
              <a:ext cx="65389" cy="178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9" name="Google Shape;2819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63899" y="2839279"/>
              <a:ext cx="69207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0" name="Google Shape;2820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04547" y="2839278"/>
              <a:ext cx="54403" cy="178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1" name="Google Shape;2821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8188284" y="2839278"/>
              <a:ext cx="52573" cy="1785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2" name="Google Shape;2822;p91"/>
            <p:cNvSpPr/>
            <p:nvPr/>
          </p:nvSpPr>
          <p:spPr>
            <a:xfrm>
              <a:off x="8273207" y="288403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3" name="Google Shape;2823;p91"/>
            <p:cNvSpPr/>
            <p:nvPr/>
          </p:nvSpPr>
          <p:spPr>
            <a:xfrm>
              <a:off x="8273207" y="291731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4" name="Google Shape;2824;p91"/>
            <p:cNvSpPr/>
            <p:nvPr/>
          </p:nvSpPr>
          <p:spPr>
            <a:xfrm>
              <a:off x="8273207" y="295029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5" name="Google Shape;2825;p91"/>
            <p:cNvSpPr/>
            <p:nvPr/>
          </p:nvSpPr>
          <p:spPr>
            <a:xfrm>
              <a:off x="8273207" y="298385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6" name="Google Shape;2826;p91"/>
            <p:cNvSpPr/>
            <p:nvPr/>
          </p:nvSpPr>
          <p:spPr>
            <a:xfrm>
              <a:off x="8416408" y="281778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7" name="Google Shape;2827;p91"/>
            <p:cNvSpPr/>
            <p:nvPr/>
          </p:nvSpPr>
          <p:spPr>
            <a:xfrm>
              <a:off x="8416408" y="285076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8" name="Google Shape;2828;p91"/>
            <p:cNvSpPr/>
            <p:nvPr/>
          </p:nvSpPr>
          <p:spPr>
            <a:xfrm>
              <a:off x="8416408" y="288404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9" name="Google Shape;2829;p91"/>
            <p:cNvSpPr/>
            <p:nvPr/>
          </p:nvSpPr>
          <p:spPr>
            <a:xfrm>
              <a:off x="8416408" y="29173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0" name="Google Shape;2830;p91"/>
            <p:cNvSpPr/>
            <p:nvPr/>
          </p:nvSpPr>
          <p:spPr>
            <a:xfrm>
              <a:off x="8416408" y="295029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1" name="Google Shape;2831;p91"/>
            <p:cNvSpPr/>
            <p:nvPr/>
          </p:nvSpPr>
          <p:spPr>
            <a:xfrm>
              <a:off x="8416408" y="29838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2" name="Google Shape;2832;p91"/>
            <p:cNvSpPr/>
            <p:nvPr/>
          </p:nvSpPr>
          <p:spPr>
            <a:xfrm>
              <a:off x="8416408" y="271796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3" name="Google Shape;2833;p91"/>
            <p:cNvSpPr/>
            <p:nvPr/>
          </p:nvSpPr>
          <p:spPr>
            <a:xfrm>
              <a:off x="8416408" y="275094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4" name="Google Shape;2834;p91"/>
            <p:cNvSpPr/>
            <p:nvPr/>
          </p:nvSpPr>
          <p:spPr>
            <a:xfrm>
              <a:off x="8416408" y="278422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5" name="Google Shape;2835;p91"/>
            <p:cNvSpPr/>
            <p:nvPr/>
          </p:nvSpPr>
          <p:spPr>
            <a:xfrm>
              <a:off x="8416408" y="268863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6" name="Google Shape;2836;p91"/>
            <p:cNvSpPr/>
            <p:nvPr/>
          </p:nvSpPr>
          <p:spPr>
            <a:xfrm>
              <a:off x="491300" y="295029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7" name="Google Shape;2837;p91"/>
            <p:cNvSpPr/>
            <p:nvPr/>
          </p:nvSpPr>
          <p:spPr>
            <a:xfrm>
              <a:off x="491300" y="298385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8" name="Google Shape;2838;p91"/>
            <p:cNvSpPr/>
            <p:nvPr/>
          </p:nvSpPr>
          <p:spPr>
            <a:xfrm>
              <a:off x="798573" y="288797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9" name="Google Shape;2839;p91"/>
            <p:cNvSpPr/>
            <p:nvPr/>
          </p:nvSpPr>
          <p:spPr>
            <a:xfrm>
              <a:off x="654371" y="261992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0" name="Google Shape;2840;p91"/>
            <p:cNvSpPr/>
            <p:nvPr/>
          </p:nvSpPr>
          <p:spPr>
            <a:xfrm>
              <a:off x="654371" y="265290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1" name="Google Shape;2841;p91"/>
            <p:cNvSpPr/>
            <p:nvPr/>
          </p:nvSpPr>
          <p:spPr>
            <a:xfrm>
              <a:off x="654371" y="268588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2" name="Google Shape;2842;p91"/>
            <p:cNvSpPr/>
            <p:nvPr/>
          </p:nvSpPr>
          <p:spPr>
            <a:xfrm>
              <a:off x="654371" y="27191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3" name="Google Shape;2843;p91"/>
            <p:cNvSpPr/>
            <p:nvPr/>
          </p:nvSpPr>
          <p:spPr>
            <a:xfrm>
              <a:off x="654371" y="258650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4" name="Google Shape;2844;p91"/>
            <p:cNvSpPr/>
            <p:nvPr/>
          </p:nvSpPr>
          <p:spPr>
            <a:xfrm>
              <a:off x="654371" y="29838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5" name="Google Shape;2845;p91"/>
            <p:cNvSpPr/>
            <p:nvPr/>
          </p:nvSpPr>
          <p:spPr>
            <a:xfrm>
              <a:off x="654371" y="274892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6" name="Google Shape;2846;p91"/>
            <p:cNvSpPr/>
            <p:nvPr/>
          </p:nvSpPr>
          <p:spPr>
            <a:xfrm>
              <a:off x="654371" y="278191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7" name="Google Shape;2847;p91"/>
            <p:cNvSpPr/>
            <p:nvPr/>
          </p:nvSpPr>
          <p:spPr>
            <a:xfrm>
              <a:off x="654371" y="281489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8" name="Google Shape;2848;p91"/>
            <p:cNvSpPr/>
            <p:nvPr/>
          </p:nvSpPr>
          <p:spPr>
            <a:xfrm>
              <a:off x="654371" y="284816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9" name="Google Shape;2849;p91"/>
            <p:cNvSpPr/>
            <p:nvPr/>
          </p:nvSpPr>
          <p:spPr>
            <a:xfrm>
              <a:off x="654371" y="288144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0" name="Google Shape;2850;p91"/>
            <p:cNvSpPr/>
            <p:nvPr/>
          </p:nvSpPr>
          <p:spPr>
            <a:xfrm>
              <a:off x="654371" y="291442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1" name="Google Shape;2851;p91"/>
            <p:cNvSpPr/>
            <p:nvPr/>
          </p:nvSpPr>
          <p:spPr>
            <a:xfrm>
              <a:off x="654371" y="294798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2" name="Google Shape;2852;p91"/>
            <p:cNvSpPr/>
            <p:nvPr/>
          </p:nvSpPr>
          <p:spPr>
            <a:xfrm>
              <a:off x="798573" y="292124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3" name="Google Shape;2853;p91"/>
            <p:cNvSpPr/>
            <p:nvPr/>
          </p:nvSpPr>
          <p:spPr>
            <a:xfrm>
              <a:off x="798573" y="295451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4" name="Google Shape;2854;p91"/>
            <p:cNvSpPr/>
            <p:nvPr/>
          </p:nvSpPr>
          <p:spPr>
            <a:xfrm>
              <a:off x="798573" y="298750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5" name="Google Shape;2855;p91"/>
            <p:cNvSpPr/>
            <p:nvPr/>
          </p:nvSpPr>
          <p:spPr>
            <a:xfrm>
              <a:off x="965457" y="285076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6" name="Google Shape;2856;p91"/>
            <p:cNvSpPr/>
            <p:nvPr/>
          </p:nvSpPr>
          <p:spPr>
            <a:xfrm>
              <a:off x="965457" y="288404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7" name="Google Shape;2857;p91"/>
            <p:cNvSpPr/>
            <p:nvPr/>
          </p:nvSpPr>
          <p:spPr>
            <a:xfrm>
              <a:off x="965457" y="29173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8" name="Google Shape;2858;p91"/>
            <p:cNvSpPr/>
            <p:nvPr/>
          </p:nvSpPr>
          <p:spPr>
            <a:xfrm>
              <a:off x="965457" y="295029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9" name="Google Shape;2859;p91"/>
            <p:cNvSpPr/>
            <p:nvPr/>
          </p:nvSpPr>
          <p:spPr>
            <a:xfrm>
              <a:off x="965457" y="29838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0" name="Google Shape;2860;p91"/>
            <p:cNvSpPr/>
            <p:nvPr/>
          </p:nvSpPr>
          <p:spPr>
            <a:xfrm>
              <a:off x="653875" y="255618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1" name="Google Shape;2861;p91"/>
            <p:cNvSpPr/>
            <p:nvPr/>
          </p:nvSpPr>
          <p:spPr>
            <a:xfrm>
              <a:off x="653875" y="252289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2" name="Google Shape;2862;p91"/>
            <p:cNvSpPr/>
            <p:nvPr/>
          </p:nvSpPr>
          <p:spPr>
            <a:xfrm>
              <a:off x="653875" y="242304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3" name="Google Shape;2863;p91"/>
            <p:cNvSpPr/>
            <p:nvPr/>
          </p:nvSpPr>
          <p:spPr>
            <a:xfrm>
              <a:off x="798471" y="275794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4" name="Google Shape;2864;p91"/>
            <p:cNvSpPr/>
            <p:nvPr/>
          </p:nvSpPr>
          <p:spPr>
            <a:xfrm>
              <a:off x="798471" y="279122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5" name="Google Shape;2865;p91"/>
            <p:cNvSpPr/>
            <p:nvPr/>
          </p:nvSpPr>
          <p:spPr>
            <a:xfrm>
              <a:off x="798471" y="282420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6" name="Google Shape;2866;p91"/>
            <p:cNvSpPr/>
            <p:nvPr/>
          </p:nvSpPr>
          <p:spPr>
            <a:xfrm>
              <a:off x="798471" y="285776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7" name="Google Shape;2867;p91"/>
            <p:cNvSpPr/>
            <p:nvPr/>
          </p:nvSpPr>
          <p:spPr>
            <a:xfrm>
              <a:off x="653875" y="245633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8" name="Google Shape;2868;p91"/>
            <p:cNvSpPr/>
            <p:nvPr/>
          </p:nvSpPr>
          <p:spPr>
            <a:xfrm>
              <a:off x="798655" y="258945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9" name="Google Shape;2869;p91"/>
            <p:cNvSpPr/>
            <p:nvPr/>
          </p:nvSpPr>
          <p:spPr>
            <a:xfrm>
              <a:off x="798655" y="262272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0" name="Google Shape;2870;p91"/>
            <p:cNvSpPr/>
            <p:nvPr/>
          </p:nvSpPr>
          <p:spPr>
            <a:xfrm>
              <a:off x="798655" y="265571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1" name="Google Shape;2871;p91"/>
            <p:cNvSpPr/>
            <p:nvPr/>
          </p:nvSpPr>
          <p:spPr>
            <a:xfrm>
              <a:off x="798655" y="268869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2" name="Google Shape;2872;p91"/>
            <p:cNvSpPr/>
            <p:nvPr/>
          </p:nvSpPr>
          <p:spPr>
            <a:xfrm>
              <a:off x="798655" y="272197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3" name="Google Shape;2873;p91"/>
            <p:cNvSpPr/>
            <p:nvPr/>
          </p:nvSpPr>
          <p:spPr>
            <a:xfrm>
              <a:off x="653872" y="248961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4" name="Google Shape;2874;p91"/>
            <p:cNvSpPr/>
            <p:nvPr/>
          </p:nvSpPr>
          <p:spPr>
            <a:xfrm>
              <a:off x="653872" y="238976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75" name="Google Shape;2875;p91"/>
            <p:cNvGrpSpPr/>
            <p:nvPr/>
          </p:nvGrpSpPr>
          <p:grpSpPr>
            <a:xfrm>
              <a:off x="502600" y="1651513"/>
              <a:ext cx="1547115" cy="528123"/>
              <a:chOff x="582542" y="1079988"/>
              <a:chExt cx="7626646" cy="2603433"/>
            </a:xfrm>
          </p:grpSpPr>
          <p:pic>
            <p:nvPicPr>
              <p:cNvPr id="2876" name="Google Shape;2876;p9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835154" y="2855362"/>
                <a:ext cx="229252" cy="8280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7" name="Google Shape;2877;p9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575587" y="2855362"/>
                <a:ext cx="224400" cy="8280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8" name="Google Shape;2878;p9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82542" y="3012609"/>
                <a:ext cx="610985" cy="6708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9" name="Google Shape;2879;p9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031266" y="2803200"/>
                <a:ext cx="322344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0" name="Google Shape;2880;p9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545950" y="2803203"/>
                <a:ext cx="341163" cy="8802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1" name="Google Shape;2881;p9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281531" y="2803200"/>
                <a:ext cx="268191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2" name="Google Shape;2882;p91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1675070" y="2803200"/>
                <a:ext cx="261744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3" name="Google Shape;2883;p9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3140587" y="2803200"/>
                <a:ext cx="212747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4" name="Google Shape;2884;p9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834878" y="2803200"/>
                <a:ext cx="259165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5" name="Google Shape;2885;p91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2418358" y="2803201"/>
                <a:ext cx="240685" cy="8802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86" name="Google Shape;2886;p91"/>
              <p:cNvSpPr/>
              <p:nvPr/>
            </p:nvSpPr>
            <p:spPr>
              <a:xfrm>
                <a:off x="1308425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87" name="Google Shape;2887;p91"/>
              <p:cNvSpPr/>
              <p:nvPr/>
            </p:nvSpPr>
            <p:spPr>
              <a:xfrm>
                <a:off x="1308425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88" name="Google Shape;2888;p91"/>
              <p:cNvSpPr/>
              <p:nvPr/>
            </p:nvSpPr>
            <p:spPr>
              <a:xfrm>
                <a:off x="1308425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89" name="Google Shape;2889;p91"/>
              <p:cNvSpPr/>
              <p:nvPr/>
            </p:nvSpPr>
            <p:spPr>
              <a:xfrm>
                <a:off x="1308425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0" name="Google Shape;2890;p91"/>
              <p:cNvSpPr/>
              <p:nvPr/>
            </p:nvSpPr>
            <p:spPr>
              <a:xfrm>
                <a:off x="1308425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1" name="Google Shape;2891;p91"/>
              <p:cNvSpPr/>
              <p:nvPr/>
            </p:nvSpPr>
            <p:spPr>
              <a:xfrm>
                <a:off x="1308425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2" name="Google Shape;2892;p91"/>
              <p:cNvSpPr/>
              <p:nvPr/>
            </p:nvSpPr>
            <p:spPr>
              <a:xfrm>
                <a:off x="1308425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3" name="Google Shape;2893;p91"/>
              <p:cNvSpPr/>
              <p:nvPr/>
            </p:nvSpPr>
            <p:spPr>
              <a:xfrm>
                <a:off x="1308425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4" name="Google Shape;2894;p91"/>
              <p:cNvSpPr/>
              <p:nvPr/>
            </p:nvSpPr>
            <p:spPr>
              <a:xfrm>
                <a:off x="1308425" y="22065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5" name="Google Shape;2895;p91"/>
              <p:cNvSpPr/>
              <p:nvPr/>
            </p:nvSpPr>
            <p:spPr>
              <a:xfrm>
                <a:off x="3512800" y="22066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6" name="Google Shape;2896;p91"/>
              <p:cNvSpPr/>
              <p:nvPr/>
            </p:nvSpPr>
            <p:spPr>
              <a:xfrm>
                <a:off x="3512800" y="204251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7" name="Google Shape;2897;p91"/>
              <p:cNvSpPr/>
              <p:nvPr/>
            </p:nvSpPr>
            <p:spPr>
              <a:xfrm>
                <a:off x="3512800" y="15502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8" name="Google Shape;2898;p91"/>
              <p:cNvSpPr/>
              <p:nvPr/>
            </p:nvSpPr>
            <p:spPr>
              <a:xfrm>
                <a:off x="2047225" y="30287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9" name="Google Shape;2899;p91"/>
              <p:cNvSpPr/>
              <p:nvPr/>
            </p:nvSpPr>
            <p:spPr>
              <a:xfrm>
                <a:off x="2047225" y="31927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0" name="Google Shape;2900;p91"/>
              <p:cNvSpPr/>
              <p:nvPr/>
            </p:nvSpPr>
            <p:spPr>
              <a:xfrm>
                <a:off x="2047225" y="33553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1" name="Google Shape;2901;p91"/>
              <p:cNvSpPr/>
              <p:nvPr/>
            </p:nvSpPr>
            <p:spPr>
              <a:xfrm>
                <a:off x="2047225" y="35208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2" name="Google Shape;2902;p91"/>
              <p:cNvSpPr/>
              <p:nvPr/>
            </p:nvSpPr>
            <p:spPr>
              <a:xfrm>
                <a:off x="3512800" y="17143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3" name="Google Shape;2903;p91"/>
              <p:cNvSpPr/>
              <p:nvPr/>
            </p:nvSpPr>
            <p:spPr>
              <a:xfrm>
                <a:off x="2804550" y="25346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4" name="Google Shape;2904;p91"/>
              <p:cNvSpPr/>
              <p:nvPr/>
            </p:nvSpPr>
            <p:spPr>
              <a:xfrm>
                <a:off x="2804550" y="2697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5" name="Google Shape;2905;p91"/>
              <p:cNvSpPr/>
              <p:nvPr/>
            </p:nvSpPr>
            <p:spPr>
              <a:xfrm>
                <a:off x="2804550" y="28598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6" name="Google Shape;2906;p91"/>
              <p:cNvSpPr/>
              <p:nvPr/>
            </p:nvSpPr>
            <p:spPr>
              <a:xfrm>
                <a:off x="2804550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7" name="Google Shape;2907;p91"/>
              <p:cNvSpPr/>
              <p:nvPr/>
            </p:nvSpPr>
            <p:spPr>
              <a:xfrm>
                <a:off x="2804550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8" name="Google Shape;2908;p91"/>
              <p:cNvSpPr/>
              <p:nvPr/>
            </p:nvSpPr>
            <p:spPr>
              <a:xfrm>
                <a:off x="2804550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9" name="Google Shape;2909;p91"/>
              <p:cNvSpPr/>
              <p:nvPr/>
            </p:nvSpPr>
            <p:spPr>
              <a:xfrm>
                <a:off x="2804550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0" name="Google Shape;2910;p91"/>
              <p:cNvSpPr/>
              <p:nvPr/>
            </p:nvSpPr>
            <p:spPr>
              <a:xfrm>
                <a:off x="3512800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1" name="Google Shape;2911;p91"/>
              <p:cNvSpPr/>
              <p:nvPr/>
            </p:nvSpPr>
            <p:spPr>
              <a:xfrm>
                <a:off x="3512800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2" name="Google Shape;2912;p91"/>
              <p:cNvSpPr/>
              <p:nvPr/>
            </p:nvSpPr>
            <p:spPr>
              <a:xfrm>
                <a:off x="3512800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3" name="Google Shape;2913;p91"/>
              <p:cNvSpPr/>
              <p:nvPr/>
            </p:nvSpPr>
            <p:spPr>
              <a:xfrm>
                <a:off x="3512800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4" name="Google Shape;2914;p91"/>
              <p:cNvSpPr/>
              <p:nvPr/>
            </p:nvSpPr>
            <p:spPr>
              <a:xfrm>
                <a:off x="3512800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5" name="Google Shape;2915;p91"/>
              <p:cNvSpPr/>
              <p:nvPr/>
            </p:nvSpPr>
            <p:spPr>
              <a:xfrm>
                <a:off x="3512800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6" name="Google Shape;2916;p91"/>
              <p:cNvSpPr/>
              <p:nvPr/>
            </p:nvSpPr>
            <p:spPr>
              <a:xfrm>
                <a:off x="3512800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7" name="Google Shape;2917;p91"/>
              <p:cNvSpPr/>
              <p:nvPr/>
            </p:nvSpPr>
            <p:spPr>
              <a:xfrm>
                <a:off x="3512800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8" name="Google Shape;2918;p91"/>
              <p:cNvSpPr/>
              <p:nvPr/>
            </p:nvSpPr>
            <p:spPr>
              <a:xfrm>
                <a:off x="1308413" y="12440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9" name="Google Shape;2919;p91"/>
              <p:cNvSpPr/>
              <p:nvPr/>
            </p:nvSpPr>
            <p:spPr>
              <a:xfrm>
                <a:off x="1308413" y="14080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0" name="Google Shape;2920;p91"/>
              <p:cNvSpPr/>
              <p:nvPr/>
            </p:nvSpPr>
            <p:spPr>
              <a:xfrm>
                <a:off x="1308413" y="15706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1" name="Google Shape;2921;p91"/>
              <p:cNvSpPr/>
              <p:nvPr/>
            </p:nvSpPr>
            <p:spPr>
              <a:xfrm>
                <a:off x="1308413" y="17332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2" name="Google Shape;2922;p91"/>
              <p:cNvSpPr/>
              <p:nvPr/>
            </p:nvSpPr>
            <p:spPr>
              <a:xfrm>
                <a:off x="4253513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3" name="Google Shape;2923;p91"/>
              <p:cNvSpPr/>
              <p:nvPr/>
            </p:nvSpPr>
            <p:spPr>
              <a:xfrm>
                <a:off x="4253513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4" name="Google Shape;2924;p91"/>
              <p:cNvSpPr/>
              <p:nvPr/>
            </p:nvSpPr>
            <p:spPr>
              <a:xfrm>
                <a:off x="4253513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5" name="Google Shape;2925;p91"/>
              <p:cNvSpPr/>
              <p:nvPr/>
            </p:nvSpPr>
            <p:spPr>
              <a:xfrm>
                <a:off x="4253513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6" name="Google Shape;2926;p91"/>
              <p:cNvSpPr/>
              <p:nvPr/>
            </p:nvSpPr>
            <p:spPr>
              <a:xfrm>
                <a:off x="1308413" y="20425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7" name="Google Shape;2927;p91"/>
              <p:cNvSpPr/>
              <p:nvPr/>
            </p:nvSpPr>
            <p:spPr>
              <a:xfrm>
                <a:off x="1308413" y="10799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8" name="Google Shape;2928;p91"/>
              <p:cNvSpPr/>
              <p:nvPr/>
            </p:nvSpPr>
            <p:spPr>
              <a:xfrm>
                <a:off x="4959438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9" name="Google Shape;2929;p91"/>
              <p:cNvSpPr/>
              <p:nvPr/>
            </p:nvSpPr>
            <p:spPr>
              <a:xfrm>
                <a:off x="4959438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0" name="Google Shape;2930;p91"/>
              <p:cNvSpPr/>
              <p:nvPr/>
            </p:nvSpPr>
            <p:spPr>
              <a:xfrm>
                <a:off x="4959438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1" name="Google Shape;2931;p91"/>
              <p:cNvSpPr/>
              <p:nvPr/>
            </p:nvSpPr>
            <p:spPr>
              <a:xfrm>
                <a:off x="4959438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2" name="Google Shape;2932;p91"/>
              <p:cNvSpPr/>
              <p:nvPr/>
            </p:nvSpPr>
            <p:spPr>
              <a:xfrm>
                <a:off x="4959438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3" name="Google Shape;2933;p91"/>
              <p:cNvSpPr/>
              <p:nvPr/>
            </p:nvSpPr>
            <p:spPr>
              <a:xfrm>
                <a:off x="4959438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4" name="Google Shape;2934;p91"/>
              <p:cNvSpPr/>
              <p:nvPr/>
            </p:nvSpPr>
            <p:spPr>
              <a:xfrm>
                <a:off x="3512788" y="18784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5" name="Google Shape;2935;p91"/>
              <p:cNvSpPr/>
              <p:nvPr/>
            </p:nvSpPr>
            <p:spPr>
              <a:xfrm>
                <a:off x="3512788" y="1386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6" name="Google Shape;2936;p91"/>
              <p:cNvSpPr/>
              <p:nvPr/>
            </p:nvSpPr>
            <p:spPr>
              <a:xfrm>
                <a:off x="4959438" y="22051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7" name="Google Shape;2937;p91"/>
              <p:cNvSpPr/>
              <p:nvPr/>
            </p:nvSpPr>
            <p:spPr>
              <a:xfrm>
                <a:off x="4959438" y="23677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8" name="Google Shape;2938;p91"/>
              <p:cNvSpPr/>
              <p:nvPr/>
            </p:nvSpPr>
            <p:spPr>
              <a:xfrm>
                <a:off x="4959438" y="25318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9" name="Google Shape;2939;p91"/>
              <p:cNvSpPr/>
              <p:nvPr/>
            </p:nvSpPr>
            <p:spPr>
              <a:xfrm>
                <a:off x="4959438" y="20605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0" name="Google Shape;2940;p91"/>
              <p:cNvSpPr/>
              <p:nvPr/>
            </p:nvSpPr>
            <p:spPr>
              <a:xfrm>
                <a:off x="5709188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1" name="Google Shape;2941;p91"/>
              <p:cNvSpPr/>
              <p:nvPr/>
            </p:nvSpPr>
            <p:spPr>
              <a:xfrm>
                <a:off x="5709188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2" name="Google Shape;2942;p91"/>
              <p:cNvSpPr/>
              <p:nvPr/>
            </p:nvSpPr>
            <p:spPr>
              <a:xfrm>
                <a:off x="8046588" y="22065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3" name="Google Shape;2943;p91"/>
              <p:cNvSpPr/>
              <p:nvPr/>
            </p:nvSpPr>
            <p:spPr>
              <a:xfrm>
                <a:off x="7223863" y="18986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4" name="Google Shape;2944;p91"/>
              <p:cNvSpPr/>
              <p:nvPr/>
            </p:nvSpPr>
            <p:spPr>
              <a:xfrm>
                <a:off x="7223863" y="20612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5" name="Google Shape;2945;p91"/>
              <p:cNvSpPr/>
              <p:nvPr/>
            </p:nvSpPr>
            <p:spPr>
              <a:xfrm>
                <a:off x="7223863" y="2223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6" name="Google Shape;2946;p91"/>
              <p:cNvSpPr/>
              <p:nvPr/>
            </p:nvSpPr>
            <p:spPr>
              <a:xfrm>
                <a:off x="7223863" y="23879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7" name="Google Shape;2947;p91"/>
              <p:cNvSpPr/>
              <p:nvPr/>
            </p:nvSpPr>
            <p:spPr>
              <a:xfrm>
                <a:off x="2804538" y="23691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8" name="Google Shape;2948;p91"/>
              <p:cNvSpPr/>
              <p:nvPr/>
            </p:nvSpPr>
            <p:spPr>
              <a:xfrm>
                <a:off x="7223863" y="17339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9" name="Google Shape;2949;p91"/>
              <p:cNvSpPr/>
              <p:nvPr/>
            </p:nvSpPr>
            <p:spPr>
              <a:xfrm>
                <a:off x="6513063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0" name="Google Shape;2950;p91"/>
              <p:cNvSpPr/>
              <p:nvPr/>
            </p:nvSpPr>
            <p:spPr>
              <a:xfrm>
                <a:off x="1308413" y="18785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1" name="Google Shape;2951;p91"/>
              <p:cNvSpPr/>
              <p:nvPr/>
            </p:nvSpPr>
            <p:spPr>
              <a:xfrm>
                <a:off x="7223863" y="25346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2" name="Google Shape;2952;p91"/>
              <p:cNvSpPr/>
              <p:nvPr/>
            </p:nvSpPr>
            <p:spPr>
              <a:xfrm>
                <a:off x="7223863" y="2697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3" name="Google Shape;2953;p91"/>
              <p:cNvSpPr/>
              <p:nvPr/>
            </p:nvSpPr>
            <p:spPr>
              <a:xfrm>
                <a:off x="7223863" y="28598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4" name="Google Shape;2954;p91"/>
              <p:cNvSpPr/>
              <p:nvPr/>
            </p:nvSpPr>
            <p:spPr>
              <a:xfrm>
                <a:off x="7223863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5" name="Google Shape;2955;p91"/>
              <p:cNvSpPr/>
              <p:nvPr/>
            </p:nvSpPr>
            <p:spPr>
              <a:xfrm>
                <a:off x="7223863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6" name="Google Shape;2956;p91"/>
              <p:cNvSpPr/>
              <p:nvPr/>
            </p:nvSpPr>
            <p:spPr>
              <a:xfrm>
                <a:off x="7223863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7" name="Google Shape;2957;p91"/>
              <p:cNvSpPr/>
              <p:nvPr/>
            </p:nvSpPr>
            <p:spPr>
              <a:xfrm>
                <a:off x="7223863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8" name="Google Shape;2958;p91"/>
              <p:cNvSpPr/>
              <p:nvPr/>
            </p:nvSpPr>
            <p:spPr>
              <a:xfrm>
                <a:off x="8046588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9" name="Google Shape;2959;p91"/>
              <p:cNvSpPr/>
              <p:nvPr/>
            </p:nvSpPr>
            <p:spPr>
              <a:xfrm>
                <a:off x="8046588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0" name="Google Shape;2960;p91"/>
              <p:cNvSpPr/>
              <p:nvPr/>
            </p:nvSpPr>
            <p:spPr>
              <a:xfrm>
                <a:off x="8046588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1" name="Google Shape;2961;p91"/>
              <p:cNvSpPr/>
              <p:nvPr/>
            </p:nvSpPr>
            <p:spPr>
              <a:xfrm>
                <a:off x="8046588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2" name="Google Shape;2962;p91"/>
              <p:cNvSpPr/>
              <p:nvPr/>
            </p:nvSpPr>
            <p:spPr>
              <a:xfrm>
                <a:off x="8046588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3" name="Google Shape;2963;p91"/>
              <p:cNvSpPr/>
              <p:nvPr/>
            </p:nvSpPr>
            <p:spPr>
              <a:xfrm>
                <a:off x="8046588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4" name="Google Shape;2964;p91"/>
              <p:cNvSpPr/>
              <p:nvPr/>
            </p:nvSpPr>
            <p:spPr>
              <a:xfrm>
                <a:off x="8046588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5" name="Google Shape;2965;p91"/>
              <p:cNvSpPr/>
              <p:nvPr/>
            </p:nvSpPr>
            <p:spPr>
              <a:xfrm>
                <a:off x="8046588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2966" name="Google Shape;296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28618" y="2011660"/>
              <a:ext cx="46505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7" name="Google Shape;2967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70250" y="2011660"/>
              <a:ext cx="45521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8" name="Google Shape;2968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60235" y="2043558"/>
              <a:ext cx="123941" cy="1360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9" name="Google Shape;2969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165544" y="2001078"/>
              <a:ext cx="65390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0" name="Google Shape;2970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472808" y="2001079"/>
              <a:ext cx="69207" cy="1785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1" name="Google Shape;2971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013455" y="2001078"/>
              <a:ext cx="54404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2" name="Google Shape;2972;p9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281861" y="2001078"/>
              <a:ext cx="53096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3" name="Google Shape;2973;p9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579151" y="2001078"/>
              <a:ext cx="43157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4" name="Google Shape;2974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719992" y="2001078"/>
              <a:ext cx="52573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5" name="Google Shape;2975;p9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2432642" y="2001078"/>
              <a:ext cx="48824" cy="1785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6" name="Google Shape;2976;p91"/>
            <p:cNvSpPr/>
            <p:nvPr/>
          </p:nvSpPr>
          <p:spPr>
            <a:xfrm>
              <a:off x="2207485" y="191332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7" name="Google Shape;2977;p91"/>
            <p:cNvSpPr/>
            <p:nvPr/>
          </p:nvSpPr>
          <p:spPr>
            <a:xfrm>
              <a:off x="2207485" y="194659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8" name="Google Shape;2978;p91"/>
            <p:cNvSpPr/>
            <p:nvPr/>
          </p:nvSpPr>
          <p:spPr>
            <a:xfrm>
              <a:off x="2207485" y="19795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9" name="Google Shape;2979;p91"/>
            <p:cNvSpPr/>
            <p:nvPr/>
          </p:nvSpPr>
          <p:spPr>
            <a:xfrm>
              <a:off x="2207485" y="2012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0" name="Google Shape;2980;p91"/>
            <p:cNvSpPr/>
            <p:nvPr/>
          </p:nvSpPr>
          <p:spPr>
            <a:xfrm>
              <a:off x="2207485" y="20458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1" name="Google Shape;2981;p91"/>
            <p:cNvSpPr/>
            <p:nvPr/>
          </p:nvSpPr>
          <p:spPr>
            <a:xfrm>
              <a:off x="2207485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2" name="Google Shape;2982;p91"/>
            <p:cNvSpPr/>
            <p:nvPr/>
          </p:nvSpPr>
          <p:spPr>
            <a:xfrm>
              <a:off x="2207485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3" name="Google Shape;2983;p91"/>
            <p:cNvSpPr/>
            <p:nvPr/>
          </p:nvSpPr>
          <p:spPr>
            <a:xfrm>
              <a:off x="2207485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4" name="Google Shape;2984;p91"/>
            <p:cNvSpPr/>
            <p:nvPr/>
          </p:nvSpPr>
          <p:spPr>
            <a:xfrm>
              <a:off x="2207485" y="18800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5" name="Google Shape;2985;p91"/>
            <p:cNvSpPr/>
            <p:nvPr/>
          </p:nvSpPr>
          <p:spPr>
            <a:xfrm>
              <a:off x="2357539" y="184506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6" name="Google Shape;2986;p91"/>
            <p:cNvSpPr/>
            <p:nvPr/>
          </p:nvSpPr>
          <p:spPr>
            <a:xfrm>
              <a:off x="2357539" y="181178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7" name="Google Shape;2987;p91"/>
            <p:cNvSpPr/>
            <p:nvPr/>
          </p:nvSpPr>
          <p:spPr>
            <a:xfrm>
              <a:off x="2357539" y="171192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8" name="Google Shape;2988;p91"/>
            <p:cNvSpPr/>
            <p:nvPr/>
          </p:nvSpPr>
          <p:spPr>
            <a:xfrm>
              <a:off x="2357355" y="204683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9" name="Google Shape;2989;p91"/>
            <p:cNvSpPr/>
            <p:nvPr/>
          </p:nvSpPr>
          <p:spPr>
            <a:xfrm>
              <a:off x="2357355" y="20801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0" name="Google Shape;2990;p91"/>
            <p:cNvSpPr/>
            <p:nvPr/>
          </p:nvSpPr>
          <p:spPr>
            <a:xfrm>
              <a:off x="2357355" y="211308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1" name="Google Shape;2991;p91"/>
            <p:cNvSpPr/>
            <p:nvPr/>
          </p:nvSpPr>
          <p:spPr>
            <a:xfrm>
              <a:off x="2357355" y="21466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2" name="Google Shape;2992;p91"/>
            <p:cNvSpPr/>
            <p:nvPr/>
          </p:nvSpPr>
          <p:spPr>
            <a:xfrm>
              <a:off x="2357539" y="17452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3" name="Google Shape;2993;p91"/>
            <p:cNvSpPr/>
            <p:nvPr/>
          </p:nvSpPr>
          <p:spPr>
            <a:xfrm>
              <a:off x="2510984" y="197958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4" name="Google Shape;2994;p91"/>
            <p:cNvSpPr/>
            <p:nvPr/>
          </p:nvSpPr>
          <p:spPr>
            <a:xfrm>
              <a:off x="2510984" y="201256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5" name="Google Shape;2995;p91"/>
            <p:cNvSpPr/>
            <p:nvPr/>
          </p:nvSpPr>
          <p:spPr>
            <a:xfrm>
              <a:off x="2510984" y="204583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6" name="Google Shape;2996;p91"/>
            <p:cNvSpPr/>
            <p:nvPr/>
          </p:nvSpPr>
          <p:spPr>
            <a:xfrm>
              <a:off x="2510984" y="20791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7" name="Google Shape;2997;p91"/>
            <p:cNvSpPr/>
            <p:nvPr/>
          </p:nvSpPr>
          <p:spPr>
            <a:xfrm>
              <a:off x="2510984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8" name="Google Shape;2998;p91"/>
            <p:cNvSpPr/>
            <p:nvPr/>
          </p:nvSpPr>
          <p:spPr>
            <a:xfrm>
              <a:off x="2510984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9" name="Google Shape;2999;p91"/>
            <p:cNvSpPr/>
            <p:nvPr/>
          </p:nvSpPr>
          <p:spPr>
            <a:xfrm>
              <a:off x="2357539" y="187833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0" name="Google Shape;3000;p91"/>
            <p:cNvSpPr/>
            <p:nvPr/>
          </p:nvSpPr>
          <p:spPr>
            <a:xfrm>
              <a:off x="2357539" y="191161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1" name="Google Shape;3001;p91"/>
            <p:cNvSpPr/>
            <p:nvPr/>
          </p:nvSpPr>
          <p:spPr>
            <a:xfrm>
              <a:off x="2357539" y="194459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2" name="Google Shape;3002;p91"/>
            <p:cNvSpPr/>
            <p:nvPr/>
          </p:nvSpPr>
          <p:spPr>
            <a:xfrm>
              <a:off x="2357539" y="197758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3" name="Google Shape;3003;p91"/>
            <p:cNvSpPr/>
            <p:nvPr/>
          </p:nvSpPr>
          <p:spPr>
            <a:xfrm>
              <a:off x="2357539" y="201085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4" name="Google Shape;3004;p91"/>
            <p:cNvSpPr/>
            <p:nvPr/>
          </p:nvSpPr>
          <p:spPr>
            <a:xfrm>
              <a:off x="2654657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5" name="Google Shape;3005;p91"/>
            <p:cNvSpPr/>
            <p:nvPr/>
          </p:nvSpPr>
          <p:spPr>
            <a:xfrm>
              <a:off x="2654657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6" name="Google Shape;3006;p91"/>
            <p:cNvSpPr/>
            <p:nvPr/>
          </p:nvSpPr>
          <p:spPr>
            <a:xfrm>
              <a:off x="2654657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7" name="Google Shape;3007;p91"/>
            <p:cNvSpPr/>
            <p:nvPr/>
          </p:nvSpPr>
          <p:spPr>
            <a:xfrm>
              <a:off x="2207482" y="17840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8" name="Google Shape;3008;p91"/>
            <p:cNvSpPr/>
            <p:nvPr/>
          </p:nvSpPr>
          <p:spPr>
            <a:xfrm>
              <a:off x="2510965" y="194501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9" name="Google Shape;3009;p91"/>
            <p:cNvSpPr/>
            <p:nvPr/>
          </p:nvSpPr>
          <p:spPr>
            <a:xfrm>
              <a:off x="2510965" y="191173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0" name="Google Shape;3010;p91"/>
            <p:cNvSpPr/>
            <p:nvPr/>
          </p:nvSpPr>
          <p:spPr>
            <a:xfrm>
              <a:off x="2510965" y="187844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1" name="Google Shape;3011;p91"/>
            <p:cNvSpPr/>
            <p:nvPr/>
          </p:nvSpPr>
          <p:spPr>
            <a:xfrm>
              <a:off x="2510708" y="184362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2" name="Google Shape;3012;p91"/>
            <p:cNvSpPr/>
            <p:nvPr/>
          </p:nvSpPr>
          <p:spPr>
            <a:xfrm>
              <a:off x="2207482" y="184677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3" name="Google Shape;3013;p91"/>
            <p:cNvSpPr/>
            <p:nvPr/>
          </p:nvSpPr>
          <p:spPr>
            <a:xfrm>
              <a:off x="2948117" y="19795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4" name="Google Shape;3014;p91"/>
            <p:cNvSpPr/>
            <p:nvPr/>
          </p:nvSpPr>
          <p:spPr>
            <a:xfrm>
              <a:off x="2948117" y="2012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5" name="Google Shape;3015;p91"/>
            <p:cNvSpPr/>
            <p:nvPr/>
          </p:nvSpPr>
          <p:spPr>
            <a:xfrm>
              <a:off x="2948117" y="20458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6" name="Google Shape;3016;p91"/>
            <p:cNvSpPr/>
            <p:nvPr/>
          </p:nvSpPr>
          <p:spPr>
            <a:xfrm>
              <a:off x="2948117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7" name="Google Shape;3017;p91"/>
            <p:cNvSpPr/>
            <p:nvPr/>
          </p:nvSpPr>
          <p:spPr>
            <a:xfrm>
              <a:off x="2948117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8" name="Google Shape;3018;p91"/>
            <p:cNvSpPr/>
            <p:nvPr/>
          </p:nvSpPr>
          <p:spPr>
            <a:xfrm>
              <a:off x="2948117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9" name="Google Shape;3019;p91"/>
            <p:cNvSpPr/>
            <p:nvPr/>
          </p:nvSpPr>
          <p:spPr>
            <a:xfrm>
              <a:off x="2357536" y="177849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0" name="Google Shape;3020;p91"/>
            <p:cNvSpPr/>
            <p:nvPr/>
          </p:nvSpPr>
          <p:spPr>
            <a:xfrm>
              <a:off x="2357536" y="167864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1" name="Google Shape;3021;p91"/>
            <p:cNvSpPr/>
            <p:nvPr/>
          </p:nvSpPr>
          <p:spPr>
            <a:xfrm>
              <a:off x="2948117" y="187976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2" name="Google Shape;3022;p91"/>
            <p:cNvSpPr/>
            <p:nvPr/>
          </p:nvSpPr>
          <p:spPr>
            <a:xfrm>
              <a:off x="2948117" y="191274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3" name="Google Shape;3023;p91"/>
            <p:cNvSpPr/>
            <p:nvPr/>
          </p:nvSpPr>
          <p:spPr>
            <a:xfrm>
              <a:off x="2948117" y="194602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4" name="Google Shape;3024;p91"/>
            <p:cNvSpPr/>
            <p:nvPr/>
          </p:nvSpPr>
          <p:spPr>
            <a:xfrm>
              <a:off x="2948117" y="18504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5" name="Google Shape;3025;p91"/>
            <p:cNvSpPr/>
            <p:nvPr/>
          </p:nvSpPr>
          <p:spPr>
            <a:xfrm>
              <a:off x="3100208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6" name="Google Shape;3026;p91"/>
            <p:cNvSpPr/>
            <p:nvPr/>
          </p:nvSpPr>
          <p:spPr>
            <a:xfrm>
              <a:off x="3100208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7" name="Google Shape;3027;p91"/>
            <p:cNvSpPr/>
            <p:nvPr/>
          </p:nvSpPr>
          <p:spPr>
            <a:xfrm>
              <a:off x="3574365" y="18800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8" name="Google Shape;3028;p91"/>
            <p:cNvSpPr/>
            <p:nvPr/>
          </p:nvSpPr>
          <p:spPr>
            <a:xfrm>
              <a:off x="3263279" y="178172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9" name="Google Shape;3029;p91"/>
            <p:cNvSpPr/>
            <p:nvPr/>
          </p:nvSpPr>
          <p:spPr>
            <a:xfrm>
              <a:off x="3263279" y="18147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0" name="Google Shape;3030;p91"/>
            <p:cNvSpPr/>
            <p:nvPr/>
          </p:nvSpPr>
          <p:spPr>
            <a:xfrm>
              <a:off x="3263279" y="18476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1" name="Google Shape;3031;p91"/>
            <p:cNvSpPr/>
            <p:nvPr/>
          </p:nvSpPr>
          <p:spPr>
            <a:xfrm>
              <a:off x="3263279" y="18809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2" name="Google Shape;3032;p91"/>
            <p:cNvSpPr/>
            <p:nvPr/>
          </p:nvSpPr>
          <p:spPr>
            <a:xfrm>
              <a:off x="3263279" y="17483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3" name="Google Shape;3033;p91"/>
            <p:cNvSpPr/>
            <p:nvPr/>
          </p:nvSpPr>
          <p:spPr>
            <a:xfrm>
              <a:off x="3263280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4" name="Google Shape;3034;p91"/>
            <p:cNvSpPr/>
            <p:nvPr/>
          </p:nvSpPr>
          <p:spPr>
            <a:xfrm>
              <a:off x="2207482" y="181350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5" name="Google Shape;3035;p91"/>
            <p:cNvSpPr/>
            <p:nvPr/>
          </p:nvSpPr>
          <p:spPr>
            <a:xfrm>
              <a:off x="3263279" y="191072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6" name="Google Shape;3036;p91"/>
            <p:cNvSpPr/>
            <p:nvPr/>
          </p:nvSpPr>
          <p:spPr>
            <a:xfrm>
              <a:off x="3263279" y="194371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7" name="Google Shape;3037;p91"/>
            <p:cNvSpPr/>
            <p:nvPr/>
          </p:nvSpPr>
          <p:spPr>
            <a:xfrm>
              <a:off x="3263279" y="197669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8" name="Google Shape;3038;p91"/>
            <p:cNvSpPr/>
            <p:nvPr/>
          </p:nvSpPr>
          <p:spPr>
            <a:xfrm>
              <a:off x="3263279" y="200996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9" name="Google Shape;3039;p91"/>
            <p:cNvSpPr/>
            <p:nvPr/>
          </p:nvSpPr>
          <p:spPr>
            <a:xfrm>
              <a:off x="3263279" y="204324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0" name="Google Shape;3040;p91"/>
            <p:cNvSpPr/>
            <p:nvPr/>
          </p:nvSpPr>
          <p:spPr>
            <a:xfrm>
              <a:off x="3263279" y="207622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1" name="Google Shape;3041;p91"/>
            <p:cNvSpPr/>
            <p:nvPr/>
          </p:nvSpPr>
          <p:spPr>
            <a:xfrm>
              <a:off x="3263279" y="21097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2" name="Google Shape;3042;p91"/>
            <p:cNvSpPr/>
            <p:nvPr/>
          </p:nvSpPr>
          <p:spPr>
            <a:xfrm>
              <a:off x="3574365" y="191332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3" name="Google Shape;3043;p91"/>
            <p:cNvSpPr/>
            <p:nvPr/>
          </p:nvSpPr>
          <p:spPr>
            <a:xfrm>
              <a:off x="3574365" y="194659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4" name="Google Shape;3044;p91"/>
            <p:cNvSpPr/>
            <p:nvPr/>
          </p:nvSpPr>
          <p:spPr>
            <a:xfrm>
              <a:off x="3574365" y="19795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5" name="Google Shape;3045;p91"/>
            <p:cNvSpPr/>
            <p:nvPr/>
          </p:nvSpPr>
          <p:spPr>
            <a:xfrm>
              <a:off x="3574365" y="2012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6" name="Google Shape;3046;p91"/>
            <p:cNvSpPr/>
            <p:nvPr/>
          </p:nvSpPr>
          <p:spPr>
            <a:xfrm>
              <a:off x="3574365" y="20458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7" name="Google Shape;3047;p91"/>
            <p:cNvSpPr/>
            <p:nvPr/>
          </p:nvSpPr>
          <p:spPr>
            <a:xfrm>
              <a:off x="3574365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8" name="Google Shape;3048;p91"/>
            <p:cNvSpPr/>
            <p:nvPr/>
          </p:nvSpPr>
          <p:spPr>
            <a:xfrm>
              <a:off x="3574365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9" name="Google Shape;3049;p91"/>
            <p:cNvSpPr/>
            <p:nvPr/>
          </p:nvSpPr>
          <p:spPr>
            <a:xfrm>
              <a:off x="3574365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0" name="Google Shape;3050;p91"/>
            <p:cNvSpPr/>
            <p:nvPr/>
          </p:nvSpPr>
          <p:spPr>
            <a:xfrm>
              <a:off x="3400072" y="207652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1" name="Google Shape;3051;p91"/>
            <p:cNvSpPr/>
            <p:nvPr/>
          </p:nvSpPr>
          <p:spPr>
            <a:xfrm>
              <a:off x="3400072" y="204324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2" name="Google Shape;3052;p91"/>
            <p:cNvSpPr/>
            <p:nvPr/>
          </p:nvSpPr>
          <p:spPr>
            <a:xfrm>
              <a:off x="3400072" y="214930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3" name="Google Shape;3053;p91"/>
            <p:cNvSpPr/>
            <p:nvPr/>
          </p:nvSpPr>
          <p:spPr>
            <a:xfrm>
              <a:off x="3574263" y="175002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4" name="Google Shape;3054;p91"/>
            <p:cNvSpPr/>
            <p:nvPr/>
          </p:nvSpPr>
          <p:spPr>
            <a:xfrm>
              <a:off x="3574263" y="178330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5" name="Google Shape;3055;p91"/>
            <p:cNvSpPr/>
            <p:nvPr/>
          </p:nvSpPr>
          <p:spPr>
            <a:xfrm>
              <a:off x="3574263" y="181628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6" name="Google Shape;3056;p91"/>
            <p:cNvSpPr/>
            <p:nvPr/>
          </p:nvSpPr>
          <p:spPr>
            <a:xfrm>
              <a:off x="3574263" y="184984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7" name="Google Shape;3057;p91"/>
            <p:cNvSpPr/>
            <p:nvPr/>
          </p:nvSpPr>
          <p:spPr>
            <a:xfrm>
              <a:off x="3399832" y="211632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8" name="Google Shape;3058;p91"/>
            <p:cNvSpPr/>
            <p:nvPr/>
          </p:nvSpPr>
          <p:spPr>
            <a:xfrm>
              <a:off x="3574447" y="158153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9" name="Google Shape;3059;p91"/>
            <p:cNvSpPr/>
            <p:nvPr/>
          </p:nvSpPr>
          <p:spPr>
            <a:xfrm>
              <a:off x="3574447" y="161480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0" name="Google Shape;3060;p91"/>
            <p:cNvSpPr/>
            <p:nvPr/>
          </p:nvSpPr>
          <p:spPr>
            <a:xfrm>
              <a:off x="3574447" y="16477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1" name="Google Shape;3061;p91"/>
            <p:cNvSpPr/>
            <p:nvPr/>
          </p:nvSpPr>
          <p:spPr>
            <a:xfrm>
              <a:off x="3574447" y="168077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2" name="Google Shape;3062;p91"/>
            <p:cNvSpPr/>
            <p:nvPr/>
          </p:nvSpPr>
          <p:spPr>
            <a:xfrm>
              <a:off x="3574447" y="171405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3" name="Google Shape;3063;p91"/>
            <p:cNvSpPr/>
            <p:nvPr/>
          </p:nvSpPr>
          <p:spPr>
            <a:xfrm>
              <a:off x="3400069" y="200995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4" name="Google Shape;3064;p91"/>
            <p:cNvSpPr/>
            <p:nvPr/>
          </p:nvSpPr>
          <p:spPr>
            <a:xfrm>
              <a:off x="3626832" y="291060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065" name="Google Shape;306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32529" y="2011660"/>
              <a:ext cx="46505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6" name="Google Shape;3066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74161" y="2011660"/>
              <a:ext cx="45521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7" name="Google Shape;3067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69455" y="2001078"/>
              <a:ext cx="65390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8" name="Google Shape;3068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76719" y="2001079"/>
              <a:ext cx="69207" cy="1785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9" name="Google Shape;3069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917367" y="2001078"/>
              <a:ext cx="54404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0" name="Google Shape;3070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623904" y="2001078"/>
              <a:ext cx="52573" cy="1785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1" name="Google Shape;3071;p91"/>
            <p:cNvSpPr/>
            <p:nvPr/>
          </p:nvSpPr>
          <p:spPr>
            <a:xfrm>
              <a:off x="3852027" y="181937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2" name="Google Shape;3072;p91"/>
            <p:cNvSpPr/>
            <p:nvPr/>
          </p:nvSpPr>
          <p:spPr>
            <a:xfrm>
              <a:off x="4004114" y="200796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3" name="Google Shape;3073;p91"/>
            <p:cNvSpPr/>
            <p:nvPr/>
          </p:nvSpPr>
          <p:spPr>
            <a:xfrm>
              <a:off x="3708827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4" name="Google Shape;3074;p91"/>
            <p:cNvSpPr/>
            <p:nvPr/>
          </p:nvSpPr>
          <p:spPr>
            <a:xfrm>
              <a:off x="3708827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5" name="Google Shape;3075;p91"/>
            <p:cNvSpPr/>
            <p:nvPr/>
          </p:nvSpPr>
          <p:spPr>
            <a:xfrm>
              <a:off x="3852028" y="19795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6" name="Google Shape;3076;p91"/>
            <p:cNvSpPr/>
            <p:nvPr/>
          </p:nvSpPr>
          <p:spPr>
            <a:xfrm>
              <a:off x="3852028" y="2012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7" name="Google Shape;3077;p91"/>
            <p:cNvSpPr/>
            <p:nvPr/>
          </p:nvSpPr>
          <p:spPr>
            <a:xfrm>
              <a:off x="3852028" y="20458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8" name="Google Shape;3078;p91"/>
            <p:cNvSpPr/>
            <p:nvPr/>
          </p:nvSpPr>
          <p:spPr>
            <a:xfrm>
              <a:off x="3852028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9" name="Google Shape;3079;p91"/>
            <p:cNvSpPr/>
            <p:nvPr/>
          </p:nvSpPr>
          <p:spPr>
            <a:xfrm>
              <a:off x="3852028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0" name="Google Shape;3080;p91"/>
            <p:cNvSpPr/>
            <p:nvPr/>
          </p:nvSpPr>
          <p:spPr>
            <a:xfrm>
              <a:off x="3852028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1" name="Google Shape;3081;p91"/>
            <p:cNvSpPr/>
            <p:nvPr/>
          </p:nvSpPr>
          <p:spPr>
            <a:xfrm>
              <a:off x="3852028" y="187976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2" name="Google Shape;3082;p91"/>
            <p:cNvSpPr/>
            <p:nvPr/>
          </p:nvSpPr>
          <p:spPr>
            <a:xfrm>
              <a:off x="3852028" y="191274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3" name="Google Shape;3083;p91"/>
            <p:cNvSpPr/>
            <p:nvPr/>
          </p:nvSpPr>
          <p:spPr>
            <a:xfrm>
              <a:off x="3852028" y="194602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4" name="Google Shape;3084;p91"/>
            <p:cNvSpPr/>
            <p:nvPr/>
          </p:nvSpPr>
          <p:spPr>
            <a:xfrm>
              <a:off x="3852028" y="18504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5" name="Google Shape;3085;p91"/>
            <p:cNvSpPr/>
            <p:nvPr/>
          </p:nvSpPr>
          <p:spPr>
            <a:xfrm>
              <a:off x="4004120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6" name="Google Shape;3086;p91"/>
            <p:cNvSpPr/>
            <p:nvPr/>
          </p:nvSpPr>
          <p:spPr>
            <a:xfrm>
              <a:off x="4004120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7" name="Google Shape;3087;p91"/>
            <p:cNvSpPr/>
            <p:nvPr/>
          </p:nvSpPr>
          <p:spPr>
            <a:xfrm>
              <a:off x="4311393" y="204977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8" name="Google Shape;3088;p91"/>
            <p:cNvSpPr/>
            <p:nvPr/>
          </p:nvSpPr>
          <p:spPr>
            <a:xfrm>
              <a:off x="4167191" y="178172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9" name="Google Shape;3089;p91"/>
            <p:cNvSpPr/>
            <p:nvPr/>
          </p:nvSpPr>
          <p:spPr>
            <a:xfrm>
              <a:off x="4167191" y="18147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0" name="Google Shape;3090;p91"/>
            <p:cNvSpPr/>
            <p:nvPr/>
          </p:nvSpPr>
          <p:spPr>
            <a:xfrm>
              <a:off x="4167191" y="18476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1" name="Google Shape;3091;p91"/>
            <p:cNvSpPr/>
            <p:nvPr/>
          </p:nvSpPr>
          <p:spPr>
            <a:xfrm>
              <a:off x="4167191" y="18809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2" name="Google Shape;3092;p91"/>
            <p:cNvSpPr/>
            <p:nvPr/>
          </p:nvSpPr>
          <p:spPr>
            <a:xfrm>
              <a:off x="4167191" y="17483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3" name="Google Shape;3093;p91"/>
            <p:cNvSpPr/>
            <p:nvPr/>
          </p:nvSpPr>
          <p:spPr>
            <a:xfrm>
              <a:off x="4167191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4" name="Google Shape;3094;p91"/>
            <p:cNvSpPr/>
            <p:nvPr/>
          </p:nvSpPr>
          <p:spPr>
            <a:xfrm>
              <a:off x="4167191" y="191072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5" name="Google Shape;3095;p91"/>
            <p:cNvSpPr/>
            <p:nvPr/>
          </p:nvSpPr>
          <p:spPr>
            <a:xfrm>
              <a:off x="4167191" y="194371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6" name="Google Shape;3096;p91"/>
            <p:cNvSpPr/>
            <p:nvPr/>
          </p:nvSpPr>
          <p:spPr>
            <a:xfrm>
              <a:off x="4167191" y="197669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7" name="Google Shape;3097;p91"/>
            <p:cNvSpPr/>
            <p:nvPr/>
          </p:nvSpPr>
          <p:spPr>
            <a:xfrm>
              <a:off x="4167191" y="200996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8" name="Google Shape;3098;p91"/>
            <p:cNvSpPr/>
            <p:nvPr/>
          </p:nvSpPr>
          <p:spPr>
            <a:xfrm>
              <a:off x="4167191" y="204324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9" name="Google Shape;3099;p91"/>
            <p:cNvSpPr/>
            <p:nvPr/>
          </p:nvSpPr>
          <p:spPr>
            <a:xfrm>
              <a:off x="4167191" y="207622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0" name="Google Shape;3100;p91"/>
            <p:cNvSpPr/>
            <p:nvPr/>
          </p:nvSpPr>
          <p:spPr>
            <a:xfrm>
              <a:off x="4167191" y="21097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1" name="Google Shape;3101;p91"/>
            <p:cNvSpPr/>
            <p:nvPr/>
          </p:nvSpPr>
          <p:spPr>
            <a:xfrm>
              <a:off x="4311393" y="208304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2" name="Google Shape;3102;p91"/>
            <p:cNvSpPr/>
            <p:nvPr/>
          </p:nvSpPr>
          <p:spPr>
            <a:xfrm>
              <a:off x="4311393" y="211631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3" name="Google Shape;3103;p91"/>
            <p:cNvSpPr/>
            <p:nvPr/>
          </p:nvSpPr>
          <p:spPr>
            <a:xfrm>
              <a:off x="4311393" y="214930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4" name="Google Shape;3104;p91"/>
            <p:cNvSpPr/>
            <p:nvPr/>
          </p:nvSpPr>
          <p:spPr>
            <a:xfrm>
              <a:off x="4478277" y="2012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5" name="Google Shape;3105;p91"/>
            <p:cNvSpPr/>
            <p:nvPr/>
          </p:nvSpPr>
          <p:spPr>
            <a:xfrm>
              <a:off x="4478277" y="20458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6" name="Google Shape;3106;p91"/>
            <p:cNvSpPr/>
            <p:nvPr/>
          </p:nvSpPr>
          <p:spPr>
            <a:xfrm>
              <a:off x="4478277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7" name="Google Shape;3107;p91"/>
            <p:cNvSpPr/>
            <p:nvPr/>
          </p:nvSpPr>
          <p:spPr>
            <a:xfrm>
              <a:off x="4478277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8" name="Google Shape;3108;p91"/>
            <p:cNvSpPr/>
            <p:nvPr/>
          </p:nvSpPr>
          <p:spPr>
            <a:xfrm>
              <a:off x="4478277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9" name="Google Shape;3109;p91"/>
            <p:cNvSpPr/>
            <p:nvPr/>
          </p:nvSpPr>
          <p:spPr>
            <a:xfrm>
              <a:off x="4311475" y="17179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0" name="Google Shape;3110;p91"/>
            <p:cNvSpPr/>
            <p:nvPr/>
          </p:nvSpPr>
          <p:spPr>
            <a:xfrm>
              <a:off x="4311475" y="16846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1" name="Google Shape;3111;p91"/>
            <p:cNvSpPr/>
            <p:nvPr/>
          </p:nvSpPr>
          <p:spPr>
            <a:xfrm>
              <a:off x="4004112" y="204324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2" name="Google Shape;3112;p91"/>
            <p:cNvSpPr/>
            <p:nvPr/>
          </p:nvSpPr>
          <p:spPr>
            <a:xfrm>
              <a:off x="4311291" y="191974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3" name="Google Shape;3113;p91"/>
            <p:cNvSpPr/>
            <p:nvPr/>
          </p:nvSpPr>
          <p:spPr>
            <a:xfrm>
              <a:off x="4311291" y="195302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4" name="Google Shape;3114;p91"/>
            <p:cNvSpPr/>
            <p:nvPr/>
          </p:nvSpPr>
          <p:spPr>
            <a:xfrm>
              <a:off x="4311291" y="198600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5" name="Google Shape;3115;p91"/>
            <p:cNvSpPr/>
            <p:nvPr/>
          </p:nvSpPr>
          <p:spPr>
            <a:xfrm>
              <a:off x="4311291" y="2019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6" name="Google Shape;3116;p91"/>
            <p:cNvSpPr/>
            <p:nvPr/>
          </p:nvSpPr>
          <p:spPr>
            <a:xfrm>
              <a:off x="4311475" y="16181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7" name="Google Shape;3117;p91"/>
            <p:cNvSpPr/>
            <p:nvPr/>
          </p:nvSpPr>
          <p:spPr>
            <a:xfrm>
              <a:off x="4311475" y="175125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8" name="Google Shape;3118;p91"/>
            <p:cNvSpPr/>
            <p:nvPr/>
          </p:nvSpPr>
          <p:spPr>
            <a:xfrm>
              <a:off x="4311475" y="178452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9" name="Google Shape;3119;p91"/>
            <p:cNvSpPr/>
            <p:nvPr/>
          </p:nvSpPr>
          <p:spPr>
            <a:xfrm>
              <a:off x="4311475" y="18175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0" name="Google Shape;3120;p91"/>
            <p:cNvSpPr/>
            <p:nvPr/>
          </p:nvSpPr>
          <p:spPr>
            <a:xfrm>
              <a:off x="4311475" y="185049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1" name="Google Shape;3121;p91"/>
            <p:cNvSpPr/>
            <p:nvPr/>
          </p:nvSpPr>
          <p:spPr>
            <a:xfrm>
              <a:off x="4311475" y="188377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2" name="Google Shape;3122;p91"/>
            <p:cNvSpPr/>
            <p:nvPr/>
          </p:nvSpPr>
          <p:spPr>
            <a:xfrm>
              <a:off x="4311472" y="165141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3" name="Google Shape;3123;p91"/>
            <p:cNvSpPr/>
            <p:nvPr/>
          </p:nvSpPr>
          <p:spPr>
            <a:xfrm>
              <a:off x="4004110" y="207853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124" name="Google Shape;3124;p91"/>
            <p:cNvGrpSpPr/>
            <p:nvPr/>
          </p:nvGrpSpPr>
          <p:grpSpPr>
            <a:xfrm>
              <a:off x="4541225" y="1651560"/>
              <a:ext cx="1547446" cy="528236"/>
              <a:chOff x="582542" y="1079988"/>
              <a:chExt cx="7626646" cy="2603433"/>
            </a:xfrm>
          </p:grpSpPr>
          <p:pic>
            <p:nvPicPr>
              <p:cNvPr id="3125" name="Google Shape;3125;p9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835154" y="2855362"/>
                <a:ext cx="229252" cy="8280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6" name="Google Shape;3126;p9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575587" y="2855362"/>
                <a:ext cx="224400" cy="8280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7" name="Google Shape;3127;p9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82542" y="3012609"/>
                <a:ext cx="610985" cy="6708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8" name="Google Shape;3128;p9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031266" y="2803200"/>
                <a:ext cx="322344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9" name="Google Shape;3129;p9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545950" y="2803203"/>
                <a:ext cx="341163" cy="8802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0" name="Google Shape;3130;p9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281531" y="2803200"/>
                <a:ext cx="268191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1" name="Google Shape;3131;p91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1675070" y="2803200"/>
                <a:ext cx="261744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2" name="Google Shape;3132;p9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3140587" y="2803200"/>
                <a:ext cx="212747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3" name="Google Shape;3133;p9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834878" y="2803200"/>
                <a:ext cx="259165" cy="880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4" name="Google Shape;3134;p91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2418358" y="2803201"/>
                <a:ext cx="240685" cy="8802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35" name="Google Shape;3135;p91"/>
              <p:cNvSpPr/>
              <p:nvPr/>
            </p:nvSpPr>
            <p:spPr>
              <a:xfrm>
                <a:off x="1308425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6" name="Google Shape;3136;p91"/>
              <p:cNvSpPr/>
              <p:nvPr/>
            </p:nvSpPr>
            <p:spPr>
              <a:xfrm>
                <a:off x="1308425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7" name="Google Shape;3137;p91"/>
              <p:cNvSpPr/>
              <p:nvPr/>
            </p:nvSpPr>
            <p:spPr>
              <a:xfrm>
                <a:off x="1308425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8" name="Google Shape;3138;p91"/>
              <p:cNvSpPr/>
              <p:nvPr/>
            </p:nvSpPr>
            <p:spPr>
              <a:xfrm>
                <a:off x="1308425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9" name="Google Shape;3139;p91"/>
              <p:cNvSpPr/>
              <p:nvPr/>
            </p:nvSpPr>
            <p:spPr>
              <a:xfrm>
                <a:off x="1308425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0" name="Google Shape;3140;p91"/>
              <p:cNvSpPr/>
              <p:nvPr/>
            </p:nvSpPr>
            <p:spPr>
              <a:xfrm>
                <a:off x="1308425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1" name="Google Shape;3141;p91"/>
              <p:cNvSpPr/>
              <p:nvPr/>
            </p:nvSpPr>
            <p:spPr>
              <a:xfrm>
                <a:off x="1308425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2" name="Google Shape;3142;p91"/>
              <p:cNvSpPr/>
              <p:nvPr/>
            </p:nvSpPr>
            <p:spPr>
              <a:xfrm>
                <a:off x="1308425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3" name="Google Shape;3143;p91"/>
              <p:cNvSpPr/>
              <p:nvPr/>
            </p:nvSpPr>
            <p:spPr>
              <a:xfrm>
                <a:off x="1308425" y="22065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4" name="Google Shape;3144;p91"/>
              <p:cNvSpPr/>
              <p:nvPr/>
            </p:nvSpPr>
            <p:spPr>
              <a:xfrm>
                <a:off x="3512800" y="22066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5" name="Google Shape;3145;p91"/>
              <p:cNvSpPr/>
              <p:nvPr/>
            </p:nvSpPr>
            <p:spPr>
              <a:xfrm>
                <a:off x="3512800" y="204251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6" name="Google Shape;3146;p91"/>
              <p:cNvSpPr/>
              <p:nvPr/>
            </p:nvSpPr>
            <p:spPr>
              <a:xfrm>
                <a:off x="3512800" y="15502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7" name="Google Shape;3147;p91"/>
              <p:cNvSpPr/>
              <p:nvPr/>
            </p:nvSpPr>
            <p:spPr>
              <a:xfrm>
                <a:off x="2047225" y="30287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8" name="Google Shape;3148;p91"/>
              <p:cNvSpPr/>
              <p:nvPr/>
            </p:nvSpPr>
            <p:spPr>
              <a:xfrm>
                <a:off x="2047225" y="31927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9" name="Google Shape;3149;p91"/>
              <p:cNvSpPr/>
              <p:nvPr/>
            </p:nvSpPr>
            <p:spPr>
              <a:xfrm>
                <a:off x="2047225" y="33553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0" name="Google Shape;3150;p91"/>
              <p:cNvSpPr/>
              <p:nvPr/>
            </p:nvSpPr>
            <p:spPr>
              <a:xfrm>
                <a:off x="2047225" y="35208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1" name="Google Shape;3151;p91"/>
              <p:cNvSpPr/>
              <p:nvPr/>
            </p:nvSpPr>
            <p:spPr>
              <a:xfrm>
                <a:off x="3512800" y="17143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2" name="Google Shape;3152;p91"/>
              <p:cNvSpPr/>
              <p:nvPr/>
            </p:nvSpPr>
            <p:spPr>
              <a:xfrm>
                <a:off x="2804550" y="25346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3" name="Google Shape;3153;p91"/>
              <p:cNvSpPr/>
              <p:nvPr/>
            </p:nvSpPr>
            <p:spPr>
              <a:xfrm>
                <a:off x="2804550" y="2697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4" name="Google Shape;3154;p91"/>
              <p:cNvSpPr/>
              <p:nvPr/>
            </p:nvSpPr>
            <p:spPr>
              <a:xfrm>
                <a:off x="2804550" y="28598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5" name="Google Shape;3155;p91"/>
              <p:cNvSpPr/>
              <p:nvPr/>
            </p:nvSpPr>
            <p:spPr>
              <a:xfrm>
                <a:off x="2804550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6" name="Google Shape;3156;p91"/>
              <p:cNvSpPr/>
              <p:nvPr/>
            </p:nvSpPr>
            <p:spPr>
              <a:xfrm>
                <a:off x="2804550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7" name="Google Shape;3157;p91"/>
              <p:cNvSpPr/>
              <p:nvPr/>
            </p:nvSpPr>
            <p:spPr>
              <a:xfrm>
                <a:off x="2804550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8" name="Google Shape;3158;p91"/>
              <p:cNvSpPr/>
              <p:nvPr/>
            </p:nvSpPr>
            <p:spPr>
              <a:xfrm>
                <a:off x="2804550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9" name="Google Shape;3159;p91"/>
              <p:cNvSpPr/>
              <p:nvPr/>
            </p:nvSpPr>
            <p:spPr>
              <a:xfrm>
                <a:off x="3512800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0" name="Google Shape;3160;p91"/>
              <p:cNvSpPr/>
              <p:nvPr/>
            </p:nvSpPr>
            <p:spPr>
              <a:xfrm>
                <a:off x="3512800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1" name="Google Shape;3161;p91"/>
              <p:cNvSpPr/>
              <p:nvPr/>
            </p:nvSpPr>
            <p:spPr>
              <a:xfrm>
                <a:off x="3512800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2" name="Google Shape;3162;p91"/>
              <p:cNvSpPr/>
              <p:nvPr/>
            </p:nvSpPr>
            <p:spPr>
              <a:xfrm>
                <a:off x="3512800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3" name="Google Shape;3163;p91"/>
              <p:cNvSpPr/>
              <p:nvPr/>
            </p:nvSpPr>
            <p:spPr>
              <a:xfrm>
                <a:off x="3512800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4" name="Google Shape;3164;p91"/>
              <p:cNvSpPr/>
              <p:nvPr/>
            </p:nvSpPr>
            <p:spPr>
              <a:xfrm>
                <a:off x="3512800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5" name="Google Shape;3165;p91"/>
              <p:cNvSpPr/>
              <p:nvPr/>
            </p:nvSpPr>
            <p:spPr>
              <a:xfrm>
                <a:off x="3512800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6" name="Google Shape;3166;p91"/>
              <p:cNvSpPr/>
              <p:nvPr/>
            </p:nvSpPr>
            <p:spPr>
              <a:xfrm>
                <a:off x="3512800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7" name="Google Shape;3167;p91"/>
              <p:cNvSpPr/>
              <p:nvPr/>
            </p:nvSpPr>
            <p:spPr>
              <a:xfrm>
                <a:off x="1308413" y="12440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8" name="Google Shape;3168;p91"/>
              <p:cNvSpPr/>
              <p:nvPr/>
            </p:nvSpPr>
            <p:spPr>
              <a:xfrm>
                <a:off x="1308413" y="14080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9" name="Google Shape;3169;p91"/>
              <p:cNvSpPr/>
              <p:nvPr/>
            </p:nvSpPr>
            <p:spPr>
              <a:xfrm>
                <a:off x="1308413" y="15706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0" name="Google Shape;3170;p91"/>
              <p:cNvSpPr/>
              <p:nvPr/>
            </p:nvSpPr>
            <p:spPr>
              <a:xfrm>
                <a:off x="1308413" y="17332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1" name="Google Shape;3171;p91"/>
              <p:cNvSpPr/>
              <p:nvPr/>
            </p:nvSpPr>
            <p:spPr>
              <a:xfrm>
                <a:off x="4253513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2" name="Google Shape;3172;p91"/>
              <p:cNvSpPr/>
              <p:nvPr/>
            </p:nvSpPr>
            <p:spPr>
              <a:xfrm>
                <a:off x="4253513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3" name="Google Shape;3173;p91"/>
              <p:cNvSpPr/>
              <p:nvPr/>
            </p:nvSpPr>
            <p:spPr>
              <a:xfrm>
                <a:off x="4253513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4" name="Google Shape;3174;p91"/>
              <p:cNvSpPr/>
              <p:nvPr/>
            </p:nvSpPr>
            <p:spPr>
              <a:xfrm>
                <a:off x="4253513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5" name="Google Shape;3175;p91"/>
              <p:cNvSpPr/>
              <p:nvPr/>
            </p:nvSpPr>
            <p:spPr>
              <a:xfrm>
                <a:off x="1308413" y="20425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6" name="Google Shape;3176;p91"/>
              <p:cNvSpPr/>
              <p:nvPr/>
            </p:nvSpPr>
            <p:spPr>
              <a:xfrm>
                <a:off x="1308413" y="10799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7" name="Google Shape;3177;p91"/>
              <p:cNvSpPr/>
              <p:nvPr/>
            </p:nvSpPr>
            <p:spPr>
              <a:xfrm>
                <a:off x="4959438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8" name="Google Shape;3178;p91"/>
              <p:cNvSpPr/>
              <p:nvPr/>
            </p:nvSpPr>
            <p:spPr>
              <a:xfrm>
                <a:off x="4959438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9" name="Google Shape;3179;p91"/>
              <p:cNvSpPr/>
              <p:nvPr/>
            </p:nvSpPr>
            <p:spPr>
              <a:xfrm>
                <a:off x="4959438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0" name="Google Shape;3180;p91"/>
              <p:cNvSpPr/>
              <p:nvPr/>
            </p:nvSpPr>
            <p:spPr>
              <a:xfrm>
                <a:off x="4959438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1" name="Google Shape;3181;p91"/>
              <p:cNvSpPr/>
              <p:nvPr/>
            </p:nvSpPr>
            <p:spPr>
              <a:xfrm>
                <a:off x="4959438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2" name="Google Shape;3182;p91"/>
              <p:cNvSpPr/>
              <p:nvPr/>
            </p:nvSpPr>
            <p:spPr>
              <a:xfrm>
                <a:off x="4959438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3" name="Google Shape;3183;p91"/>
              <p:cNvSpPr/>
              <p:nvPr/>
            </p:nvSpPr>
            <p:spPr>
              <a:xfrm>
                <a:off x="3512788" y="18784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4" name="Google Shape;3184;p91"/>
              <p:cNvSpPr/>
              <p:nvPr/>
            </p:nvSpPr>
            <p:spPr>
              <a:xfrm>
                <a:off x="3512788" y="1386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5" name="Google Shape;3185;p91"/>
              <p:cNvSpPr/>
              <p:nvPr/>
            </p:nvSpPr>
            <p:spPr>
              <a:xfrm>
                <a:off x="4959438" y="22051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6" name="Google Shape;3186;p91"/>
              <p:cNvSpPr/>
              <p:nvPr/>
            </p:nvSpPr>
            <p:spPr>
              <a:xfrm>
                <a:off x="4959438" y="23677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7" name="Google Shape;3187;p91"/>
              <p:cNvSpPr/>
              <p:nvPr/>
            </p:nvSpPr>
            <p:spPr>
              <a:xfrm>
                <a:off x="4959438" y="25318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8" name="Google Shape;3188;p91"/>
              <p:cNvSpPr/>
              <p:nvPr/>
            </p:nvSpPr>
            <p:spPr>
              <a:xfrm>
                <a:off x="4959438" y="20605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9" name="Google Shape;3189;p91"/>
              <p:cNvSpPr/>
              <p:nvPr/>
            </p:nvSpPr>
            <p:spPr>
              <a:xfrm>
                <a:off x="3512785" y="1222197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0" name="Google Shape;3190;p91"/>
              <p:cNvSpPr/>
              <p:nvPr/>
            </p:nvSpPr>
            <p:spPr>
              <a:xfrm>
                <a:off x="5709188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1" name="Google Shape;3191;p91"/>
              <p:cNvSpPr/>
              <p:nvPr/>
            </p:nvSpPr>
            <p:spPr>
              <a:xfrm>
                <a:off x="8046588" y="22065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2" name="Google Shape;3192;p91"/>
              <p:cNvSpPr/>
              <p:nvPr/>
            </p:nvSpPr>
            <p:spPr>
              <a:xfrm>
                <a:off x="7223863" y="18986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3" name="Google Shape;3193;p91"/>
              <p:cNvSpPr/>
              <p:nvPr/>
            </p:nvSpPr>
            <p:spPr>
              <a:xfrm>
                <a:off x="7223863" y="20612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4" name="Google Shape;3194;p91"/>
              <p:cNvSpPr/>
              <p:nvPr/>
            </p:nvSpPr>
            <p:spPr>
              <a:xfrm>
                <a:off x="7223863" y="2223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5" name="Google Shape;3195;p91"/>
              <p:cNvSpPr/>
              <p:nvPr/>
            </p:nvSpPr>
            <p:spPr>
              <a:xfrm>
                <a:off x="7223863" y="238790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6" name="Google Shape;3196;p91"/>
              <p:cNvSpPr/>
              <p:nvPr/>
            </p:nvSpPr>
            <p:spPr>
              <a:xfrm>
                <a:off x="2804538" y="23691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7" name="Google Shape;3197;p91"/>
              <p:cNvSpPr/>
              <p:nvPr/>
            </p:nvSpPr>
            <p:spPr>
              <a:xfrm>
                <a:off x="8046558" y="203372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8" name="Google Shape;3198;p91"/>
              <p:cNvSpPr/>
              <p:nvPr/>
            </p:nvSpPr>
            <p:spPr>
              <a:xfrm>
                <a:off x="6513063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9" name="Google Shape;3199;p91"/>
              <p:cNvSpPr/>
              <p:nvPr/>
            </p:nvSpPr>
            <p:spPr>
              <a:xfrm>
                <a:off x="1308413" y="18785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0" name="Google Shape;3200;p91"/>
              <p:cNvSpPr/>
              <p:nvPr/>
            </p:nvSpPr>
            <p:spPr>
              <a:xfrm>
                <a:off x="7223863" y="25346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1" name="Google Shape;3201;p91"/>
              <p:cNvSpPr/>
              <p:nvPr/>
            </p:nvSpPr>
            <p:spPr>
              <a:xfrm>
                <a:off x="7223863" y="26972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2" name="Google Shape;3202;p91"/>
              <p:cNvSpPr/>
              <p:nvPr/>
            </p:nvSpPr>
            <p:spPr>
              <a:xfrm>
                <a:off x="7223863" y="28598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3" name="Google Shape;3203;p91"/>
              <p:cNvSpPr/>
              <p:nvPr/>
            </p:nvSpPr>
            <p:spPr>
              <a:xfrm>
                <a:off x="7223863" y="3023850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4" name="Google Shape;3204;p91"/>
              <p:cNvSpPr/>
              <p:nvPr/>
            </p:nvSpPr>
            <p:spPr>
              <a:xfrm>
                <a:off x="7223863" y="31878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5" name="Google Shape;3205;p91"/>
              <p:cNvSpPr/>
              <p:nvPr/>
            </p:nvSpPr>
            <p:spPr>
              <a:xfrm>
                <a:off x="7223863" y="33504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6" name="Google Shape;3206;p91"/>
              <p:cNvSpPr/>
              <p:nvPr/>
            </p:nvSpPr>
            <p:spPr>
              <a:xfrm>
                <a:off x="7223863" y="351592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7" name="Google Shape;3207;p91"/>
              <p:cNvSpPr/>
              <p:nvPr/>
            </p:nvSpPr>
            <p:spPr>
              <a:xfrm>
                <a:off x="8046588" y="237061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8" name="Google Shape;3208;p91"/>
              <p:cNvSpPr/>
              <p:nvPr/>
            </p:nvSpPr>
            <p:spPr>
              <a:xfrm>
                <a:off x="8046588" y="25346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9" name="Google Shape;3209;p91"/>
              <p:cNvSpPr/>
              <p:nvPr/>
            </p:nvSpPr>
            <p:spPr>
              <a:xfrm>
                <a:off x="8046588" y="26972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0" name="Google Shape;3210;p91"/>
              <p:cNvSpPr/>
              <p:nvPr/>
            </p:nvSpPr>
            <p:spPr>
              <a:xfrm>
                <a:off x="8046588" y="28598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1" name="Google Shape;3211;p91"/>
              <p:cNvSpPr/>
              <p:nvPr/>
            </p:nvSpPr>
            <p:spPr>
              <a:xfrm>
                <a:off x="8046588" y="3023863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2" name="Google Shape;3212;p91"/>
              <p:cNvSpPr/>
              <p:nvPr/>
            </p:nvSpPr>
            <p:spPr>
              <a:xfrm>
                <a:off x="8046588" y="318788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3" name="Google Shape;3213;p91"/>
              <p:cNvSpPr/>
              <p:nvPr/>
            </p:nvSpPr>
            <p:spPr>
              <a:xfrm>
                <a:off x="8046588" y="3350475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4" name="Google Shape;3214;p91"/>
              <p:cNvSpPr/>
              <p:nvPr/>
            </p:nvSpPr>
            <p:spPr>
              <a:xfrm>
                <a:off x="8046588" y="3515938"/>
                <a:ext cx="162600" cy="162600"/>
              </a:xfrm>
              <a:prstGeom prst="rect">
                <a:avLst/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3215" name="Google Shape;321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67218" y="2011660"/>
              <a:ext cx="46505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6" name="Google Shape;3216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08850" y="2011660"/>
              <a:ext cx="45521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7" name="Google Shape;321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98835" y="2043558"/>
              <a:ext cx="123941" cy="1360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8" name="Google Shape;3218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04144" y="2001078"/>
              <a:ext cx="65390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9" name="Google Shape;3219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11408" y="2001079"/>
              <a:ext cx="69207" cy="1785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0" name="Google Shape;3220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52055" y="2001078"/>
              <a:ext cx="54404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1" name="Google Shape;3221;p9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320461" y="2001078"/>
              <a:ext cx="53096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2" name="Google Shape;3222;p9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617751" y="2001078"/>
              <a:ext cx="43157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3" name="Google Shape;3223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758592" y="2001078"/>
              <a:ext cx="52573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4" name="Google Shape;3224;p9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471242" y="2001078"/>
              <a:ext cx="48824" cy="1785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5" name="Google Shape;3225;p91"/>
            <p:cNvSpPr/>
            <p:nvPr/>
          </p:nvSpPr>
          <p:spPr>
            <a:xfrm>
              <a:off x="6246085" y="191332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6" name="Google Shape;3226;p91"/>
            <p:cNvSpPr/>
            <p:nvPr/>
          </p:nvSpPr>
          <p:spPr>
            <a:xfrm>
              <a:off x="6246085" y="194659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7" name="Google Shape;3227;p91"/>
            <p:cNvSpPr/>
            <p:nvPr/>
          </p:nvSpPr>
          <p:spPr>
            <a:xfrm>
              <a:off x="6246085" y="19795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8" name="Google Shape;3228;p91"/>
            <p:cNvSpPr/>
            <p:nvPr/>
          </p:nvSpPr>
          <p:spPr>
            <a:xfrm>
              <a:off x="6246085" y="2012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9" name="Google Shape;3229;p91"/>
            <p:cNvSpPr/>
            <p:nvPr/>
          </p:nvSpPr>
          <p:spPr>
            <a:xfrm>
              <a:off x="6246085" y="20458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0" name="Google Shape;3230;p91"/>
            <p:cNvSpPr/>
            <p:nvPr/>
          </p:nvSpPr>
          <p:spPr>
            <a:xfrm>
              <a:off x="6246085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1" name="Google Shape;3231;p91"/>
            <p:cNvSpPr/>
            <p:nvPr/>
          </p:nvSpPr>
          <p:spPr>
            <a:xfrm>
              <a:off x="6246085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2" name="Google Shape;3232;p91"/>
            <p:cNvSpPr/>
            <p:nvPr/>
          </p:nvSpPr>
          <p:spPr>
            <a:xfrm>
              <a:off x="6246085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3" name="Google Shape;3233;p91"/>
            <p:cNvSpPr/>
            <p:nvPr/>
          </p:nvSpPr>
          <p:spPr>
            <a:xfrm>
              <a:off x="6246085" y="18800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4" name="Google Shape;3234;p91"/>
            <p:cNvSpPr/>
            <p:nvPr/>
          </p:nvSpPr>
          <p:spPr>
            <a:xfrm>
              <a:off x="6396139" y="184506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5" name="Google Shape;3235;p91"/>
            <p:cNvSpPr/>
            <p:nvPr/>
          </p:nvSpPr>
          <p:spPr>
            <a:xfrm>
              <a:off x="6396139" y="181178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6" name="Google Shape;3236;p91"/>
            <p:cNvSpPr/>
            <p:nvPr/>
          </p:nvSpPr>
          <p:spPr>
            <a:xfrm>
              <a:off x="6396139" y="171192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7" name="Google Shape;3237;p91"/>
            <p:cNvSpPr/>
            <p:nvPr/>
          </p:nvSpPr>
          <p:spPr>
            <a:xfrm>
              <a:off x="6395955" y="204683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8" name="Google Shape;3238;p91"/>
            <p:cNvSpPr/>
            <p:nvPr/>
          </p:nvSpPr>
          <p:spPr>
            <a:xfrm>
              <a:off x="6395955" y="20801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9" name="Google Shape;3239;p91"/>
            <p:cNvSpPr/>
            <p:nvPr/>
          </p:nvSpPr>
          <p:spPr>
            <a:xfrm>
              <a:off x="6395955" y="211308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0" name="Google Shape;3240;p91"/>
            <p:cNvSpPr/>
            <p:nvPr/>
          </p:nvSpPr>
          <p:spPr>
            <a:xfrm>
              <a:off x="6395955" y="21466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1" name="Google Shape;3241;p91"/>
            <p:cNvSpPr/>
            <p:nvPr/>
          </p:nvSpPr>
          <p:spPr>
            <a:xfrm>
              <a:off x="6396139" y="17452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2" name="Google Shape;3242;p91"/>
            <p:cNvSpPr/>
            <p:nvPr/>
          </p:nvSpPr>
          <p:spPr>
            <a:xfrm>
              <a:off x="6549584" y="197958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3" name="Google Shape;3243;p91"/>
            <p:cNvSpPr/>
            <p:nvPr/>
          </p:nvSpPr>
          <p:spPr>
            <a:xfrm>
              <a:off x="6549584" y="201256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4" name="Google Shape;3244;p91"/>
            <p:cNvSpPr/>
            <p:nvPr/>
          </p:nvSpPr>
          <p:spPr>
            <a:xfrm>
              <a:off x="6549584" y="204583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5" name="Google Shape;3245;p91"/>
            <p:cNvSpPr/>
            <p:nvPr/>
          </p:nvSpPr>
          <p:spPr>
            <a:xfrm>
              <a:off x="6549584" y="20791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6" name="Google Shape;3246;p91"/>
            <p:cNvSpPr/>
            <p:nvPr/>
          </p:nvSpPr>
          <p:spPr>
            <a:xfrm>
              <a:off x="6549584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7" name="Google Shape;3247;p91"/>
            <p:cNvSpPr/>
            <p:nvPr/>
          </p:nvSpPr>
          <p:spPr>
            <a:xfrm>
              <a:off x="6549584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8" name="Google Shape;3248;p91"/>
            <p:cNvSpPr/>
            <p:nvPr/>
          </p:nvSpPr>
          <p:spPr>
            <a:xfrm>
              <a:off x="6396139" y="187833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9" name="Google Shape;3249;p91"/>
            <p:cNvSpPr/>
            <p:nvPr/>
          </p:nvSpPr>
          <p:spPr>
            <a:xfrm>
              <a:off x="6396139" y="191161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0" name="Google Shape;3250;p91"/>
            <p:cNvSpPr/>
            <p:nvPr/>
          </p:nvSpPr>
          <p:spPr>
            <a:xfrm>
              <a:off x="6396139" y="194459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1" name="Google Shape;3251;p91"/>
            <p:cNvSpPr/>
            <p:nvPr/>
          </p:nvSpPr>
          <p:spPr>
            <a:xfrm>
              <a:off x="6396139" y="197758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2" name="Google Shape;3252;p91"/>
            <p:cNvSpPr/>
            <p:nvPr/>
          </p:nvSpPr>
          <p:spPr>
            <a:xfrm>
              <a:off x="6396139" y="201085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3" name="Google Shape;3253;p91"/>
            <p:cNvSpPr/>
            <p:nvPr/>
          </p:nvSpPr>
          <p:spPr>
            <a:xfrm>
              <a:off x="6693257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4" name="Google Shape;3254;p91"/>
            <p:cNvSpPr/>
            <p:nvPr/>
          </p:nvSpPr>
          <p:spPr>
            <a:xfrm>
              <a:off x="6693257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5" name="Google Shape;3255;p91"/>
            <p:cNvSpPr/>
            <p:nvPr/>
          </p:nvSpPr>
          <p:spPr>
            <a:xfrm>
              <a:off x="6693257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6" name="Google Shape;3256;p91"/>
            <p:cNvSpPr/>
            <p:nvPr/>
          </p:nvSpPr>
          <p:spPr>
            <a:xfrm>
              <a:off x="6246082" y="17840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7" name="Google Shape;3257;p91"/>
            <p:cNvSpPr/>
            <p:nvPr/>
          </p:nvSpPr>
          <p:spPr>
            <a:xfrm>
              <a:off x="6843515" y="204583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8" name="Google Shape;3258;p91"/>
            <p:cNvSpPr/>
            <p:nvPr/>
          </p:nvSpPr>
          <p:spPr>
            <a:xfrm>
              <a:off x="6843515" y="20791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9" name="Google Shape;3259;p91"/>
            <p:cNvSpPr/>
            <p:nvPr/>
          </p:nvSpPr>
          <p:spPr>
            <a:xfrm>
              <a:off x="6843515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0" name="Google Shape;3260;p91"/>
            <p:cNvSpPr/>
            <p:nvPr/>
          </p:nvSpPr>
          <p:spPr>
            <a:xfrm>
              <a:off x="6843515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1" name="Google Shape;3261;p91"/>
            <p:cNvSpPr/>
            <p:nvPr/>
          </p:nvSpPr>
          <p:spPr>
            <a:xfrm>
              <a:off x="6246082" y="184677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2" name="Google Shape;3262;p91"/>
            <p:cNvSpPr/>
            <p:nvPr/>
          </p:nvSpPr>
          <p:spPr>
            <a:xfrm>
              <a:off x="7446067" y="175183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3" name="Google Shape;3263;p91"/>
            <p:cNvSpPr/>
            <p:nvPr/>
          </p:nvSpPr>
          <p:spPr>
            <a:xfrm>
              <a:off x="7446067" y="178481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4" name="Google Shape;3264;p91"/>
            <p:cNvSpPr/>
            <p:nvPr/>
          </p:nvSpPr>
          <p:spPr>
            <a:xfrm>
              <a:off x="7446067" y="181809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5" name="Google Shape;3265;p91"/>
            <p:cNvSpPr/>
            <p:nvPr/>
          </p:nvSpPr>
          <p:spPr>
            <a:xfrm>
              <a:off x="6986717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6" name="Google Shape;3266;p91"/>
            <p:cNvSpPr/>
            <p:nvPr/>
          </p:nvSpPr>
          <p:spPr>
            <a:xfrm>
              <a:off x="6986717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7" name="Google Shape;3267;p91"/>
            <p:cNvSpPr/>
            <p:nvPr/>
          </p:nvSpPr>
          <p:spPr>
            <a:xfrm>
              <a:off x="6986717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8" name="Google Shape;3268;p91"/>
            <p:cNvSpPr/>
            <p:nvPr/>
          </p:nvSpPr>
          <p:spPr>
            <a:xfrm>
              <a:off x="6396136" y="177849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9" name="Google Shape;3269;p91"/>
            <p:cNvSpPr/>
            <p:nvPr/>
          </p:nvSpPr>
          <p:spPr>
            <a:xfrm>
              <a:off x="6396136" y="167864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0" name="Google Shape;3270;p91"/>
            <p:cNvSpPr/>
            <p:nvPr/>
          </p:nvSpPr>
          <p:spPr>
            <a:xfrm>
              <a:off x="7446067" y="1652015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1" name="Google Shape;3271;p91"/>
            <p:cNvSpPr/>
            <p:nvPr/>
          </p:nvSpPr>
          <p:spPr>
            <a:xfrm>
              <a:off x="7446067" y="168499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2" name="Google Shape;3272;p91"/>
            <p:cNvSpPr/>
            <p:nvPr/>
          </p:nvSpPr>
          <p:spPr>
            <a:xfrm>
              <a:off x="7446067" y="171827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3" name="Google Shape;3273;p91"/>
            <p:cNvSpPr/>
            <p:nvPr/>
          </p:nvSpPr>
          <p:spPr>
            <a:xfrm>
              <a:off x="7446067" y="162268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4" name="Google Shape;3274;p91"/>
            <p:cNvSpPr/>
            <p:nvPr/>
          </p:nvSpPr>
          <p:spPr>
            <a:xfrm>
              <a:off x="7138808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5" name="Google Shape;3275;p91"/>
            <p:cNvSpPr/>
            <p:nvPr/>
          </p:nvSpPr>
          <p:spPr>
            <a:xfrm>
              <a:off x="7138808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6" name="Google Shape;3276;p91"/>
            <p:cNvSpPr/>
            <p:nvPr/>
          </p:nvSpPr>
          <p:spPr>
            <a:xfrm>
              <a:off x="7612965" y="188005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7" name="Google Shape;3277;p91"/>
            <p:cNvSpPr/>
            <p:nvPr/>
          </p:nvSpPr>
          <p:spPr>
            <a:xfrm>
              <a:off x="7446067" y="185135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8" name="Google Shape;3278;p91"/>
            <p:cNvSpPr/>
            <p:nvPr/>
          </p:nvSpPr>
          <p:spPr>
            <a:xfrm>
              <a:off x="7446067" y="188434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9" name="Google Shape;3279;p91"/>
            <p:cNvSpPr/>
            <p:nvPr/>
          </p:nvSpPr>
          <p:spPr>
            <a:xfrm>
              <a:off x="7446067" y="191732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0" name="Google Shape;3280;p91"/>
            <p:cNvSpPr/>
            <p:nvPr/>
          </p:nvSpPr>
          <p:spPr>
            <a:xfrm>
              <a:off x="7446067" y="195060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1" name="Google Shape;3281;p91"/>
            <p:cNvSpPr/>
            <p:nvPr/>
          </p:nvSpPr>
          <p:spPr>
            <a:xfrm>
              <a:off x="7446067" y="214930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2" name="Google Shape;3282;p91"/>
            <p:cNvSpPr/>
            <p:nvPr/>
          </p:nvSpPr>
          <p:spPr>
            <a:xfrm>
              <a:off x="7301880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3" name="Google Shape;3283;p91"/>
            <p:cNvSpPr/>
            <p:nvPr/>
          </p:nvSpPr>
          <p:spPr>
            <a:xfrm>
              <a:off x="6246082" y="181350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4" name="Google Shape;3284;p91"/>
            <p:cNvSpPr/>
            <p:nvPr/>
          </p:nvSpPr>
          <p:spPr>
            <a:xfrm>
              <a:off x="7446067" y="1980364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5" name="Google Shape;3285;p91"/>
            <p:cNvSpPr/>
            <p:nvPr/>
          </p:nvSpPr>
          <p:spPr>
            <a:xfrm>
              <a:off x="7446067" y="201334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6" name="Google Shape;3286;p91"/>
            <p:cNvSpPr/>
            <p:nvPr/>
          </p:nvSpPr>
          <p:spPr>
            <a:xfrm>
              <a:off x="7446067" y="2046333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7" name="Google Shape;3287;p91"/>
            <p:cNvSpPr/>
            <p:nvPr/>
          </p:nvSpPr>
          <p:spPr>
            <a:xfrm>
              <a:off x="7446067" y="207960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8" name="Google Shape;3288;p91"/>
            <p:cNvSpPr/>
            <p:nvPr/>
          </p:nvSpPr>
          <p:spPr>
            <a:xfrm>
              <a:off x="7446067" y="211288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9" name="Google Shape;3289;p91"/>
            <p:cNvSpPr/>
            <p:nvPr/>
          </p:nvSpPr>
          <p:spPr>
            <a:xfrm>
              <a:off x="7301879" y="207622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0" name="Google Shape;3290;p91"/>
            <p:cNvSpPr/>
            <p:nvPr/>
          </p:nvSpPr>
          <p:spPr>
            <a:xfrm>
              <a:off x="7301879" y="21097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1" name="Google Shape;3291;p91"/>
            <p:cNvSpPr/>
            <p:nvPr/>
          </p:nvSpPr>
          <p:spPr>
            <a:xfrm>
              <a:off x="7612965" y="191332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2" name="Google Shape;3292;p91"/>
            <p:cNvSpPr/>
            <p:nvPr/>
          </p:nvSpPr>
          <p:spPr>
            <a:xfrm>
              <a:off x="7612965" y="194659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3" name="Google Shape;3293;p91"/>
            <p:cNvSpPr/>
            <p:nvPr/>
          </p:nvSpPr>
          <p:spPr>
            <a:xfrm>
              <a:off x="7612965" y="19795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4" name="Google Shape;3294;p91"/>
            <p:cNvSpPr/>
            <p:nvPr/>
          </p:nvSpPr>
          <p:spPr>
            <a:xfrm>
              <a:off x="7612965" y="2012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5" name="Google Shape;3295;p91"/>
            <p:cNvSpPr/>
            <p:nvPr/>
          </p:nvSpPr>
          <p:spPr>
            <a:xfrm>
              <a:off x="7612965" y="20458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6" name="Google Shape;3296;p91"/>
            <p:cNvSpPr/>
            <p:nvPr/>
          </p:nvSpPr>
          <p:spPr>
            <a:xfrm>
              <a:off x="7612965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7" name="Google Shape;3297;p91"/>
            <p:cNvSpPr/>
            <p:nvPr/>
          </p:nvSpPr>
          <p:spPr>
            <a:xfrm>
              <a:off x="7612965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8" name="Google Shape;3298;p91"/>
            <p:cNvSpPr/>
            <p:nvPr/>
          </p:nvSpPr>
          <p:spPr>
            <a:xfrm>
              <a:off x="7612965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9" name="Google Shape;3299;p91"/>
            <p:cNvSpPr/>
            <p:nvPr/>
          </p:nvSpPr>
          <p:spPr>
            <a:xfrm>
              <a:off x="8042709" y="201122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0" name="Google Shape;3300;p91"/>
            <p:cNvSpPr/>
            <p:nvPr/>
          </p:nvSpPr>
          <p:spPr>
            <a:xfrm>
              <a:off x="8042709" y="1977941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1" name="Google Shape;3301;p91"/>
            <p:cNvSpPr/>
            <p:nvPr/>
          </p:nvSpPr>
          <p:spPr>
            <a:xfrm>
              <a:off x="8042709" y="1878090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2" name="Google Shape;3302;p91"/>
            <p:cNvSpPr/>
            <p:nvPr/>
          </p:nvSpPr>
          <p:spPr>
            <a:xfrm>
              <a:off x="7612863" y="175002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3" name="Google Shape;3303;p91"/>
            <p:cNvSpPr/>
            <p:nvPr/>
          </p:nvSpPr>
          <p:spPr>
            <a:xfrm>
              <a:off x="7612863" y="178330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4" name="Google Shape;3304;p91"/>
            <p:cNvSpPr/>
            <p:nvPr/>
          </p:nvSpPr>
          <p:spPr>
            <a:xfrm>
              <a:off x="7612863" y="181628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5" name="Google Shape;3305;p91"/>
            <p:cNvSpPr/>
            <p:nvPr/>
          </p:nvSpPr>
          <p:spPr>
            <a:xfrm>
              <a:off x="7612863" y="184984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6" name="Google Shape;3306;p91"/>
            <p:cNvSpPr/>
            <p:nvPr/>
          </p:nvSpPr>
          <p:spPr>
            <a:xfrm>
              <a:off x="8042709" y="1911376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7" name="Google Shape;3307;p91"/>
            <p:cNvSpPr/>
            <p:nvPr/>
          </p:nvSpPr>
          <p:spPr>
            <a:xfrm>
              <a:off x="8042709" y="204449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8" name="Google Shape;3308;p91"/>
            <p:cNvSpPr/>
            <p:nvPr/>
          </p:nvSpPr>
          <p:spPr>
            <a:xfrm>
              <a:off x="8042709" y="2077772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9" name="Google Shape;3309;p91"/>
            <p:cNvSpPr/>
            <p:nvPr/>
          </p:nvSpPr>
          <p:spPr>
            <a:xfrm>
              <a:off x="7613047" y="16477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0" name="Google Shape;3310;p91"/>
            <p:cNvSpPr/>
            <p:nvPr/>
          </p:nvSpPr>
          <p:spPr>
            <a:xfrm>
              <a:off x="7613047" y="1680778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1" name="Google Shape;3311;p91"/>
            <p:cNvSpPr/>
            <p:nvPr/>
          </p:nvSpPr>
          <p:spPr>
            <a:xfrm>
              <a:off x="7613047" y="171405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2" name="Google Shape;3312;p91"/>
            <p:cNvSpPr/>
            <p:nvPr/>
          </p:nvSpPr>
          <p:spPr>
            <a:xfrm>
              <a:off x="8042707" y="1944657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3" name="Google Shape;3313;p91"/>
            <p:cNvSpPr/>
            <p:nvPr/>
          </p:nvSpPr>
          <p:spPr>
            <a:xfrm>
              <a:off x="8042707" y="1844809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314" name="Google Shape;331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71129" y="2011660"/>
              <a:ext cx="46505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5" name="Google Shape;331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761" y="2011660"/>
              <a:ext cx="45521" cy="16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6" name="Google Shape;3316;p9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08055" y="2001078"/>
              <a:ext cx="65390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7" name="Google Shape;3317;p9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415319" y="2001079"/>
              <a:ext cx="69207" cy="1785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8" name="Google Shape;3318;p9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955967" y="2001078"/>
              <a:ext cx="54404" cy="17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9" name="Google Shape;3319;p9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662504" y="2001078"/>
              <a:ext cx="52573" cy="1785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0" name="Google Shape;3320;p91"/>
            <p:cNvSpPr/>
            <p:nvPr/>
          </p:nvSpPr>
          <p:spPr>
            <a:xfrm>
              <a:off x="7747427" y="204583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1" name="Google Shape;3321;p91"/>
            <p:cNvSpPr/>
            <p:nvPr/>
          </p:nvSpPr>
          <p:spPr>
            <a:xfrm>
              <a:off x="7747427" y="20791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2" name="Google Shape;3322;p91"/>
            <p:cNvSpPr/>
            <p:nvPr/>
          </p:nvSpPr>
          <p:spPr>
            <a:xfrm>
              <a:off x="7747427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3" name="Google Shape;3323;p91"/>
            <p:cNvSpPr/>
            <p:nvPr/>
          </p:nvSpPr>
          <p:spPr>
            <a:xfrm>
              <a:off x="7747427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4" name="Google Shape;3324;p91"/>
            <p:cNvSpPr/>
            <p:nvPr/>
          </p:nvSpPr>
          <p:spPr>
            <a:xfrm>
              <a:off x="7890628" y="19795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5" name="Google Shape;3325;p91"/>
            <p:cNvSpPr/>
            <p:nvPr/>
          </p:nvSpPr>
          <p:spPr>
            <a:xfrm>
              <a:off x="7890628" y="2012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6" name="Google Shape;3326;p91"/>
            <p:cNvSpPr/>
            <p:nvPr/>
          </p:nvSpPr>
          <p:spPr>
            <a:xfrm>
              <a:off x="7890628" y="204584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7" name="Google Shape;3327;p91"/>
            <p:cNvSpPr/>
            <p:nvPr/>
          </p:nvSpPr>
          <p:spPr>
            <a:xfrm>
              <a:off x="7890628" y="207911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8" name="Google Shape;3328;p91"/>
            <p:cNvSpPr/>
            <p:nvPr/>
          </p:nvSpPr>
          <p:spPr>
            <a:xfrm>
              <a:off x="7890628" y="21120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9" name="Google Shape;3329;p91"/>
            <p:cNvSpPr/>
            <p:nvPr/>
          </p:nvSpPr>
          <p:spPr>
            <a:xfrm>
              <a:off x="7890628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0" name="Google Shape;3330;p91"/>
            <p:cNvSpPr/>
            <p:nvPr/>
          </p:nvSpPr>
          <p:spPr>
            <a:xfrm>
              <a:off x="7890628" y="187976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1" name="Google Shape;3331;p91"/>
            <p:cNvSpPr/>
            <p:nvPr/>
          </p:nvSpPr>
          <p:spPr>
            <a:xfrm>
              <a:off x="7890628" y="191274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2" name="Google Shape;3332;p91"/>
            <p:cNvSpPr/>
            <p:nvPr/>
          </p:nvSpPr>
          <p:spPr>
            <a:xfrm>
              <a:off x="7890628" y="194602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3" name="Google Shape;3333;p91"/>
            <p:cNvSpPr/>
            <p:nvPr/>
          </p:nvSpPr>
          <p:spPr>
            <a:xfrm>
              <a:off x="7890628" y="18504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4" name="Google Shape;3334;p91"/>
            <p:cNvSpPr/>
            <p:nvPr/>
          </p:nvSpPr>
          <p:spPr>
            <a:xfrm>
              <a:off x="8042720" y="211209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5" name="Google Shape;3335;p91"/>
            <p:cNvSpPr/>
            <p:nvPr/>
          </p:nvSpPr>
          <p:spPr>
            <a:xfrm>
              <a:off x="8042720" y="214565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6" name="Google Shape;3336;p91"/>
            <p:cNvSpPr/>
            <p:nvPr/>
          </p:nvSpPr>
          <p:spPr>
            <a:xfrm>
              <a:off x="8349993" y="204977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7" name="Google Shape;3337;p91"/>
            <p:cNvSpPr/>
            <p:nvPr/>
          </p:nvSpPr>
          <p:spPr>
            <a:xfrm>
              <a:off x="8205791" y="178172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8" name="Google Shape;3338;p91"/>
            <p:cNvSpPr/>
            <p:nvPr/>
          </p:nvSpPr>
          <p:spPr>
            <a:xfrm>
              <a:off x="8205791" y="18147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9" name="Google Shape;3339;p91"/>
            <p:cNvSpPr/>
            <p:nvPr/>
          </p:nvSpPr>
          <p:spPr>
            <a:xfrm>
              <a:off x="8205791" y="18476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0" name="Google Shape;3340;p91"/>
            <p:cNvSpPr/>
            <p:nvPr/>
          </p:nvSpPr>
          <p:spPr>
            <a:xfrm>
              <a:off x="8205791" y="18809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1" name="Google Shape;3341;p91"/>
            <p:cNvSpPr/>
            <p:nvPr/>
          </p:nvSpPr>
          <p:spPr>
            <a:xfrm>
              <a:off x="8205791" y="174830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2" name="Google Shape;3342;p91"/>
            <p:cNvSpPr/>
            <p:nvPr/>
          </p:nvSpPr>
          <p:spPr>
            <a:xfrm>
              <a:off x="8205791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3" name="Google Shape;3343;p91"/>
            <p:cNvSpPr/>
            <p:nvPr/>
          </p:nvSpPr>
          <p:spPr>
            <a:xfrm>
              <a:off x="8205791" y="191072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4" name="Google Shape;3344;p91"/>
            <p:cNvSpPr/>
            <p:nvPr/>
          </p:nvSpPr>
          <p:spPr>
            <a:xfrm>
              <a:off x="8205791" y="194371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5" name="Google Shape;3345;p91"/>
            <p:cNvSpPr/>
            <p:nvPr/>
          </p:nvSpPr>
          <p:spPr>
            <a:xfrm>
              <a:off x="8205791" y="1976695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6" name="Google Shape;3346;p91"/>
            <p:cNvSpPr/>
            <p:nvPr/>
          </p:nvSpPr>
          <p:spPr>
            <a:xfrm>
              <a:off x="8205791" y="200996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7" name="Google Shape;3347;p91"/>
            <p:cNvSpPr/>
            <p:nvPr/>
          </p:nvSpPr>
          <p:spPr>
            <a:xfrm>
              <a:off x="8205791" y="204324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8" name="Google Shape;3348;p91"/>
            <p:cNvSpPr/>
            <p:nvPr/>
          </p:nvSpPr>
          <p:spPr>
            <a:xfrm>
              <a:off x="8205791" y="207622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9" name="Google Shape;3349;p91"/>
            <p:cNvSpPr/>
            <p:nvPr/>
          </p:nvSpPr>
          <p:spPr>
            <a:xfrm>
              <a:off x="8205791" y="2109789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0" name="Google Shape;3350;p91"/>
            <p:cNvSpPr/>
            <p:nvPr/>
          </p:nvSpPr>
          <p:spPr>
            <a:xfrm>
              <a:off x="8349993" y="208304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1" name="Google Shape;3351;p91"/>
            <p:cNvSpPr/>
            <p:nvPr/>
          </p:nvSpPr>
          <p:spPr>
            <a:xfrm>
              <a:off x="8349993" y="211631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2" name="Google Shape;3352;p91"/>
            <p:cNvSpPr/>
            <p:nvPr/>
          </p:nvSpPr>
          <p:spPr>
            <a:xfrm>
              <a:off x="8349993" y="2149301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3" name="Google Shape;3353;p91"/>
            <p:cNvSpPr/>
            <p:nvPr/>
          </p:nvSpPr>
          <p:spPr>
            <a:xfrm>
              <a:off x="8516877" y="214566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4" name="Google Shape;3354;p91"/>
            <p:cNvSpPr/>
            <p:nvPr/>
          </p:nvSpPr>
          <p:spPr>
            <a:xfrm>
              <a:off x="8350075" y="171798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5" name="Google Shape;3355;p91"/>
            <p:cNvSpPr/>
            <p:nvPr/>
          </p:nvSpPr>
          <p:spPr>
            <a:xfrm>
              <a:off x="8350075" y="168469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6" name="Google Shape;3356;p91"/>
            <p:cNvSpPr/>
            <p:nvPr/>
          </p:nvSpPr>
          <p:spPr>
            <a:xfrm>
              <a:off x="8350075" y="158484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7" name="Google Shape;3357;p91"/>
            <p:cNvSpPr/>
            <p:nvPr/>
          </p:nvSpPr>
          <p:spPr>
            <a:xfrm>
              <a:off x="8349891" y="191974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8" name="Google Shape;3358;p91"/>
            <p:cNvSpPr/>
            <p:nvPr/>
          </p:nvSpPr>
          <p:spPr>
            <a:xfrm>
              <a:off x="8349891" y="195302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9" name="Google Shape;3359;p91"/>
            <p:cNvSpPr/>
            <p:nvPr/>
          </p:nvSpPr>
          <p:spPr>
            <a:xfrm>
              <a:off x="8349891" y="198600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0" name="Google Shape;3360;p91"/>
            <p:cNvSpPr/>
            <p:nvPr/>
          </p:nvSpPr>
          <p:spPr>
            <a:xfrm>
              <a:off x="8349891" y="201956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1" name="Google Shape;3361;p91"/>
            <p:cNvSpPr/>
            <p:nvPr/>
          </p:nvSpPr>
          <p:spPr>
            <a:xfrm>
              <a:off x="8350075" y="161813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2" name="Google Shape;3362;p91"/>
            <p:cNvSpPr/>
            <p:nvPr/>
          </p:nvSpPr>
          <p:spPr>
            <a:xfrm>
              <a:off x="8350075" y="175125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3" name="Google Shape;3363;p91"/>
            <p:cNvSpPr/>
            <p:nvPr/>
          </p:nvSpPr>
          <p:spPr>
            <a:xfrm>
              <a:off x="8350075" y="1784527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4" name="Google Shape;3364;p91"/>
            <p:cNvSpPr/>
            <p:nvPr/>
          </p:nvSpPr>
          <p:spPr>
            <a:xfrm>
              <a:off x="8350075" y="1817512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5" name="Google Shape;3365;p91"/>
            <p:cNvSpPr/>
            <p:nvPr/>
          </p:nvSpPr>
          <p:spPr>
            <a:xfrm>
              <a:off x="8350075" y="1850496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6" name="Google Shape;3366;p91"/>
            <p:cNvSpPr/>
            <p:nvPr/>
          </p:nvSpPr>
          <p:spPr>
            <a:xfrm>
              <a:off x="8350075" y="1883770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7" name="Google Shape;3367;p91"/>
            <p:cNvSpPr/>
            <p:nvPr/>
          </p:nvSpPr>
          <p:spPr>
            <a:xfrm>
              <a:off x="8350072" y="1651413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8" name="Google Shape;3368;p91"/>
            <p:cNvSpPr/>
            <p:nvPr/>
          </p:nvSpPr>
          <p:spPr>
            <a:xfrm>
              <a:off x="8350072" y="1551564"/>
              <a:ext cx="32998" cy="32998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9" name="Google Shape;3369;p91"/>
            <p:cNvSpPr/>
            <p:nvPr/>
          </p:nvSpPr>
          <p:spPr>
            <a:xfrm>
              <a:off x="2069779" y="2913938"/>
              <a:ext cx="33000" cy="330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70" name="Google Shape;3370;p91"/>
          <p:cNvSpPr txBox="1"/>
          <p:nvPr>
            <p:ph idx="1" type="body"/>
          </p:nvPr>
        </p:nvSpPr>
        <p:spPr>
          <a:xfrm>
            <a:off x="324000" y="759300"/>
            <a:ext cx="8237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As data sets get larger, the physical redistribution becomes impractical.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4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5" name="Google Shape;3375;p92"/>
          <p:cNvSpPr txBox="1"/>
          <p:nvPr>
            <p:ph idx="1" type="subTitle"/>
          </p:nvPr>
        </p:nvSpPr>
        <p:spPr>
          <a:xfrm>
            <a:off x="337825" y="810000"/>
            <a:ext cx="39822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large data set has 3500 values. The total of the data set is 15 750.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Calculate the mean.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376" name="Google Shape;3376;p92"/>
          <p:cNvSpPr txBox="1"/>
          <p:nvPr>
            <p:ph idx="2" type="subTitle"/>
          </p:nvPr>
        </p:nvSpPr>
        <p:spPr>
          <a:xfrm>
            <a:off x="4824000" y="810000"/>
            <a:ext cx="39822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large data set has 4800 values. The total of the data set is 35 520.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Calculate the mean.</a:t>
            </a:r>
            <a:endParaRPr/>
          </a:p>
        </p:txBody>
      </p:sp>
      <p:sp>
        <p:nvSpPr>
          <p:cNvPr id="3377" name="Google Shape;337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3378" name="Google Shape;3378;p92"/>
          <p:cNvSpPr txBox="1"/>
          <p:nvPr/>
        </p:nvSpPr>
        <p:spPr>
          <a:xfrm>
            <a:off x="244911" y="2160000"/>
            <a:ext cx="4411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Mean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total of values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number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values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15 750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3500 = 4.5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9" name="Google Shape;3379;p92"/>
          <p:cNvSpPr txBox="1"/>
          <p:nvPr/>
        </p:nvSpPr>
        <p:spPr>
          <a:xfrm>
            <a:off x="4824011" y="2174450"/>
            <a:ext cx="441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Mean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35 520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4800 = 7.4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3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Google Shape;338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3385" name="Google Shape;3385;p93"/>
          <p:cNvSpPr txBox="1"/>
          <p:nvPr>
            <p:ph idx="1" type="body"/>
          </p:nvPr>
        </p:nvSpPr>
        <p:spPr>
          <a:xfrm>
            <a:off x="324000" y="759300"/>
            <a:ext cx="8496000" cy="16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</a:t>
            </a:r>
            <a:r>
              <a:rPr lang="en-GB" sz="1900"/>
              <a:t> set of data are: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20, 21, 22, 23, 24, 25, 26, 27, 28, 29, 30, 31, 32, 33, 34, 35, 36, 37, 38, 39, 40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3386" name="Google Shape;338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25" y="2864524"/>
            <a:ext cx="8451999" cy="15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7" name="Google Shape;3387;p93"/>
          <p:cNvSpPr txBox="1"/>
          <p:nvPr>
            <p:ph idx="1" type="body"/>
          </p:nvPr>
        </p:nvSpPr>
        <p:spPr>
          <a:xfrm>
            <a:off x="304625" y="1748850"/>
            <a:ext cx="8237700" cy="8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</a:t>
            </a:r>
            <a:r>
              <a:rPr lang="en-GB" sz="1900"/>
              <a:t>e can represent data using a dot plot. Each dot represents an item from the data set. The dots appear above their values.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1" name="Shape 3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2" name="Google Shape;339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50" y="2700000"/>
            <a:ext cx="8451999" cy="15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3" name="Google Shape;339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3394" name="Google Shape;3394;p94"/>
          <p:cNvSpPr txBox="1"/>
          <p:nvPr>
            <p:ph idx="1" type="body"/>
          </p:nvPr>
        </p:nvSpPr>
        <p:spPr>
          <a:xfrm>
            <a:off x="324000" y="759300"/>
            <a:ext cx="8496000" cy="16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</a:t>
            </a:r>
            <a:r>
              <a:rPr lang="en-GB" sz="1900"/>
              <a:t> set of data are: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20, 21, 22, 23, 24, 25, 26, 27, 28, 29, 30, 31, 32, 33, 34, 35, 36, 37, 38, 39, 40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395" name="Google Shape;3395;p94"/>
          <p:cNvSpPr txBox="1"/>
          <p:nvPr>
            <p:ph idx="1" type="body"/>
          </p:nvPr>
        </p:nvSpPr>
        <p:spPr>
          <a:xfrm>
            <a:off x="304625" y="1748850"/>
            <a:ext cx="8237700" cy="8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Then we can represent it on a dotplot. Each dot shows a piece of data. It appears above its value. </a:t>
            </a:r>
            <a:endParaRPr sz="1900"/>
          </a:p>
        </p:txBody>
      </p:sp>
      <p:sp>
        <p:nvSpPr>
          <p:cNvPr id="3396" name="Google Shape;3396;p94"/>
          <p:cNvSpPr txBox="1"/>
          <p:nvPr>
            <p:ph idx="1" type="body"/>
          </p:nvPr>
        </p:nvSpPr>
        <p:spPr>
          <a:xfrm>
            <a:off x="304625" y="1696725"/>
            <a:ext cx="8237700" cy="822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By finding the total and redistributing it evenly, the mean value is 30. The data are completely symmetrical and therefore the mean is the central value.</a:t>
            </a:r>
            <a:endParaRPr sz="1900"/>
          </a:p>
        </p:txBody>
      </p:sp>
      <p:grpSp>
        <p:nvGrpSpPr>
          <p:cNvPr id="3397" name="Google Shape;3397;p94"/>
          <p:cNvGrpSpPr/>
          <p:nvPr/>
        </p:nvGrpSpPr>
        <p:grpSpPr>
          <a:xfrm>
            <a:off x="3300874" y="2423976"/>
            <a:ext cx="1709400" cy="1515525"/>
            <a:chOff x="4572000" y="537300"/>
            <a:chExt cx="1709400" cy="1515525"/>
          </a:xfrm>
        </p:grpSpPr>
        <p:cxnSp>
          <p:nvCxnSpPr>
            <p:cNvPr id="3398" name="Google Shape;3398;p94"/>
            <p:cNvCxnSpPr/>
            <p:nvPr/>
          </p:nvCxnSpPr>
          <p:spPr>
            <a:xfrm rot="10800000">
              <a:off x="5738750" y="923325"/>
              <a:ext cx="0" cy="1129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399" name="Google Shape;3399;p94"/>
            <p:cNvSpPr txBox="1"/>
            <p:nvPr/>
          </p:nvSpPr>
          <p:spPr>
            <a:xfrm>
              <a:off x="4572000" y="537300"/>
              <a:ext cx="17094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mean = 30</a:t>
              </a:r>
              <a:endParaRPr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3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3405" name="Google Shape;3405;p95"/>
          <p:cNvSpPr txBox="1"/>
          <p:nvPr>
            <p:ph idx="1" type="body"/>
          </p:nvPr>
        </p:nvSpPr>
        <p:spPr>
          <a:xfrm>
            <a:off x="324000" y="2432700"/>
            <a:ext cx="8237700" cy="13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This dot plot represents the data set: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28, 28, 32, 32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The mean is still 30 due to the symmetry of the distribution of the data.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3406" name="Google Shape;340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75" y="817950"/>
            <a:ext cx="7465656" cy="16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7" name="Google Shape;3407;p95"/>
          <p:cNvSpPr/>
          <p:nvPr/>
        </p:nvSpPr>
        <p:spPr>
          <a:xfrm>
            <a:off x="2881575" y="837300"/>
            <a:ext cx="1636200" cy="55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8" name="Google Shape;3408;p95"/>
          <p:cNvSpPr/>
          <p:nvPr/>
        </p:nvSpPr>
        <p:spPr>
          <a:xfrm>
            <a:off x="3919575" y="1341450"/>
            <a:ext cx="476700" cy="78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09" name="Google Shape;3409;p95"/>
          <p:cNvGrpSpPr/>
          <p:nvPr/>
        </p:nvGrpSpPr>
        <p:grpSpPr>
          <a:xfrm>
            <a:off x="3107284" y="639609"/>
            <a:ext cx="1709400" cy="1515525"/>
            <a:chOff x="4572000" y="537300"/>
            <a:chExt cx="1709400" cy="1515525"/>
          </a:xfrm>
        </p:grpSpPr>
        <p:cxnSp>
          <p:nvCxnSpPr>
            <p:cNvPr id="3410" name="Google Shape;3410;p95"/>
            <p:cNvCxnSpPr/>
            <p:nvPr/>
          </p:nvCxnSpPr>
          <p:spPr>
            <a:xfrm rot="10800000">
              <a:off x="5738750" y="923325"/>
              <a:ext cx="0" cy="1129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411" name="Google Shape;3411;p95"/>
            <p:cNvSpPr txBox="1"/>
            <p:nvPr/>
          </p:nvSpPr>
          <p:spPr>
            <a:xfrm>
              <a:off x="4572000" y="537300"/>
              <a:ext cx="17094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mean = 30</a:t>
              </a:r>
              <a:endParaRPr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5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6" name="Google Shape;3416;p9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962384" y="2924625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17" name="Google Shape;341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pic>
        <p:nvPicPr>
          <p:cNvPr id="3418" name="Google Shape;3418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400" y="810000"/>
            <a:ext cx="7955401" cy="1438418"/>
          </a:xfrm>
          <a:prstGeom prst="rect">
            <a:avLst/>
          </a:prstGeom>
          <a:noFill/>
          <a:ln>
            <a:noFill/>
          </a:ln>
        </p:spPr>
      </p:pic>
      <p:sp>
        <p:nvSpPr>
          <p:cNvPr id="3419" name="Google Shape;3419;p96"/>
          <p:cNvSpPr txBox="1"/>
          <p:nvPr/>
        </p:nvSpPr>
        <p:spPr>
          <a:xfrm>
            <a:off x="463500" y="2185713"/>
            <a:ext cx="795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 data set is less symmetrical in its distribution.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and Jacob are discussing the mean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value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20" name="Google Shape;342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144587" y="37622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3421" name="Google Shape;3421;p96"/>
          <p:cNvSpPr txBox="1"/>
          <p:nvPr/>
        </p:nvSpPr>
        <p:spPr>
          <a:xfrm>
            <a:off x="2197300" y="2950800"/>
            <a:ext cx="252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mean value for these data will be central to the two extreme points.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22" name="Google Shape;3422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10700" y="3882200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3" name="Google Shape;3423;p9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048650" y="30048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24" name="Google Shape;3424;p96"/>
          <p:cNvSpPr txBox="1"/>
          <p:nvPr/>
        </p:nvSpPr>
        <p:spPr>
          <a:xfrm>
            <a:off x="5154075" y="3077625"/>
            <a:ext cx="234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Does it not matter that more data are bunched towards the right side?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8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3430" name="Google Shape;3430;p97"/>
          <p:cNvSpPr txBox="1"/>
          <p:nvPr/>
        </p:nvSpPr>
        <p:spPr>
          <a:xfrm>
            <a:off x="463500" y="2185713"/>
            <a:ext cx="7955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mean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value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 measure of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central tendency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calculated by adding up the data points and then dividing by the number of points.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will the mean be?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1" name="Google Shape;343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00" y="810000"/>
            <a:ext cx="7955401" cy="14384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2" name="Google Shape;3432;p97"/>
          <p:cNvGrpSpPr/>
          <p:nvPr/>
        </p:nvGrpSpPr>
        <p:grpSpPr>
          <a:xfrm>
            <a:off x="4513206" y="537300"/>
            <a:ext cx="1709400" cy="1515525"/>
            <a:chOff x="4572000" y="537300"/>
            <a:chExt cx="1709400" cy="1515525"/>
          </a:xfrm>
        </p:grpSpPr>
        <p:cxnSp>
          <p:nvCxnSpPr>
            <p:cNvPr id="3433" name="Google Shape;3433;p97"/>
            <p:cNvCxnSpPr/>
            <p:nvPr/>
          </p:nvCxnSpPr>
          <p:spPr>
            <a:xfrm rot="10800000">
              <a:off x="5738750" y="923325"/>
              <a:ext cx="0" cy="1129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434" name="Google Shape;3434;p97"/>
            <p:cNvSpPr txBox="1"/>
            <p:nvPr/>
          </p:nvSpPr>
          <p:spPr>
            <a:xfrm>
              <a:off x="4572000" y="537300"/>
              <a:ext cx="17094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mean = 33.3</a:t>
              </a:r>
              <a:endParaRPr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8" name="Shape 3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9" name="Google Shape;343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3440" name="Google Shape;3440;p98"/>
          <p:cNvSpPr txBox="1"/>
          <p:nvPr>
            <p:ph idx="1" type="body"/>
          </p:nvPr>
        </p:nvSpPr>
        <p:spPr>
          <a:xfrm>
            <a:off x="324000" y="2626500"/>
            <a:ext cx="8237700" cy="21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considering the shape and distribution of the data, we can get a vague idea of where the mean will lie.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Without calculating the mean, roughly where will the mean be?</a:t>
            </a:r>
            <a:endParaRPr/>
          </a:p>
        </p:txBody>
      </p:sp>
      <p:pic>
        <p:nvPicPr>
          <p:cNvPr id="3441" name="Google Shape;344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913" y="874125"/>
            <a:ext cx="7969875" cy="149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2" name="Google Shape;3442;p98"/>
          <p:cNvSpPr txBox="1"/>
          <p:nvPr/>
        </p:nvSpPr>
        <p:spPr>
          <a:xfrm>
            <a:off x="910150" y="3919800"/>
            <a:ext cx="758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mean will be close to 27 as that is fairly central for the majority of data points, but the 38 will increase the mean slightly.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443" name="Google Shape;3443;p98"/>
          <p:cNvGrpSpPr/>
          <p:nvPr/>
        </p:nvGrpSpPr>
        <p:grpSpPr>
          <a:xfrm>
            <a:off x="2406364" y="613500"/>
            <a:ext cx="1709400" cy="1515525"/>
            <a:chOff x="4572000" y="537300"/>
            <a:chExt cx="1709400" cy="1515525"/>
          </a:xfrm>
        </p:grpSpPr>
        <p:cxnSp>
          <p:nvCxnSpPr>
            <p:cNvPr id="3444" name="Google Shape;3444;p98"/>
            <p:cNvCxnSpPr/>
            <p:nvPr/>
          </p:nvCxnSpPr>
          <p:spPr>
            <a:xfrm rot="10800000">
              <a:off x="5738750" y="923325"/>
              <a:ext cx="0" cy="1129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445" name="Google Shape;3445;p98"/>
            <p:cNvSpPr txBox="1"/>
            <p:nvPr/>
          </p:nvSpPr>
          <p:spPr>
            <a:xfrm>
              <a:off x="4572000" y="537300"/>
              <a:ext cx="17094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mean = 27.8</a:t>
              </a:r>
              <a:endParaRPr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9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3451" name="Google Shape;3451;p99"/>
          <p:cNvSpPr txBox="1"/>
          <p:nvPr>
            <p:ph idx="1" type="body"/>
          </p:nvPr>
        </p:nvSpPr>
        <p:spPr>
          <a:xfrm>
            <a:off x="324000" y="759300"/>
            <a:ext cx="8237700" cy="7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Laura and Sofia are discussing the mean of a data set, shown on the dot plot. Who do you agree with?</a:t>
            </a:r>
            <a:endParaRPr sz="2000"/>
          </a:p>
        </p:txBody>
      </p:sp>
      <p:pic>
        <p:nvPicPr>
          <p:cNvPr id="3452" name="Google Shape;345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225" y="1513050"/>
            <a:ext cx="7619261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3" name="Google Shape;3453;p9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212934" y="2700000"/>
            <a:ext cx="2662052" cy="169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4" name="Google Shape;3454;p9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25775" y="2700000"/>
            <a:ext cx="2662052" cy="169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5" name="Google Shape;3455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177" y="37799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6" name="Google Shape;3456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5815" y="39243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3457" name="Google Shape;3457;p99"/>
          <p:cNvSpPr txBox="1"/>
          <p:nvPr/>
        </p:nvSpPr>
        <p:spPr>
          <a:xfrm>
            <a:off x="1428750" y="2723267"/>
            <a:ext cx="244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two pieces of data with a value of 33, so the mean must be 33.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8" name="Google Shape;3458;p99"/>
          <p:cNvSpPr txBox="1"/>
          <p:nvPr/>
        </p:nvSpPr>
        <p:spPr>
          <a:xfrm>
            <a:off x="4927867" y="2721167"/>
            <a:ext cx="25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are fairly symmetrical around 34.5, so the mean will be roughly there.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9" name="Google Shape;3459;p99"/>
          <p:cNvSpPr txBox="1"/>
          <p:nvPr/>
        </p:nvSpPr>
        <p:spPr>
          <a:xfrm>
            <a:off x="2093475" y="4395300"/>
            <a:ext cx="512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is correct - the mean is actually 34.8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460" name="Google Shape;3460;p99"/>
          <p:cNvGrpSpPr/>
          <p:nvPr/>
        </p:nvGrpSpPr>
        <p:grpSpPr>
          <a:xfrm>
            <a:off x="5021773" y="1132042"/>
            <a:ext cx="1709400" cy="1222775"/>
            <a:chOff x="7187409" y="1055842"/>
            <a:chExt cx="1709400" cy="1222775"/>
          </a:xfrm>
        </p:grpSpPr>
        <p:cxnSp>
          <p:nvCxnSpPr>
            <p:cNvPr id="3461" name="Google Shape;3461;p99"/>
            <p:cNvCxnSpPr/>
            <p:nvPr/>
          </p:nvCxnSpPr>
          <p:spPr>
            <a:xfrm rot="10800000">
              <a:off x="8354159" y="1429017"/>
              <a:ext cx="0" cy="849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462" name="Google Shape;3462;p99"/>
            <p:cNvSpPr txBox="1"/>
            <p:nvPr/>
          </p:nvSpPr>
          <p:spPr>
            <a:xfrm>
              <a:off x="7187409" y="1055842"/>
              <a:ext cx="17094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mean = 34.8</a:t>
              </a:r>
              <a:endParaRPr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6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Google Shape;3467;p100"/>
          <p:cNvSpPr txBox="1"/>
          <p:nvPr>
            <p:ph idx="1" type="body"/>
          </p:nvPr>
        </p:nvSpPr>
        <p:spPr>
          <a:xfrm>
            <a:off x="324000" y="810000"/>
            <a:ext cx="8237700" cy="21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Calculate the mean for the </a:t>
            </a:r>
            <a:r>
              <a:rPr lang="en-GB"/>
              <a:t>following</a:t>
            </a:r>
            <a:r>
              <a:rPr lang="en-GB"/>
              <a:t> sets of data:</a:t>
            </a:r>
            <a:endParaRPr/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68" name="Google Shape;3468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mean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3469" name="Google Shape;346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166300"/>
            <a:ext cx="5868069" cy="15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0" name="Google Shape;3470;p100"/>
          <p:cNvSpPr txBox="1"/>
          <p:nvPr/>
        </p:nvSpPr>
        <p:spPr>
          <a:xfrm>
            <a:off x="647700" y="2785550"/>
            <a:ext cx="57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1" name="Google Shape;347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250" y="2910300"/>
            <a:ext cx="5868076" cy="1626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5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p101"/>
          <p:cNvSpPr txBox="1"/>
          <p:nvPr>
            <p:ph idx="1" type="body"/>
          </p:nvPr>
        </p:nvSpPr>
        <p:spPr>
          <a:xfrm>
            <a:off x="324000" y="810000"/>
            <a:ext cx="8237700" cy="21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Calculate the mean, given the following information: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8000 data points have a total of 26 000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2400 data points have a total of 15 600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r>
              <a:rPr lang="en-GB"/>
              <a:t> </a:t>
            </a:r>
            <a:r>
              <a:rPr lang="en-GB"/>
              <a:t>a</a:t>
            </a:r>
            <a:r>
              <a:rPr lang="en-GB"/>
              <a:t> data set </a:t>
            </a:r>
            <a:r>
              <a:rPr lang="en-GB"/>
              <a:t>which has a total of 42 000 across 2500 data points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mean 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p102"/>
          <p:cNvSpPr txBox="1"/>
          <p:nvPr>
            <p:ph idx="1" type="body"/>
          </p:nvPr>
        </p:nvSpPr>
        <p:spPr>
          <a:xfrm>
            <a:off x="324000" y="947400"/>
            <a:ext cx="8496000" cy="4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/>
              <a:t>Match</a:t>
            </a:r>
            <a:r>
              <a:rPr lang="en-GB"/>
              <a:t> the total with the data set, fill in the missing spaces.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mean  </a:t>
            </a:r>
            <a:endParaRPr/>
          </a:p>
        </p:txBody>
      </p:sp>
      <p:sp>
        <p:nvSpPr>
          <p:cNvPr id="3484" name="Google Shape;3484;p102"/>
          <p:cNvSpPr txBox="1"/>
          <p:nvPr/>
        </p:nvSpPr>
        <p:spPr>
          <a:xfrm>
            <a:off x="1022350" y="1578644"/>
            <a:ext cx="17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Total = 140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5" name="Google Shape;3485;p102"/>
          <p:cNvSpPr txBox="1"/>
          <p:nvPr/>
        </p:nvSpPr>
        <p:spPr>
          <a:xfrm>
            <a:off x="1022350" y="2341894"/>
            <a:ext cx="17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Total = 120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6" name="Google Shape;3486;p102"/>
          <p:cNvSpPr txBox="1"/>
          <p:nvPr/>
        </p:nvSpPr>
        <p:spPr>
          <a:xfrm>
            <a:off x="4861975" y="3868394"/>
            <a:ext cx="317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 values, mean of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7" name="Google Shape;3487;p102"/>
          <p:cNvSpPr txBox="1"/>
          <p:nvPr/>
        </p:nvSpPr>
        <p:spPr>
          <a:xfrm>
            <a:off x="1022350" y="3105144"/>
            <a:ext cx="17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Total = 150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8" name="Google Shape;3488;p102"/>
          <p:cNvSpPr txBox="1"/>
          <p:nvPr/>
        </p:nvSpPr>
        <p:spPr>
          <a:xfrm>
            <a:off x="4861975" y="2341894"/>
            <a:ext cx="301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 values, mean of 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9" name="Google Shape;3489;p102"/>
          <p:cNvSpPr txBox="1"/>
          <p:nvPr/>
        </p:nvSpPr>
        <p:spPr>
          <a:xfrm>
            <a:off x="4861975" y="3105144"/>
            <a:ext cx="354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28 values, mean of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90" name="Google Shape;3490;p102"/>
          <p:cNvCxnSpPr/>
          <p:nvPr/>
        </p:nvCxnSpPr>
        <p:spPr>
          <a:xfrm>
            <a:off x="7570475" y="3488644"/>
            <a:ext cx="64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1" name="Google Shape;3491;p102"/>
          <p:cNvSpPr txBox="1"/>
          <p:nvPr/>
        </p:nvSpPr>
        <p:spPr>
          <a:xfrm>
            <a:off x="1022350" y="3868394"/>
            <a:ext cx="17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Total =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2" name="Google Shape;3492;p102"/>
          <p:cNvSpPr txBox="1"/>
          <p:nvPr/>
        </p:nvSpPr>
        <p:spPr>
          <a:xfrm>
            <a:off x="4861975" y="1654044"/>
            <a:ext cx="354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values, mean of 13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93" name="Google Shape;3493;p102"/>
          <p:cNvCxnSpPr/>
          <p:nvPr/>
        </p:nvCxnSpPr>
        <p:spPr>
          <a:xfrm>
            <a:off x="2129350" y="4259294"/>
            <a:ext cx="64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7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Calculate the mean for the following sets of data:</a:t>
            </a:r>
            <a:endParaRPr/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99" name="Google Shape;3499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3500" name="Google Shape;3500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166300"/>
            <a:ext cx="5868069" cy="15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1" name="Google Shape;3501;p103"/>
          <p:cNvSpPr txBox="1"/>
          <p:nvPr/>
        </p:nvSpPr>
        <p:spPr>
          <a:xfrm>
            <a:off x="647700" y="2785550"/>
            <a:ext cx="57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02" name="Google Shape;3502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250" y="2910300"/>
            <a:ext cx="5868076" cy="1626295"/>
          </a:xfrm>
          <a:prstGeom prst="rect">
            <a:avLst/>
          </a:prstGeom>
          <a:noFill/>
          <a:ln>
            <a:noFill/>
          </a:ln>
        </p:spPr>
      </p:pic>
      <p:sp>
        <p:nvSpPr>
          <p:cNvPr id="3503" name="Google Shape;3503;p103"/>
          <p:cNvSpPr txBox="1"/>
          <p:nvPr/>
        </p:nvSpPr>
        <p:spPr>
          <a:xfrm>
            <a:off x="7196675" y="1291175"/>
            <a:ext cx="1968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= 354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Amount = 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Mean = 35.4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4" name="Google Shape;3504;p103"/>
          <p:cNvSpPr txBox="1"/>
          <p:nvPr/>
        </p:nvSpPr>
        <p:spPr>
          <a:xfrm>
            <a:off x="7196675" y="2910300"/>
            <a:ext cx="1968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= 300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Amount = 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Mean = 30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8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Calculate the mean, given the following information: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8000 data points have a total of 26 000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2400 data points have a total of 15 600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a data set which has a total of 42 000 across 2500 data points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510" name="Google Shape;3510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mean  </a:t>
            </a:r>
            <a:endParaRPr/>
          </a:p>
        </p:txBody>
      </p:sp>
      <p:sp>
        <p:nvSpPr>
          <p:cNvPr id="3511" name="Google Shape;3511;p104"/>
          <p:cNvSpPr txBox="1"/>
          <p:nvPr/>
        </p:nvSpPr>
        <p:spPr>
          <a:xfrm>
            <a:off x="2677575" y="1524000"/>
            <a:ext cx="412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26 000 ÷ 8000 = 3.25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2" name="Google Shape;3512;p104"/>
          <p:cNvSpPr txBox="1"/>
          <p:nvPr/>
        </p:nvSpPr>
        <p:spPr>
          <a:xfrm>
            <a:off x="2887200" y="2477850"/>
            <a:ext cx="412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15 600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 2400 = 6.5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3" name="Google Shape;3513;p104"/>
          <p:cNvSpPr txBox="1"/>
          <p:nvPr/>
        </p:nvSpPr>
        <p:spPr>
          <a:xfrm>
            <a:off x="2887200" y="3642025"/>
            <a:ext cx="412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42 000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 2500 = 16.8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7" name="Shape 3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8" name="Google Shape;3518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mean  </a:t>
            </a:r>
            <a:endParaRPr/>
          </a:p>
        </p:txBody>
      </p:sp>
      <p:sp>
        <p:nvSpPr>
          <p:cNvPr id="3519" name="Google Shape;3519;p105"/>
          <p:cNvSpPr txBox="1"/>
          <p:nvPr>
            <p:ph idx="1" type="body"/>
          </p:nvPr>
        </p:nvSpPr>
        <p:spPr>
          <a:xfrm>
            <a:off x="324000" y="947400"/>
            <a:ext cx="8496000" cy="4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Match the total with the data set, fill in the missing spaces.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520" name="Google Shape;3520;p105"/>
          <p:cNvSpPr txBox="1"/>
          <p:nvPr/>
        </p:nvSpPr>
        <p:spPr>
          <a:xfrm>
            <a:off x="1022350" y="1578644"/>
            <a:ext cx="17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Total = 140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1" name="Google Shape;3521;p105"/>
          <p:cNvSpPr txBox="1"/>
          <p:nvPr/>
        </p:nvSpPr>
        <p:spPr>
          <a:xfrm>
            <a:off x="1022350" y="2341894"/>
            <a:ext cx="17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Total = 120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2" name="Google Shape;3522;p105"/>
          <p:cNvSpPr txBox="1"/>
          <p:nvPr/>
        </p:nvSpPr>
        <p:spPr>
          <a:xfrm>
            <a:off x="4861975" y="3868394"/>
            <a:ext cx="317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 values, mean of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3" name="Google Shape;3523;p105"/>
          <p:cNvSpPr txBox="1"/>
          <p:nvPr/>
        </p:nvSpPr>
        <p:spPr>
          <a:xfrm>
            <a:off x="1022350" y="3105144"/>
            <a:ext cx="17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Total = 150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4" name="Google Shape;3524;p105"/>
          <p:cNvSpPr txBox="1"/>
          <p:nvPr/>
        </p:nvSpPr>
        <p:spPr>
          <a:xfrm>
            <a:off x="4861975" y="2341894"/>
            <a:ext cx="301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 values, mean of 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5" name="Google Shape;3525;p105"/>
          <p:cNvSpPr txBox="1"/>
          <p:nvPr/>
        </p:nvSpPr>
        <p:spPr>
          <a:xfrm>
            <a:off x="4861975" y="3105144"/>
            <a:ext cx="354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28 values, mean of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6" name="Google Shape;3526;p105"/>
          <p:cNvSpPr txBox="1"/>
          <p:nvPr/>
        </p:nvSpPr>
        <p:spPr>
          <a:xfrm>
            <a:off x="1022350" y="3868394"/>
            <a:ext cx="179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Total =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7" name="Google Shape;3527;p105"/>
          <p:cNvSpPr txBox="1"/>
          <p:nvPr/>
        </p:nvSpPr>
        <p:spPr>
          <a:xfrm>
            <a:off x="4861975" y="1654044"/>
            <a:ext cx="354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 values, mean of 13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8" name="Google Shape;3528;p105"/>
          <p:cNvCxnSpPr>
            <a:stCxn id="3527" idx="1"/>
            <a:endCxn id="3526" idx="3"/>
          </p:cNvCxnSpPr>
          <p:nvPr/>
        </p:nvCxnSpPr>
        <p:spPr>
          <a:xfrm flipH="1">
            <a:off x="2821375" y="1915644"/>
            <a:ext cx="2040600" cy="221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9" name="Google Shape;3529;p105"/>
          <p:cNvCxnSpPr>
            <a:stCxn id="3524" idx="1"/>
            <a:endCxn id="3523" idx="3"/>
          </p:cNvCxnSpPr>
          <p:nvPr/>
        </p:nvCxnSpPr>
        <p:spPr>
          <a:xfrm flipH="1">
            <a:off x="2821375" y="2603494"/>
            <a:ext cx="2040600" cy="763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0" name="Google Shape;3530;p105"/>
          <p:cNvCxnSpPr>
            <a:stCxn id="3525" idx="1"/>
            <a:endCxn id="3520" idx="3"/>
          </p:cNvCxnSpPr>
          <p:nvPr/>
        </p:nvCxnSpPr>
        <p:spPr>
          <a:xfrm rot="10800000">
            <a:off x="2821375" y="1840344"/>
            <a:ext cx="2040600" cy="152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1" name="Google Shape;3531;p105"/>
          <p:cNvCxnSpPr>
            <a:stCxn id="3522" idx="1"/>
            <a:endCxn id="3521" idx="3"/>
          </p:cNvCxnSpPr>
          <p:nvPr/>
        </p:nvCxnSpPr>
        <p:spPr>
          <a:xfrm rot="10800000">
            <a:off x="2821375" y="2603594"/>
            <a:ext cx="2040600" cy="152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2" name="Google Shape;3532;p105"/>
          <p:cNvSpPr txBox="1"/>
          <p:nvPr/>
        </p:nvSpPr>
        <p:spPr>
          <a:xfrm>
            <a:off x="7509162" y="3121206"/>
            <a:ext cx="407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3" name="Google Shape;3533;p105"/>
          <p:cNvSpPr txBox="1"/>
          <p:nvPr/>
        </p:nvSpPr>
        <p:spPr>
          <a:xfrm>
            <a:off x="2014700" y="3906657"/>
            <a:ext cx="608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143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7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10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mean is a measure of </a:t>
            </a:r>
            <a:r>
              <a:rPr b="1" lang="en-GB"/>
              <a:t>central tendency.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mean is what value each data point would take if the </a:t>
            </a:r>
            <a:r>
              <a:rPr lang="en-GB"/>
              <a:t>total </a:t>
            </a:r>
            <a:r>
              <a:rPr lang="en-GB"/>
              <a:t>value were to be distributed evenly.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mean is the sum of all values divided by the number of values. </a:t>
            </a:r>
            <a:endParaRPr/>
          </a:p>
        </p:txBody>
      </p:sp>
      <p:sp>
        <p:nvSpPr>
          <p:cNvPr id="3539" name="Google Shape;3539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the mean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3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4" name="Google Shape;3544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545" name="Google Shape;3545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