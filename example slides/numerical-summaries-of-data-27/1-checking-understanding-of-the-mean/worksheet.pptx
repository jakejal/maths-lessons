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5" name="Shape 265"/>
        <p:cNvGrpSpPr/>
        <p:nvPr/>
      </p:nvGrpSpPr>
      <p:grpSpPr>
        <a:xfrm>
          <a:off x="0" y="0"/>
          <a:ext cx="0" cy="0"/>
        </a:xfrm>
      </p:grpSpPr>
      <p:sp>
        <p:nvSpPr>
          <p:cNvPr id="266" name="Google Shape;26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275300"/>
            <a:ext cx="65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Distributing evenly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6632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up the diagrams. You will need to draw your own original distribution and evenly distributed diagrams on the blank cards.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820621" y="2268719"/>
            <a:ext cx="957138" cy="70651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908550" y="2335194"/>
            <a:ext cx="771642" cy="600447"/>
            <a:chOff x="1684857" y="1376231"/>
            <a:chExt cx="1459469" cy="885484"/>
          </a:xfrm>
        </p:grpSpPr>
        <p:sp>
          <p:nvSpPr>
            <p:cNvPr id="167" name="Google Shape;167;p20"/>
            <p:cNvSpPr/>
            <p:nvPr/>
          </p:nvSpPr>
          <p:spPr>
            <a:xfrm rot="5400000">
              <a:off x="1684859" y="137623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 rot="5400000">
              <a:off x="1927320" y="137623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 rot="5400000">
              <a:off x="2169782" y="137623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 rot="5400000">
              <a:off x="2414623" y="137623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 rot="5400000">
              <a:off x="1684874" y="1697764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 rot="5400000">
              <a:off x="1927335" y="1697764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 rot="5400000">
              <a:off x="2659464" y="137623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 rot="5400000">
              <a:off x="2901926" y="137623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 rot="5400000">
              <a:off x="1684857" y="201931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 rot="5400000">
              <a:off x="1927318" y="201931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 rot="5400000">
              <a:off x="2169780" y="201931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 rot="5400000">
              <a:off x="2414621" y="201931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" name="Google Shape;179;p20"/>
          <p:cNvSpPr/>
          <p:nvPr/>
        </p:nvSpPr>
        <p:spPr>
          <a:xfrm>
            <a:off x="3946124" y="2258569"/>
            <a:ext cx="1047600" cy="706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4034175" y="2320455"/>
            <a:ext cx="773081" cy="600369"/>
            <a:chOff x="1684857" y="3767281"/>
            <a:chExt cx="1459469" cy="885500"/>
          </a:xfrm>
        </p:grpSpPr>
        <p:sp>
          <p:nvSpPr>
            <p:cNvPr id="181" name="Google Shape;181;p20"/>
            <p:cNvSpPr/>
            <p:nvPr/>
          </p:nvSpPr>
          <p:spPr>
            <a:xfrm rot="5400000">
              <a:off x="1684859" y="376728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rot="5400000">
              <a:off x="1927320" y="376728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 rot="5400000">
              <a:off x="2169782" y="376728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 rot="5400000">
              <a:off x="2414623" y="376728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 rot="5400000">
              <a:off x="1684874" y="4088814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 rot="5400000">
              <a:off x="1927335" y="4088814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 rot="5400000">
              <a:off x="2659464" y="376728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 rot="5400000">
              <a:off x="2901926" y="376728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rot="5400000">
              <a:off x="1684857" y="441036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 rot="5400000">
              <a:off x="1927318" y="441036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 rot="5400000">
              <a:off x="2169780" y="441036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 rot="5400000">
              <a:off x="2414621" y="4410365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 rot="5400000">
              <a:off x="2169776" y="408883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 rot="5400000">
              <a:off x="2659476" y="4410381"/>
              <a:ext cx="242400" cy="2424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rgbClr val="F0F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" name="Google Shape;195;p20"/>
          <p:cNvSpPr/>
          <p:nvPr/>
        </p:nvSpPr>
        <p:spPr>
          <a:xfrm rot="5400000">
            <a:off x="2590445" y="3572579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rot="5400000">
            <a:off x="2716779" y="3572579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 rot="5400000">
            <a:off x="2843113" y="3572579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 rot="5400000">
            <a:off x="2970687" y="3572579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 rot="5400000">
            <a:off x="2590453" y="3787459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rot="5400000">
            <a:off x="2716787" y="3787459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 rot="5400000">
            <a:off x="3098260" y="3572579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5400000">
            <a:off x="2969437" y="3787471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 rot="5400000">
            <a:off x="2590444" y="4002352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 rot="5400000">
            <a:off x="2716778" y="4002352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 rot="5400000">
            <a:off x="2843112" y="4002352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rot="5400000">
            <a:off x="2970686" y="4002352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 rot="5400000">
            <a:off x="2843110" y="3787471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rot="5400000">
            <a:off x="3098266" y="4002363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 rot="5400000">
            <a:off x="3095765" y="3787471"/>
            <a:ext cx="162000" cy="1263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 rot="5400000">
            <a:off x="949620" y="3583597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 rot="5400000">
            <a:off x="1064725" y="3583597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rot="5400000">
            <a:off x="1179830" y="3583597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 rot="5400000">
            <a:off x="1296065" y="3583597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 rot="5400000">
            <a:off x="949627" y="3802046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 rot="5400000">
            <a:off x="1064733" y="3802046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 rot="5400000">
            <a:off x="1294922" y="3802058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 rot="5400000">
            <a:off x="1179828" y="3802058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 rot="5400000">
            <a:off x="949619" y="4020508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 rot="5400000">
            <a:off x="1064725" y="4020508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 rot="5400000">
            <a:off x="1179830" y="4020508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 rot="5400000">
            <a:off x="1294922" y="4020508"/>
            <a:ext cx="164700" cy="1152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 rot="5400000">
            <a:off x="1373677" y="3622447"/>
            <a:ext cx="164700" cy="37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1410137" y="3622447"/>
            <a:ext cx="164700" cy="37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 rot="5400000">
            <a:off x="1371399" y="3840908"/>
            <a:ext cx="164700" cy="37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 rot="5400000">
            <a:off x="1407858" y="3840908"/>
            <a:ext cx="164700" cy="37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 rot="5400000">
            <a:off x="1371399" y="4059358"/>
            <a:ext cx="164700" cy="37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 rot="5400000">
            <a:off x="1407858" y="4059358"/>
            <a:ext cx="164700" cy="37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 rot="5400000">
            <a:off x="5588820" y="3588661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 rot="5400000">
            <a:off x="5711052" y="3588661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 rot="5400000">
            <a:off x="5833284" y="3588661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 rot="5400000">
            <a:off x="5956716" y="3588661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 rot="5400000">
            <a:off x="5588828" y="3810519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 rot="5400000">
            <a:off x="5711060" y="3810519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 rot="5400000">
            <a:off x="5833275" y="3810531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 rot="5400000">
            <a:off x="5955507" y="3810531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 rot="5400000">
            <a:off x="5588820" y="4032389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 rot="5400000">
            <a:off x="5711051" y="4032389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 rot="5400000">
            <a:off x="5833283" y="4032389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 rot="5400000">
            <a:off x="5956715" y="4032389"/>
            <a:ext cx="167400" cy="1221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 rot="5400000">
            <a:off x="2455537" y="2311579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 rot="5400000">
            <a:off x="2580208" y="2311579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 rot="5400000">
            <a:off x="2704878" y="2311579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 rot="5400000">
            <a:off x="2830772" y="2311579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 rot="5400000">
            <a:off x="2455545" y="2532086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 rot="5400000">
            <a:off x="2580216" y="2532086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 rot="5400000">
            <a:off x="2956666" y="2311579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 rot="5400000">
            <a:off x="2704875" y="2532098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 rot="5400000">
            <a:off x="2455537" y="2752606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 rot="5400000">
            <a:off x="3082565" y="2311579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 rot="5400000">
            <a:off x="3208464" y="2311579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 rot="5400000">
            <a:off x="2825973" y="2532098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 rot="5400000">
            <a:off x="2950611" y="2532098"/>
            <a:ext cx="166200" cy="124500"/>
          </a:xfrm>
          <a:prstGeom prst="rect">
            <a:avLst/>
          </a:prstGeom>
          <a:solidFill>
            <a:srgbClr val="845AD9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511200" y="4384600"/>
            <a:ext cx="6583200" cy="14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Two crates have been filled with packages for delivery.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driver wants the crates to be evenly distributed with packages.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crate has 18 packages and the other has 12 packages.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would the driver make the crates even?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34800" y="6094375"/>
            <a:ext cx="6583200" cy="14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batter for three cakes has been split across three tins.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first tin has 1 kg of batter, the second has 1.2 kg of batter and the third    has 1.4 kg of batter.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get 3 cakes the same depth there needs to be the same weight of batter in each tin.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batter should there be in each tin?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52600" y="7998300"/>
            <a:ext cx="6562800" cy="18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group of friends have collected some conkers and shared them equally among themselves.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There are five friends and they have 6 conkers each. How many conkers were collected altogether?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Another friend joins them but they don’t find any more conkers. How many conkers would they each have if they share them equally now?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" name="Google Shape;2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6514" y="8231910"/>
            <a:ext cx="271310" cy="36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10750" y="8176899"/>
            <a:ext cx="446476" cy="4711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20"/>
          <p:cNvCxnSpPr/>
          <p:nvPr/>
        </p:nvCxnSpPr>
        <p:spPr>
          <a:xfrm>
            <a:off x="491775" y="9957375"/>
            <a:ext cx="6583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0"/>
          <p:cNvSpPr/>
          <p:nvPr/>
        </p:nvSpPr>
        <p:spPr>
          <a:xfrm>
            <a:off x="2411991" y="2258569"/>
            <a:ext cx="1047600" cy="70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480249" y="2258569"/>
            <a:ext cx="1047600" cy="706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5480249" y="3508168"/>
            <a:ext cx="1047600" cy="70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3946774" y="3508181"/>
            <a:ext cx="1047600" cy="70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2422774" y="3508181"/>
            <a:ext cx="1047600" cy="70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793499" y="3508181"/>
            <a:ext cx="1047600" cy="70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8" name="Shape 268"/>
        <p:cNvGrpSpPr/>
        <p:nvPr/>
      </p:nvGrpSpPr>
      <p:grpSpPr>
        <a:xfrm>
          <a:off x="0" y="0"/>
          <a:ext cx="0" cy="0"/>
        </a:xfrm>
      </p:grpSpPr>
      <p:sp>
        <p:nvSpPr>
          <p:cNvPr id="269" name="Google Shape;26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0" name="Google Shape;27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  <p:sp>
        <p:nvSpPr>
          <p:cNvPr id="271" name="Google Shape;27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68000" y="665700"/>
            <a:ext cx="65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the mean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76400" y="1292700"/>
            <a:ext cx="6615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mean for the following sets of data: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5" name="Google Shape;2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00" y="1629800"/>
            <a:ext cx="4782599" cy="124999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391800" y="33348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7" name="Google Shape;2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00" y="3370313"/>
            <a:ext cx="4782600" cy="132546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476400" y="4797900"/>
            <a:ext cx="6615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mean, given the following information: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8000 data points have a total of 26 000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2400 data points have a total of 15 600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data set which has a total of 42 000 across 2500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6400" y="7195800"/>
            <a:ext cx="6615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the total with the data set, fill in the missing spaces.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1020186" y="7418660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140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1020186" y="8056664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120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009996" y="9332672"/>
            <a:ext cx="24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24 values, mean of 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1020186" y="8694668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150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009996" y="8056664"/>
            <a:ext cx="235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25 values, mean of 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009996" y="8694668"/>
            <a:ext cx="276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28 values, mean of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020186" y="9332672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009996" y="7481687"/>
            <a:ext cx="276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11 values, mean of 13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766487" y="8708094"/>
            <a:ext cx="3174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>
            <a:off x="1813200" y="9660850"/>
            <a:ext cx="793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21"/>
          <p:cNvCxnSpPr/>
          <p:nvPr/>
        </p:nvCxnSpPr>
        <p:spPr>
          <a:xfrm>
            <a:off x="5832975" y="9004200"/>
            <a:ext cx="560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21"/>
          <p:cNvCxnSpPr/>
          <p:nvPr/>
        </p:nvCxnSpPr>
        <p:spPr>
          <a:xfrm>
            <a:off x="491775" y="9957375"/>
            <a:ext cx="6583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the mean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2023-12-08T09:45:09.036</cp:lastPrinted>
  <dcterms:created xsi:type="dcterms:W3CDTF">2023-12-08T09:45:09Z</dcterms:created>
  <dcterms:modified xsi:type="dcterms:W3CDTF">2023-12-08T09:45:19Z</dcterms:modified>
</cp:coreProperties>
</file>