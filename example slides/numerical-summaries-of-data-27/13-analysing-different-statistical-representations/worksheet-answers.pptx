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7DCB3F-D098-497A-B325-41668EF91771}">
  <a:tblStyle styleId="{CC7DCB3F-D098-497A-B325-41668EF9177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eb5ceec24f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eb5ceec2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eb5ceec24f_0_5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eb5ceec24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11" Type="http://schemas.openxmlformats.org/officeDocument/2006/relationships/image" Target="../media/image15.png"/><Relationship Id="rId10" Type="http://schemas.openxmlformats.org/officeDocument/2006/relationships/image" Target="../media/image16.png"/><Relationship Id="rId12" Type="http://schemas.openxmlformats.org/officeDocument/2006/relationships/image" Target="../media/image17.png"/><Relationship Id="rId9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10" Type="http://schemas.openxmlformats.org/officeDocument/2006/relationships/image" Target="../media/image21.png"/><Relationship Id="rId9" Type="http://schemas.openxmlformats.org/officeDocument/2006/relationships/image" Target="../media/image29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different statistical representations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23950"/>
            <a:ext cx="29481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of these summary statistic values is applicable to bar charts  a, b, c, d, or any combination of them?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6102" y="1726549"/>
            <a:ext cx="1823013" cy="145137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5" name="Google Shape;175;p2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8991" y="3207822"/>
            <a:ext cx="1823008" cy="145138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6" name="Google Shape;176;p20"/>
          <p:cNvSpPr txBox="1"/>
          <p:nvPr/>
        </p:nvSpPr>
        <p:spPr>
          <a:xfrm>
            <a:off x="468000" y="1391250"/>
            <a:ext cx="66240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Comparing summary statistics to statistical graphs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0"/>
          <p:cNvGraphicFramePr/>
          <p:nvPr/>
        </p:nvGraphicFramePr>
        <p:xfrm>
          <a:off x="271125" y="2698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895775"/>
                <a:gridCol w="576025"/>
                <a:gridCol w="378525"/>
                <a:gridCol w="3785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8" name="Google Shape;17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1231" y="303187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6100" y="3207816"/>
            <a:ext cx="1823008" cy="145138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0" name="Google Shape;180;p20" title="Chart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68991" y="1726549"/>
            <a:ext cx="1823008" cy="145138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81" name="Google Shape;181;p20"/>
          <p:cNvGrpSpPr/>
          <p:nvPr/>
        </p:nvGrpSpPr>
        <p:grpSpPr>
          <a:xfrm>
            <a:off x="5043877" y="1723890"/>
            <a:ext cx="193807" cy="193807"/>
            <a:chOff x="1020916" y="1442088"/>
            <a:chExt cx="457200" cy="457200"/>
          </a:xfrm>
        </p:grpSpPr>
        <p:pic>
          <p:nvPicPr>
            <p:cNvPr id="182" name="Google Shape;182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6898125" y="1723890"/>
            <a:ext cx="193807" cy="193807"/>
            <a:chOff x="1020916" y="1442088"/>
            <a:chExt cx="457200" cy="457200"/>
          </a:xfrm>
        </p:grpSpPr>
        <p:pic>
          <p:nvPicPr>
            <p:cNvPr id="185" name="Google Shape;185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5043877" y="3207758"/>
            <a:ext cx="193807" cy="193807"/>
            <a:chOff x="1020916" y="1442088"/>
            <a:chExt cx="457200" cy="457200"/>
          </a:xfrm>
        </p:grpSpPr>
        <p:pic>
          <p:nvPicPr>
            <p:cNvPr id="188" name="Google Shape;188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" name="Google Shape;190;p20"/>
          <p:cNvGrpSpPr/>
          <p:nvPr/>
        </p:nvGrpSpPr>
        <p:grpSpPr>
          <a:xfrm>
            <a:off x="6898125" y="3207758"/>
            <a:ext cx="193807" cy="193807"/>
            <a:chOff x="1020916" y="1442088"/>
            <a:chExt cx="457200" cy="457200"/>
          </a:xfrm>
        </p:grpSpPr>
        <p:pic>
          <p:nvPicPr>
            <p:cNvPr id="191" name="Google Shape;191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3" name="Google Shape;19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0231" y="336562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0231" y="369862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9231" y="369862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6931" y="369862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0231" y="403162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6931" y="403162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1231" y="403162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title="Chart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8000" y="5553118"/>
            <a:ext cx="1804217" cy="14364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1" name="Google Shape;201;p20"/>
          <p:cNvSpPr txBox="1"/>
          <p:nvPr/>
        </p:nvSpPr>
        <p:spPr>
          <a:xfrm>
            <a:off x="4203550" y="5553000"/>
            <a:ext cx="28884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Each summary statistic below matches with a pair of bar charts. For each summary statistic, write down its value and the names of the two classes it represents.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" name="Google Shape;202;p20"/>
          <p:cNvGrpSpPr/>
          <p:nvPr/>
        </p:nvGrpSpPr>
        <p:grpSpPr>
          <a:xfrm>
            <a:off x="742607" y="5552988"/>
            <a:ext cx="772302" cy="287442"/>
            <a:chOff x="1020916" y="1442088"/>
            <a:chExt cx="457200" cy="457200"/>
          </a:xfrm>
        </p:grpSpPr>
        <p:pic>
          <p:nvPicPr>
            <p:cNvPr id="203" name="Google Shape;203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20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a</a:t>
              </a:r>
              <a:endParaRPr b="1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05" name="Google Shape;205;p20"/>
          <p:cNvGraphicFramePr/>
          <p:nvPr/>
        </p:nvGraphicFramePr>
        <p:xfrm>
          <a:off x="4203525" y="669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c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6" name="Google Shape;206;p20" title="Chart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8000" y="7053133"/>
            <a:ext cx="1804217" cy="14364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7" name="Google Shape;207;p20" title="Chart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35783" y="7053133"/>
            <a:ext cx="1804217" cy="14364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8" name="Google Shape;208;p20" title="Chart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335783" y="5553118"/>
            <a:ext cx="1804217" cy="14364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09" name="Google Shape;209;p20"/>
          <p:cNvGrpSpPr/>
          <p:nvPr/>
        </p:nvGrpSpPr>
        <p:grpSpPr>
          <a:xfrm>
            <a:off x="2604140" y="5552988"/>
            <a:ext cx="772302" cy="287442"/>
            <a:chOff x="1020916" y="1442088"/>
            <a:chExt cx="457200" cy="457200"/>
          </a:xfrm>
        </p:grpSpPr>
        <p:pic>
          <p:nvPicPr>
            <p:cNvPr id="210" name="Google Shape;210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20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b</a:t>
              </a:r>
              <a:endParaRPr b="1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" name="Google Shape;212;p20"/>
          <p:cNvGrpSpPr/>
          <p:nvPr/>
        </p:nvGrpSpPr>
        <p:grpSpPr>
          <a:xfrm>
            <a:off x="742646" y="7053194"/>
            <a:ext cx="1529608" cy="192984"/>
            <a:chOff x="1020916" y="1442088"/>
            <a:chExt cx="457200" cy="457200"/>
          </a:xfrm>
        </p:grpSpPr>
        <p:pic>
          <p:nvPicPr>
            <p:cNvPr id="213" name="Google Shape;213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20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c</a:t>
              </a:r>
              <a:endParaRPr b="1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5" name="Google Shape;215;p20"/>
          <p:cNvGrpSpPr/>
          <p:nvPr/>
        </p:nvGrpSpPr>
        <p:grpSpPr>
          <a:xfrm>
            <a:off x="2604140" y="7053201"/>
            <a:ext cx="772302" cy="287442"/>
            <a:chOff x="1020916" y="1442088"/>
            <a:chExt cx="457200" cy="457200"/>
          </a:xfrm>
        </p:grpSpPr>
        <p:pic>
          <p:nvPicPr>
            <p:cNvPr id="216" name="Google Shape;216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20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d</a:t>
              </a:r>
              <a:endParaRPr b="1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18" name="Google Shape;218;p20"/>
          <p:cNvGraphicFramePr/>
          <p:nvPr/>
        </p:nvGraphicFramePr>
        <p:xfrm>
          <a:off x="4203525" y="71345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9" name="Google Shape;219;p20"/>
          <p:cNvGraphicFramePr/>
          <p:nvPr/>
        </p:nvGraphicFramePr>
        <p:xfrm>
          <a:off x="4203525" y="7570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0" name="Google Shape;220;p20"/>
          <p:cNvGraphicFramePr/>
          <p:nvPr/>
        </p:nvGraphicFramePr>
        <p:xfrm>
          <a:off x="4203525" y="80074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1" name="Google Shape;221;p20"/>
          <p:cNvGraphicFramePr/>
          <p:nvPr/>
        </p:nvGraphicFramePr>
        <p:xfrm>
          <a:off x="4203525" y="8443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c</a:t>
                      </a:r>
                      <a:endParaRPr b="1"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Analysing different statistical representations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4316175" y="720000"/>
            <a:ext cx="27759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Place a ✓ by each letter if all summary statistics given accurately represent the corresponding bar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8" name="Google Shape;228;p21"/>
          <p:cNvGraphicFramePr/>
          <p:nvPr/>
        </p:nvGraphicFramePr>
        <p:xfrm>
          <a:off x="4200269" y="165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822100"/>
                <a:gridCol w="528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9" name="Google Shape;229;p2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4003" y="732800"/>
            <a:ext cx="1835996" cy="146171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p21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732800"/>
            <a:ext cx="1835996" cy="14616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31" name="Google Shape;231;p21"/>
          <p:cNvGrpSpPr/>
          <p:nvPr/>
        </p:nvGrpSpPr>
        <p:grpSpPr>
          <a:xfrm>
            <a:off x="2114914" y="732863"/>
            <a:ext cx="189144" cy="189144"/>
            <a:chOff x="1020916" y="1442088"/>
            <a:chExt cx="457200" cy="457200"/>
          </a:xfrm>
        </p:grpSpPr>
        <p:pic>
          <p:nvPicPr>
            <p:cNvPr id="232" name="Google Shape;232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4" name="Google Shape;234;p21"/>
          <p:cNvGrpSpPr/>
          <p:nvPr/>
        </p:nvGrpSpPr>
        <p:grpSpPr>
          <a:xfrm>
            <a:off x="3950914" y="732863"/>
            <a:ext cx="189144" cy="189144"/>
            <a:chOff x="1020916" y="1442088"/>
            <a:chExt cx="457200" cy="457200"/>
          </a:xfrm>
        </p:grpSpPr>
        <p:pic>
          <p:nvPicPr>
            <p:cNvPr id="235" name="Google Shape;235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7" name="Google Shape;237;p21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04000" y="2194516"/>
            <a:ext cx="1835996" cy="146169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8" name="Google Shape;238;p21" title="Chart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003" y="2194520"/>
            <a:ext cx="1835996" cy="146169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39" name="Google Shape;239;p21"/>
          <p:cNvGrpSpPr/>
          <p:nvPr/>
        </p:nvGrpSpPr>
        <p:grpSpPr>
          <a:xfrm>
            <a:off x="2114914" y="2194571"/>
            <a:ext cx="189144" cy="189144"/>
            <a:chOff x="1020916" y="1442088"/>
            <a:chExt cx="457200" cy="457200"/>
          </a:xfrm>
        </p:grpSpPr>
        <p:pic>
          <p:nvPicPr>
            <p:cNvPr id="240" name="Google Shape;240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1"/>
          <p:cNvGrpSpPr/>
          <p:nvPr/>
        </p:nvGrpSpPr>
        <p:grpSpPr>
          <a:xfrm>
            <a:off x="3950914" y="2194571"/>
            <a:ext cx="189144" cy="189144"/>
            <a:chOff x="1020916" y="1442088"/>
            <a:chExt cx="457200" cy="457200"/>
          </a:xfrm>
        </p:grpSpPr>
        <p:pic>
          <p:nvPicPr>
            <p:cNvPr id="243" name="Google Shape;243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45" name="Google Shape;245;p21"/>
          <p:cNvGraphicFramePr/>
          <p:nvPr/>
        </p:nvGraphicFramePr>
        <p:xfrm>
          <a:off x="4200269" y="198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337700"/>
                <a:gridCol w="337700"/>
                <a:gridCol w="337700"/>
                <a:gridCol w="3377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6" name="Google Shape;246;p21"/>
          <p:cNvGraphicFramePr/>
          <p:nvPr/>
        </p:nvGraphicFramePr>
        <p:xfrm>
          <a:off x="4200269" y="231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337700"/>
                <a:gridCol w="337700"/>
                <a:gridCol w="337700"/>
                <a:gridCol w="3377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7" name="Google Shape;247;p21"/>
          <p:cNvGraphicFramePr/>
          <p:nvPr/>
        </p:nvGraphicFramePr>
        <p:xfrm>
          <a:off x="5672225" y="22085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8" name="Google Shape;248;p21"/>
          <p:cNvGraphicFramePr/>
          <p:nvPr/>
        </p:nvGraphicFramePr>
        <p:xfrm>
          <a:off x="5672225" y="3208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337500"/>
                <a:gridCol w="33750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9" name="Google Shape;249;p21"/>
          <p:cNvGraphicFramePr/>
          <p:nvPr/>
        </p:nvGraphicFramePr>
        <p:xfrm>
          <a:off x="5672225" y="35420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257150"/>
                <a:gridCol w="41785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0" name="Google Shape;250;p21"/>
          <p:cNvGraphicFramePr/>
          <p:nvPr/>
        </p:nvGraphicFramePr>
        <p:xfrm>
          <a:off x="5672225" y="2541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1" name="Google Shape;251;p21"/>
          <p:cNvGraphicFramePr/>
          <p:nvPr/>
        </p:nvGraphicFramePr>
        <p:xfrm>
          <a:off x="4195019" y="309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822125"/>
                <a:gridCol w="5286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2" name="Google Shape;252;p21"/>
          <p:cNvGraphicFramePr/>
          <p:nvPr/>
        </p:nvGraphicFramePr>
        <p:xfrm>
          <a:off x="4195019" y="376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337500"/>
                <a:gridCol w="33750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3" name="Google Shape;253;p21"/>
          <p:cNvGraphicFramePr/>
          <p:nvPr/>
        </p:nvGraphicFramePr>
        <p:xfrm>
          <a:off x="4195019" y="409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337500"/>
                <a:gridCol w="33750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4" name="Google Shape;254;p21"/>
          <p:cNvGraphicFramePr/>
          <p:nvPr/>
        </p:nvGraphicFramePr>
        <p:xfrm>
          <a:off x="4195019" y="343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5" name="Google Shape;255;p21"/>
          <p:cNvGraphicFramePr/>
          <p:nvPr/>
        </p:nvGraphicFramePr>
        <p:xfrm>
          <a:off x="5672225" y="28753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56" name="Google Shape;256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37969" y="2318738"/>
            <a:ext cx="33205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75669" y="2318738"/>
            <a:ext cx="33205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13369" y="2318738"/>
            <a:ext cx="33205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37969" y="4099388"/>
            <a:ext cx="33205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13369" y="4099388"/>
            <a:ext cx="33205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84725" y="3542100"/>
            <a:ext cx="332050" cy="332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21"/>
          <p:cNvCxnSpPr/>
          <p:nvPr/>
        </p:nvCxnSpPr>
        <p:spPr>
          <a:xfrm>
            <a:off x="474757" y="45848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21"/>
          <p:cNvSpPr txBox="1"/>
          <p:nvPr/>
        </p:nvSpPr>
        <p:spPr>
          <a:xfrm>
            <a:off x="4195025" y="6972125"/>
            <a:ext cx="28902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people are not yet represented on the bar chart?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56000" y="5000375"/>
            <a:ext cx="60378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On Monday, Alex goes to his local town centre and collects data on the number of days per week people visit the town centre.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loses some of the data he collected, but knows that he asked 58 people, the range is 7 days, and the modal number of days is 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5" name="Google Shape;265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19629" y="5250432"/>
            <a:ext cx="462251" cy="5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/>
        </p:nvSpPr>
        <p:spPr>
          <a:xfrm>
            <a:off x="456000" y="4663175"/>
            <a:ext cx="6636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Completing graphs from summary statistics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6287603" y="6606070"/>
            <a:ext cx="79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days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942349" y="7668976"/>
            <a:ext cx="107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 people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195025" y="8073250"/>
            <a:ext cx="28902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Complete a bar chart that shows this.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195025" y="6231300"/>
            <a:ext cx="28902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bar does Alex know he must leave blank?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1" name="Google Shape;271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7313" y="6266525"/>
            <a:ext cx="3644352" cy="183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/>
          <p:nvPr/>
        </p:nvSpPr>
        <p:spPr>
          <a:xfrm>
            <a:off x="1655269" y="6608818"/>
            <a:ext cx="257100" cy="1158900"/>
          </a:xfrm>
          <a:prstGeom prst="roundRect">
            <a:avLst>
              <a:gd fmla="val 10426" name="adj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1447585" y="6314831"/>
            <a:ext cx="6846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at least 12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1278421" y="7192517"/>
            <a:ext cx="257100" cy="575100"/>
          </a:xfrm>
          <a:prstGeom prst="roundRect">
            <a:avLst>
              <a:gd fmla="val 10426" name="adj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846853" y="6894256"/>
            <a:ext cx="6846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at most 6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6" name="Google Shape;27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Analysing different statistical representations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468000" y="720000"/>
            <a:ext cx="59532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On Saturday, Jun goes to his local town centre and collects data on the number of days per week people visit the town centre.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loses some of the data he collected, but knows that he asked 46 people, the data are bimodal, and that more people visit 7 times a week than 2 times a week.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3" name="Google Shape;28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596979" y="720004"/>
            <a:ext cx="495024" cy="61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 txBox="1"/>
          <p:nvPr/>
        </p:nvSpPr>
        <p:spPr>
          <a:xfrm>
            <a:off x="5980555" y="2773817"/>
            <a:ext cx="109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 people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4336250" y="3084325"/>
            <a:ext cx="2755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people go to town 2 times per week?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4336250" y="1968000"/>
            <a:ext cx="2755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many people are not yet represented on the bar chart?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4336250" y="3840350"/>
            <a:ext cx="246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Complete the bar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5980555" y="3638667"/>
            <a:ext cx="109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person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89" name="Google Shape;289;p22"/>
          <p:cNvCxnSpPr/>
          <p:nvPr/>
        </p:nvCxnSpPr>
        <p:spPr>
          <a:xfrm>
            <a:off x="474757" y="42800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0" name="Google Shape;290;p22"/>
          <p:cNvPicPr preferRelativeResize="0"/>
          <p:nvPr/>
        </p:nvPicPr>
        <p:blipFill rotWithShape="1">
          <a:blip r:embed="rId4">
            <a:alphaModFix/>
          </a:blip>
          <a:srcRect b="36700" l="0" r="29243" t="5702"/>
          <a:stretch/>
        </p:blipFill>
        <p:spPr>
          <a:xfrm>
            <a:off x="4625006" y="4844025"/>
            <a:ext cx="2453492" cy="149784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1" name="Google Shape;291;p22"/>
          <p:cNvSpPr txBox="1"/>
          <p:nvPr/>
        </p:nvSpPr>
        <p:spPr>
          <a:xfrm>
            <a:off x="470325" y="7791750"/>
            <a:ext cx="3672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Draw a different vertical line graph that also represents the summary statistics Jacob used.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470325" y="7137500"/>
            <a:ext cx="3672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Complete the vertical line graph that Jacob started.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468000" y="4785050"/>
            <a:ext cx="3672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Jacob wants to sketch a vertical line chart of these summary statistics.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468000" y="439342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Sketching graphs from summary statistics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5" name="Google Shape;29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140000" y="4844025"/>
            <a:ext cx="416716" cy="51332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6" name="Google Shape;296;p22"/>
          <p:cNvGraphicFramePr/>
          <p:nvPr/>
        </p:nvGraphicFramePr>
        <p:xfrm>
          <a:off x="956500" y="53414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7" name="Google Shape;297;p22"/>
          <p:cNvSpPr txBox="1"/>
          <p:nvPr/>
        </p:nvSpPr>
        <p:spPr>
          <a:xfrm>
            <a:off x="474750" y="6176225"/>
            <a:ext cx="36720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Write down a calculation to show why the x-axis must be at least 16 squares across.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98" name="Google Shape;298;p22"/>
          <p:cNvGraphicFramePr/>
          <p:nvPr/>
        </p:nvGraphicFramePr>
        <p:xfrm>
          <a:off x="956500" y="5674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99" name="Google Shape;299;p22"/>
          <p:cNvPicPr preferRelativeResize="0"/>
          <p:nvPr/>
        </p:nvPicPr>
        <p:blipFill rotWithShape="1">
          <a:blip r:embed="rId6">
            <a:alphaModFix/>
          </a:blip>
          <a:srcRect b="36486" l="0" r="29263" t="5936"/>
          <a:stretch/>
        </p:blipFill>
        <p:spPr>
          <a:xfrm>
            <a:off x="4625008" y="6341880"/>
            <a:ext cx="2453492" cy="149784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0" name="Google Shape;300;p22"/>
          <p:cNvSpPr txBox="1"/>
          <p:nvPr/>
        </p:nvSpPr>
        <p:spPr>
          <a:xfrm>
            <a:off x="474700" y="6847525"/>
            <a:ext cx="3929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× 2 + 2 = 16, this is 2 squares per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vertical line drawn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01" name="Google Shape;301;p22"/>
          <p:cNvCxnSpPr/>
          <p:nvPr/>
        </p:nvCxnSpPr>
        <p:spPr>
          <a:xfrm rot="10800000">
            <a:off x="5063768" y="7166221"/>
            <a:ext cx="0" cy="4104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22"/>
          <p:cNvCxnSpPr/>
          <p:nvPr/>
        </p:nvCxnSpPr>
        <p:spPr>
          <a:xfrm rot="10800000">
            <a:off x="5274792" y="7058221"/>
            <a:ext cx="0" cy="5184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22"/>
          <p:cNvCxnSpPr/>
          <p:nvPr/>
        </p:nvCxnSpPr>
        <p:spPr>
          <a:xfrm rot="10800000">
            <a:off x="6579237" y="7384321"/>
            <a:ext cx="0" cy="1923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22"/>
          <p:cNvCxnSpPr/>
          <p:nvPr/>
        </p:nvCxnSpPr>
        <p:spPr>
          <a:xfrm rot="10800000">
            <a:off x="5492985" y="6945721"/>
            <a:ext cx="0" cy="6309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2"/>
          <p:cNvCxnSpPr/>
          <p:nvPr/>
        </p:nvCxnSpPr>
        <p:spPr>
          <a:xfrm rot="10800000">
            <a:off x="5708801" y="6734521"/>
            <a:ext cx="0" cy="8421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2"/>
          <p:cNvCxnSpPr/>
          <p:nvPr/>
        </p:nvCxnSpPr>
        <p:spPr>
          <a:xfrm rot="10800000">
            <a:off x="5927014" y="6842521"/>
            <a:ext cx="0" cy="7341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2"/>
          <p:cNvCxnSpPr/>
          <p:nvPr/>
        </p:nvCxnSpPr>
        <p:spPr>
          <a:xfrm rot="10800000">
            <a:off x="6145207" y="6516421"/>
            <a:ext cx="0" cy="10602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22"/>
          <p:cNvCxnSpPr/>
          <p:nvPr/>
        </p:nvCxnSpPr>
        <p:spPr>
          <a:xfrm rot="10800000">
            <a:off x="6363441" y="6626521"/>
            <a:ext cx="0" cy="9501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22"/>
          <p:cNvSpPr txBox="1"/>
          <p:nvPr/>
        </p:nvSpPr>
        <p:spPr>
          <a:xfrm>
            <a:off x="5985077" y="7633072"/>
            <a:ext cx="32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6419127" y="7633072"/>
            <a:ext cx="32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4903658" y="7633072"/>
            <a:ext cx="32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4698896" y="7885197"/>
            <a:ext cx="2196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just one example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13" name="Google Shape;31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9650" y="2349263"/>
            <a:ext cx="3742200" cy="15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2"/>
          <p:cNvSpPr/>
          <p:nvPr/>
        </p:nvSpPr>
        <p:spPr>
          <a:xfrm>
            <a:off x="1384686" y="3521449"/>
            <a:ext cx="297300" cy="84000"/>
          </a:xfrm>
          <a:prstGeom prst="roundRect">
            <a:avLst>
              <a:gd fmla="val 10426" name="adj"/>
            </a:avLst>
          </a:prstGeom>
          <a:solidFill>
            <a:srgbClr val="D02AA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1837481" y="2625045"/>
            <a:ext cx="297300" cy="980400"/>
          </a:xfrm>
          <a:prstGeom prst="roundRect">
            <a:avLst>
              <a:gd fmla="val 10426" name="adj"/>
            </a:avLst>
          </a:prstGeom>
          <a:solidFill>
            <a:srgbClr val="D02AA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2290265" y="2625045"/>
            <a:ext cx="297300" cy="980400"/>
          </a:xfrm>
          <a:prstGeom prst="roundRect">
            <a:avLst>
              <a:gd fmla="val 10426" name="adj"/>
            </a:avLst>
          </a:prstGeom>
          <a:solidFill>
            <a:srgbClr val="D02AA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1384686" y="3305988"/>
            <a:ext cx="2973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1837481" y="2414783"/>
            <a:ext cx="2973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2290259" y="2414783"/>
            <a:ext cx="2973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0" name="Google Shape;32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6" name="Google Shape;326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Analysing different statistical representations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468000" y="720000"/>
            <a:ext cx="6624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Sketch two different dot plots that represents the information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of these dot plots must show a bimodal dataset.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0" name="Google Shape;330;p23"/>
          <p:cNvGraphicFramePr/>
          <p:nvPr/>
        </p:nvGraphicFramePr>
        <p:xfrm>
          <a:off x="468000" y="34348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711825"/>
                <a:gridCol w="457725"/>
              </a:tblGrid>
              <a:tr h="2442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31" name="Google Shape;3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030" y="2347544"/>
            <a:ext cx="2957243" cy="128146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2" name="Google Shape;3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3548" y="2286850"/>
            <a:ext cx="2331623" cy="143325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3" name="Google Shape;333;p23"/>
          <p:cNvSpPr txBox="1"/>
          <p:nvPr/>
        </p:nvSpPr>
        <p:spPr>
          <a:xfrm>
            <a:off x="468275" y="1420325"/>
            <a:ext cx="66240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These are examples of the many ways of representing this information on a dot plot.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With the single mode dot plot, 14 should be close to the peak, whilst on the bimodal data, 14 should be in between the two modes.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468000" y="4516400"/>
            <a:ext cx="30456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Sketch a bar chart that represents the information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bar chart may not go across the whole x-axis.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5" name="Google Shape;335;p23"/>
          <p:cNvGraphicFramePr/>
          <p:nvPr/>
        </p:nvGraphicFramePr>
        <p:xfrm>
          <a:off x="468000" y="50385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751275"/>
                <a:gridCol w="1803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bimodal at 4 and 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6" name="Google Shape;336;p23"/>
          <p:cNvGraphicFramePr/>
          <p:nvPr/>
        </p:nvGraphicFramePr>
        <p:xfrm>
          <a:off x="468000" y="5371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751275"/>
                <a:gridCol w="1803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7" name="Google Shape;337;p23"/>
          <p:cNvGraphicFramePr/>
          <p:nvPr/>
        </p:nvGraphicFramePr>
        <p:xfrm>
          <a:off x="468000" y="5705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{CC7DCB3F-D098-497A-B325-41668EF91771}</a:tableStyleId>
              </a:tblPr>
              <a:tblGrid>
                <a:gridCol w="946550"/>
                <a:gridCol w="16077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minimum value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38" name="Google Shape;33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0925" y="4607066"/>
            <a:ext cx="3511349" cy="169671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9" name="Google Shape;339;p23"/>
          <p:cNvSpPr/>
          <p:nvPr/>
        </p:nvSpPr>
        <p:spPr>
          <a:xfrm>
            <a:off x="4021268" y="5596806"/>
            <a:ext cx="216300" cy="407700"/>
          </a:xfrm>
          <a:prstGeom prst="rect">
            <a:avLst/>
          </a:prstGeom>
          <a:solidFill>
            <a:srgbClr val="374CF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4348735" y="5269117"/>
            <a:ext cx="216300" cy="735600"/>
          </a:xfrm>
          <a:prstGeom prst="rect">
            <a:avLst/>
          </a:prstGeom>
          <a:solidFill>
            <a:srgbClr val="374CF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4676201" y="5049131"/>
            <a:ext cx="216300" cy="955500"/>
          </a:xfrm>
          <a:prstGeom prst="rect">
            <a:avLst/>
          </a:prstGeom>
          <a:solidFill>
            <a:srgbClr val="845AD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5003668" y="5484458"/>
            <a:ext cx="216300" cy="520200"/>
          </a:xfrm>
          <a:prstGeom prst="rect">
            <a:avLst/>
          </a:prstGeom>
          <a:solidFill>
            <a:srgbClr val="374CF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5331134" y="5812164"/>
            <a:ext cx="216300" cy="192600"/>
          </a:xfrm>
          <a:prstGeom prst="rect">
            <a:avLst/>
          </a:prstGeom>
          <a:solidFill>
            <a:srgbClr val="374CF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5661321" y="5049082"/>
            <a:ext cx="216300" cy="955500"/>
          </a:xfrm>
          <a:prstGeom prst="rect">
            <a:avLst/>
          </a:prstGeom>
          <a:solidFill>
            <a:srgbClr val="845AD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3997482" y="6090567"/>
            <a:ext cx="263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468275" y="665735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many possible ways of sketching this bar chart.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As long as 2 is the minimum value, 7 is the maximum value, and 4 and 7 are the tallest bars, the rest can be represented differently.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5637535" y="6090567"/>
            <a:ext cx="263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8" name="Google Shape;348;p23"/>
          <p:cNvSpPr txBox="1"/>
          <p:nvPr/>
        </p:nvSpPr>
        <p:spPr>
          <a:xfrm>
            <a:off x="4652415" y="6090567"/>
            <a:ext cx="263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