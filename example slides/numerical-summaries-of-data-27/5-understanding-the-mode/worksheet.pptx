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4" name="Shape 184"/>
        <p:cNvGrpSpPr/>
        <p:nvPr/>
      </p:nvGrpSpPr>
      <p:grpSpPr>
        <a:xfrm>
          <a:off x="0" y="0"/>
          <a:ext cx="0" cy="0"/>
        </a:xfrm>
      </p:grpSpPr>
      <p:sp>
        <p:nvSpPr>
          <p:cNvPr id="185" name="Google Shape;18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Relationship Id="rId6" Type="http://schemas.openxmlformats.org/officeDocument/2006/relationships/image" Target="../media/image14.png" /><Relationship Id="rId7" Type="http://schemas.openxmlformats.org/officeDocument/2006/relationships/image" Target="../media/image1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the mode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44200" y="1952450"/>
            <a:ext cx="65478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What is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animal?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" name="Google Shape;16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57" y="2417027"/>
            <a:ext cx="631416" cy="55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0716" y="2396125"/>
            <a:ext cx="631419" cy="618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7838" y="2428979"/>
            <a:ext cx="444842" cy="552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>
          <a:blip r:embed="rId6">
            <a:alphaModFix/>
          </a:blip>
          <a:srcRect l="12016" t="10220" r="11148" b="10553"/>
          <a:stretch>
            <a:fillRect/>
          </a:stretch>
        </p:blipFill>
        <p:spPr>
          <a:xfrm>
            <a:off x="1256402" y="2598663"/>
            <a:ext cx="347654" cy="3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/>
          <p:cNvPicPr preferRelativeResize="0"/>
          <p:nvPr/>
        </p:nvPicPr>
        <p:blipFill>
          <a:blip r:embed="rId6">
            <a:alphaModFix/>
          </a:blip>
          <a:srcRect l="12016" t="10220" r="11148" b="10553"/>
          <a:stretch>
            <a:fillRect/>
          </a:stretch>
        </p:blipFill>
        <p:spPr>
          <a:xfrm>
            <a:off x="4632961" y="2499969"/>
            <a:ext cx="347654" cy="3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5593" y="2417028"/>
            <a:ext cx="631416" cy="55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2799" y="2396125"/>
            <a:ext cx="631419" cy="618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4883" y="2396125"/>
            <a:ext cx="631419" cy="618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9922" y="2428978"/>
            <a:ext cx="444842" cy="552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5045" y="2461816"/>
            <a:ext cx="444842" cy="552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7128" y="2499876"/>
            <a:ext cx="444842" cy="552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6">
            <a:alphaModFix/>
          </a:blip>
          <a:srcRect l="12016" t="10220" r="11148" b="10553"/>
          <a:stretch>
            <a:fillRect/>
          </a:stretch>
        </p:blipFill>
        <p:spPr>
          <a:xfrm>
            <a:off x="5021442" y="2499962"/>
            <a:ext cx="347654" cy="38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44200" y="3628850"/>
            <a:ext cx="6547800" cy="12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 this set of data, what is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0, 0, 0, 0, 0, 1, 1, 1, 1, 1, 1, 2, 2, 2, 3, 3, 3, 3, 3, 4, 4, 5, 5, 5, 5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44200" y="5123700"/>
            <a:ext cx="6547800" cy="12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In this set of data, what is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12, 16, 18, 12, 19, 18, 15, 16, 18, 19, 12, 12, 18, 15, 18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14072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Finding a mode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44200" y="7123350"/>
            <a:ext cx="6547800" cy="11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 was rolling an eight-sided dice.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was the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mode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roll on the dice?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90098" y="8052147"/>
            <a:ext cx="631400" cy="700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rcRect r="57905" b="43690"/>
          <a:stretch>
            <a:fillRect/>
          </a:stretch>
        </p:blipFill>
        <p:spPr>
          <a:xfrm>
            <a:off x="4081325" y="7055050"/>
            <a:ext cx="2425001" cy="114621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4081325" y="7109550"/>
            <a:ext cx="2815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rolled a 6 ten times;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rolled a 7 twelve times;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rolled an 8 ten times.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>
            <a:off x="491775" y="9962273"/>
            <a:ext cx="6599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" name="Shape 187"/>
        <p:cNvGrpSpPr/>
        <p:nvPr/>
      </p:nvGrpSpPr>
      <p:grpSpPr>
        <a:xfrm>
          <a:off x="0" y="0"/>
          <a:ext cx="0" cy="0"/>
        </a:xfrm>
      </p:grpSpPr>
      <p:sp>
        <p:nvSpPr>
          <p:cNvPr id="188" name="Google Shape;18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9" name="Google Shape;18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the mode</a:t>
            </a:r>
            <a:endParaRPr/>
          </a:p>
        </p:txBody>
      </p:sp>
      <p:sp>
        <p:nvSpPr>
          <p:cNvPr id="190" name="Google Shape;190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 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68000" y="6452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It is not always one mode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544197" y="1225650"/>
            <a:ext cx="6194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a data set of 20, that 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bimodal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a data set of 10, that has no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mode.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a data set of 20, that 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trimodal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544200" y="4577747"/>
            <a:ext cx="65355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data set, write how many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data has, if any.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700" y="5016047"/>
            <a:ext cx="1874022" cy="115661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6" name="Google Shape;19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4318" y="6349563"/>
            <a:ext cx="1658553" cy="11566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7700" y="6323854"/>
            <a:ext cx="1874026" cy="116574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4319" y="5016047"/>
            <a:ext cx="1658556" cy="11647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9" name="Google Shape;199;p21"/>
          <p:cNvSpPr txBox="1"/>
          <p:nvPr/>
        </p:nvSpPr>
        <p:spPr>
          <a:xfrm>
            <a:off x="552600" y="7675409"/>
            <a:ext cx="653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data shown on this dot plot?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0" name="Google Shape;20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7700" y="7958959"/>
            <a:ext cx="2426001" cy="188760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201" name="Google Shape;201;p21"/>
          <p:cNvCxnSpPr/>
          <p:nvPr/>
        </p:nvCxnSpPr>
        <p:spPr>
          <a:xfrm>
            <a:off x="491775" y="9962273"/>
            <a:ext cx="6599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Understanding the mode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2023-12-08T09:44:00.284</cp:lastPrinted>
  <dcterms:created xsi:type="dcterms:W3CDTF">2023-12-08T09:44:00Z</dcterms:created>
  <dcterms:modified xsi:type="dcterms:W3CDTF">2023-12-08T09:44:13Z</dcterms:modified>
</cp:coreProperties>
</file>