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44200" y="1952450"/>
            <a:ext cx="6547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animal?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57" y="2417027"/>
            <a:ext cx="631416" cy="55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0716" y="2396125"/>
            <a:ext cx="631419" cy="6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838" y="2428979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rcRect l="12016" t="10220" r="11148" b="10553"/>
          <a:stretch>
            <a:fillRect/>
          </a:stretch>
        </p:blipFill>
        <p:spPr>
          <a:xfrm>
            <a:off x="1256402" y="2598663"/>
            <a:ext cx="347654" cy="3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rcRect l="12016" t="10220" r="11148" b="10553"/>
          <a:stretch>
            <a:fillRect/>
          </a:stretch>
        </p:blipFill>
        <p:spPr>
          <a:xfrm>
            <a:off x="4632961" y="2499969"/>
            <a:ext cx="347654" cy="3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593" y="2417028"/>
            <a:ext cx="631416" cy="55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2799" y="2396125"/>
            <a:ext cx="631419" cy="6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883" y="2396125"/>
            <a:ext cx="631419" cy="6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9922" y="2428978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5045" y="2461816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7128" y="2499876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6">
            <a:alphaModFix/>
          </a:blip>
          <a:srcRect l="12016" t="10220" r="11148" b="10553"/>
          <a:stretch>
            <a:fillRect/>
          </a:stretch>
        </p:blipFill>
        <p:spPr>
          <a:xfrm>
            <a:off x="5021442" y="2499962"/>
            <a:ext cx="347654" cy="3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44200" y="3628850"/>
            <a:ext cx="65478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this set of data,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0, 0, 0, 0, 0, 1, 1, 1, 1, 1, 1, 2, 2, 2, 3, 3, 3, 3, 3, 4, 4, 5, 5, 5, 5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44200" y="5123700"/>
            <a:ext cx="65478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this set of data,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12, 16, 18, 12, 19, 18, 15, 16, 18, 19, 12, 12, 18, 15, 18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14072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Finding a mode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44200" y="7123350"/>
            <a:ext cx="6547800" cy="1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was rolling an eight-sided dice.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roll on the dice?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0098" y="8052147"/>
            <a:ext cx="631400" cy="700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8">
            <a:alphaModFix/>
          </a:blip>
          <a:srcRect r="57905" b="43690"/>
          <a:stretch>
            <a:fillRect/>
          </a:stretch>
        </p:blipFill>
        <p:spPr>
          <a:xfrm>
            <a:off x="4081325" y="7055050"/>
            <a:ext cx="2425001" cy="114621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081325" y="7109550"/>
            <a:ext cx="2815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rolled a 6 ten times;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rolled a 7 twelve times;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rolled an 8 ten times.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24700" y="8762900"/>
            <a:ext cx="56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is 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roll. It occurred 12 times compared to 10 times of each 6 and 8.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66297" y="6004375"/>
            <a:ext cx="622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Ordering the data, shows the repeats more clearly: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12, 12, 12, 12, 15, 15, 16, 16, 18, 18, 18, 18, 18, 19, 19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is 18.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66297" y="4452700"/>
            <a:ext cx="622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is 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it appears 6 times which is the most occurrence compared to the other data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59600" y="3047775"/>
            <a:ext cx="65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spider as it appeared 4 times compared to 3 beetles, 3 cats and 2 dogs.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>
            <a:off x="491775" y="9962273"/>
            <a:ext cx="6599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6452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It is not always one mode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44197" y="1225650"/>
            <a:ext cx="6194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 data set of 20, that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bimodal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a data set of 10, that has no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mode.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 data set of 20, that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trimodal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49662" y="1532250"/>
            <a:ext cx="59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multiple correct answers for this. Two values should be repeated the same number of times as each 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For example: 0, 0, 0, 1, 1, 2, 2, 3, 3, 3, 4, 4, 4, 4, 5, 5, 5, 5, 6,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29548" y="2686100"/>
            <a:ext cx="645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multiple correct answers for this. Nothing should occur more than anything else.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For example: pink, white, red, blue, green, orange, brown, yellow, purple, teal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49812" y="3829450"/>
            <a:ext cx="59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multiple correct answers for this. Three values should be repeated the same amount as each 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For example: 0, 0, 1, 1, 2, 2, 3, 3, 3, 3, 4, 4, 4, 4, 5, 5, 5, 5, 6,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44200" y="4719725"/>
            <a:ext cx="65355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data set, write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data has, if any.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700" y="5158025"/>
            <a:ext cx="1874022" cy="11566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318" y="6491540"/>
            <a:ext cx="1658553" cy="11566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700" y="6465831"/>
            <a:ext cx="1874026" cy="116574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4319" y="5158025"/>
            <a:ext cx="1658556" cy="1164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6" name="Google Shape;216;p21"/>
          <p:cNvSpPr txBox="1"/>
          <p:nvPr/>
        </p:nvSpPr>
        <p:spPr>
          <a:xfrm>
            <a:off x="2877000" y="5428538"/>
            <a:ext cx="13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bimodal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- 2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modes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2877000" y="6740888"/>
            <a:ext cx="13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trimodal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- 3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modes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782875" y="6735275"/>
            <a:ext cx="135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782875" y="5428538"/>
            <a:ext cx="13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trimodal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- 3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modes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52600" y="7769700"/>
            <a:ext cx="653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data shown on this dot plot?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7700" y="7998976"/>
            <a:ext cx="2426001" cy="188760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2" name="Google Shape;222;p21"/>
          <p:cNvSpPr txBox="1"/>
          <p:nvPr/>
        </p:nvSpPr>
        <p:spPr>
          <a:xfrm>
            <a:off x="4124325" y="8502275"/>
            <a:ext cx="262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data is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bimodal.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modes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74.5 and 80.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3" name="Google Shape;223;p21"/>
          <p:cNvCxnSpPr/>
          <p:nvPr/>
        </p:nvCxnSpPr>
        <p:spPr>
          <a:xfrm>
            <a:off x="491775" y="9962273"/>
            <a:ext cx="6599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Understanding the mode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2023-12-08T09:46:51.466</cp:lastPrinted>
  <dcterms:created xsi:type="dcterms:W3CDTF">2023-12-08T09:46:51Z</dcterms:created>
  <dcterms:modified xsi:type="dcterms:W3CDTF">2023-12-08T09:47:04Z</dcterms:modified>
</cp:coreProperties>
</file>