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B522657-08B0-48EC-862E-8AF14C09AFD4}">
  <a:tblStyle styleId="{BB522657-08B0-48EC-862E-8AF14C09AFD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0" name="Shape 200"/>
        <p:cNvGrpSpPr/>
        <p:nvPr/>
      </p:nvGrpSpPr>
      <p:grpSpPr>
        <a:xfrm>
          <a:off x="0" y="0"/>
          <a:ext cx="0" cy="0"/>
        </a:xfrm>
      </p:grpSpPr>
      <p:sp>
        <p:nvSpPr>
          <p:cNvPr id="201" name="Google Shape;20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image" Target="../media/image7.png" /><Relationship Id="rId6" Type="http://schemas.openxmlformats.org/officeDocument/2006/relationships/image" Target="../media/image8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Recognising correlation in bivariate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865900"/>
            <a:ext cx="6624000" cy="5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Fully describe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each scatter graph.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936463" y="2118826"/>
            <a:ext cx="1734343" cy="1403543"/>
            <a:chOff x="784123" y="1051989"/>
            <a:chExt cx="1930909" cy="1562443"/>
          </a:xfrm>
        </p:grpSpPr>
        <p:pic>
          <p:nvPicPr>
            <p:cNvPr id="166" name="Google Shape;16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4123" y="1132197"/>
              <a:ext cx="1856143" cy="148222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7" name="Google Shape;167;p20"/>
            <p:cNvGrpSpPr/>
            <p:nvPr/>
          </p:nvGrpSpPr>
          <p:grpSpPr>
            <a:xfrm>
              <a:off x="784125" y="1051989"/>
              <a:ext cx="1930908" cy="1562443"/>
              <a:chOff x="2015104" y="1439649"/>
              <a:chExt cx="3902400" cy="2982900"/>
            </a:xfrm>
          </p:grpSpPr>
          <p:cxnSp>
            <p:nvCxnSpPr>
              <p:cNvPr id="168" name="Google Shape;168;p20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9" name="Google Shape;169;p20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0" name="Google Shape;170;p20"/>
          <p:cNvGrpSpPr/>
          <p:nvPr/>
        </p:nvGrpSpPr>
        <p:grpSpPr>
          <a:xfrm>
            <a:off x="4464200" y="2118833"/>
            <a:ext cx="1545765" cy="1403543"/>
            <a:chOff x="4975204" y="1051997"/>
            <a:chExt cx="1720958" cy="1562443"/>
          </a:xfrm>
        </p:grpSpPr>
        <p:pic>
          <p:nvPicPr>
            <p:cNvPr id="171" name="Google Shape;17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5051358" y="1090962"/>
              <a:ext cx="1475451" cy="157062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2" name="Google Shape;172;p20"/>
            <p:cNvGrpSpPr/>
            <p:nvPr/>
          </p:nvGrpSpPr>
          <p:grpSpPr>
            <a:xfrm>
              <a:off x="4975204" y="1051997"/>
              <a:ext cx="1720958" cy="1562443"/>
              <a:chOff x="2015104" y="1439649"/>
              <a:chExt cx="3902400" cy="2982900"/>
            </a:xfrm>
          </p:grpSpPr>
          <p:cxnSp>
            <p:nvCxnSpPr>
              <p:cNvPr id="173" name="Google Shape;173;p20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4" name="Google Shape;174;p20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175" name="Google Shape;175;p20"/>
          <p:cNvSpPr txBox="1"/>
          <p:nvPr/>
        </p:nvSpPr>
        <p:spPr>
          <a:xfrm>
            <a:off x="476400" y="2146800"/>
            <a:ext cx="2397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147100" y="2146800"/>
            <a:ext cx="239700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872628" y="4393216"/>
          <a:ext cx="5786700" cy="1051470"/>
        </p:xfrm>
        <a:graphic>
          <a:graphicData uri="http://schemas.openxmlformats.org/drawingml/2006/table">
            <a:tbl>
              <a:tblPr>
                <a:noFill/>
                <a:tableStyleId>{BB522657-08B0-48EC-862E-8AF14C09AFD4}</a:tableStyleId>
              </a:tblPr>
              <a:tblGrid>
                <a:gridCol w="3843875"/>
                <a:gridCol w="975500"/>
                <a:gridCol w="967325"/>
              </a:tblGrid>
              <a:tr h="260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>
                        <a:solidFill>
                          <a:srgbClr val="000000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positive </a:t>
                      </a:r>
                      <a:endParaRPr sz="11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negative </a:t>
                      </a:r>
                      <a:endParaRPr sz="1100" b="1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0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children’s heights and their shoe sizes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60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steepness of a hill and walking speed up the hill</a:t>
                      </a: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1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476400" y="3925900"/>
            <a:ext cx="66240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For each set of bivariate data, tick whether you would expect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be positive or negative.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4">
            <a:alphaModFix/>
          </a:blip>
          <a:srcRect t="13681" r="25512"/>
          <a:stretch>
            <a:fillRect/>
          </a:stretch>
        </p:blipFill>
        <p:spPr>
          <a:xfrm>
            <a:off x="5279514" y="6348660"/>
            <a:ext cx="1712799" cy="131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5">
            <a:alphaModFix/>
          </a:blip>
          <a:srcRect t="-3626"/>
          <a:stretch>
            <a:fillRect/>
          </a:stretch>
        </p:blipFill>
        <p:spPr>
          <a:xfrm>
            <a:off x="894796" y="6375661"/>
            <a:ext cx="1712753" cy="1270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6">
            <a:alphaModFix/>
          </a:blip>
          <a:srcRect t="8181" r="38702"/>
          <a:stretch>
            <a:fillRect/>
          </a:stretch>
        </p:blipFill>
        <p:spPr>
          <a:xfrm>
            <a:off x="3192711" y="6303511"/>
            <a:ext cx="1298183" cy="13165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93027" y="5773392"/>
            <a:ext cx="66240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three scatter graphs show data from the Office for National Statistics.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Each point represents a region in England and Wales in 2015.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1070640" y="7566866"/>
            <a:ext cx="1134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" name="Google Shape;184;p20"/>
          <p:cNvGrpSpPr/>
          <p:nvPr/>
        </p:nvGrpSpPr>
        <p:grpSpPr>
          <a:xfrm>
            <a:off x="906563" y="6279463"/>
            <a:ext cx="1712763" cy="1386154"/>
            <a:chOff x="2015104" y="1439649"/>
            <a:chExt cx="3902400" cy="2982900"/>
          </a:xfrm>
        </p:grpSpPr>
        <p:cxnSp>
          <p:nvCxnSpPr>
            <p:cNvPr id="185" name="Google Shape;185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87" name="Google Shape;187;p20"/>
          <p:cNvSpPr txBox="1"/>
          <p:nvPr/>
        </p:nvSpPr>
        <p:spPr>
          <a:xfrm rot="-5400000">
            <a:off x="35859" y="6787879"/>
            <a:ext cx="1459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356703" y="7538724"/>
            <a:ext cx="1134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population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9" name="Google Shape;189;p20"/>
          <p:cNvGrpSpPr/>
          <p:nvPr/>
        </p:nvGrpSpPr>
        <p:grpSpPr>
          <a:xfrm>
            <a:off x="3192713" y="6255117"/>
            <a:ext cx="1451693" cy="1386154"/>
            <a:chOff x="2015104" y="1439649"/>
            <a:chExt cx="3902400" cy="2982900"/>
          </a:xfrm>
        </p:grpSpPr>
        <p:cxnSp>
          <p:nvCxnSpPr>
            <p:cNvPr id="190" name="Google Shape;190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1" name="Google Shape;191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92" name="Google Shape;192;p20"/>
          <p:cNvSpPr txBox="1"/>
          <p:nvPr/>
        </p:nvSpPr>
        <p:spPr>
          <a:xfrm rot="-5400000">
            <a:off x="2344300" y="6675022"/>
            <a:ext cx="157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279518" y="7580903"/>
            <a:ext cx="1783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cell phone towers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4" name="Google Shape;194;p20"/>
          <p:cNvGrpSpPr/>
          <p:nvPr/>
        </p:nvGrpSpPr>
        <p:grpSpPr>
          <a:xfrm>
            <a:off x="5265903" y="6291639"/>
            <a:ext cx="1783787" cy="1386154"/>
            <a:chOff x="2015104" y="1439649"/>
            <a:chExt cx="3902400" cy="2982900"/>
          </a:xfrm>
        </p:grpSpPr>
        <p:cxnSp>
          <p:nvCxnSpPr>
            <p:cNvPr id="195" name="Google Shape;195;p20"/>
            <p:cNvCxnSpPr/>
            <p:nvPr/>
          </p:nvCxnSpPr>
          <p:spPr>
            <a:xfrm rot="10800000" flipH="1">
              <a:off x="2021739" y="1439649"/>
              <a:ext cx="0" cy="2982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6" name="Google Shape;196;p20"/>
            <p:cNvCxnSpPr/>
            <p:nvPr/>
          </p:nvCxnSpPr>
          <p:spPr>
            <a:xfrm>
              <a:off x="2015104" y="4411404"/>
              <a:ext cx="39024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97" name="Google Shape;197;p20"/>
          <p:cNvSpPr txBox="1"/>
          <p:nvPr/>
        </p:nvSpPr>
        <p:spPr>
          <a:xfrm rot="-5400000">
            <a:off x="4404646" y="6705070"/>
            <a:ext cx="1610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transport emissions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652725" y="7947925"/>
            <a:ext cx="64392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Jacob thinks that the third scatter graph shows that cell phone towers cause more traffic pollution because there is a positive correlation.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Explain why Jacob could be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>
            <a:off x="436483" y="9917726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3" name="Shape 203"/>
        <p:cNvGrpSpPr/>
        <p:nvPr/>
      </p:nvGrpSpPr>
      <p:grpSpPr>
        <a:xfrm>
          <a:off x="0" y="0"/>
          <a:ext cx="0" cy="0"/>
        </a:xfrm>
      </p:grpSpPr>
      <p:sp>
        <p:nvSpPr>
          <p:cNvPr id="204" name="Google Shape;20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05" name="Google Shape;20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Correlation</a:t>
            </a:r>
            <a:endParaRPr/>
          </a:p>
        </p:txBody>
      </p:sp>
      <p:sp>
        <p:nvSpPr>
          <p:cNvPr id="206" name="Google Shape;20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" name="Google Shape;208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" name="Google Shape;209;p21"/>
          <p:cNvSpPr txBox="1"/>
          <p:nvPr/>
        </p:nvSpPr>
        <p:spPr>
          <a:xfrm>
            <a:off x="476400" y="1216500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Here are four scatter graphs.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0" name="Google Shape;210;p21"/>
          <p:cNvGrpSpPr/>
          <p:nvPr/>
        </p:nvGrpSpPr>
        <p:grpSpPr>
          <a:xfrm>
            <a:off x="1072940" y="1731368"/>
            <a:ext cx="1756470" cy="1275488"/>
            <a:chOff x="4315922" y="1502768"/>
            <a:chExt cx="1756470" cy="1275488"/>
          </a:xfrm>
        </p:grpSpPr>
        <p:pic>
          <p:nvPicPr>
            <p:cNvPr id="211" name="Google Shape;211;p21"/>
            <p:cNvPicPr preferRelativeResize="0"/>
            <p:nvPr/>
          </p:nvPicPr>
          <p:blipFill>
            <a:blip r:embed="rId3">
              <a:alphaModFix/>
            </a:blip>
            <a:srcRect l="11729" r="9337"/>
            <a:stretch>
              <a:fillRect/>
            </a:stretch>
          </p:blipFill>
          <p:spPr>
            <a:xfrm>
              <a:off x="4321145" y="1521066"/>
              <a:ext cx="1724893" cy="12414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2" name="Google Shape;212;p21"/>
            <p:cNvGrpSpPr/>
            <p:nvPr/>
          </p:nvGrpSpPr>
          <p:grpSpPr>
            <a:xfrm>
              <a:off x="4315922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213" name="Google Shape;213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14" name="Google Shape;214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15" name="Google Shape;215;p21"/>
          <p:cNvGrpSpPr/>
          <p:nvPr/>
        </p:nvGrpSpPr>
        <p:grpSpPr>
          <a:xfrm>
            <a:off x="3757361" y="1742170"/>
            <a:ext cx="1756470" cy="1275488"/>
            <a:chOff x="2580744" y="1513570"/>
            <a:chExt cx="1756470" cy="1275488"/>
          </a:xfrm>
        </p:grpSpPr>
        <p:pic>
          <p:nvPicPr>
            <p:cNvPr id="216" name="Google Shape;21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02244" y="1638926"/>
              <a:ext cx="1654777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17" name="Google Shape;217;p21"/>
            <p:cNvGrpSpPr/>
            <p:nvPr/>
          </p:nvGrpSpPr>
          <p:grpSpPr>
            <a:xfrm>
              <a:off x="2580744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218" name="Google Shape;218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19" name="Google Shape;219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220" name="Google Shape;220;p21"/>
          <p:cNvGrpSpPr/>
          <p:nvPr/>
        </p:nvGrpSpPr>
        <p:grpSpPr>
          <a:xfrm>
            <a:off x="1074165" y="3647170"/>
            <a:ext cx="1756470" cy="1275488"/>
            <a:chOff x="4807965" y="1513570"/>
            <a:chExt cx="1756470" cy="1275488"/>
          </a:xfrm>
        </p:grpSpPr>
        <p:pic>
          <p:nvPicPr>
            <p:cNvPr id="221" name="Google Shape;221;p21"/>
            <p:cNvPicPr preferRelativeResize="0"/>
            <p:nvPr/>
          </p:nvPicPr>
          <p:blipFill>
            <a:blip r:embed="rId4">
              <a:alphaModFix/>
            </a:blip>
            <a:srcRect l="12195"/>
            <a:stretch>
              <a:fillRect/>
            </a:stretch>
          </p:blipFill>
          <p:spPr>
            <a:xfrm rot="10800000" flipH="1">
              <a:off x="4829869" y="1638925"/>
              <a:ext cx="1452934" cy="112354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2" name="Google Shape;222;p21"/>
            <p:cNvGrpSpPr/>
            <p:nvPr/>
          </p:nvGrpSpPr>
          <p:grpSpPr>
            <a:xfrm>
              <a:off x="4807965" y="1513570"/>
              <a:ext cx="1756470" cy="1275488"/>
              <a:chOff x="2015104" y="1439649"/>
              <a:chExt cx="3902400" cy="2982900"/>
            </a:xfrm>
          </p:grpSpPr>
          <p:cxnSp>
            <p:nvCxnSpPr>
              <p:cNvPr id="223" name="Google Shape;223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4" name="Google Shape;224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225" name="Google Shape;225;p21"/>
          <p:cNvSpPr txBox="1"/>
          <p:nvPr/>
        </p:nvSpPr>
        <p:spPr>
          <a:xfrm>
            <a:off x="1499891" y="1576394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1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3758587" y="3623980"/>
            <a:ext cx="1756511" cy="1287876"/>
            <a:chOff x="6501787" y="1490380"/>
            <a:chExt cx="1756511" cy="1287876"/>
          </a:xfrm>
        </p:grpSpPr>
        <p:pic>
          <p:nvPicPr>
            <p:cNvPr id="227" name="Google Shape;227;p21"/>
            <p:cNvPicPr preferRelativeResize="0"/>
            <p:nvPr/>
          </p:nvPicPr>
          <p:blipFill>
            <a:blip r:embed="rId5">
              <a:alphaModFix/>
            </a:blip>
            <a:srcRect l="7295"/>
            <a:stretch>
              <a:fillRect/>
            </a:stretch>
          </p:blipFill>
          <p:spPr>
            <a:xfrm>
              <a:off x="6501787" y="1490380"/>
              <a:ext cx="1665362" cy="1286206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8" name="Google Shape;228;p21"/>
            <p:cNvGrpSpPr/>
            <p:nvPr/>
          </p:nvGrpSpPr>
          <p:grpSpPr>
            <a:xfrm>
              <a:off x="6501828" y="1502768"/>
              <a:ext cx="1756470" cy="1275488"/>
              <a:chOff x="2015104" y="1439649"/>
              <a:chExt cx="3902400" cy="2982900"/>
            </a:xfrm>
          </p:grpSpPr>
          <p:cxnSp>
            <p:nvCxnSpPr>
              <p:cNvPr id="229" name="Google Shape;229;p21"/>
              <p:cNvCxnSpPr/>
              <p:nvPr/>
            </p:nvCxnSpPr>
            <p:spPr>
              <a:xfrm rot="10800000" flipH="1">
                <a:off x="2021739" y="1439649"/>
                <a:ext cx="0" cy="29829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30" name="Google Shape;230;p21"/>
              <p:cNvCxnSpPr/>
              <p:nvPr/>
            </p:nvCxnSpPr>
            <p:spPr>
              <a:xfrm>
                <a:off x="2015104" y="4411404"/>
                <a:ext cx="3902400" cy="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231" name="Google Shape;231;p21"/>
          <p:cNvSpPr txBox="1"/>
          <p:nvPr/>
        </p:nvSpPr>
        <p:spPr>
          <a:xfrm>
            <a:off x="4261479" y="1576394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2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576849" y="3501565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3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259838" y="3490359"/>
            <a:ext cx="837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Graph 4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76400" y="5546725"/>
            <a:ext cx="520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graph shows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positive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76400" y="5975987"/>
            <a:ext cx="520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graph shows a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negative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correlation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76400" y="6405250"/>
            <a:ext cx="5620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graph shows an association which is not linear?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476400" y="6834512"/>
            <a:ext cx="520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Which graph shows no association?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Interpreting bivariate data without correlation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30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Correlation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2023-12-08T09:50:56.778</cp:lastPrinted>
  <dcterms:created xsi:type="dcterms:W3CDTF">2023-12-08T09:50:56Z</dcterms:created>
  <dcterms:modified xsi:type="dcterms:W3CDTF">2023-12-08T09:48:17Z</dcterms:modified>
</cp:coreProperties>
</file>