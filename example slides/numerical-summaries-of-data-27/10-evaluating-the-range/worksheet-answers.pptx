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7560000" cy="10692000"/>
  <p:notesSz cx="6858000" cy="9144000"/>
  <p:embeddedFontLst>
    <p:embeddedFont>
      <p:font typeface="Lexend" panose="00000000000000000000"/>
      <p:regular r:id="rId9"/>
    </p:embeddedFont>
    <p:embeddedFont>
      <p:font typeface="Kalam" panose="02000000000000000000"/>
      <p:regular r:id="rId10"/>
    </p:embeddedFont>
    <p:embeddedFont>
      <p:font typeface="Lexend Medium" panose="00000000000000000000"/>
      <p:regular r:id="rId11"/>
    </p:embeddedFont>
    <p:embeddedFont>
      <p:font typeface="Lexend Light" panose="00000000000000000000"/>
      <p:regular r:id="rId12"/>
    </p:embeddedFont>
  </p:embeddedFontLst>
  <p:custDataLst>
    <p:tags r:id="rId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58EBB3E-8A5B-4225-84B3-62B641C422D6}">
  <a:tblStyle styleId="{758EBB3E-8A5B-4225-84B3-62B641C422D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2.fntdata" /><Relationship Id="rId11" Type="http://schemas.openxmlformats.org/officeDocument/2006/relationships/font" Target="fonts/font3.fntdata" /><Relationship Id="rId12" Type="http://schemas.openxmlformats.org/officeDocument/2006/relationships/font" Target="fonts/font4.fntdata" /><Relationship Id="rId13" Type="http://schemas.openxmlformats.org/officeDocument/2006/relationships/presProps" Target="presProps.xml" /><Relationship Id="rId14" Type="http://schemas.openxmlformats.org/officeDocument/2006/relationships/viewProps" Target="viewProps.xml" /><Relationship Id="rId15" Type="http://schemas.openxmlformats.org/officeDocument/2006/relationships/theme" Target="theme/theme1.xml" /><Relationship Id="rId16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font" Target="fonts/font1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g29c0350fa6a_0_1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9c0350fa6a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sp>
        <p:nvSpPr>
          <p:cNvPr id="209" name="Google Shape;209;g29c0350fa6a_0_58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9c0350fa6a_0_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1" name="Shape 231"/>
        <p:cNvGrpSpPr/>
        <p:nvPr/>
      </p:nvGrpSpPr>
      <p:grpSpPr>
        <a:xfrm>
          <a:off x="0" y="0"/>
          <a:ext cx="0" cy="0"/>
        </a:xfrm>
      </p:grpSpPr>
      <p:sp>
        <p:nvSpPr>
          <p:cNvPr id="232" name="Google Shape;23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4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the range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051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Outliers and their effect on the range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398095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is the original range of this dataset?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range is 27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606" y="1725938"/>
            <a:ext cx="273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369665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Circle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this dataset.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50" y="2090233"/>
            <a:ext cx="6608250" cy="15597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8" name="Google Shape;178;p20"/>
          <p:cNvSpPr/>
          <p:nvPr/>
        </p:nvSpPr>
        <p:spPr>
          <a:xfrm>
            <a:off x="468000" y="3137951"/>
            <a:ext cx="174900" cy="1749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8000" y="4265250"/>
            <a:ext cx="66240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If a data point for the number 39 was removed, by how much would the range change? Explain your answer.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Would not change, as 39 is neither the smallest or largest data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4879000"/>
            <a:ext cx="66240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Remove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from the dataset. Calculate the new range. 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42 - 33 = 9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new range is 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5934684"/>
            <a:ext cx="6623999" cy="138475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20"/>
          <p:cNvSpPr txBox="1"/>
          <p:nvPr/>
        </p:nvSpPr>
        <p:spPr>
          <a:xfrm>
            <a:off x="468000" y="7686638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is the original range of this dataset?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The r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ange is 26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8600" y="5665963"/>
            <a:ext cx="273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00" y="7378775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Circle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this dataset.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6850539" y="6817627"/>
            <a:ext cx="175500" cy="1755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68000" y="7994500"/>
            <a:ext cx="6624000" cy="9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If a data point for the number -4 was removed, by how much would the range change? Explain your answer.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range would decrease by </a:t>
            </a:r>
            <a:r>
              <a:rPr lang="en-GB" sz="12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1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to 25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because </a:t>
            </a:r>
            <a:r>
              <a:rPr lang="en-GB" sz="1200">
                <a:solidFill>
                  <a:srgbClr val="2021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is the smallest data point.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7925" y="902265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Remove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from the dataset. Calculate the new range.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75" y="929685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</a:t>
            </a:r>
            <a:r>
              <a:rPr lang="en-GB" sz="1200">
                <a:solidFill>
                  <a:srgbClr val="2021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(</a:t>
            </a:r>
            <a:r>
              <a:rPr lang="en-GB" sz="1200">
                <a:solidFill>
                  <a:srgbClr val="2021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4) = 14     The new range is 14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" name="Shape 192"/>
        <p:cNvGrpSpPr/>
        <p:nvPr/>
      </p:nvGrpSpPr>
      <p:grpSpPr>
        <a:xfrm>
          <a:off x="0" y="0"/>
          <a:ext cx="0" cy="0"/>
        </a:xfrm>
      </p:grpSpPr>
      <p:sp>
        <p:nvSpPr>
          <p:cNvPr id="193" name="Google Shape;19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the range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67778" y="2513542"/>
            <a:ext cx="641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By how much would the range decrease by if all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were removed?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67775" y="197600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are the values of the three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68000" y="1697075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All data points in this dataset are even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" name="Google Shape;1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720000"/>
            <a:ext cx="6623999" cy="89462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8" name="Google Shape;198;p21"/>
          <p:cNvSpPr txBox="1"/>
          <p:nvPr/>
        </p:nvSpPr>
        <p:spPr>
          <a:xfrm>
            <a:off x="468005" y="2228370"/>
            <a:ext cx="609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12, 72, 74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7991" y="2798725"/>
            <a:ext cx="5476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range is currently 62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Without the three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outliers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the range would become: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56 - 34 = 22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range would decrease by 40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7775" y="515575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Complete each sentence with a number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from the dataset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1" name="Google Shape;201;p21"/>
          <p:cNvGraphicFramePr>
            <a:graphicFrameLocks noGrp="1"/>
          </p:cNvGraphicFramePr>
          <p:nvPr/>
        </p:nvGraphicFramePr>
        <p:xfrm>
          <a:off x="467775" y="455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{758EBB3E-8A5B-4225-84B3-62B641C422D6}</a:tableStyleId>
              </a:tblPr>
              <a:tblGrid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</a:tblGrid>
              <a:tr h="419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28.3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02" name="Google Shape;202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21"/>
          <p:cNvSpPr txBox="1"/>
          <p:nvPr/>
        </p:nvSpPr>
        <p:spPr>
          <a:xfrm>
            <a:off x="681175" y="5557700"/>
            <a:ext cx="236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original range is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81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681175" y="5976537"/>
            <a:ext cx="6363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removing the data point 37.7 will change the new range to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81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81175" y="6334785"/>
            <a:ext cx="64107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the smaller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was removed from the original dataset, the new range would be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68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681175" y="6791230"/>
            <a:ext cx="64107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 larger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was removed from the original dataset, the new range would be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45.3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681175" y="7354151"/>
            <a:ext cx="641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that would be more impactful to remove is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larger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outlier: 82.5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sp>
        <p:nvSpPr>
          <p:cNvPr id="212" name="Google Shape;212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the range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468000" y="2718694"/>
            <a:ext cx="66240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Should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be: removed, kept, or investigated further?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to explain the option you have chosen.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Investigate further, as it is unclear whether the </a:t>
            </a:r>
            <a:r>
              <a:rPr lang="en-GB" sz="12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outlier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is an error, or just a very cold month.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468000" y="2045500"/>
            <a:ext cx="3162600" cy="7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value of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 is the </a:t>
            </a:r>
            <a:r>
              <a:rPr lang="en-GB" sz="12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outlier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468000" y="1040700"/>
            <a:ext cx="3162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dot plot shows the number of days per month that had airfrost (due to cold weather) in Leuchars (Scotland) over a 21 month period.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468000" y="72000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Evaluating if removing outliers is sensible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174" y="1040700"/>
            <a:ext cx="2918826" cy="153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8" name="Google Shape;218;p22"/>
          <p:cNvSpPr txBox="1"/>
          <p:nvPr/>
        </p:nvSpPr>
        <p:spPr>
          <a:xfrm>
            <a:off x="468000" y="3763644"/>
            <a:ext cx="3672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dot plot shows the number of “hours of sunshine” per month for two years, rounded to the nearest 10 hours.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468000" y="5375663"/>
            <a:ext cx="6624000" cy="15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All data points have been correctly measured, with no error.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Should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be: removed, kept, or investigated further?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to explain the option you have chosen.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12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outlier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should be kept, as this month might have just been a very sunny month, and this information needs to be represented.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468000" y="4641519"/>
            <a:ext cx="34614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value of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320 is the </a:t>
            </a:r>
            <a:r>
              <a:rPr lang="en-GB" sz="12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outlier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" name="Google Shape;22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8419" y="3763649"/>
            <a:ext cx="2175557" cy="153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2" name="Google Shape;222;p22"/>
          <p:cNvSpPr txBox="1"/>
          <p:nvPr/>
        </p:nvSpPr>
        <p:spPr>
          <a:xfrm>
            <a:off x="468000" y="7465750"/>
            <a:ext cx="2952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current range of this dataset?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468000" y="6949793"/>
            <a:ext cx="3162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This dataset shows the height of 24 chimpanzees, in centimetres.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468000" y="8210343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is the value of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this dataset?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468000" y="7943243"/>
            <a:ext cx="3090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196.6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26" name="Google Shape;226;p22"/>
          <p:cNvGraphicFramePr>
            <a:graphicFrameLocks noGrp="1"/>
          </p:cNvGraphicFramePr>
          <p:nvPr/>
        </p:nvGraphicFramePr>
        <p:xfrm>
          <a:off x="3686088" y="69497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{758EBB3E-8A5B-4225-84B3-62B641C422D6}</a:tableStyleId>
              </a:tblPr>
              <a:tblGrid>
                <a:gridCol w="421475"/>
                <a:gridCol w="421475"/>
                <a:gridCol w="421475"/>
                <a:gridCol w="421475"/>
                <a:gridCol w="421475"/>
                <a:gridCol w="421475"/>
                <a:gridCol w="421475"/>
                <a:gridCol w="421475"/>
              </a:tblGrid>
              <a:tr h="314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4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4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22"/>
          <p:cNvSpPr txBox="1"/>
          <p:nvPr/>
        </p:nvSpPr>
        <p:spPr>
          <a:xfrm>
            <a:off x="468000" y="8531031"/>
            <a:ext cx="2043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1.4 is an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outlier</a:t>
            </a:r>
            <a:endParaRPr sz="12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3123925" y="8454843"/>
            <a:ext cx="3968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198 may be an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outlier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but this is unclear.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468000" y="9550316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of 1.4 should be removed, as this is very clearly an error. Perhaps this measurement was made in metres, not centimetres. The range would decrease to 103.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data point of 198 needs to be investigated further, it might just be a very large chimpanzee!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468000" y="880631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Should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be: removed, kept, or investigated further?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to explain the option you have chosen, and justify it by calculating any new range that might happen from you removing any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4" name="Shape 234"/>
        <p:cNvGrpSpPr/>
        <p:nvPr/>
      </p:nvGrpSpPr>
      <p:grpSpPr>
        <a:xfrm>
          <a:off x="0" y="0"/>
          <a:ext cx="0" cy="0"/>
        </a:xfrm>
      </p:grpSpPr>
      <p:sp>
        <p:nvSpPr>
          <p:cNvPr id="235" name="Google Shape;235;p2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236" name="Google Shape;236;p23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the range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468000" y="1650875"/>
            <a:ext cx="42912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wants to represent this dataset on a dot plot, and wants to see if removing any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has an impact on the range of the data he has to plot.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468000" y="732300"/>
            <a:ext cx="42912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This dataset accurately shows the total monthly rainfall (in millimetres) each month for two years, between 2007 and 2008.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468000" y="2536025"/>
            <a:ext cx="42912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two ranges, with one keeping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 one removing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outlier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 suggest if Jun should represent all data points on a dot plot or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2" name="Google Shape;242;p23"/>
          <p:cNvGraphicFramePr>
            <a:graphicFrameLocks noGrp="1"/>
          </p:cNvGraphicFramePr>
          <p:nvPr/>
        </p:nvGraphicFramePr>
        <p:xfrm>
          <a:off x="5084300" y="73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{758EBB3E-8A5B-4225-84B3-62B641C422D6}</a:tableStyleId>
              </a:tblPr>
              <a:tblGrid>
                <a:gridCol w="1003850"/>
                <a:gridCol w="1003850"/>
              </a:tblGrid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285.6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58.3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146.9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92.4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83.8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28.1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27.1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23.3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5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74.9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28800" marB="28800" anchor="ctr">
                    <a:lnL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3" name="Google Shape;243;p23"/>
          <p:cNvSpPr txBox="1"/>
          <p:nvPr/>
        </p:nvSpPr>
        <p:spPr>
          <a:xfrm>
            <a:off x="468000" y="374750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original range = 279.8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the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of 285.6 is removed from the dataset, the new range becomes 148.2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Jun should omit the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from the dot plot, as the range nearly halves without it. However, the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outlier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should still be acknowledged, in case that month was just very rainy!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63</Paragraphs>
  <Slides>4</Slides>
  <Notes>4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ABeeZee</vt:lpstr>
      <vt:lpstr>simple-light-2</vt:lpstr>
      <vt:lpstr>Evaluating the range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2023-12-08T09:46:15.329</cp:lastPrinted>
  <dcterms:created xsi:type="dcterms:W3CDTF">2023-12-08T09:46:15Z</dcterms:created>
  <dcterms:modified xsi:type="dcterms:W3CDTF">2023-12-08T09:46:24Z</dcterms:modified>
</cp:coreProperties>
</file>