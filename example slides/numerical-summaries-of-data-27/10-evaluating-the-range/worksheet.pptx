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DCE35F9-98C3-4B00-BECA-2278CC92573C}">
  <a:tblStyle styleId="{3DCE35F9-98C3-4B00-BECA-2278CC92573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g29befa5225a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9befa5225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g29befa5225a_0_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9befa5225a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051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Outliers and their effect on the range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39809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original range of this dataset?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606" y="1725938"/>
            <a:ext cx="273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36966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Circle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50" y="2090233"/>
            <a:ext cx="6608250" cy="15597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8" name="Google Shape;168;p20"/>
          <p:cNvSpPr txBox="1"/>
          <p:nvPr/>
        </p:nvSpPr>
        <p:spPr>
          <a:xfrm>
            <a:off x="468000" y="4265250"/>
            <a:ext cx="66240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If a data point for the number 39 was removed, by how much would the range change? Explain your answer.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503140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Remove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the dataset. Calculate the new range.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5934684"/>
            <a:ext cx="6623999" cy="138475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1" name="Google Shape;171;p20"/>
          <p:cNvSpPr txBox="1"/>
          <p:nvPr/>
        </p:nvSpPr>
        <p:spPr>
          <a:xfrm>
            <a:off x="468000" y="7686638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original range of this dataset?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600" y="5589763"/>
            <a:ext cx="273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737877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Circle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7994500"/>
            <a:ext cx="66240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If a data point for the number </a:t>
            </a:r>
            <a:r>
              <a:rPr lang="en-GB" sz="1200">
                <a:solidFill>
                  <a:srgbClr val="2021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was removed, by how much would the range change? Explain your answer.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7925" y="90226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Remove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the dataset. Calculate the new range.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67778" y="2513542"/>
            <a:ext cx="641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By how much would the range decrease by if all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were removed?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7775" y="197600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are the values of the three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16970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All data points in this dataset are even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720000"/>
            <a:ext cx="6623999" cy="89462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5" name="Google Shape;185;p21"/>
          <p:cNvSpPr txBox="1"/>
          <p:nvPr/>
        </p:nvSpPr>
        <p:spPr>
          <a:xfrm>
            <a:off x="467775" y="515575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Complete each sentence with a 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umber from the dataset: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681175" y="5557700"/>
            <a:ext cx="236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original range is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681175" y="5976537"/>
            <a:ext cx="6363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removing the data point 37.7 will change the new range to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681175" y="6334785"/>
            <a:ext cx="64107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the smaller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was removed from the original dataset, the new range would be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81175" y="6791230"/>
            <a:ext cx="64107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larger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was removed from the original dataset, the new range would be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0" name="Google Shape;190;p21"/>
          <p:cNvGraphicFramePr>
            <a:graphicFrameLocks noGrp="1"/>
          </p:cNvGraphicFramePr>
          <p:nvPr/>
        </p:nvGraphicFramePr>
        <p:xfrm>
          <a:off x="467775" y="455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{3DCE35F9-98C3-4B00-BECA-2278CC92573C}</a:tableStyleId>
              </a:tblPr>
              <a:tblGrid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</a:tblGrid>
              <a:tr h="419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21"/>
          <p:cNvSpPr txBox="1"/>
          <p:nvPr/>
        </p:nvSpPr>
        <p:spPr>
          <a:xfrm>
            <a:off x="681175" y="7354151"/>
            <a:ext cx="641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 would be more impactful to remove is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468000" y="2718694"/>
            <a:ext cx="66240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Should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be: removed, kept, or investigated further?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the option you have chosen.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468000" y="2045500"/>
            <a:ext cx="3162600" cy="7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value of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468000" y="1040700"/>
            <a:ext cx="3162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dot plot shows the number of days per month that had airfrost (due to cold weather) in Leuchars (Scotland) over a 21 month period.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468000" y="7200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Evaluating if removing outliers is sensible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174" y="1040700"/>
            <a:ext cx="2918826" cy="153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3" name="Google Shape;203;p22"/>
          <p:cNvSpPr txBox="1"/>
          <p:nvPr/>
        </p:nvSpPr>
        <p:spPr>
          <a:xfrm>
            <a:off x="468000" y="3763644"/>
            <a:ext cx="3672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dot plot shows the number of “hours of sunshine” per month for two years, rounded to the nearest 10 hours.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468000" y="5375663"/>
            <a:ext cx="6624000" cy="15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All data points have been correctly measured, with no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Should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be: removed, kept, or investigated further?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the option you have chosen.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68000" y="4641519"/>
            <a:ext cx="34614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value of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8419" y="3763649"/>
            <a:ext cx="2175557" cy="153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7" name="Google Shape;207;p22"/>
          <p:cNvSpPr txBox="1"/>
          <p:nvPr/>
        </p:nvSpPr>
        <p:spPr>
          <a:xfrm>
            <a:off x="468000" y="7465750"/>
            <a:ext cx="2952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current range of this dataset?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468000" y="6949793"/>
            <a:ext cx="3162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dataset shows the height of 24 chimpanzees, in centimetres.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68000" y="7981743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value of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dataset?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0" name="Google Shape;210;p22"/>
          <p:cNvGraphicFramePr>
            <a:graphicFrameLocks noGrp="1"/>
          </p:cNvGraphicFramePr>
          <p:nvPr/>
        </p:nvGraphicFramePr>
        <p:xfrm>
          <a:off x="3686088" y="69497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{3DCE35F9-98C3-4B00-BECA-2278CC92573C}</a:tableStyleId>
              </a:tblPr>
              <a:tblGrid>
                <a:gridCol w="421475"/>
                <a:gridCol w="421475"/>
                <a:gridCol w="421475"/>
                <a:gridCol w="421475"/>
                <a:gridCol w="421475"/>
                <a:gridCol w="421475"/>
                <a:gridCol w="421475"/>
                <a:gridCol w="421475"/>
              </a:tblGrid>
              <a:tr h="314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4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4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2"/>
          <p:cNvSpPr txBox="1"/>
          <p:nvPr/>
        </p:nvSpPr>
        <p:spPr>
          <a:xfrm>
            <a:off x="468000" y="857771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Should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be: removed, kept, or investigated further?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the option you have chosen, and justify it by calculating any new range that might happen from you removing any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217" name="Google Shape;217;p23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218" name="Google Shape;218;p2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Education and Industry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468000" y="1650875"/>
            <a:ext cx="42912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wants to represent this dataset on a dot plot, and wants to see if removing any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 an impact on the range of the data he has to plot.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468000" y="732300"/>
            <a:ext cx="42912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This dataset accurately shows the total monthly rainfall (in millimetres) each month for two years, between 2007 and 2008.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468000" y="2536025"/>
            <a:ext cx="42912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two ranges, with one keeping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one removing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suggest if Jun should represent all data points on a dot plot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3" name="Google Shape;223;p23"/>
          <p:cNvGraphicFramePr>
            <a:graphicFrameLocks noGrp="1"/>
          </p:cNvGraphicFramePr>
          <p:nvPr/>
        </p:nvGraphicFramePr>
        <p:xfrm>
          <a:off x="5084300" y="73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{3DCE35F9-98C3-4B00-BECA-2278CC92573C}</a:tableStyleId>
              </a:tblPr>
              <a:tblGrid>
                <a:gridCol w="1003850"/>
                <a:gridCol w="1003850"/>
              </a:tblGrid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285.6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146.9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24" name="Google Shape;224;p23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46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simple-light-2</vt:lpstr>
      <vt:lpstr>Evaluating the range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2023-12-08T09:46:15.691</cp:lastPrinted>
  <dcterms:created xsi:type="dcterms:W3CDTF">2023-12-08T09:46:15Z</dcterms:created>
  <dcterms:modified xsi:type="dcterms:W3CDTF">2023-12-08T09:49:14Z</dcterms:modified>
</cp:coreProperties>
</file>