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57B2136-AA2F-43CE-A7A4-C9CA4CADB533}">
  <a:tblStyle styleId="{557B2136-AA2F-43CE-A7A4-C9CA4CADB5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4" name="Shape 214"/>
        <p:cNvGrpSpPr/>
        <p:nvPr/>
      </p:nvGrpSpPr>
      <p:grpSpPr>
        <a:xfrm>
          <a:off x="0" y="0"/>
          <a:ext cx="0" cy="0"/>
        </a:xfrm>
      </p:grpSpPr>
      <p:sp>
        <p:nvSpPr>
          <p:cNvPr id="215" name="Google Shape;21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Relationship Id="rId6" Type="http://schemas.openxmlformats.org/officeDocument/2006/relationships/image" Target="../media/image12.png" /><Relationship Id="rId7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and calculating the range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07625" y="1307050"/>
            <a:ext cx="65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What is the range?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552600" y="1826100"/>
            <a:ext cx="8237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dot plot, work out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>
            <a:off x="1059608" y="2223069"/>
            <a:ext cx="4034247" cy="947201"/>
            <a:chOff x="831100" y="1308775"/>
            <a:chExt cx="5477593" cy="2074465"/>
          </a:xfrm>
        </p:grpSpPr>
        <p:pic>
          <p:nvPicPr>
            <p:cNvPr id="166" name="Google Shape;166;p20"/>
            <p:cNvPicPr preferRelativeResize="0"/>
            <p:nvPr/>
          </p:nvPicPr>
          <p:blipFill>
            <a:blip r:embed="rId3">
              <a:alphaModFix/>
            </a:blip>
            <a:srcRect b="7885"/>
            <a:stretch>
              <a:fillRect/>
            </a:stretch>
          </p:blipFill>
          <p:spPr>
            <a:xfrm>
              <a:off x="831100" y="1308775"/>
              <a:ext cx="5425702" cy="1391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20"/>
            <p:cNvSpPr txBox="1"/>
            <p:nvPr/>
          </p:nvSpPr>
          <p:spPr>
            <a:xfrm>
              <a:off x="838490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20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8" name="Google Shape;168;p20"/>
            <p:cNvSpPr txBox="1"/>
            <p:nvPr/>
          </p:nvSpPr>
          <p:spPr>
            <a:xfrm>
              <a:off x="1208578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1538403" y="2706785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1948846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" name="Google Shape;171;p20"/>
            <p:cNvSpPr txBox="1"/>
            <p:nvPr/>
          </p:nvSpPr>
          <p:spPr>
            <a:xfrm>
              <a:off x="2318935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24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2689068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3059161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26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3429291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27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3799381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28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4169514" y="2709140"/>
              <a:ext cx="3552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29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7" name="Google Shape;177;p20"/>
            <p:cNvSpPr txBox="1"/>
            <p:nvPr/>
          </p:nvSpPr>
          <p:spPr>
            <a:xfrm>
              <a:off x="4539646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4909736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5279871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32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5649959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6020093" y="2709140"/>
              <a:ext cx="288600" cy="6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34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" name="Google Shape;182;p20"/>
          <p:cNvSpPr txBox="1"/>
          <p:nvPr/>
        </p:nvSpPr>
        <p:spPr>
          <a:xfrm>
            <a:off x="469125" y="3537650"/>
            <a:ext cx="41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" name="Google Shape;183;p20"/>
          <p:cNvGrpSpPr/>
          <p:nvPr/>
        </p:nvGrpSpPr>
        <p:grpSpPr>
          <a:xfrm>
            <a:off x="973926" y="3578062"/>
            <a:ext cx="4618270" cy="858042"/>
            <a:chOff x="745375" y="2987650"/>
            <a:chExt cx="6199853" cy="1704493"/>
          </a:xfrm>
        </p:grpSpPr>
        <p:pic>
          <p:nvPicPr>
            <p:cNvPr id="184" name="Google Shape;184;p20"/>
            <p:cNvPicPr preferRelativeResize="0"/>
            <p:nvPr/>
          </p:nvPicPr>
          <p:blipFill>
            <a:blip r:embed="rId4">
              <a:alphaModFix/>
            </a:blip>
            <a:srcRect b="14236"/>
            <a:stretch>
              <a:fillRect/>
            </a:stretch>
          </p:blipFill>
          <p:spPr>
            <a:xfrm>
              <a:off x="745375" y="2987650"/>
              <a:ext cx="6188125" cy="1101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5" name="Google Shape;185;p20"/>
            <p:cNvGrpSpPr/>
            <p:nvPr/>
          </p:nvGrpSpPr>
          <p:grpSpPr>
            <a:xfrm>
              <a:off x="838470" y="4080743"/>
              <a:ext cx="6106758" cy="611400"/>
              <a:chOff x="838470" y="2709143"/>
              <a:chExt cx="6106758" cy="611400"/>
            </a:xfrm>
          </p:grpSpPr>
          <p:sp>
            <p:nvSpPr>
              <p:cNvPr id="186" name="Google Shape;186;p20"/>
              <p:cNvSpPr txBox="1"/>
              <p:nvPr/>
            </p:nvSpPr>
            <p:spPr>
              <a:xfrm>
                <a:off x="838470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58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7" name="Google Shape;187;p20"/>
              <p:cNvSpPr txBox="1"/>
              <p:nvPr/>
            </p:nvSpPr>
            <p:spPr>
              <a:xfrm>
                <a:off x="1254635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59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8" name="Google Shape;188;p20"/>
              <p:cNvSpPr txBox="1"/>
              <p:nvPr/>
            </p:nvSpPr>
            <p:spPr>
              <a:xfrm>
                <a:off x="1670799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60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89" name="Google Shape;189;p20"/>
              <p:cNvSpPr txBox="1"/>
              <p:nvPr/>
            </p:nvSpPr>
            <p:spPr>
              <a:xfrm>
                <a:off x="2074204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61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0" name="Google Shape;190;p20"/>
              <p:cNvSpPr txBox="1"/>
              <p:nvPr/>
            </p:nvSpPr>
            <p:spPr>
              <a:xfrm>
                <a:off x="2503128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62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1" name="Google Shape;191;p20"/>
              <p:cNvSpPr txBox="1"/>
              <p:nvPr/>
            </p:nvSpPr>
            <p:spPr>
              <a:xfrm>
                <a:off x="2919293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63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2" name="Google Shape;192;p20"/>
              <p:cNvSpPr txBox="1"/>
              <p:nvPr/>
            </p:nvSpPr>
            <p:spPr>
              <a:xfrm>
                <a:off x="3335450" y="2709143"/>
                <a:ext cx="4161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64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3" name="Google Shape;193;p20"/>
              <p:cNvSpPr txBox="1"/>
              <p:nvPr/>
            </p:nvSpPr>
            <p:spPr>
              <a:xfrm>
                <a:off x="3751579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65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4" name="Google Shape;194;p20"/>
              <p:cNvSpPr txBox="1"/>
              <p:nvPr/>
            </p:nvSpPr>
            <p:spPr>
              <a:xfrm>
                <a:off x="4167741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66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5" name="Google Shape;195;p20"/>
              <p:cNvSpPr txBox="1"/>
              <p:nvPr/>
            </p:nvSpPr>
            <p:spPr>
              <a:xfrm>
                <a:off x="4583907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67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6" name="Google Shape;196;p20"/>
              <p:cNvSpPr txBox="1"/>
              <p:nvPr/>
            </p:nvSpPr>
            <p:spPr>
              <a:xfrm>
                <a:off x="5000071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68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7" name="Google Shape;197;p20"/>
              <p:cNvSpPr txBox="1"/>
              <p:nvPr/>
            </p:nvSpPr>
            <p:spPr>
              <a:xfrm>
                <a:off x="5416236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69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8" name="Google Shape;198;p20"/>
              <p:cNvSpPr txBox="1"/>
              <p:nvPr/>
            </p:nvSpPr>
            <p:spPr>
              <a:xfrm>
                <a:off x="5832400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70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" name="Google Shape;199;p20"/>
              <p:cNvSpPr txBox="1"/>
              <p:nvPr/>
            </p:nvSpPr>
            <p:spPr>
              <a:xfrm>
                <a:off x="6248562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71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0" name="Google Shape;200;p20"/>
              <p:cNvSpPr txBox="1"/>
              <p:nvPr/>
            </p:nvSpPr>
            <p:spPr>
              <a:xfrm>
                <a:off x="6664728" y="2709143"/>
                <a:ext cx="280500" cy="61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91425" anchor="t" anchorCtr="0">
                <a:sp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72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01" name="Google Shape;201;p20"/>
          <p:cNvSpPr txBox="1"/>
          <p:nvPr/>
        </p:nvSpPr>
        <p:spPr>
          <a:xfrm>
            <a:off x="536457" y="5026500"/>
            <a:ext cx="6560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set of data, work out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1, 0,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1, 1, 1, 2, 4, 5, 7, 7, 8, 8, 8, 10, 10, 10, 14, 17, 17, 20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7, 6, 6,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5, 6,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1, 6, 5,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3, 4,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6, 2, 6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16.2, 15.3, 1.1, 19.4, 13.7, 6.7, 4.7, 12.1, 16.3, 9.4, 8.4, 18.2, 11.9, 1.6, 17.8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46100" y="9549550"/>
            <a:ext cx="845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Any order: 3, 5, 3, 7, 10, 12, 6, 8,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so 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11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76400" y="7464900"/>
            <a:ext cx="6439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388" y="7515251"/>
            <a:ext cx="441036" cy="7389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1358834" y="7494550"/>
            <a:ext cx="57237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had just finished her homework on working out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when her ink pen started to leak. What number has the ink spoiled in each case?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76400" y="8282250"/>
            <a:ext cx="660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Largest number is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, smallest number is 14 so 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10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94107" y="8698500"/>
            <a:ext cx="660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Largest number is 8, smallest number is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so 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12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93125" y="9127113"/>
            <a:ext cx="845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In order: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</a:t>
            </a:r>
            <a:r>
              <a:rPr lang="en-GB" sz="12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1, 0,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6, 7, 10   so the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13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0"/>
          <p:cNvCxnSpPr/>
          <p:nvPr/>
        </p:nvCxnSpPr>
        <p:spPr>
          <a:xfrm>
            <a:off x="476250" y="9965538"/>
            <a:ext cx="66198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0" name="Google Shape;210;p20"/>
          <p:cNvPicPr preferRelativeResize="0"/>
          <p:nvPr/>
        </p:nvPicPr>
        <p:blipFill>
          <a:blip r:embed="rId6">
            <a:alphaModFix/>
          </a:blip>
          <a:srcRect l="21789" t="44261" r="69611"/>
          <a:stretch>
            <a:fillRect/>
          </a:stretch>
        </p:blipFill>
        <p:spPr>
          <a:xfrm>
            <a:off x="2115293" y="8297763"/>
            <a:ext cx="441024" cy="331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/>
          <p:cNvPicPr preferRelativeResize="0"/>
          <p:nvPr/>
        </p:nvPicPr>
        <p:blipFill>
          <a:blip r:embed="rId6">
            <a:alphaModFix/>
          </a:blip>
          <a:srcRect l="21789" t="44261" r="69611"/>
          <a:stretch>
            <a:fillRect/>
          </a:stretch>
        </p:blipFill>
        <p:spPr>
          <a:xfrm>
            <a:off x="3761404" y="8746156"/>
            <a:ext cx="441024" cy="331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/>
          <p:cNvPicPr preferRelativeResize="0"/>
          <p:nvPr/>
        </p:nvPicPr>
        <p:blipFill>
          <a:blip r:embed="rId6">
            <a:alphaModFix/>
          </a:blip>
          <a:srcRect l="21789" t="44261" r="69611"/>
          <a:stretch>
            <a:fillRect/>
          </a:stretch>
        </p:blipFill>
        <p:spPr>
          <a:xfrm>
            <a:off x="2385886" y="9142872"/>
            <a:ext cx="441024" cy="331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/>
          <p:cNvPicPr preferRelativeResize="0"/>
          <p:nvPr/>
        </p:nvPicPr>
        <p:blipFill>
          <a:blip r:embed="rId6">
            <a:alphaModFix/>
          </a:blip>
          <a:srcRect l="21789" t="44261" r="69611"/>
          <a:stretch>
            <a:fillRect/>
          </a:stretch>
        </p:blipFill>
        <p:spPr>
          <a:xfrm>
            <a:off x="3039011" y="9580634"/>
            <a:ext cx="441024" cy="331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7" name="Shape 217"/>
        <p:cNvGrpSpPr/>
        <p:nvPr/>
      </p:nvGrpSpPr>
      <p:grpSpPr>
        <a:xfrm>
          <a:off x="0" y="0"/>
          <a:ext cx="0" cy="0"/>
        </a:xfrm>
      </p:grpSpPr>
      <p:sp>
        <p:nvSpPr>
          <p:cNvPr id="218" name="Google Shape;21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9" name="Google Shape;21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and calculating the range</a:t>
            </a:r>
            <a:endParaRPr/>
          </a:p>
        </p:txBody>
      </p:sp>
      <p:sp>
        <p:nvSpPr>
          <p:cNvPr id="220" name="Google Shape;22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 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07625" y="697450"/>
            <a:ext cx="658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Extreme values in different representations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76400" y="1216500"/>
            <a:ext cx="65844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of these representations can you find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range?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8825" y="1647875"/>
            <a:ext cx="1712099" cy="12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1775" y="1621725"/>
            <a:ext cx="1951237" cy="12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1773" y="3036950"/>
            <a:ext cx="1951225" cy="141707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7" name="Google Shape;227;p21"/>
          <p:cNvGraphicFramePr>
            <a:graphicFrameLocks noGrp="1"/>
          </p:cNvGraphicFramePr>
          <p:nvPr/>
        </p:nvGraphicFramePr>
        <p:xfrm>
          <a:off x="1174500" y="306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{557B2136-AA2F-43CE-A7A4-C9CA4CADB533}</a:tableStyleId>
              </a:tblPr>
              <a:tblGrid>
                <a:gridCol w="1100675"/>
                <a:gridCol w="405525"/>
                <a:gridCol w="405525"/>
                <a:gridCol w="405525"/>
                <a:gridCol w="405525"/>
              </a:tblGrid>
              <a:tr h="2506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Shoe size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</a:tr>
              <a:tr h="2515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21"/>
          <p:cNvSpPr txBox="1"/>
          <p:nvPr/>
        </p:nvSpPr>
        <p:spPr>
          <a:xfrm>
            <a:off x="552600" y="4797900"/>
            <a:ext cx="65082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of the following bar charts, find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range.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" name="Google Shape;22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5300" y="5196005"/>
            <a:ext cx="2385100" cy="168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06525" y="5161575"/>
            <a:ext cx="2541734" cy="168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516050" y="5127819"/>
            <a:ext cx="44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687000" y="5127819"/>
            <a:ext cx="44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781200" y="7464900"/>
            <a:ext cx="6310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-269999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Some data is represented in this frequency table about wait times at a fast food restaurant.  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4" name="Google Shape;234;p21"/>
          <p:cNvGraphicFramePr>
            <a:graphicFrameLocks noGrp="1"/>
          </p:cNvGraphicFramePr>
          <p:nvPr/>
        </p:nvGraphicFramePr>
        <p:xfrm>
          <a:off x="1037438" y="8103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{557B2136-AA2F-43CE-A7A4-C9CA4CADB533}</a:tableStyleId>
              </a:tblPr>
              <a:tblGrid>
                <a:gridCol w="1608850"/>
                <a:gridCol w="445100"/>
                <a:gridCol w="445100"/>
                <a:gridCol w="445100"/>
                <a:gridCol w="445100"/>
                <a:gridCol w="445100"/>
                <a:gridCol w="445100"/>
                <a:gridCol w="445100"/>
                <a:gridCol w="445100"/>
              </a:tblGrid>
              <a:tr h="265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Wait time (mins)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  <a:tr h="1781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18000"/>
                </a:tc>
              </a:tr>
            </a:tbl>
          </a:graphicData>
        </a:graphic>
      </p:graphicFrame>
      <p:sp>
        <p:nvSpPr>
          <p:cNvPr id="235" name="Google Shape;235;p21"/>
          <p:cNvSpPr txBox="1"/>
          <p:nvPr/>
        </p:nvSpPr>
        <p:spPr>
          <a:xfrm>
            <a:off x="516050" y="8701425"/>
            <a:ext cx="658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local newspaper reported that customers’ wait time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ranged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by 38 minutes. Do you agree?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559775" y="167805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3981600" y="1675550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559775" y="3157613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3957875" y="3157613"/>
            <a:ext cx="48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Understanding and calculating the range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2023-12-08T09:44:43.056</cp:lastPrinted>
  <dcterms:created xsi:type="dcterms:W3CDTF">2023-12-08T09:44:43Z</dcterms:created>
  <dcterms:modified xsi:type="dcterms:W3CDTF">2023-12-08T09:44:52Z</dcterms:modified>
</cp:coreProperties>
</file>