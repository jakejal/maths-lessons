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AE308168-1337-4F9A-969D-CBBC8CE241D4}">
  <a:tblStyle styleId="{AE308168-1337-4F9A-969D-CBBC8CE241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g29e1c628845_0_7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9e1c628845_0_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4" name="Shape 234"/>
        <p:cNvGrpSpPr/>
        <p:nvPr/>
      </p:nvGrpSpPr>
      <p:grpSpPr>
        <a:xfrm>
          <a:off x="0" y="0"/>
          <a:ext cx="0" cy="0"/>
        </a:xfrm>
      </p:grpSpPr>
      <p:sp>
        <p:nvSpPr>
          <p:cNvPr id="235" name="Google Shape;23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presentations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1068165" y="2316000"/>
            <a:ext cx="2024700" cy="623700"/>
          </a:xfrm>
          <a:prstGeom prst="wedgeRoundRectCallout">
            <a:avLst>
              <a:gd name="adj1" fmla="val -49314"/>
              <a:gd name="adj2" fmla="val 84688"/>
              <a:gd name="adj3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rcRect b="12188"/>
          <a:stretch>
            <a:fillRect/>
          </a:stretch>
        </p:blipFill>
        <p:spPr>
          <a:xfrm>
            <a:off x="3701187" y="2189375"/>
            <a:ext cx="3324388" cy="227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72325" y="3687120"/>
            <a:ext cx="38571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Explain why Izzy might think this,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based on the bar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2325" y="4830131"/>
            <a:ext cx="44019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why this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66723" y="2828820"/>
            <a:ext cx="521717" cy="5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600556" y="3325499"/>
            <a:ext cx="4881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165256" y="2436216"/>
            <a:ext cx="19401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Cheltenham has twice as many people as Mansfield. 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58200" y="4034475"/>
            <a:ext cx="29268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bar for Cheltenham is twice as long as the bar for Mansfield.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87825" y="4960475"/>
            <a:ext cx="64377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scale does not start at zero. There are 110 thousand people in Mansfield and 120 thousand people in Cheltenham.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Presenting data clearly using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The graph shows data from the ONS about the population of two towns in 2019.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5">
            <a:alphaModFix/>
          </a:blip>
          <a:srcRect t="309" r="149"/>
          <a:stretch>
            <a:fillRect/>
          </a:stretch>
        </p:blipFill>
        <p:spPr>
          <a:xfrm>
            <a:off x="3707864" y="6732613"/>
            <a:ext cx="3203299" cy="237333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76400" y="5940900"/>
            <a:ext cx="550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table shows data from the ONS about five towns in 2019.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20"/>
          <p:cNvGraphicFramePr>
            <a:graphicFrameLocks noGrp="1"/>
          </p:cNvGraphicFramePr>
          <p:nvPr/>
        </p:nvGraphicFramePr>
        <p:xfrm>
          <a:off x="610631" y="6722750"/>
          <a:ext cx="2199850" cy="2423130"/>
        </p:xfrm>
        <a:graphic>
          <a:graphicData uri="http://schemas.openxmlformats.org/drawingml/2006/table">
            <a:tbl>
              <a:tblPr>
                <a:noFill/>
                <a:tableStyleId>{AE308168-1337-4F9A-969D-CBBC8CE241D4}</a:tableStyleId>
              </a:tblPr>
              <a:tblGrid>
                <a:gridCol w="989550"/>
                <a:gridCol w="12103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(thousands)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properties sold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2279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2390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2491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20"/>
          <p:cNvSpPr txBox="1"/>
          <p:nvPr/>
        </p:nvSpPr>
        <p:spPr>
          <a:xfrm>
            <a:off x="675625" y="6207175"/>
            <a:ext cx="4401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scale on the axes of the scatter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3697044" y="9107009"/>
            <a:ext cx="3371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20"/>
          <p:cNvCxnSpPr/>
          <p:nvPr/>
        </p:nvCxnSpPr>
        <p:spPr>
          <a:xfrm rot="10800000" flipH="1">
            <a:off x="3703595" y="6577427"/>
            <a:ext cx="0" cy="2530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4503138" y="9356054"/>
            <a:ext cx="20247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 rot="-5400000">
            <a:off x="2097238" y="7725986"/>
            <a:ext cx="21762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number of properties sold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254315" y="8928195"/>
            <a:ext cx="5892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254305" y="8458150"/>
            <a:ext cx="613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2100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230097" y="7983328"/>
            <a:ext cx="613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2200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230097" y="7520589"/>
            <a:ext cx="613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2300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542716" y="9055888"/>
            <a:ext cx="4884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3230097" y="7046975"/>
            <a:ext cx="613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214547" y="6573362"/>
            <a:ext cx="613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2500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083987" y="9055888"/>
            <a:ext cx="4884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130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07136" y="9055888"/>
            <a:ext cx="4884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142366" y="9055888"/>
            <a:ext cx="4884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677597" y="9070991"/>
            <a:ext cx="4884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212827" y="9070991"/>
            <a:ext cx="4884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170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735975" y="9070991"/>
            <a:ext cx="4884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180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Statistical problems - data presentations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Choosing how to present data to illustrate a point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76400" y="1140300"/>
            <a:ext cx="823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weather data from The Met Office for Cardiff in 1995.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2199975" y="1619250"/>
            <a:ext cx="4892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a graph to illustrate how the duration of sunshine changed during the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" name="Google Shape;214;p21"/>
          <p:cNvGraphicFramePr>
            <a:graphicFrameLocks noGrp="1"/>
          </p:cNvGraphicFramePr>
          <p:nvPr/>
        </p:nvGraphicFramePr>
        <p:xfrm>
          <a:off x="62877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{AE308168-1337-4F9A-969D-CBBC8CE241D4}</a:tableStyleId>
              </a:tblPr>
              <a:tblGrid>
                <a:gridCol w="629650"/>
                <a:gridCol w="788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duration (hours)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15" name="Google Shape;215;p21"/>
          <p:cNvGrpSpPr/>
          <p:nvPr/>
        </p:nvGrpSpPr>
        <p:grpSpPr>
          <a:xfrm>
            <a:off x="2425876" y="2353580"/>
            <a:ext cx="4660619" cy="2285060"/>
            <a:chOff x="3349200" y="1938873"/>
            <a:chExt cx="5130580" cy="2515478"/>
          </a:xfrm>
        </p:grpSpPr>
        <p:pic>
          <p:nvPicPr>
            <p:cNvPr id="216" name="Google Shape;21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49200" y="2152600"/>
              <a:ext cx="4884005" cy="23017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7" name="Google Shape;217;p21"/>
            <p:cNvCxnSpPr/>
            <p:nvPr/>
          </p:nvCxnSpPr>
          <p:spPr>
            <a:xfrm rot="10800000" flipH="1">
              <a:off x="3493441" y="1938873"/>
              <a:ext cx="0" cy="24075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8" name="Google Shape;218;p21"/>
            <p:cNvCxnSpPr/>
            <p:nvPr/>
          </p:nvCxnSpPr>
          <p:spPr>
            <a:xfrm>
              <a:off x="3491980" y="4349157"/>
              <a:ext cx="49878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9" name="Google Shape;219;p21"/>
            <p:cNvCxnSpPr/>
            <p:nvPr/>
          </p:nvCxnSpPr>
          <p:spPr>
            <a:xfrm rot="10800000" flipH="1">
              <a:off x="3893350" y="2987800"/>
              <a:ext cx="775500" cy="1013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" name="Google Shape;220;p21"/>
            <p:cNvCxnSpPr/>
            <p:nvPr/>
          </p:nvCxnSpPr>
          <p:spPr>
            <a:xfrm rot="10800000" flipH="1">
              <a:off x="4668975" y="2348175"/>
              <a:ext cx="772200" cy="649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1"/>
            <p:cNvCxnSpPr/>
            <p:nvPr/>
          </p:nvCxnSpPr>
          <p:spPr>
            <a:xfrm>
              <a:off x="5451375" y="2348225"/>
              <a:ext cx="782400" cy="88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p21"/>
            <p:cNvCxnSpPr/>
            <p:nvPr/>
          </p:nvCxnSpPr>
          <p:spPr>
            <a:xfrm>
              <a:off x="6230375" y="2443475"/>
              <a:ext cx="772200" cy="456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21"/>
            <p:cNvCxnSpPr/>
            <p:nvPr/>
          </p:nvCxnSpPr>
          <p:spPr>
            <a:xfrm>
              <a:off x="7006000" y="2902725"/>
              <a:ext cx="775500" cy="7281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4" name="Google Shape;224;p21"/>
          <p:cNvSpPr txBox="1"/>
          <p:nvPr/>
        </p:nvSpPr>
        <p:spPr>
          <a:xfrm rot="-5400000">
            <a:off x="1002650" y="3166402"/>
            <a:ext cx="260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sunshine duration (hrs)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335408" y="4632377"/>
            <a:ext cx="788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month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1"/>
          <p:cNvPicPr preferRelativeResize="0"/>
          <p:nvPr/>
        </p:nvPicPr>
        <p:blipFill>
          <a:blip r:embed="rId4">
            <a:alphaModFix/>
          </a:blip>
          <a:srcRect r="4807"/>
          <a:stretch>
            <a:fillRect/>
          </a:stretch>
        </p:blipFill>
        <p:spPr>
          <a:xfrm>
            <a:off x="2981113" y="7027135"/>
            <a:ext cx="3909504" cy="196117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476400" y="54837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table shows weather data from The Met Office for Cardiff in 1995.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2836200" y="5962650"/>
            <a:ext cx="42504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a graph to illustrate the relationship between sunshine duration and maximum temperature.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9" name="Google Shape;229;p21"/>
          <p:cNvGraphicFramePr>
            <a:graphicFrameLocks noGrp="1"/>
          </p:cNvGraphicFramePr>
          <p:nvPr/>
        </p:nvGraphicFramePr>
        <p:xfrm>
          <a:off x="628775" y="596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{AE308168-1337-4F9A-969D-CBBC8CE241D4}</a:tableStyleId>
              </a:tblPr>
              <a:tblGrid>
                <a:gridCol w="854950"/>
                <a:gridCol w="1122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duration (hours)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daily temperature mean (</a:t>
                      </a: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30" name="Google Shape;230;p21"/>
          <p:cNvCxnSpPr/>
          <p:nvPr/>
        </p:nvCxnSpPr>
        <p:spPr>
          <a:xfrm rot="10800000" flipH="1">
            <a:off x="3104729" y="6936502"/>
            <a:ext cx="0" cy="196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1" name="Google Shape;231;p21"/>
          <p:cNvCxnSpPr/>
          <p:nvPr/>
        </p:nvCxnSpPr>
        <p:spPr>
          <a:xfrm>
            <a:off x="3090768" y="8899863"/>
            <a:ext cx="3978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2" name="Google Shape;232;p21"/>
          <p:cNvSpPr txBox="1"/>
          <p:nvPr/>
        </p:nvSpPr>
        <p:spPr>
          <a:xfrm>
            <a:off x="4066788" y="8972841"/>
            <a:ext cx="2600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sunshine duration (hrs)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 rot="-5400000">
            <a:off x="1575369" y="7523051"/>
            <a:ext cx="260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max daily temperature mean (℃)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7" name="Shape 237"/>
        <p:cNvGrpSpPr/>
        <p:nvPr/>
      </p:nvGrpSpPr>
      <p:grpSpPr>
        <a:xfrm>
          <a:off x="0" y="0"/>
          <a:ext cx="0" cy="0"/>
        </a:xfrm>
      </p:grpSpPr>
      <p:sp>
        <p:nvSpPr>
          <p:cNvPr id="238" name="Google Shape;238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39" name="Google Shape;239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presentations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476400" y="911700"/>
            <a:ext cx="8237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table shows weather data from The Met Office for four locations in 1995.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2912400" y="1390650"/>
            <a:ext cx="42102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a graph to illustrate how the total number of days with airfrost differs between the four locations.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4" name="Google Shape;244;p22"/>
          <p:cNvGraphicFramePr>
            <a:graphicFrameLocks noGrp="1"/>
          </p:cNvGraphicFramePr>
          <p:nvPr/>
        </p:nvGraphicFramePr>
        <p:xfrm>
          <a:off x="664805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{AE308168-1337-4F9A-969D-CBBC8CE241D4}</a:tableStyleId>
              </a:tblPr>
              <a:tblGrid>
                <a:gridCol w="1101750"/>
                <a:gridCol w="9244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 with airfrost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Ballypatrick</a:t>
                      </a:r>
                      <a:b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Forest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Cardiff</a:t>
                      </a:r>
                      <a:b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Durham</a:t>
                      </a:r>
                      <a:b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Lerwick</a:t>
                      </a:r>
                      <a:b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45" name="Google Shape;245;p22"/>
          <p:cNvPicPr preferRelativeResize="0"/>
          <p:nvPr/>
        </p:nvPicPr>
        <p:blipFill>
          <a:blip r:embed="rId3">
            <a:alphaModFix/>
          </a:blip>
          <a:srcRect r="3818"/>
          <a:stretch>
            <a:fillRect/>
          </a:stretch>
        </p:blipFill>
        <p:spPr>
          <a:xfrm>
            <a:off x="3176892" y="1996142"/>
            <a:ext cx="3895875" cy="23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5003325" y="4305309"/>
            <a:ext cx="202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location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 rot="-5400000">
            <a:off x="2331951" y="2925067"/>
            <a:ext cx="1512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days with airfroost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8" name="Google Shape;248;p22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Statistical problems - data presentations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2023-12-08T09:52:14.859</cp:lastPrinted>
  <dcterms:created xsi:type="dcterms:W3CDTF">2023-12-08T09:52:14Z</dcterms:created>
  <dcterms:modified xsi:type="dcterms:W3CDTF">2023-12-08T09:49:35Z</dcterms:modified>
</cp:coreProperties>
</file>