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and securing understanding of plotting coordinates</a:t>
            </a:r>
            <a:endParaRPr sz="2000"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ffe59514-470f-4bf5-bf95-67a844a89e43&quot; data-equatio-type=&quot;desmos&quot;&gt;&lt;mglyph src=&quot;https://equatio-api.texthelp.com/desmos/get/06-11-2023/ffe59514-470f-4bf5-bf95-67a844a89e43&quot; alt=&quot;Equatio Desmos Graph&quot;/&gt;&lt;/math&gt;" id="161" name="Google Shape;161;p2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392" y="1982715"/>
            <a:ext cx="3164840" cy="277524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468000" y="1574933"/>
            <a:ext cx="6624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Plotting coordinates in all four quadrants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140000" y="1986100"/>
            <a:ext cx="2952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Plot the coordinates: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64" name="Google Shape;164;p2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3355" y="1775677"/>
            <a:ext cx="126091" cy="172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65" name="Google Shape;165;p2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867" y="3334213"/>
            <a:ext cx="122133" cy="11151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4839825" y="2535278"/>
            <a:ext cx="1093500" cy="12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(5, 2)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 −1)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(−2, 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(−3, −4)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3725" y="5041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are the the missing coordinates?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62a6f295-dc33-440d-ac59-c1a44ed64965&quot; data-equatio-type=&quot;desmos&quot;&gt;&lt;mglyph src=&quot;https://equatio-api.texthelp.com/desmos/get/06-11-2023/62a6f295-dc33-440d-ac59-c1a44ed64965&quot; alt=&quot;Equatio Desmos Graph&quot;/&gt;&lt;/math&gt;" id="168" name="Google Shape;168;p20" title="Equatio Desmos Graph"/>
          <p:cNvPicPr preferRelativeResize="0"/>
          <p:nvPr/>
        </p:nvPicPr>
        <p:blipFill rotWithShape="1">
          <a:blip r:embed="rId6">
            <a:alphaModFix/>
          </a:blip>
          <a:srcRect b="18299" l="10098" r="18934" t="15781"/>
          <a:stretch/>
        </p:blipFill>
        <p:spPr>
          <a:xfrm>
            <a:off x="468004" y="5525100"/>
            <a:ext cx="3333000" cy="2322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6-11-2023/ffe59514-470f-4bf5-bf95-67a844a89e43&quot; data-equatio-type=&quot;desmos&quot;&gt;&lt;mglyph src=&quot;https://equatio-api.texthelp.com/desmos/get/06-11-2023/ffe59514-470f-4bf5-bf95-67a844a89e43&quot; alt=&quot;Equatio Desmos Graph&quot;/&gt;&lt;/math&gt;" id="169" name="Google Shape;169;p2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305" y="8119690"/>
            <a:ext cx="2096924" cy="1838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6-11-2023/e1e871fd-f1b7-47e0-b8fa-b883b04f114a&quot; data-equatio-type=&quot;desmos&quot;&gt;&lt;mglyph src=&quot;https://equatio-api.texthelp.com/desmos/get/06-11-2023/e1e871fd-f1b7-47e0-b8fa-b883b04f114a&quot; alt=&quot;Equatio Desmos Graph&quot;/&gt;&lt;/math&gt;" id="170" name="Google Shape;170;p20" title="Equatio Desmos Grap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39999" y="8118109"/>
            <a:ext cx="2096924" cy="183878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468000" y="7993930"/>
            <a:ext cx="50520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Solve these axes scale problems.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8232010"/>
            <a:ext cx="3691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If coordinate A is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(−6, 4)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what are B and C?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73" name="Google Shape;173;p2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4723" y="7993925"/>
            <a:ext cx="86155" cy="112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74" name="Google Shape;174;p2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6169" y="9034094"/>
            <a:ext cx="86155" cy="7621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699016" y="8697961"/>
            <a:ext cx="171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881218" y="8709525"/>
            <a:ext cx="171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320679" y="8867262"/>
            <a:ext cx="171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502882" y="8881814"/>
            <a:ext cx="171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509057" y="9202034"/>
            <a:ext cx="171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91260" y="9216587"/>
            <a:ext cx="171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58581" y="8740266"/>
            <a:ext cx="39453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If coordinate C is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(−6, −40)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what are A and B?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4369" y="9324738"/>
            <a:ext cx="39453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If coordinate B is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(−40, 0)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what are A and C?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4" name="Google Shape;184;p20"/>
          <p:cNvGrpSpPr/>
          <p:nvPr/>
        </p:nvGrpSpPr>
        <p:grpSpPr>
          <a:xfrm>
            <a:off x="687880" y="6974669"/>
            <a:ext cx="295797" cy="277203"/>
            <a:chOff x="5005942" y="2291025"/>
            <a:chExt cx="266700" cy="374700"/>
          </a:xfrm>
        </p:grpSpPr>
        <p:sp>
          <p:nvSpPr>
            <p:cNvPr id="185" name="Google Shape;185;p20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6" name="Google Shape;186;p20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7" name="Google Shape;187;p20"/>
          <p:cNvGrpSpPr/>
          <p:nvPr/>
        </p:nvGrpSpPr>
        <p:grpSpPr>
          <a:xfrm>
            <a:off x="1052224" y="6974596"/>
            <a:ext cx="295824" cy="277203"/>
            <a:chOff x="5005942" y="2291025"/>
            <a:chExt cx="266700" cy="374700"/>
          </a:xfrm>
        </p:grpSpPr>
        <p:sp>
          <p:nvSpPr>
            <p:cNvPr id="188" name="Google Shape;188;p20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9" name="Google Shape;189;p20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0" name="Google Shape;190;p20"/>
          <p:cNvGrpSpPr/>
          <p:nvPr/>
        </p:nvGrpSpPr>
        <p:grpSpPr>
          <a:xfrm>
            <a:off x="1234938" y="6388347"/>
            <a:ext cx="295824" cy="277203"/>
            <a:chOff x="5005942" y="2291025"/>
            <a:chExt cx="266700" cy="374700"/>
          </a:xfrm>
        </p:grpSpPr>
        <p:sp>
          <p:nvSpPr>
            <p:cNvPr id="191" name="Google Shape;191;p20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2" name="Google Shape;192;p20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3" name="Google Shape;193;p20"/>
          <p:cNvGrpSpPr/>
          <p:nvPr/>
        </p:nvGrpSpPr>
        <p:grpSpPr>
          <a:xfrm>
            <a:off x="2901799" y="6796907"/>
            <a:ext cx="295824" cy="277203"/>
            <a:chOff x="5005942" y="2291025"/>
            <a:chExt cx="266700" cy="374700"/>
          </a:xfrm>
        </p:grpSpPr>
        <p:sp>
          <p:nvSpPr>
            <p:cNvPr id="194" name="Google Shape;194;p20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5" name="Google Shape;195;p20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6" name="Google Shape;196;p20"/>
          <p:cNvGrpSpPr/>
          <p:nvPr/>
        </p:nvGrpSpPr>
        <p:grpSpPr>
          <a:xfrm>
            <a:off x="2501007" y="6388381"/>
            <a:ext cx="295797" cy="277203"/>
            <a:chOff x="5005942" y="2291025"/>
            <a:chExt cx="266700" cy="374700"/>
          </a:xfrm>
        </p:grpSpPr>
        <p:sp>
          <p:nvSpPr>
            <p:cNvPr id="197" name="Google Shape;197;p20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8" name="Google Shape;198;p20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9" name="Google Shape;199;p20"/>
          <p:cNvGrpSpPr/>
          <p:nvPr/>
        </p:nvGrpSpPr>
        <p:grpSpPr>
          <a:xfrm>
            <a:off x="2865351" y="6388308"/>
            <a:ext cx="295824" cy="277203"/>
            <a:chOff x="5005942" y="2291025"/>
            <a:chExt cx="266700" cy="374700"/>
          </a:xfrm>
        </p:grpSpPr>
        <p:sp>
          <p:nvSpPr>
            <p:cNvPr id="200" name="Google Shape;200;p20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1" name="Google Shape;201;p20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7" name="Google Shape;207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plotting coordinates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2862d69a-a4c1-4a42-876c-0891f11db04b&quot; data-equatio-type=&quot;desmos&quot;&gt;&lt;mglyph src=&quot;https://equatio-api.texthelp.com/desmos/get/06-11-2023/2862d69a-a4c1-4a42-876c-0891f11db04b&quot; alt=&quot;Equatio Desmos Graph&quot;/&gt;&lt;/math&gt;" id="210" name="Google Shape;210;p2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318" y="7769639"/>
            <a:ext cx="2284306" cy="213701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/>
          <p:nvPr/>
        </p:nvSpPr>
        <p:spPr>
          <a:xfrm rot="4714640">
            <a:off x="5066555" y="8230727"/>
            <a:ext cx="1375444" cy="47321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6107178" y="8474625"/>
            <a:ext cx="830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(27, 19)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523467" y="9209704"/>
            <a:ext cx="68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(16, 2)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a0d227ea-e1bd-4ccd-bd44-b5915985ed89&quot; data-equatio-type=&quot;desmos&quot;&gt;&lt;mglyph src=&quot;https://equatio-api.texthelp.com/desmos/get/06-11-2023/a0d227ea-e1bd-4ccd-bd44-b5915985ed89&quot; alt=&quot;Equatio Desmos Graph&quot;/&gt;&lt;/math&gt;" id="214" name="Google Shape;214;p21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5684" y="1040470"/>
            <a:ext cx="1980260" cy="170339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468000" y="1057200"/>
            <a:ext cx="25155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coordinates.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720000"/>
            <a:ext cx="6632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Coordinate problem solving with shapes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499550" y="2115233"/>
            <a:ext cx="514500" cy="4695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5013047" y="1646612"/>
            <a:ext cx="514500" cy="4695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526542" y="1178460"/>
            <a:ext cx="514500" cy="4695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220" name="Google Shape;220;p2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9753" y="904800"/>
            <a:ext cx="81109" cy="109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21" name="Google Shape;221;p2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9180" y="2115981"/>
            <a:ext cx="81109" cy="7405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444290" y="2494452"/>
            <a:ext cx="15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291928" y="2617691"/>
            <a:ext cx="15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5468501" y="1553999"/>
            <a:ext cx="15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5570821" y="1657535"/>
            <a:ext cx="154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771032" y="913811"/>
            <a:ext cx="573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(9, 9)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973020" y="1079167"/>
            <a:ext cx="15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961071" y="2488634"/>
            <a:ext cx="15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129697" y="2623510"/>
            <a:ext cx="15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68000" y="1535050"/>
            <a:ext cx="2138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Three identical squares.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b7d2de82-cb3e-4978-ab01-74251a00489a&quot; data-equatio-type=&quot;desmos&quot;&gt;&lt;mglyph src=&quot;https://equatio-api.texthelp.com/desmos/get/06-11-2023/b7d2de82-cb3e-4978-ab01-74251a00489a&quot; alt=&quot;Equatio Desmos Graph&quot;/&gt;&lt;/math&gt;" id="231" name="Google Shape;231;p21" title="Equatio Desmos Grap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14767" y="3147125"/>
            <a:ext cx="2643252" cy="214073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/>
          <p:nvPr/>
        </p:nvSpPr>
        <p:spPr>
          <a:xfrm>
            <a:off x="5257808" y="3476751"/>
            <a:ext cx="269700" cy="8307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 rot="5400000">
            <a:off x="5800978" y="2923198"/>
            <a:ext cx="269700" cy="8307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 rot="5400000">
            <a:off x="4435574" y="4030638"/>
            <a:ext cx="269700" cy="8307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/>
          <p:nvPr/>
        </p:nvSpPr>
        <p:spPr>
          <a:xfrm rot="10800000">
            <a:off x="4985032" y="4306799"/>
            <a:ext cx="269700" cy="8307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236" name="Google Shape;236;p2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0872" y="3110741"/>
            <a:ext cx="89589" cy="120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37" name="Google Shape;237;p2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6324" y="4354468"/>
            <a:ext cx="89589" cy="8179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4914338" y="5024895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782568" y="5099085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6282620" y="3092526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6395637" y="3206885"/>
            <a:ext cx="1704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5551990" y="3490530"/>
            <a:ext cx="5349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(2, 7)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458439" y="3369646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183677" y="5020515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338193" y="5096753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68000" y="3129188"/>
            <a:ext cx="3996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Three identical rectangles.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080589" y="4477777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193606" y="4592136"/>
            <a:ext cx="1704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3794000" y="4343225"/>
            <a:ext cx="2697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2862d69a-a4c1-4a42-876c-0891f11db04b&quot; data-equatio-type=&quot;desmos&quot;&gt;&lt;mglyph src=&quot;https://equatio-api.texthelp.com/desmos/get/06-11-2023/2862d69a-a4c1-4a42-876c-0891f11db04b&quot; alt=&quot;Equatio Desmos Graph&quot;/&gt;&lt;/math&gt;" id="250" name="Google Shape;250;p2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1970" y="5420066"/>
            <a:ext cx="2256986" cy="211146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/>
          <p:nvPr/>
        </p:nvSpPr>
        <p:spPr>
          <a:xfrm rot="962384">
            <a:off x="4945887" y="6075009"/>
            <a:ext cx="1001071" cy="961759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67950" y="5354400"/>
            <a:ext cx="33045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Find the missing coordinates of this square.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253" name="Google Shape;253;p2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2697" y="5320195"/>
            <a:ext cx="98329" cy="132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54" name="Google Shape;254;p2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3154" y="6836849"/>
            <a:ext cx="98329" cy="8977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5999989" y="6128475"/>
            <a:ext cx="186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5807064" y="7150271"/>
            <a:ext cx="606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(5,−2)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528660" y="6917274"/>
            <a:ext cx="5271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5034298" y="5850535"/>
            <a:ext cx="186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5729808" y="7050042"/>
            <a:ext cx="186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771877" y="6773976"/>
            <a:ext cx="186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5147399" y="5767617"/>
            <a:ext cx="5271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(2, 5)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6120320" y="5982966"/>
            <a:ext cx="186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1"/>
          <p:cNvSpPr/>
          <p:nvPr/>
        </p:nvSpPr>
        <p:spPr>
          <a:xfrm rot="-673155">
            <a:off x="4713325" y="8759591"/>
            <a:ext cx="1375384" cy="473445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67950" y="7574175"/>
            <a:ext cx="33045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missing coordinates of these identical rectangles.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265" name="Google Shape;265;p2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8727" y="7668558"/>
            <a:ext cx="99520" cy="133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66" name="Google Shape;266;p2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6706" y="9203567"/>
            <a:ext cx="99520" cy="9086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5969682" y="8530211"/>
            <a:ext cx="189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194347" y="8910525"/>
            <a:ext cx="613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(30, 5)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215776" y="9384075"/>
            <a:ext cx="7452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(−2, −3)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611910" y="8801768"/>
            <a:ext cx="1893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6052809" y="8989395"/>
            <a:ext cx="1416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716691" y="9262847"/>
            <a:ext cx="1893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085000" y="8643036"/>
            <a:ext cx="6873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(−5, 11)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5932798" y="7600925"/>
            <a:ext cx="830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(22, 37)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5598506" y="9089028"/>
            <a:ext cx="1893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317201" y="7743700"/>
            <a:ext cx="1893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5790734" y="7644608"/>
            <a:ext cx="1893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5017420" y="7596874"/>
            <a:ext cx="613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(8, 34)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9" name="Google Shape;279;p21"/>
          <p:cNvGrpSpPr/>
          <p:nvPr/>
        </p:nvGrpSpPr>
        <p:grpSpPr>
          <a:xfrm>
            <a:off x="4422506" y="9425359"/>
            <a:ext cx="429200" cy="138602"/>
            <a:chOff x="5005942" y="2291025"/>
            <a:chExt cx="266700" cy="374700"/>
          </a:xfrm>
        </p:grpSpPr>
        <p:sp>
          <p:nvSpPr>
            <p:cNvPr id="280" name="Google Shape;280;p21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1" name="Google Shape;281;p21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2" name="Google Shape;282;p21"/>
          <p:cNvGrpSpPr/>
          <p:nvPr/>
        </p:nvGrpSpPr>
        <p:grpSpPr>
          <a:xfrm>
            <a:off x="5731041" y="9252884"/>
            <a:ext cx="321960" cy="138602"/>
            <a:chOff x="5005942" y="2291025"/>
            <a:chExt cx="266700" cy="374700"/>
          </a:xfrm>
        </p:grpSpPr>
        <p:sp>
          <p:nvSpPr>
            <p:cNvPr id="283" name="Google Shape;283;p21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4" name="Google Shape;284;p21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5" name="Google Shape;285;p21"/>
          <p:cNvGrpSpPr/>
          <p:nvPr/>
        </p:nvGrpSpPr>
        <p:grpSpPr>
          <a:xfrm>
            <a:off x="6412627" y="8953134"/>
            <a:ext cx="345163" cy="138602"/>
            <a:chOff x="5005942" y="2291025"/>
            <a:chExt cx="266700" cy="374700"/>
          </a:xfrm>
        </p:grpSpPr>
        <p:sp>
          <p:nvSpPr>
            <p:cNvPr id="286" name="Google Shape;286;p21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7" name="Google Shape;287;p21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