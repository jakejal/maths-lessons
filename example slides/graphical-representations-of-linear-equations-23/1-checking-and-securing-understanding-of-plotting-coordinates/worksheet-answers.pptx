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plotting coordinates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6-11-2023/ffe59514-470f-4bf5-bf95-67a844a89e43&quot; data-equatio-type=&quot;desmos&quot;&gt;&lt;mglyph src=&quot;https://equatio-api.texthelp.com/desmos/get/06-11-2023/ffe59514-470f-4bf5-bf95-67a844a89e43&quot; alt=&quot;Equatio Desmos Graph&quot;/&gt;&lt;/math&gt;" id="173" name="Google Shape;173;p2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392" y="1982715"/>
            <a:ext cx="3164840" cy="27752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6-11-2023/d2a2fdae-b72e-4e35-93cc-b4632e5bdaa8&quot; data-equatio-type=&quot;desmos&quot;&gt;&lt;mglyph src=&quot;https://equatio-api.texthelp.com/desmos/get/06-11-2023/d2a2fdae-b72e-4e35-93cc-b4632e5bdaa8&quot; alt=&quot;Equatio Desmos Graph&quot;/&gt;&lt;/math&gt;" id="174" name="Google Shape;174;p20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986089"/>
            <a:ext cx="3164840" cy="277524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468000" y="1572786"/>
            <a:ext cx="6624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Plotting coordinates in all for quadrants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140000" y="1986100"/>
            <a:ext cx="2952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Plot the coordinates: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77" name="Google Shape;177;p20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63355" y="1775677"/>
            <a:ext cx="126091" cy="1725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78" name="Google Shape;178;p20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7867" y="3334213"/>
            <a:ext cx="122133" cy="11151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4839825" y="2535278"/>
            <a:ext cx="10935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(5, 2)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(1, −1)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(−2, 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(−3, −4)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73725" y="5041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What are the the missing coordinates?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320376" y="5880063"/>
            <a:ext cx="21324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Scale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 the </a:t>
            </a:r>
            <a:r>
              <a:rPr i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-direction.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6-11-2023/62a6f295-dc33-440d-ac59-c1a44ed64965&quot; data-equatio-type=&quot;desmos&quot;&gt;&lt;mglyph src=&quot;https://equatio-api.texthelp.com/desmos/get/06-11-2023/62a6f295-dc33-440d-ac59-c1a44ed64965&quot; alt=&quot;Equatio Desmos Graph&quot;/&gt;&lt;/math&gt;" id="182" name="Google Shape;182;p20" title="Equatio Desmos Graph"/>
          <p:cNvPicPr preferRelativeResize="0"/>
          <p:nvPr/>
        </p:nvPicPr>
        <p:blipFill rotWithShape="1">
          <a:blip r:embed="rId7">
            <a:alphaModFix/>
          </a:blip>
          <a:srcRect b="18299" l="10098" r="18934" t="15781"/>
          <a:stretch/>
        </p:blipFill>
        <p:spPr>
          <a:xfrm>
            <a:off x="468004" y="5525100"/>
            <a:ext cx="3333000" cy="232213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4320376" y="7023063"/>
            <a:ext cx="21324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Scale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 the </a:t>
            </a:r>
            <a:r>
              <a:rPr i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-direction.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6-11-2023/ffe59514-470f-4bf5-bf95-67a844a89e43&quot; data-equatio-type=&quot;desmos&quot;&gt;&lt;mglyph src=&quot;https://equatio-api.texthelp.com/desmos/get/06-11-2023/ffe59514-470f-4bf5-bf95-67a844a89e43&quot; alt=&quot;Equatio Desmos Graph&quot;/&gt;&lt;/math&gt;" id="184" name="Google Shape;184;p2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0305" y="8119690"/>
            <a:ext cx="2096924" cy="1838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6-11-2023/e1e871fd-f1b7-47e0-b8fa-b883b04f114a&quot; data-equatio-type=&quot;desmos&quot;&gt;&lt;mglyph src=&quot;https://equatio-api.texthelp.com/desmos/get/06-11-2023/e1e871fd-f1b7-47e0-b8fa-b883b04f114a&quot; alt=&quot;Equatio Desmos Graph&quot;/&gt;&lt;/math&gt;" id="185" name="Google Shape;185;p20" title="Equatio Desmos Grap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39999" y="8118109"/>
            <a:ext cx="2096924" cy="1838787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468000" y="7993930"/>
            <a:ext cx="50520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Solve these axes scale problems.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8000" y="8232010"/>
            <a:ext cx="3691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If coordinate A is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(−6, 4)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what are B and C?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721225" y="8507010"/>
            <a:ext cx="1365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(−12, 0)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89" name="Google Shape;189;p20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4723" y="7993925"/>
            <a:ext cx="86155" cy="112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90" name="Google Shape;190;p20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66169" y="9034094"/>
            <a:ext cx="86155" cy="7621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4699016" y="8697961"/>
            <a:ext cx="171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881218" y="8709525"/>
            <a:ext cx="171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320679" y="8867262"/>
            <a:ext cx="171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502882" y="8881814"/>
            <a:ext cx="171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509057" y="9202034"/>
            <a:ext cx="171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691260" y="9216587"/>
            <a:ext cx="171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58581" y="8740266"/>
            <a:ext cx="39453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If coordinate C is (−6, −40) what are A and B?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64369" y="9324738"/>
            <a:ext cx="39453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If coordinate B is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(−40, 0)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what are A and C?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2473825" y="8507010"/>
            <a:ext cx="1365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(−9, −8)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711806" y="9038331"/>
            <a:ext cx="1365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(−4, 20)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2464406" y="9038331"/>
            <a:ext cx="1365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(−8, 0)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80624" y="9527625"/>
            <a:ext cx="36915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coordinates of −30 and −20 but we don’t know the scale on the </a:t>
            </a:r>
            <a:r>
              <a:rPr i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-axis.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3" name="Google Shape;20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1-2023/2862d69a-a4c1-4a42-876c-0891f11db04b&quot; data-equatio-type=&quot;desmos&quot;&gt;&lt;mglyph src=&quot;https://equatio-api.texthelp.com/desmos/get/06-11-2023/2862d69a-a4c1-4a42-876c-0891f11db04b&quot; alt=&quot;Equatio Desmos Graph&quot;/&gt;&lt;/math&gt;" id="208" name="Google Shape;208;p21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318" y="7769639"/>
            <a:ext cx="2284306" cy="213701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/>
          <p:nvPr/>
        </p:nvSpPr>
        <p:spPr>
          <a:xfrm rot="4714640">
            <a:off x="5066555" y="8230727"/>
            <a:ext cx="1375444" cy="47321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107176" y="8474625"/>
            <a:ext cx="8154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(27, 19)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5523467" y="9209704"/>
            <a:ext cx="68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3" name="Google Shape;213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plotting coordinates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6-11-2023/a0d227ea-e1bd-4ccd-bd44-b5915985ed89&quot; data-equatio-type=&quot;desmos&quot;&gt;&lt;mglyph src=&quot;https://equatio-api.texthelp.com/desmos/get/06-11-2023/a0d227ea-e1bd-4ccd-bd44-b5915985ed89&quot; alt=&quot;Equatio Desmos Graph&quot;/&gt;&lt;/math&gt;" id="216" name="Google Shape;216;p21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5684" y="1040470"/>
            <a:ext cx="1980260" cy="170339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468000" y="1057200"/>
            <a:ext cx="25155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missing coordinates.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68000" y="720000"/>
            <a:ext cx="6632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Coordinate problem solving with shapes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4499550" y="2115233"/>
            <a:ext cx="514500" cy="4695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5013047" y="1646612"/>
            <a:ext cx="514500" cy="4695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5526542" y="1178460"/>
            <a:ext cx="514500" cy="4695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222" name="Google Shape;222;p21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9753" y="904800"/>
            <a:ext cx="81109" cy="1091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23" name="Google Shape;223;p21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79180" y="2115981"/>
            <a:ext cx="81109" cy="7405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4444290" y="2494452"/>
            <a:ext cx="15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291928" y="2617691"/>
            <a:ext cx="15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5468501" y="1553999"/>
            <a:ext cx="15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5570821" y="1657535"/>
            <a:ext cx="1542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5771032" y="913811"/>
            <a:ext cx="573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(9, 9)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5973020" y="1079167"/>
            <a:ext cx="15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961071" y="2488634"/>
            <a:ext cx="15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5129697" y="2623510"/>
            <a:ext cx="15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468000" y="1535050"/>
            <a:ext cx="2138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Three identical squares.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5762072" y="1643502"/>
            <a:ext cx="6714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(4.5, 4.5)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140001" y="2757800"/>
            <a:ext cx="9090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(−4.5, −4.5)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5298325" y="2592675"/>
            <a:ext cx="736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 −4.5)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6-11-2023/b7d2de82-cb3e-4978-ab01-74251a00489a&quot; data-equatio-type=&quot;desmos&quot;&gt;&lt;mglyph src=&quot;https://equatio-api.texthelp.com/desmos/get/06-11-2023/b7d2de82-cb3e-4978-ab01-74251a00489a&quot; alt=&quot;Equatio Desmos Graph&quot;/&gt;&lt;/math&gt;" id="236" name="Google Shape;236;p21" title="Equatio Desmos Grap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14767" y="3147125"/>
            <a:ext cx="2643252" cy="214073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/>
          <p:nvPr/>
        </p:nvSpPr>
        <p:spPr>
          <a:xfrm>
            <a:off x="5257808" y="3476751"/>
            <a:ext cx="269700" cy="8307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/>
          <p:nvPr/>
        </p:nvSpPr>
        <p:spPr>
          <a:xfrm rot="5400000">
            <a:off x="5800978" y="2923198"/>
            <a:ext cx="269700" cy="8307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/>
          <p:nvPr/>
        </p:nvSpPr>
        <p:spPr>
          <a:xfrm rot="5400000">
            <a:off x="4435574" y="4030638"/>
            <a:ext cx="269700" cy="8307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/>
          <p:nvPr/>
        </p:nvSpPr>
        <p:spPr>
          <a:xfrm rot="10800000">
            <a:off x="4985032" y="4306799"/>
            <a:ext cx="269700" cy="8307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241" name="Google Shape;241;p21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0872" y="3110741"/>
            <a:ext cx="89589" cy="1206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42" name="Google Shape;242;p21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6324" y="4354468"/>
            <a:ext cx="89589" cy="8179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4914338" y="5024895"/>
            <a:ext cx="170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782568" y="5099085"/>
            <a:ext cx="170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6282620" y="3092526"/>
            <a:ext cx="170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6395637" y="3206885"/>
            <a:ext cx="1704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5551990" y="3490530"/>
            <a:ext cx="5349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(2, 7)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5458439" y="3369646"/>
            <a:ext cx="170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5183677" y="5020515"/>
            <a:ext cx="170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5338193" y="5096753"/>
            <a:ext cx="170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68000" y="3129188"/>
            <a:ext cx="39960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Three identical rectangles.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080589" y="4477777"/>
            <a:ext cx="170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4117406" y="4592136"/>
            <a:ext cx="1704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6511481" y="3203711"/>
            <a:ext cx="4407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(9, 9)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4291926" y="4922800"/>
            <a:ext cx="6534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(−2, −7)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5325299" y="4922800"/>
            <a:ext cx="5913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 −7)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4288549" y="4587150"/>
            <a:ext cx="6873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(−9, −2)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3794000" y="4343225"/>
            <a:ext cx="2697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6-11-2023/2862d69a-a4c1-4a42-876c-0891f11db04b&quot; data-equatio-type=&quot;desmos&quot;&gt;&lt;mglyph src=&quot;https://equatio-api.texthelp.com/desmos/get/06-11-2023/2862d69a-a4c1-4a42-876c-0891f11db04b&quot; alt=&quot;Equatio Desmos Graph&quot;/&gt;&lt;/math&gt;" id="259" name="Google Shape;259;p21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1970" y="5420066"/>
            <a:ext cx="2256986" cy="2111463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/>
          <p:nvPr/>
        </p:nvSpPr>
        <p:spPr>
          <a:xfrm rot="962384">
            <a:off x="4945887" y="6075009"/>
            <a:ext cx="1001071" cy="961759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67950" y="5354400"/>
            <a:ext cx="33045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a) Find the missing coordinates of this square.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262" name="Google Shape;262;p21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2697" y="5320195"/>
            <a:ext cx="98329" cy="132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63" name="Google Shape;263;p21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3154" y="6836849"/>
            <a:ext cx="98329" cy="8977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1"/>
          <p:cNvSpPr txBox="1"/>
          <p:nvPr/>
        </p:nvSpPr>
        <p:spPr>
          <a:xfrm>
            <a:off x="5999989" y="6128475"/>
            <a:ext cx="1869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6120299" y="5982975"/>
            <a:ext cx="661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(7, 3)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5761314" y="7136821"/>
            <a:ext cx="6060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(5, −2)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4528660" y="6917274"/>
            <a:ext cx="5271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(0, 0)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5034298" y="5850535"/>
            <a:ext cx="1869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5729808" y="7050042"/>
            <a:ext cx="1869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4771877" y="6773976"/>
            <a:ext cx="1869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5147399" y="5767617"/>
            <a:ext cx="5271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(2, 5)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6120320" y="5982966"/>
            <a:ext cx="186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475424" y="5821150"/>
            <a:ext cx="33045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+5 in the </a:t>
            </a:r>
            <a:r>
              <a:rPr i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-direction and −2 in the </a:t>
            </a:r>
            <a:r>
              <a:rPr i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-direction becomes +2 in the </a:t>
            </a:r>
            <a:r>
              <a:rPr i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-direction and +5 in the </a:t>
            </a:r>
            <a:r>
              <a:rPr i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-direction to find C.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475424" y="6659350"/>
            <a:ext cx="33045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+2 in the </a:t>
            </a:r>
            <a:r>
              <a:rPr i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-direction and +5 in the </a:t>
            </a:r>
            <a:r>
              <a:rPr i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-direction is the same for A to 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5" name="Google Shape;275;p21"/>
          <p:cNvSpPr/>
          <p:nvPr/>
        </p:nvSpPr>
        <p:spPr>
          <a:xfrm rot="-673155">
            <a:off x="4713325" y="8759591"/>
            <a:ext cx="1375384" cy="473445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467950" y="7574175"/>
            <a:ext cx="33045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the missing coordinates of these identical rectangles.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277" name="Google Shape;277;p21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8727" y="7668558"/>
            <a:ext cx="99520" cy="1339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78" name="Google Shape;278;p21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06706" y="9203567"/>
            <a:ext cx="99520" cy="9086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1"/>
          <p:cNvSpPr txBox="1"/>
          <p:nvPr/>
        </p:nvSpPr>
        <p:spPr>
          <a:xfrm>
            <a:off x="5969682" y="8530211"/>
            <a:ext cx="189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6194347" y="8910525"/>
            <a:ext cx="6135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4611910" y="8801768"/>
            <a:ext cx="1893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6052809" y="8989395"/>
            <a:ext cx="1416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4716691" y="9262847"/>
            <a:ext cx="1893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4085000" y="8643036"/>
            <a:ext cx="6873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(−5, 11)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5932798" y="7600925"/>
            <a:ext cx="8154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(22, 37)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5598506" y="9089028"/>
            <a:ext cx="1893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5317201" y="7743700"/>
            <a:ext cx="1893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5790734" y="7644608"/>
            <a:ext cx="1893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5017420" y="7596874"/>
            <a:ext cx="6135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(8, 34)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5523467" y="9209704"/>
            <a:ext cx="68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(16, 2)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6194350" y="8910525"/>
            <a:ext cx="6534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(30, 5)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4215776" y="9384075"/>
            <a:ext cx="8307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(−2, −3)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