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E853747-82C4-464B-8127-97C14B481232}">
  <a:tblStyle styleId="{DE853747-82C4-464B-8127-97C14B4812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equation of a straight line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594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each equation and identify the gradient and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22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Different forms of linear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48520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up any equations that represent the same relationship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043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086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129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0" name="Google Shape;180;p20"/>
          <p:cNvSpPr txBox="1"/>
          <p:nvPr/>
        </p:nvSpPr>
        <p:spPr>
          <a:xfrm>
            <a:off x="468000" y="4051000"/>
            <a:ext cx="37377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(0, 5)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468000" y="2080175"/>
          <a:ext cx="6632900" cy="500400"/>
        </p:xfrm>
        <a:graphic>
          <a:graphicData uri="http://schemas.openxmlformats.org/drawingml/2006/table">
            <a:tbl>
              <a:tblPr>
                <a:noFill/>
                <a:tableStyleId>{DE853747-82C4-464B-8127-97C14B481232}</a:tableStyleId>
              </a:tblPr>
              <a:tblGrid>
                <a:gridCol w="1658225"/>
                <a:gridCol w="1658225"/>
                <a:gridCol w="1658225"/>
                <a:gridCol w="1658225"/>
              </a:tblGrid>
              <a:tr h="500400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5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10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2108582" y="4051000"/>
            <a:ext cx="2212200" cy="6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−5)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774889" y="4051000"/>
            <a:ext cx="22122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430991" y="4061375"/>
            <a:ext cx="2094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6" y="2518950"/>
            <a:ext cx="1396489" cy="140714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187" y="2524450"/>
            <a:ext cx="1434057" cy="140164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1981" y="2529601"/>
            <a:ext cx="1396489" cy="139649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39135" y="2534868"/>
            <a:ext cx="1396489" cy="139122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9" name="Google Shape;189;p20"/>
          <p:cNvSpPr txBox="1"/>
          <p:nvPr/>
        </p:nvSpPr>
        <p:spPr>
          <a:xfrm>
            <a:off x="5465387" y="4852025"/>
            <a:ext cx="16062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 and d)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59100" y="5320650"/>
            <a:ext cx="663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Plot each equation and identify the gradient and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59106" y="858735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Match up any equations that represent the same relationship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50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094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838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8517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6" name="Google Shape;196;p20"/>
          <p:cNvSpPr txBox="1"/>
          <p:nvPr/>
        </p:nvSpPr>
        <p:spPr>
          <a:xfrm>
            <a:off x="459106" y="7786325"/>
            <a:ext cx="2111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7" name="Google Shape;197;p20"/>
          <p:cNvGraphicFramePr>
            <a:graphicFrameLocks noGrp="1"/>
          </p:cNvGraphicFramePr>
          <p:nvPr/>
        </p:nvGraphicFramePr>
        <p:xfrm>
          <a:off x="463200" y="5659975"/>
          <a:ext cx="6633000" cy="381000"/>
        </p:xfrm>
        <a:graphic>
          <a:graphicData uri="http://schemas.openxmlformats.org/drawingml/2006/table">
            <a:tbl>
              <a:tblPr>
                <a:noFill/>
                <a:tableStyleId>{DE853747-82C4-464B-8127-97C14B481232}</a:tableStyleId>
              </a:tblPr>
              <a:tblGrid>
                <a:gridCol w="1658250"/>
                <a:gridCol w="1658250"/>
                <a:gridCol w="1658250"/>
                <a:gridCol w="1658250"/>
              </a:tblGrid>
              <a:tr h="381000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 4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+ 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0"/>
          <p:cNvSpPr txBox="1"/>
          <p:nvPr/>
        </p:nvSpPr>
        <p:spPr>
          <a:xfrm>
            <a:off x="2120361" y="7786325"/>
            <a:ext cx="20382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(0, 4)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796761" y="7786325"/>
            <a:ext cx="20382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391083" y="7786325"/>
            <a:ext cx="2038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97299" y="5700549"/>
            <a:ext cx="86996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8356" y="6179250"/>
            <a:ext cx="1395282" cy="139528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34100" y="6179250"/>
            <a:ext cx="1395282" cy="139528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88523" y="6179250"/>
            <a:ext cx="1435798" cy="140589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89844" y="6179250"/>
            <a:ext cx="1447740" cy="14071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6" name="Google Shape;206;p20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26821" y="7744561"/>
            <a:ext cx="185482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689783" y="8587350"/>
            <a:ext cx="1201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 and b)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8" name="Google Shape;208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32866" y="7742805"/>
            <a:ext cx="86996" cy="2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0"/>
          <p:cNvCxnSpPr/>
          <p:nvPr/>
        </p:nvCxnSpPr>
        <p:spPr>
          <a:xfrm>
            <a:off x="4703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5" name="Google Shape;21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equation of a straight line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1057200"/>
            <a:ext cx="6624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table with the gradient and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for each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Gradient and </a:t>
            </a:r>
            <a:r>
              <a:rPr lang="en-GB" b="1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from</a:t>
            </a:r>
            <a:r>
              <a:rPr lang="en-GB" b="1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b="1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1"/>
          <p:cNvGraphicFramePr>
            <a:graphicFrameLocks noGrp="1"/>
          </p:cNvGraphicFramePr>
          <p:nvPr/>
        </p:nvGraphicFramePr>
        <p:xfrm>
          <a:off x="468000" y="195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{DE853747-82C4-464B-8127-97C14B481232}</a:tableStyleId>
              </a:tblPr>
              <a:tblGrid>
                <a:gridCol w="1734225"/>
                <a:gridCol w="864275"/>
                <a:gridCol w="1073475"/>
              </a:tblGrid>
              <a:tr h="307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8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7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(0, 1)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(0, 10)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f)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h)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(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q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+ 3)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q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1"/>
          <p:cNvSpPr txBox="1"/>
          <p:nvPr/>
        </p:nvSpPr>
        <p:spPr>
          <a:xfrm>
            <a:off x="468000" y="1424125"/>
            <a:ext cx="4290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as a coordinate.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4936500"/>
            <a:ext cx="6624000" cy="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pieces of information for each question.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3" name="Google Shape;223;p21"/>
          <p:cNvGraphicFramePr>
            <a:graphicFrameLocks noGrp="1"/>
          </p:cNvGraphicFramePr>
          <p:nvPr/>
        </p:nvGraphicFramePr>
        <p:xfrm>
          <a:off x="468000" y="534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{DE853747-82C4-464B-8127-97C14B481232}</a:tableStyleId>
              </a:tblPr>
              <a:tblGrid>
                <a:gridCol w="1610925"/>
                <a:gridCol w="928450"/>
                <a:gridCol w="1132575"/>
              </a:tblGrid>
              <a:tr h="300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6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 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3(4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1200">
                        <a:solidFill>
                          <a:srgbClr val="FFFFFF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5(1 − 2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u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4" name="Google Shape;224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614" y="6058809"/>
            <a:ext cx="105837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614" y="6028043"/>
            <a:ext cx="105837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The equation of a straight line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2024-01-08T16:50:39.161</cp:lastPrinted>
  <dcterms:created xsi:type="dcterms:W3CDTF">2024-01-08T16:50:39Z</dcterms:created>
  <dcterms:modified xsi:type="dcterms:W3CDTF">2024-01-08T16:50:32Z</dcterms:modified>
</cp:coreProperties>
</file>