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D25BC12-F36F-4CBC-9178-54DA260F14A8}">
  <a:tblStyle styleId="{7D25BC12-F36F-4CBC-9178-54DA260F1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" name="Shape 175"/>
        <p:cNvGrpSpPr/>
        <p:nvPr/>
      </p:nvGrpSpPr>
      <p:grpSpPr>
        <a:xfrm>
          <a:off x="0" y="0"/>
          <a:ext cx="0" cy="0"/>
        </a:xfrm>
      </p:grpSpPr>
      <p:sp>
        <p:nvSpPr>
          <p:cNvPr id="176" name="Google Shape;176;g1ec4ff93252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ec4ff93252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Defining features of linear relationships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774600"/>
            <a:ext cx="6624000" cy="4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These are tables of values for linear relationships. Fill in the missing values and complete the statements about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37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Numerical features of linear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327009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964781" y="2576617"/>
          <a:ext cx="2831100" cy="54024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33100"/>
                <a:gridCol w="417500"/>
                <a:gridCol w="346750"/>
                <a:gridCol w="346750"/>
                <a:gridCol w="346750"/>
                <a:gridCol w="346750"/>
                <a:gridCol w="346750"/>
                <a:gridCol w="346750"/>
              </a:tblGrid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20"/>
          <p:cNvSpPr txBox="1"/>
          <p:nvPr/>
        </p:nvSpPr>
        <p:spPr>
          <a:xfrm>
            <a:off x="468005" y="2487022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1" y="4752970"/>
            <a:ext cx="6624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3135" y="4064020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959911" y="4153614"/>
          <a:ext cx="2831100" cy="54024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33100"/>
                <a:gridCol w="417500"/>
                <a:gridCol w="346750"/>
                <a:gridCol w="346750"/>
                <a:gridCol w="346750"/>
                <a:gridCol w="346750"/>
                <a:gridCol w="346750"/>
                <a:gridCol w="346750"/>
              </a:tblGrid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18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20"/>
          <p:cNvSpPr txBox="1"/>
          <p:nvPr/>
        </p:nvSpPr>
        <p:spPr>
          <a:xfrm>
            <a:off x="468000" y="6275642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>
            <a:graphicFrameLocks noGrp="1"/>
          </p:cNvGraphicFramePr>
          <p:nvPr/>
        </p:nvGraphicFramePr>
        <p:xfrm>
          <a:off x="964781" y="5623887"/>
          <a:ext cx="2984175" cy="54024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51100"/>
                <a:gridCol w="440075"/>
                <a:gridCol w="365500"/>
                <a:gridCol w="365500"/>
                <a:gridCol w="365500"/>
                <a:gridCol w="365500"/>
                <a:gridCol w="365500"/>
                <a:gridCol w="365500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20"/>
          <p:cNvSpPr txBox="1"/>
          <p:nvPr/>
        </p:nvSpPr>
        <p:spPr>
          <a:xfrm>
            <a:off x="468005" y="5534292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3125" y="786771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is a change of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3130" y="7094164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959906" y="7183759"/>
          <a:ext cx="2984175" cy="54024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51100"/>
                <a:gridCol w="440075"/>
                <a:gridCol w="365500"/>
                <a:gridCol w="365500"/>
                <a:gridCol w="365500"/>
                <a:gridCol w="365500"/>
                <a:gridCol w="365500"/>
                <a:gridCol w="365500"/>
              </a:tblGrid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4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" name="Shape 178"/>
        <p:cNvGrpSpPr/>
        <p:nvPr/>
      </p:nvGrpSpPr>
      <p:grpSpPr>
        <a:xfrm>
          <a:off x="0" y="0"/>
          <a:ext cx="0" cy="0"/>
        </a:xfrm>
      </p:grpSpPr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Defining features of linear relationships</a:t>
            </a:r>
            <a:endParaRPr/>
          </a:p>
        </p:txBody>
      </p:sp>
      <p:pic>
        <p:nvPicPr>
          <p:cNvPr id="180" name="Google Shape;180;p21" descr="&lt;math xmlns=&quot;http://www.w3.org/1998/Math/MathML&quot; data-is-equatio=&quot;1&quot; data-equatio-url=&quot;https://equatio-api.texthelp.com/desmos/get/13-11-2023/7594bd0b-4ba5-4840-a617-c446a807949b&quot; data-equatio-type=&quot;desmos&quot;&gt;&lt;mglyph src=&quot;https://equatio-api.texthelp.com/desmos/get/13-11-2023/7594bd0b-4ba5-4840-a617-c446a807949b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16416" t="13322" r="41339" b="13556"/>
          <a:stretch>
            <a:fillRect/>
          </a:stretch>
        </p:blipFill>
        <p:spPr>
          <a:xfrm>
            <a:off x="742300" y="1163377"/>
            <a:ext cx="1447072" cy="187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473875" y="720000"/>
            <a:ext cx="66180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graph to complete the table and write a sentence about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1"/>
          <p:cNvGraphicFramePr>
            <a:graphicFrameLocks noGrp="1"/>
          </p:cNvGraphicFramePr>
          <p:nvPr/>
        </p:nvGraphicFramePr>
        <p:xfrm>
          <a:off x="2800806" y="1265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" name="Google Shape;183;p21"/>
          <p:cNvSpPr txBox="1"/>
          <p:nvPr/>
        </p:nvSpPr>
        <p:spPr>
          <a:xfrm>
            <a:off x="2218456" y="1918339"/>
            <a:ext cx="109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1399082" y="998698"/>
            <a:ext cx="1098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5" name="Google Shape;185;p21"/>
          <p:cNvCxnSpPr/>
          <p:nvPr/>
        </p:nvCxnSpPr>
        <p:spPr>
          <a:xfrm rot="10800000" flipH="1">
            <a:off x="1148090" y="1155644"/>
            <a:ext cx="932100" cy="187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1"/>
          <p:cNvSpPr txBox="1"/>
          <p:nvPr/>
        </p:nvSpPr>
        <p:spPr>
          <a:xfrm>
            <a:off x="468005" y="1112675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1"/>
          <p:cNvGraphicFramePr>
            <a:graphicFrameLocks noGrp="1"/>
          </p:cNvGraphicFramePr>
          <p:nvPr/>
        </p:nvGraphicFramePr>
        <p:xfrm>
          <a:off x="2800806" y="1265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75750"/>
                <a:gridCol w="470900"/>
                <a:gridCol w="470900"/>
                <a:gridCol w="391150"/>
                <a:gridCol w="391150"/>
                <a:gridCol w="391150"/>
                <a:gridCol w="391150"/>
                <a:gridCol w="391150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8" name="Google Shape;188;p21" descr="&lt;math xmlns=&quot;http://www.w3.org/1998/Math/MathML&quot; data-is-equatio=&quot;1&quot; data-equatio-url=&quot;https://equatio-api.texthelp.com/desmos/get/13-11-2023/56d6d0a8-a762-40e4-8364-e80e857dbf7e&quot; data-equatio-type=&quot;desmos&quot;&gt;&lt;mglyph src=&quot;https://equatio-api.texthelp.com/desmos/get/13-11-2023/56d6d0a8-a762-40e4-8364-e80e857dbf7e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5826" t="12922" r="27406"/>
          <a:stretch>
            <a:fillRect/>
          </a:stretch>
        </p:blipFill>
        <p:spPr>
          <a:xfrm>
            <a:off x="854050" y="3432028"/>
            <a:ext cx="1663752" cy="19139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21"/>
          <p:cNvGraphicFramePr>
            <a:graphicFrameLocks noGrp="1"/>
          </p:cNvGraphicFramePr>
          <p:nvPr/>
        </p:nvGraphicFramePr>
        <p:xfrm>
          <a:off x="2805331" y="3551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0" name="Google Shape;190;p21"/>
          <p:cNvSpPr txBox="1"/>
          <p:nvPr/>
        </p:nvSpPr>
        <p:spPr>
          <a:xfrm>
            <a:off x="2564836" y="4756557"/>
            <a:ext cx="1119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638789" y="3272051"/>
            <a:ext cx="111900" cy="2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2" name="Google Shape;192;p21"/>
          <p:cNvCxnSpPr/>
          <p:nvPr/>
        </p:nvCxnSpPr>
        <p:spPr>
          <a:xfrm rot="10800000">
            <a:off x="1090948" y="3462498"/>
            <a:ext cx="1424400" cy="1631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p21"/>
          <p:cNvSpPr txBox="1"/>
          <p:nvPr/>
        </p:nvSpPr>
        <p:spPr>
          <a:xfrm>
            <a:off x="468005" y="3386025"/>
            <a:ext cx="3447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1"/>
          <p:cNvGraphicFramePr>
            <a:graphicFrameLocks noGrp="1"/>
          </p:cNvGraphicFramePr>
          <p:nvPr/>
        </p:nvGraphicFramePr>
        <p:xfrm>
          <a:off x="2805331" y="35518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426750"/>
                <a:gridCol w="534800"/>
                <a:gridCol w="534800"/>
                <a:gridCol w="444225"/>
                <a:gridCol w="444225"/>
                <a:gridCol w="444225"/>
                <a:gridCol w="637975"/>
              </a:tblGrid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43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5" name="Google Shape;195;p21"/>
          <p:cNvCxnSpPr/>
          <p:nvPr/>
        </p:nvCxnSpPr>
        <p:spPr>
          <a:xfrm>
            <a:off x="474757" y="54783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 descr="&lt;math xmlns=&quot;http://www.w3.org/1998/Math/MathML&quot; data-is-equatio=&quot;1&quot; data-equatio-url=&quot;https://equatio-api.texthelp.com/desmos/get/13-11-2023/86687f5e-b8a2-4f5a-ae14-e482506d2931&quot; data-equatio-type=&quot;desmos&quot;&gt;&lt;mglyph src=&quot;https://equatio-api.texthelp.com/desmos/get/13-11-2023/86687f5e-b8a2-4f5a-ae14-e482506d2931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7011" r="59617" b="4104"/>
          <a:stretch>
            <a:fillRect/>
          </a:stretch>
        </p:blipFill>
        <p:spPr>
          <a:xfrm>
            <a:off x="530013" y="7329185"/>
            <a:ext cx="1199000" cy="258422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466875" y="5971225"/>
            <a:ext cx="6625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Izzy has completed a table of values and plotted coordinates for the linear relationship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6875" y="5610700"/>
            <a:ext cx="6625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Graphical features of linear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9" name="Google Shape;199;p21"/>
          <p:cNvGraphicFramePr>
            <a:graphicFrameLocks noGrp="1"/>
          </p:cNvGraphicFramePr>
          <p:nvPr/>
        </p:nvGraphicFramePr>
        <p:xfrm>
          <a:off x="466882" y="6464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{7D25BC12-F36F-4CBC-9178-54DA260F14A8}</a:tableStyleId>
              </a:tblPr>
              <a:tblGrid>
                <a:gridCol w="300875"/>
                <a:gridCol w="347700"/>
                <a:gridCol w="347700"/>
                <a:gridCol w="347700"/>
                <a:gridCol w="347700"/>
              </a:tblGrid>
              <a:tr h="3399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94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 txBox="1"/>
          <p:nvPr/>
        </p:nvSpPr>
        <p:spPr>
          <a:xfrm>
            <a:off x="1740208" y="9421682"/>
            <a:ext cx="1512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77439" y="7246073"/>
            <a:ext cx="1512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31373" y="7078339"/>
            <a:ext cx="660692" cy="63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7">
            <a:alphaModFix/>
          </a:blip>
          <a:srcRect l="40550" t="13015" b="4760"/>
          <a:stretch>
            <a:fillRect/>
          </a:stretch>
        </p:blipFill>
        <p:spPr>
          <a:xfrm flipH="1">
            <a:off x="3766874" y="6408800"/>
            <a:ext cx="2946801" cy="90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3874775" y="6501317"/>
            <a:ext cx="2397600" cy="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line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starts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has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+4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time.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p22"/>
          <p:cNvSpPr txBox="1"/>
          <p:nvPr/>
        </p:nvSpPr>
        <p:spPr>
          <a:xfrm>
            <a:off x="2800800" y="1156400"/>
            <a:ext cx="18792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5223000" y="1156400"/>
            <a:ext cx="18792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2" name="Google Shape;212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Defining features of linear relationships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15" name="Google Shape;215;p22" descr="&lt;math xmlns=&quot;http://www.w3.org/1998/Math/MathML&quot; data-is-equatio=&quot;1&quot; data-equatio-url=&quot;https://equatio-api.texthelp.com/desmos/get/13-11-2023/fca40dee-3492-4348-b54d-0c740784d3ca&quot; data-equatio-type=&quot;desmos&quot;&gt;&lt;mglyph src=&quot;https://equatio-api.texthelp.com/desmos/get/13-11-2023/fca40dee-3492-4348-b54d-0c740784d3ca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4259" t="22055" r="29189" b="22848"/>
          <a:stretch>
            <a:fillRect/>
          </a:stretch>
        </p:blipFill>
        <p:spPr>
          <a:xfrm>
            <a:off x="4417007" y="5142059"/>
            <a:ext cx="2674992" cy="166089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471900" y="720000"/>
            <a:ext cx="6635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graphs to their unique descriptions.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" name="Google Shape;217;p22" descr="&lt;math xmlns=&quot;http://www.w3.org/1998/Math/MathML&quot; data-is-equatio=&quot;1&quot; data-equatio-url=&quot;https://equatio-api.texthelp.com/desmos/get/13-11-2023/5681ceab-d7da-4b0b-9949-dd6364ac7412&quot; data-equatio-type=&quot;desmos&quot;&gt;&lt;mglyph src=&quot;https://equatio-api.texthelp.com/desmos/get/13-11-2023/5681ceab-d7da-4b0b-9949-dd6364ac7412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0698" t="8379" r="33609" b="17397"/>
          <a:stretch>
            <a:fillRect/>
          </a:stretch>
        </p:blipFill>
        <p:spPr>
          <a:xfrm>
            <a:off x="2819247" y="2001080"/>
            <a:ext cx="1903278" cy="2062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&lt;math xmlns=&quot;http://www.w3.org/1998/Math/MathML&quot; data-is-equatio=&quot;1&quot; data-equatio-url=&quot;https://equatio-api.texthelp.com/desmos/get/13-11-2023/a2ebacdd-c79d-47aa-8df3-6fd59fd35c9f&quot; data-equatio-type=&quot;desmos&quot;&gt;&lt;mglyph src=&quot;https://equatio-api.texthelp.com/desmos/get/13-11-2023/a2ebacdd-c79d-47aa-8df3-6fd59fd35c9f&quot; alt=&quot;Equatio Desmos Graph&quot;/&gt;&lt;/math&gt;" title="Equatio Desmos Graph"/>
          <p:cNvPicPr preferRelativeResize="0"/>
          <p:nvPr/>
        </p:nvPicPr>
        <p:blipFill>
          <a:blip r:embed="rId5">
            <a:alphaModFix/>
          </a:blip>
          <a:srcRect l="12118" t="10495" r="33780" b="17119"/>
          <a:stretch>
            <a:fillRect/>
          </a:stretch>
        </p:blipFill>
        <p:spPr>
          <a:xfrm>
            <a:off x="5223005" y="2019130"/>
            <a:ext cx="1879346" cy="20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&lt;math xmlns=&quot;http://www.w3.org/1998/Math/MathML&quot; data-is-equatio=&quot;1&quot; data-equatio-url=&quot;https://equatio-api.texthelp.com/desmos/get/13-11-2023/db684f9e-5996-40b6-8ea9-bf2db77484f9&quot; data-equatio-type=&quot;desmos&quot;&gt;&lt;mglyph src=&quot;https://equatio-api.texthelp.com/desmos/get/13-11-2023/db684f9e-5996-40b6-8ea9-bf2db77484f9&quot; alt=&quot;Equatio Desmos Graph&quot;/&gt;&lt;/math&gt;" title="Equatio Desmos Graph"/>
          <p:cNvPicPr preferRelativeResize="0"/>
          <p:nvPr/>
        </p:nvPicPr>
        <p:blipFill>
          <a:blip r:embed="rId6">
            <a:alphaModFix/>
          </a:blip>
          <a:srcRect l="11503" t="10836" r="33509" b="14940"/>
          <a:stretch>
            <a:fillRect/>
          </a:stretch>
        </p:blipFill>
        <p:spPr>
          <a:xfrm>
            <a:off x="468000" y="1998350"/>
            <a:ext cx="1879346" cy="206246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456744" y="1156400"/>
            <a:ext cx="18792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Intercepts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-axis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(0, 5)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rate of change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56750" y="4562600"/>
            <a:ext cx="66354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unique descriptions for these two graphs. Be sure to include the words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-intercept and rate of change..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2" descr="&lt;math xmlns=&quot;http://www.w3.org/1998/Math/MathML&quot; data-is-equatio=&quot;1&quot; data-equatio-url=&quot;https://equatio-api.texthelp.com/desmos/get/13-11-2023/b56c62cb-b7eb-490d-8bea-f48c4e1546d9&quot; data-equatio-type=&quot;desmos&quot;&gt;&lt;mglyph src=&quot;https://equatio-api.texthelp.com/desmos/get/13-11-2023/b56c62cb-b7eb-490d-8bea-f48c4e1546d9&quot; alt=&quot;Equatio Desmos Graph&quot;/&gt;&lt;/math&gt;" title="Equatio Desmos Graph"/>
          <p:cNvPicPr preferRelativeResize="0"/>
          <p:nvPr/>
        </p:nvPicPr>
        <p:blipFill>
          <a:blip r:embed="rId7">
            <a:alphaModFix/>
          </a:blip>
          <a:srcRect l="12706" t="19646" r="31561" b="32529"/>
          <a:stretch>
            <a:fillRect/>
          </a:stretch>
        </p:blipFill>
        <p:spPr>
          <a:xfrm>
            <a:off x="775850" y="5130200"/>
            <a:ext cx="2580554" cy="166088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456750" y="51173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190550" y="5117395"/>
            <a:ext cx="2946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Defining features of linear relationships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2024-01-08T16:48:11.500</cp:lastPrinted>
  <dcterms:created xsi:type="dcterms:W3CDTF">2024-01-08T16:48:11Z</dcterms:created>
  <dcterms:modified xsi:type="dcterms:W3CDTF">2024-01-08T16:48:37Z</dcterms:modified>
</cp:coreProperties>
</file>