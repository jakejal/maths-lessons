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B27D40F-BA5C-4A6D-B236-0B97CB7252C9}">
  <a:tblStyle styleId="{2B27D40F-BA5C-4A6D-B236-0B97CB7252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a283cac043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283cac04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13" Type="http://schemas.openxmlformats.org/officeDocument/2006/relationships/image" Target="../media/image15.png" /><Relationship Id="rId14" Type="http://schemas.openxmlformats.org/officeDocument/2006/relationships/image" Target="../media/image16.png" /><Relationship Id="rId15" Type="http://schemas.openxmlformats.org/officeDocument/2006/relationships/image" Target="../media/image17.png" /><Relationship Id="rId16" Type="http://schemas.openxmlformats.org/officeDocument/2006/relationships/image" Target="../media/image18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32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equation of the line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61168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graph to its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199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Equations in the form</a:t>
            </a:r>
            <a:r>
              <a:rPr lang="en-GB" sz="17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700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25" y="1851667"/>
            <a:ext cx="1109829" cy="110423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rcRect b="3157"/>
          <a:stretch>
            <a:fillRect/>
          </a:stretch>
        </p:blipFill>
        <p:spPr>
          <a:xfrm>
            <a:off x="5902624" y="1851662"/>
            <a:ext cx="1136924" cy="108831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rcRect b="2647"/>
          <a:stretch>
            <a:fillRect/>
          </a:stretch>
        </p:blipFill>
        <p:spPr>
          <a:xfrm>
            <a:off x="3196827" y="1851667"/>
            <a:ext cx="1136924" cy="11042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6">
            <a:alphaModFix/>
          </a:blip>
          <a:srcRect b="3772"/>
          <a:stretch>
            <a:fillRect/>
          </a:stretch>
        </p:blipFill>
        <p:spPr>
          <a:xfrm>
            <a:off x="1795999" y="1851667"/>
            <a:ext cx="1159878" cy="11237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97832" y="3036389"/>
            <a:ext cx="1134604" cy="11238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8">
            <a:alphaModFix/>
          </a:blip>
          <a:srcRect b="3325"/>
          <a:stretch>
            <a:fillRect/>
          </a:stretch>
        </p:blipFill>
        <p:spPr>
          <a:xfrm>
            <a:off x="1799986" y="3037553"/>
            <a:ext cx="1157510" cy="112150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9">
            <a:alphaModFix/>
          </a:blip>
          <a:srcRect b="3670"/>
          <a:stretch>
            <a:fillRect/>
          </a:stretch>
        </p:blipFill>
        <p:spPr>
          <a:xfrm>
            <a:off x="4559436" y="3036192"/>
            <a:ext cx="1157513" cy="11242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956" y="3031516"/>
            <a:ext cx="1123261" cy="109922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11">
            <a:alphaModFix/>
          </a:blip>
          <a:srcRect b="3166"/>
          <a:stretch>
            <a:fillRect/>
          </a:stretch>
        </p:blipFill>
        <p:spPr>
          <a:xfrm>
            <a:off x="4551932" y="1851662"/>
            <a:ext cx="1148281" cy="11042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07573" y="3031516"/>
            <a:ext cx="1109699" cy="11335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455679" y="1761904"/>
          <a:ext cx="6623975" cy="402450"/>
        </p:xfrm>
        <a:graphic>
          <a:graphicData uri="http://schemas.openxmlformats.org/drawingml/2006/table">
            <a:tbl>
              <a:tblPr>
                <a:noFill/>
                <a:tableStyleId>{2B27D40F-BA5C-4A6D-B236-0B97CB7252C9}</a:tableStyleId>
              </a:tblPr>
              <a:tblGrid>
                <a:gridCol w="1324800"/>
                <a:gridCol w="1191750"/>
                <a:gridCol w="1457825"/>
                <a:gridCol w="1324800"/>
                <a:gridCol w="13248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455683" y="2933705"/>
          <a:ext cx="6624000" cy="402450"/>
        </p:xfrm>
        <a:graphic>
          <a:graphicData uri="http://schemas.openxmlformats.org/drawingml/2006/table">
            <a:tbl>
              <a:tblPr>
                <a:noFill/>
                <a:tableStyleId>{2B27D40F-BA5C-4A6D-B236-0B97CB7252C9}</a:tableStyleId>
              </a:tblPr>
              <a:tblGrid>
                <a:gridCol w="1324800"/>
                <a:gridCol w="1191750"/>
                <a:gridCol w="1457850"/>
                <a:gridCol w="1324800"/>
                <a:gridCol w="13248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g)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h)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j)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1814940" y="4192160"/>
            <a:ext cx="557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459691" y="4192160"/>
            <a:ext cx="720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846505" y="4188630"/>
            <a:ext cx="115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888164" y="4501060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00283" y="4195710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48915" y="4192160"/>
            <a:ext cx="115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7989" y="4192160"/>
            <a:ext cx="121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891603" y="4249505"/>
            <a:ext cx="1148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 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3107497" y="4173879"/>
            <a:ext cx="1390200" cy="374700"/>
            <a:chOff x="6338275" y="4450788"/>
            <a:chExt cx="1390200" cy="374700"/>
          </a:xfrm>
        </p:grpSpPr>
        <p:sp>
          <p:nvSpPr>
            <p:cNvPr id="184" name="Google Shape;184;p20"/>
            <p:cNvSpPr/>
            <p:nvPr/>
          </p:nvSpPr>
          <p:spPr>
            <a:xfrm>
              <a:off x="6338275" y="4450788"/>
              <a:ext cx="13902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2 −   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5" name="Google Shape;185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6787897" y="4503514"/>
              <a:ext cx="86997" cy="27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20"/>
          <p:cNvSpPr txBox="1"/>
          <p:nvPr/>
        </p:nvSpPr>
        <p:spPr>
          <a:xfrm>
            <a:off x="4529525" y="4501060"/>
            <a:ext cx="1109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55822" y="4249158"/>
            <a:ext cx="86997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5039435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20"/>
          <p:cNvSpPr txBox="1"/>
          <p:nvPr/>
        </p:nvSpPr>
        <p:spPr>
          <a:xfrm>
            <a:off x="455675" y="4878599"/>
            <a:ext cx="66240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question, work out an equation for the line and use the key features to draw the line on the axes.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55675" y="6936177"/>
            <a:ext cx="15765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3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775250" y="6936177"/>
            <a:ext cx="15033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021625" y="6936177"/>
            <a:ext cx="1576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506424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2791063" y="5385369"/>
            <a:ext cx="1462085" cy="1458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95" name="Google Shape;195;p20"/>
          <p:cNvGraphicFramePr>
            <a:graphicFrameLocks noGrp="1"/>
          </p:cNvGraphicFramePr>
          <p:nvPr/>
        </p:nvGraphicFramePr>
        <p:xfrm>
          <a:off x="455675" y="5341495"/>
          <a:ext cx="6624000" cy="402450"/>
        </p:xfrm>
        <a:graphic>
          <a:graphicData uri="http://schemas.openxmlformats.org/drawingml/2006/table">
            <a:tbl>
              <a:tblPr>
                <a:noFill/>
                <a:tableStyleId>{2B27D40F-BA5C-4A6D-B236-0B97CB7252C9}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457200" lvl="0" indent="-3048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200"/>
                        <a:buFont typeface="Lexend"/>
                        <a:buAutoNum type="alphaLcParenR"/>
                      </a:pPr>
                      <a:r>
                        <a:rPr lang="en-GB" sz="12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b)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c)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0"/>
          <p:cNvSpPr txBox="1"/>
          <p:nvPr/>
        </p:nvSpPr>
        <p:spPr>
          <a:xfrm>
            <a:off x="496725" y="9308427"/>
            <a:ext cx="14622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685350" y="9308425"/>
            <a:ext cx="1648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equation: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942800" y="9273225"/>
            <a:ext cx="1648500" cy="6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-intercept: (0,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quation: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484401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2724396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14">
            <a:alphaModFix/>
          </a:blip>
          <a:srcRect b="8045"/>
          <a:stretch>
            <a:fillRect/>
          </a:stretch>
        </p:blipFill>
        <p:spPr>
          <a:xfrm>
            <a:off x="4964390" y="7667539"/>
            <a:ext cx="1530707" cy="15266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12769" y="9259417"/>
            <a:ext cx="87000" cy="27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99356" y="9281392"/>
            <a:ext cx="150500" cy="2274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20"/>
          <p:cNvGraphicFramePr>
            <a:graphicFrameLocks noGrp="1"/>
          </p:cNvGraphicFramePr>
          <p:nvPr/>
        </p:nvGraphicFramePr>
        <p:xfrm>
          <a:off x="455675" y="7682171"/>
          <a:ext cx="6624000" cy="402450"/>
        </p:xfrm>
        <a:graphic>
          <a:graphicData uri="http://schemas.openxmlformats.org/drawingml/2006/table">
            <a:tbl>
              <a:tblPr>
                <a:noFill/>
                <a:tableStyleId>{2B27D40F-BA5C-4A6D-B236-0B97CB7252C9}</a:tableStyleId>
              </a:tblPr>
              <a:tblGrid>
                <a:gridCol w="2208000"/>
                <a:gridCol w="2208000"/>
                <a:gridCol w="2208000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e) </a:t>
                      </a:r>
                      <a:endParaRPr sz="1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</a:t>
                      </a:r>
                      <a:endParaRPr sz="12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05" name="Google Shape;205;p20"/>
          <p:cNvCxnSpPr/>
          <p:nvPr/>
        </p:nvCxnSpPr>
        <p:spPr>
          <a:xfrm>
            <a:off x="460045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6" name="Google Shape;206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75906" y="9224749"/>
            <a:ext cx="87000" cy="28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2" name="Google Shape;212;p21"/>
          <p:cNvSpPr txBox="1"/>
          <p:nvPr>
            <p:ph type="subTitle" idx="1"/>
          </p:nvPr>
        </p:nvSpPr>
        <p:spPr>
          <a:xfrm>
            <a:off x="466825" y="360000"/>
            <a:ext cx="5779200" cy="1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equation of the line </a:t>
            </a:r>
            <a:r>
              <a:rPr lang="en-GB" sz="1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sz="1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1100"/>
          </a:p>
        </p:txBody>
      </p:sp>
      <p:sp>
        <p:nvSpPr>
          <p:cNvPr id="213" name="Google Shape;21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equation, work out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-intercept, the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and draw the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Equations in the form </a:t>
            </a:r>
            <a:r>
              <a:rPr lang="en-GB" b="1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ay + bx + c = </a:t>
            </a:r>
            <a:r>
              <a:rPr lang="en-GB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9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18" name="Google Shape;218;p21"/>
          <p:cNvGraphicFramePr>
            <a:graphicFrameLocks noGrp="1"/>
          </p:cNvGraphicFramePr>
          <p:nvPr/>
        </p:nvGraphicFramePr>
        <p:xfrm>
          <a:off x="468000" y="130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{2B27D40F-BA5C-4A6D-B236-0B97CB7252C9}</a:tableStyleId>
              </a:tblPr>
              <a:tblGrid>
                <a:gridCol w="2213700"/>
                <a:gridCol w="2168275"/>
                <a:gridCol w="224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−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c)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 + x +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 </a:t>
                      </a:r>
                      <a:r>
                        <a:rPr lang="en-GB" sz="12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1"/>
          <p:cNvSpPr txBox="1"/>
          <p:nvPr/>
        </p:nvSpPr>
        <p:spPr>
          <a:xfrm>
            <a:off x="468000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(0,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752861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2752861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974492" y="3717650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974492" y="3351525"/>
            <a:ext cx="280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4619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686" y="1698350"/>
            <a:ext cx="1567568" cy="15499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9212" y="6441700"/>
            <a:ext cx="2177685" cy="28820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8" name="Google Shape;228;p21"/>
          <p:cNvSpPr txBox="1"/>
          <p:nvPr/>
        </p:nvSpPr>
        <p:spPr>
          <a:xfrm>
            <a:off x="468000" y="4132875"/>
            <a:ext cx="66240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From the bar model, write the relationship as as an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0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5951248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working, then draw the graph of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896625" y="4644564"/>
            <a:ext cx="16644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89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561024" y="4644564"/>
            <a:ext cx="4956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848625" y="4961570"/>
            <a:ext cx="10041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48629" y="4641438"/>
            <a:ext cx="19953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852716" y="4961570"/>
            <a:ext cx="4956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348314" y="4961570"/>
            <a:ext cx="495600" cy="32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61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336625" y="4965768"/>
            <a:ext cx="720000" cy="318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896625" y="5340900"/>
            <a:ext cx="23742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 u="sng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3848625" y="5340889"/>
            <a:ext cx="36096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by + c =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67999" y="4590639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419999" y="4642038"/>
            <a:ext cx="4956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82400" y="65863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5(0) 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82400" y="6907013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82400" y="7261363"/>
            <a:ext cx="1684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82400" y="6249388"/>
            <a:ext cx="26058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u="sng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82400" y="7615713"/>
            <a:ext cx="1995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10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82400" y="83389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− 20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82400" y="8659613"/>
            <a:ext cx="4248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= 0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82400" y="9013963"/>
            <a:ext cx="1684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82400" y="8001988"/>
            <a:ext cx="26058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u="sng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82400" y="9368313"/>
            <a:ext cx="21525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= 4 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Finding the equation of the line ay + bx + c = 0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2024-01-08T16:51:17.227</cp:lastPrinted>
  <dcterms:created xsi:type="dcterms:W3CDTF">2024-01-08T16:51:17Z</dcterms:created>
  <dcterms:modified xsi:type="dcterms:W3CDTF">2024-01-08T16:51:45Z</dcterms:modified>
</cp:coreProperties>
</file>