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7D9779C-0389-4AC4-A521-29BBCEAC59DA}">
  <a:tblStyle styleId="{27D9779C-0389-4AC4-A521-29BBCEAC59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24.png" /><Relationship Id="rId21" Type="http://schemas.openxmlformats.org/officeDocument/2006/relationships/image" Target="../media/image25.png" /><Relationship Id="rId22" Type="http://schemas.openxmlformats.org/officeDocument/2006/relationships/image" Target="../media/image26.pn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7.png" /><Relationship Id="rId4" Type="http://schemas.openxmlformats.org/officeDocument/2006/relationships/image" Target="../media/image28.png" /><Relationship Id="rId5" Type="http://schemas.openxmlformats.org/officeDocument/2006/relationships/image" Target="../media/image29.png" /><Relationship Id="rId6" Type="http://schemas.openxmlformats.org/officeDocument/2006/relationships/image" Target="../media/image30.png" /><Relationship Id="rId7" Type="http://schemas.openxmlformats.org/officeDocument/2006/relationships/image" Target="../media/image31.png" /><Relationship Id="rId8" Type="http://schemas.openxmlformats.org/officeDocument/2006/relationships/image" Target="../media/image3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equation of the line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endParaRPr sz="2100"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61168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graph to its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199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Equations in the form</a:t>
            </a:r>
            <a:r>
              <a:rPr lang="en-GB"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700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sz="17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25" y="1851667"/>
            <a:ext cx="1109829" cy="110423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b="3157"/>
          <a:stretch>
            <a:fillRect/>
          </a:stretch>
        </p:blipFill>
        <p:spPr>
          <a:xfrm>
            <a:off x="5902624" y="1851662"/>
            <a:ext cx="1136924" cy="108831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rcRect b="2647"/>
          <a:stretch>
            <a:fillRect/>
          </a:stretch>
        </p:blipFill>
        <p:spPr>
          <a:xfrm>
            <a:off x="3196827" y="1851667"/>
            <a:ext cx="1136924" cy="11042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rcRect b="3772"/>
          <a:stretch>
            <a:fillRect/>
          </a:stretch>
        </p:blipFill>
        <p:spPr>
          <a:xfrm>
            <a:off x="1795999" y="1851667"/>
            <a:ext cx="1159878" cy="11237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73555" y="3339279"/>
            <a:ext cx="1134604" cy="11238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8">
            <a:alphaModFix/>
          </a:blip>
          <a:srcRect b="3325"/>
          <a:stretch>
            <a:fillRect/>
          </a:stretch>
        </p:blipFill>
        <p:spPr>
          <a:xfrm>
            <a:off x="1815131" y="3340443"/>
            <a:ext cx="1157510" cy="112150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9">
            <a:alphaModFix/>
          </a:blip>
          <a:srcRect b="3670"/>
          <a:stretch>
            <a:fillRect/>
          </a:stretch>
        </p:blipFill>
        <p:spPr>
          <a:xfrm>
            <a:off x="4665447" y="3339082"/>
            <a:ext cx="1157513" cy="11242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0100" y="3334406"/>
            <a:ext cx="1123261" cy="109922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11">
            <a:alphaModFix/>
          </a:blip>
          <a:srcRect b="3166"/>
          <a:stretch>
            <a:fillRect/>
          </a:stretch>
        </p:blipFill>
        <p:spPr>
          <a:xfrm>
            <a:off x="4551932" y="1851662"/>
            <a:ext cx="1148281" cy="11042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68151" y="3334405"/>
            <a:ext cx="1109699" cy="11335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85" name="Google Shape;185;p20"/>
          <p:cNvGraphicFramePr>
            <a:graphicFrameLocks noGrp="1"/>
          </p:cNvGraphicFramePr>
          <p:nvPr/>
        </p:nvGraphicFramePr>
        <p:xfrm>
          <a:off x="455679" y="1761904"/>
          <a:ext cx="6623975" cy="402450"/>
        </p:xfrm>
        <a:graphic>
          <a:graphicData uri="http://schemas.openxmlformats.org/drawingml/2006/table">
            <a:tbl>
              <a:tblPr>
                <a:noFill/>
                <a:tableStyleId>{27D9779C-0389-4AC4-A521-29BBCEAC59DA}</a:tableStyleId>
              </a:tblPr>
              <a:tblGrid>
                <a:gridCol w="1324800"/>
                <a:gridCol w="1191750"/>
                <a:gridCol w="1457825"/>
                <a:gridCol w="1324800"/>
                <a:gridCol w="13248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455683" y="3236594"/>
          <a:ext cx="6624000" cy="402450"/>
        </p:xfrm>
        <a:graphic>
          <a:graphicData uri="http://schemas.openxmlformats.org/drawingml/2006/table">
            <a:tbl>
              <a:tblPr>
                <a:noFill/>
                <a:tableStyleId>{27D9779C-0389-4AC4-A521-29BBCEAC59DA}</a:tableStyleId>
              </a:tblPr>
              <a:tblGrid>
                <a:gridCol w="1324800"/>
                <a:gridCol w="1191750"/>
                <a:gridCol w="1457850"/>
                <a:gridCol w="1324800"/>
                <a:gridCol w="13248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g)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h)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0"/>
          <p:cNvSpPr txBox="1"/>
          <p:nvPr/>
        </p:nvSpPr>
        <p:spPr>
          <a:xfrm>
            <a:off x="887882" y="2980435"/>
            <a:ext cx="557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307041" y="2980435"/>
            <a:ext cx="720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65455" y="4461180"/>
            <a:ext cx="115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493389" y="2980435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014883" y="2980435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55678" y="4461205"/>
            <a:ext cx="115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989839" y="2980435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273553" y="4484205"/>
            <a:ext cx="1148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2032247" y="4484779"/>
            <a:ext cx="1390200" cy="374700"/>
            <a:chOff x="6338275" y="4450788"/>
            <a:chExt cx="1390200" cy="374700"/>
          </a:xfrm>
        </p:grpSpPr>
        <p:sp>
          <p:nvSpPr>
            <p:cNvPr id="196" name="Google Shape;196;p20"/>
            <p:cNvSpPr/>
            <p:nvPr/>
          </p:nvSpPr>
          <p:spPr>
            <a:xfrm>
              <a:off x="6338275" y="4450788"/>
              <a:ext cx="13902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2 −   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7" name="Google Shape;197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787897" y="4503514"/>
              <a:ext cx="86997" cy="27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5968175" y="4475305"/>
            <a:ext cx="1109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37772" y="4483858"/>
            <a:ext cx="86997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5039435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1" name="Google Shape;201;p20"/>
          <p:cNvSpPr txBox="1"/>
          <p:nvPr/>
        </p:nvSpPr>
        <p:spPr>
          <a:xfrm>
            <a:off x="455675" y="4878599"/>
            <a:ext cx="66240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question, work out an equation for the line and use the key features to draw the line on the axes.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5675" y="6936177"/>
            <a:ext cx="15765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3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775250" y="6936177"/>
            <a:ext cx="1503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021625" y="6936177"/>
            <a:ext cx="1576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506424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2791063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6424" y="5385363"/>
            <a:ext cx="1503296" cy="146706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16">
            <a:alphaModFix/>
          </a:blip>
          <a:srcRect b="4979"/>
          <a:stretch>
            <a:fillRect/>
          </a:stretch>
        </p:blipFill>
        <p:spPr>
          <a:xfrm>
            <a:off x="2778078" y="5383494"/>
            <a:ext cx="1475076" cy="146706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039451" y="5359402"/>
            <a:ext cx="1462098" cy="147677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0" name="Google Shape;210;p20"/>
          <p:cNvGraphicFramePr>
            <a:graphicFrameLocks noGrp="1"/>
          </p:cNvGraphicFramePr>
          <p:nvPr/>
        </p:nvGraphicFramePr>
        <p:xfrm>
          <a:off x="455675" y="5341495"/>
          <a:ext cx="6624000" cy="402450"/>
        </p:xfrm>
        <a:graphic>
          <a:graphicData uri="http://schemas.openxmlformats.org/drawingml/2006/table">
            <a:tbl>
              <a:tblPr>
                <a:noFill/>
                <a:tableStyleId>{27D9779C-0389-4AC4-A521-29BBCEAC59DA}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0"/>
          <p:cNvSpPr txBox="1"/>
          <p:nvPr/>
        </p:nvSpPr>
        <p:spPr>
          <a:xfrm>
            <a:off x="496725" y="9308427"/>
            <a:ext cx="14622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685350" y="9308425"/>
            <a:ext cx="1648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942800" y="9273225"/>
            <a:ext cx="1648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880175" y="9646328"/>
            <a:ext cx="87000" cy="287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484401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2724396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4964390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20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629031" y="9706891"/>
            <a:ext cx="150500" cy="2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12769" y="9259417"/>
            <a:ext cx="87000" cy="27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399356" y="9281392"/>
            <a:ext cx="150500" cy="22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942812" y="7658035"/>
            <a:ext cx="1573858" cy="15467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70820" y="7649680"/>
            <a:ext cx="1544291" cy="156235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724404" y="7671384"/>
            <a:ext cx="1573859" cy="15373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24" name="Google Shape;224;p20"/>
          <p:cNvGraphicFramePr>
            <a:graphicFrameLocks noGrp="1"/>
          </p:cNvGraphicFramePr>
          <p:nvPr/>
        </p:nvGraphicFramePr>
        <p:xfrm>
          <a:off x="455675" y="7682171"/>
          <a:ext cx="6624000" cy="402450"/>
        </p:xfrm>
        <a:graphic>
          <a:graphicData uri="http://schemas.openxmlformats.org/drawingml/2006/table">
            <a:tbl>
              <a:tblPr>
                <a:noFill/>
                <a:tableStyleId>{27D9779C-0389-4AC4-A521-29BBCEAC59DA}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e)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5" name="Google Shape;225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41369" y="9656039"/>
            <a:ext cx="87000" cy="275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0"/>
          <p:cNvCxnSpPr/>
          <p:nvPr/>
        </p:nvCxnSpPr>
        <p:spPr>
          <a:xfrm>
            <a:off x="460045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7" name="Google Shape;227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75906" y="9224749"/>
            <a:ext cx="87000" cy="28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3" name="Google Shape;233;p21"/>
          <p:cNvSpPr txBox="1"/>
          <p:nvPr>
            <p:ph type="subTitle" idx="1"/>
          </p:nvPr>
        </p:nvSpPr>
        <p:spPr>
          <a:xfrm>
            <a:off x="1463400" y="360000"/>
            <a:ext cx="4782600" cy="1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equation of the line </a:t>
            </a:r>
            <a:r>
              <a:rPr lang="en-GB" sz="1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equation,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-intercept,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and draw the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Equations in the form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9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39" name="Google Shape;239;p21"/>
          <p:cNvGraphicFramePr>
            <a:graphicFrameLocks noGrp="1"/>
          </p:cNvGraphicFramePr>
          <p:nvPr/>
        </p:nvGraphicFramePr>
        <p:xfrm>
          <a:off x="468000" y="130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{27D9779C-0389-4AC4-A521-29BBCEAC59DA}</a:tableStyleId>
              </a:tblPr>
              <a:tblGrid>
                <a:gridCol w="2213700"/>
                <a:gridCol w="2168275"/>
                <a:gridCol w="224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+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1"/>
          <p:cNvSpPr txBox="1"/>
          <p:nvPr/>
        </p:nvSpPr>
        <p:spPr>
          <a:xfrm>
            <a:off x="468000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68000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(0,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752861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2,0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752861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0,2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974492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974492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619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7" name="Google Shape;2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686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698349"/>
            <a:ext cx="1592769" cy="155760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6450" y="1694190"/>
            <a:ext cx="1592765" cy="155020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7268" y="1690501"/>
            <a:ext cx="1592765" cy="15739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1" name="Google Shape;25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9212" y="6441700"/>
            <a:ext cx="2177685" cy="28820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2" name="Google Shape;252;p21"/>
          <p:cNvSpPr txBox="1"/>
          <p:nvPr/>
        </p:nvSpPr>
        <p:spPr>
          <a:xfrm>
            <a:off x="468000" y="4132875"/>
            <a:ext cx="66240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From the bar model, write the relationship as as an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0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8000" y="5951248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working, then draw the graph of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896625" y="4644564"/>
            <a:ext cx="16644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89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561024" y="4644564"/>
            <a:ext cx="4956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848625" y="4961570"/>
            <a:ext cx="10041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848629" y="4641438"/>
            <a:ext cx="19953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852716" y="4961570"/>
            <a:ext cx="4956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348314" y="4961570"/>
            <a:ext cx="4956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161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33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896625" y="5340889"/>
            <a:ext cx="36096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− y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848625" y="5340889"/>
            <a:ext cx="36096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y 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67999" y="4590639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419999" y="4642038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82400" y="65863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5(0) 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82400" y="6907013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82400" y="7261363"/>
            <a:ext cx="1684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82400" y="6249388"/>
            <a:ext cx="26058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u="sng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82400" y="7615713"/>
            <a:ext cx="199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10       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0,10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82400" y="83389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2(0)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82400" y="8659613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82400" y="9013963"/>
            <a:ext cx="1684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20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82400" y="8001988"/>
            <a:ext cx="26058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u="sng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82400" y="93683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4         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4, 0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77" name="Google Shape;27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9200" y="6405752"/>
            <a:ext cx="2177699" cy="291746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Finding the equation of the line ay + bx + c = 0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2024-01-08T16:51:23.558</cp:lastPrinted>
  <dcterms:created xsi:type="dcterms:W3CDTF">2024-01-08T16:51:23Z</dcterms:created>
  <dcterms:modified xsi:type="dcterms:W3CDTF">2024-01-08T16:51:34Z</dcterms:modified>
</cp:coreProperties>
</file>