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6B0296F1-30DA-4E07-9D77-38B6359D827F}">
  <a:tblStyle styleId="{6B0296F1-30DA-4E07-9D77-38B6359D827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4" name="Shape 174"/>
        <p:cNvGrpSpPr/>
        <p:nvPr/>
      </p:nvGrpSpPr>
      <p:grpSpPr>
        <a:xfrm>
          <a:off x="0" y="0"/>
          <a:ext cx="0" cy="0"/>
        </a:xfrm>
      </p:grpSpPr>
      <p:sp>
        <p:nvSpPr>
          <p:cNvPr id="175" name="Google Shape;175;g2a127820bf4_0_42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a127820bf4_0_4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4" name="Shape 184"/>
        <p:cNvGrpSpPr/>
        <p:nvPr/>
      </p:nvGrpSpPr>
      <p:grpSpPr>
        <a:xfrm>
          <a:off x="0" y="0"/>
          <a:ext cx="0" cy="0"/>
        </a:xfrm>
      </p:grpSpPr>
      <p:sp>
        <p:nvSpPr>
          <p:cNvPr id="185" name="Google Shape;185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8.png" /><Relationship Id="rId4" Type="http://schemas.openxmlformats.org/officeDocument/2006/relationships/image" Target="../media/image9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dynamic software to explore linear relationships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139865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Changing the gradient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4054150"/>
            <a:ext cx="3575100" cy="8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Plot the lines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−4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3" name="Google Shape;163;p20" descr="&lt;math xmlns=&quot;http://www.w3.org/1998/Math/MathML&quot; display=&quot;block&quot; data-is-equatio=&quot;1&quot; data-latex=&quot;y=\frac{1}{4}x&quot;&gt;&lt;mi&gt;y&lt;/mi&gt;&lt;mo&gt;=&lt;/mo&gt;&lt;mfrac&gt;&lt;mn&gt;1&lt;/mn&gt;&lt;mn&gt;4&lt;/mn&gt;&lt;/mfrac&gt;&lt;mi&gt;x&lt;/mi&gt;&lt;/math&gt;" title="y equals one fourth 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0763" y="3960951"/>
            <a:ext cx="483300" cy="32143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 txBox="1"/>
          <p:nvPr/>
        </p:nvSpPr>
        <p:spPr>
          <a:xfrm>
            <a:off x="468000" y="4347720"/>
            <a:ext cx="3227100" cy="4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Compare the two lines.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68000" y="5378550"/>
            <a:ext cx="3227100" cy="14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Plot the coordinates (2.4, 3) and (1.4,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 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1.75) and draw the straight line that goes through both and the origin. What is this line?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6" name="Google Shape;166;p20"/>
          <p:cNvGrpSpPr/>
          <p:nvPr/>
        </p:nvGrpSpPr>
        <p:grpSpPr>
          <a:xfrm>
            <a:off x="3845025" y="5408333"/>
            <a:ext cx="3092938" cy="2097093"/>
            <a:chOff x="3732291" y="1518200"/>
            <a:chExt cx="5072886" cy="3487598"/>
          </a:xfrm>
        </p:grpSpPr>
        <p:pic>
          <p:nvPicPr>
            <p:cNvPr id="167" name="Google Shape;167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732291" y="1518200"/>
              <a:ext cx="5072886" cy="3487598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168" name="Google Shape;168;p20"/>
            <p:cNvSpPr/>
            <p:nvPr/>
          </p:nvSpPr>
          <p:spPr>
            <a:xfrm>
              <a:off x="3747600" y="2689299"/>
              <a:ext cx="965700" cy="6282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9" name="Google Shape;169;p20"/>
          <p:cNvSpPr txBox="1"/>
          <p:nvPr/>
        </p:nvSpPr>
        <p:spPr>
          <a:xfrm>
            <a:off x="468000" y="7645675"/>
            <a:ext cx="3377100" cy="19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Draw the lines that recreate this pattern.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0" name="Google Shape;170;p20"/>
          <p:cNvCxnSpPr/>
          <p:nvPr/>
        </p:nvCxnSpPr>
        <p:spPr>
          <a:xfrm>
            <a:off x="46800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1" name="Google Shape;171;p20"/>
          <p:cNvSpPr txBox="1"/>
          <p:nvPr/>
        </p:nvSpPr>
        <p:spPr>
          <a:xfrm>
            <a:off x="468000" y="1993300"/>
            <a:ext cx="6624000" cy="6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You are the teacher.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Plot the line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add a table, turn the coordinates into crosses, and explain to the Oak students the link between the algebra, the table and the graph.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468000" y="1699100"/>
            <a:ext cx="6624000" cy="4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Dynamic software should be used to complete this task.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3" name="Google Shape;17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45025" y="7703575"/>
            <a:ext cx="2197626" cy="2196351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7" name="Shape 177"/>
        <p:cNvGrpSpPr/>
        <p:nvPr/>
      </p:nvGrpSpPr>
      <p:grpSpPr>
        <a:xfrm>
          <a:off x="0" y="0"/>
          <a:ext cx="0" cy="0"/>
        </a:xfrm>
      </p:grpSpPr>
      <p:sp>
        <p:nvSpPr>
          <p:cNvPr id="178" name="Google Shape;178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Using dynamic software to explore linear relationships</a:t>
            </a:r>
            <a:endParaRPr/>
          </a:p>
        </p:txBody>
      </p:sp>
      <p:sp>
        <p:nvSpPr>
          <p:cNvPr id="179" name="Google Shape;179;p21"/>
          <p:cNvSpPr txBox="1"/>
          <p:nvPr/>
        </p:nvSpPr>
        <p:spPr>
          <a:xfrm>
            <a:off x="468000" y="10572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Dynamic software should be used to complete this task.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Plot the lines and write a sentence or two comparing them.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Changing the </a:t>
            </a:r>
            <a:r>
              <a:rPr lang="en-GB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1"/>
          <p:cNvSpPr txBox="1"/>
          <p:nvPr/>
        </p:nvSpPr>
        <p:spPr>
          <a:xfrm>
            <a:off x="488050" y="1514450"/>
            <a:ext cx="1390200" cy="16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" name="Google Shape;182;p21"/>
          <p:cNvSpPr txBox="1"/>
          <p:nvPr/>
        </p:nvSpPr>
        <p:spPr>
          <a:xfrm>
            <a:off x="468000" y="5295175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Plot the lines and complete the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3" name="Google Shape;183;p21"/>
          <p:cNvGraphicFramePr>
            <a:graphicFrameLocks noGrp="1"/>
          </p:cNvGraphicFramePr>
          <p:nvPr/>
        </p:nvGraphicFramePr>
        <p:xfrm>
          <a:off x="471278" y="5590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{6B0296F1-30DA-4E07-9D77-38B6359D827F}</a:tableStyleId>
              </a:tblPr>
              <a:tblGrid>
                <a:gridCol w="1060875"/>
                <a:gridCol w="1060875"/>
                <a:gridCol w="1060875"/>
              </a:tblGrid>
              <a:tr h="3488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Line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Gradient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-intercept</a:t>
                      </a:r>
                      <a:endParaRPr sz="1200"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88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3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(0, 7)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88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3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88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0.2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8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(0, −3)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8875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−3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(0, 7)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7" name="Shape 187"/>
        <p:cNvGrpSpPr/>
        <p:nvPr/>
      </p:nvGrpSpPr>
      <p:grpSpPr>
        <a:xfrm>
          <a:off x="0" y="0"/>
          <a:ext cx="0" cy="0"/>
        </a:xfrm>
      </p:grpSpPr>
      <p:sp>
        <p:nvSpPr>
          <p:cNvPr id="188" name="Google Shape;188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189" name="Google Shape;189;p22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Using dynamic software to explore linear relationships</a:t>
            </a:r>
            <a:endParaRPr/>
          </a:p>
        </p:txBody>
      </p:sp>
      <p:sp>
        <p:nvSpPr>
          <p:cNvPr id="190" name="Google Shape;190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2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92" name="Google Shape;192;p22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Draw the lines that recreate these patterns.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3" name="Google Shape;19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700" y="1101950"/>
            <a:ext cx="2626300" cy="2856341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94" name="Google Shape;194;p22"/>
          <p:cNvSpPr txBox="1"/>
          <p:nvPr/>
        </p:nvSpPr>
        <p:spPr>
          <a:xfrm>
            <a:off x="468000" y="1101000"/>
            <a:ext cx="3969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5" name="Google Shape;19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4949" y="4349690"/>
            <a:ext cx="2626300" cy="2624703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96" name="Google Shape;196;p22"/>
          <p:cNvSpPr txBox="1"/>
          <p:nvPr/>
        </p:nvSpPr>
        <p:spPr>
          <a:xfrm>
            <a:off x="460865" y="4346600"/>
            <a:ext cx="3969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25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1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Using dynamic software to explore linear relationships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2024-01-08T16:51:49.506</cp:lastPrinted>
  <dcterms:created xsi:type="dcterms:W3CDTF">2024-01-08T16:51:49Z</dcterms:created>
  <dcterms:modified xsi:type="dcterms:W3CDTF">2024-01-08T16:52:15Z</dcterms:modified>
</cp:coreProperties>
</file>