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2F3B723-398F-4FAA-90FC-9FF99074BDBD}">
  <a:tblStyle styleId="{C2F3B723-398F-4FAA-90FC-9FF99074BD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" name="Shape 175"/>
        <p:cNvGrpSpPr/>
        <p:nvPr/>
      </p:nvGrpSpPr>
      <p:grpSpPr>
        <a:xfrm>
          <a:off x="0" y="0"/>
          <a:ext cx="0" cy="0"/>
        </a:xfrm>
      </p:grpSpPr>
      <p:sp>
        <p:nvSpPr>
          <p:cNvPr id="176" name="Google Shape;176;g2a0d4459528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0d445952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of change from a coordinate pair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0725" y="1774600"/>
            <a:ext cx="624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points A, B, C and D have been plotted on the same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Reading the axes accurately to calculate gradient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180" y="2190775"/>
            <a:ext cx="1824220" cy="18303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4" name="Google Shape;164;p20"/>
          <p:cNvSpPr txBox="1"/>
          <p:nvPr/>
        </p:nvSpPr>
        <p:spPr>
          <a:xfrm>
            <a:off x="467999" y="4087700"/>
            <a:ext cx="66240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Calculate the gradient of each line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00" y="4391450"/>
            <a:ext cx="1377095" cy="19502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5">
            <a:alphaModFix/>
          </a:blip>
          <a:srcRect l="3197" r="24947"/>
          <a:stretch>
            <a:fillRect/>
          </a:stretch>
        </p:blipFill>
        <p:spPr>
          <a:xfrm>
            <a:off x="2309234" y="4391450"/>
            <a:ext cx="1377096" cy="19502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6">
            <a:alphaModFix/>
          </a:blip>
          <a:srcRect r="10176"/>
          <a:stretch>
            <a:fillRect/>
          </a:stretch>
        </p:blipFill>
        <p:spPr>
          <a:xfrm>
            <a:off x="3873670" y="4391450"/>
            <a:ext cx="1377096" cy="198919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7">
            <a:alphaModFix/>
          </a:blip>
          <a:srcRect l="6960" r="16964"/>
          <a:stretch>
            <a:fillRect/>
          </a:stretch>
        </p:blipFill>
        <p:spPr>
          <a:xfrm>
            <a:off x="5438104" y="4391450"/>
            <a:ext cx="1377097" cy="19805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1456" y="6885650"/>
            <a:ext cx="1377102" cy="195449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9">
            <a:alphaModFix/>
          </a:blip>
          <a:srcRect l="11208" r="5700"/>
          <a:stretch>
            <a:fillRect/>
          </a:stretch>
        </p:blipFill>
        <p:spPr>
          <a:xfrm>
            <a:off x="2189701" y="6885650"/>
            <a:ext cx="1564434" cy="19805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10">
            <a:alphaModFix/>
          </a:blip>
          <a:srcRect l="17938" r="23383"/>
          <a:stretch>
            <a:fillRect/>
          </a:stretch>
        </p:blipFill>
        <p:spPr>
          <a:xfrm>
            <a:off x="3885280" y="6885650"/>
            <a:ext cx="1392429" cy="19806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11">
            <a:alphaModFix/>
          </a:blip>
          <a:srcRect r="23931"/>
          <a:stretch>
            <a:fillRect/>
          </a:stretch>
        </p:blipFill>
        <p:spPr>
          <a:xfrm>
            <a:off x="5445889" y="6885650"/>
            <a:ext cx="1415111" cy="19805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659100" y="2070800"/>
            <a:ext cx="39045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is steeper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B or C to 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C or B to 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B or A to C?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could you move the coordinate, D, to make this shape a parallelogram?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Rate of change from a coordinate pair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gradient from coordinate pairs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gradient of the line joining the 2 coordinates given. You may use the axis to help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303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607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911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86" name="Google Shape;186;p21"/>
          <p:cNvGraphicFramePr>
            <a:graphicFrameLocks noGrp="1"/>
          </p:cNvGraphicFramePr>
          <p:nvPr/>
        </p:nvGraphicFramePr>
        <p:xfrm>
          <a:off x="468000" y="1576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{C2F3B723-398F-4FAA-90FC-9FF99074BDBD}</a:tableStyleId>
              </a:tblPr>
              <a:tblGrid>
                <a:gridCol w="1591675"/>
                <a:gridCol w="1650625"/>
                <a:gridCol w="1689475"/>
                <a:gridCol w="1692225"/>
              </a:tblGrid>
              <a:tr h="337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(7,8) and (4,2)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1,8) and (1,2)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−1,−2) and (1,10)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(3,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−2) and (−5,10)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7" name="Google Shape;187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1"/>
          <p:cNvSpPr txBox="1"/>
          <p:nvPr/>
        </p:nvSpPr>
        <p:spPr>
          <a:xfrm>
            <a:off x="460800" y="4923100"/>
            <a:ext cx="6632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In each question, decide which line will be steeper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line joining (0,0) and (5,7) or the line joining (0,0) and (5,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line joining (0,0) and (3,4) or the line joining (0,0) and (6,7)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line joining (1,2) and (2,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or the line joining (5,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 (6,5)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line joining (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−4,4) and (5,−4) or the line joining (2,−1) and (11, 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6" name="Google Shape;19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Rate of change from a coordinate pair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Coordinates that lie on a straight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68000" y="1057200"/>
            <a:ext cx="6422700" cy="3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testing the gradient. See whether each set of 3 points lie on a straight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(1,2), (2,6) and (4,12)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8), (6,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and (13,3)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(0,9), (2,5) and (5,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0), (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and (3,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Rate of change from a coordinate pair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2024-01-08T16:49:26.258</cp:lastPrinted>
  <dcterms:created xsi:type="dcterms:W3CDTF">2024-01-08T16:49:26Z</dcterms:created>
  <dcterms:modified xsi:type="dcterms:W3CDTF">2024-01-08T16:49:52Z</dcterms:modified>
</cp:coreProperties>
</file>