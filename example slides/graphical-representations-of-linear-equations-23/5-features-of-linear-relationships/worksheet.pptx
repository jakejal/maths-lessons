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31A2BBA-C32A-431C-A47B-37EE9779AC8B}">
  <a:tblStyle styleId="{331A2BBA-C32A-431C-A47B-37EE9779AC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pic>
        <p:nvPicPr>
          <p:cNvPr id="159" name="Google Shape;159;p20" descr="&lt;math xmlns=&quot;http://www.w3.org/1998/Math/MathML&quot; data-is-equatio=&quot;1&quot; data-equatio-url=&quot;https://equatio-api.texthelp.com/desmos/get/10-11-2023/28c74ec8-65aa-4fad-a91d-30607ef475a7&quot; data-equatio-type=&quot;desmos&quot;&gt;&lt;mglyph src=&quot;https://equatio-api.texthelp.com/desmos/get/10-11-2023/28c74ec8-65aa-4fad-a91d-30607ef475a7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7902" t="19446" r="63318" b="12414"/>
          <a:stretch>
            <a:fillRect/>
          </a:stretch>
        </p:blipFill>
        <p:spPr>
          <a:xfrm>
            <a:off x="4450574" y="7175692"/>
            <a:ext cx="1406214" cy="249698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Features of linear relationships</a:t>
            </a:r>
            <a:endParaRPr/>
          </a:p>
        </p:txBody>
      </p:sp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89750"/>
            <a:ext cx="66240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Classify these relationships into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non-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525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The constant rate of change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648725" y="2101100"/>
            <a:ext cx="1966500" cy="1978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944499" y="2101100"/>
            <a:ext cx="1966500" cy="1978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61487" y="2725939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143114" y="2506102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61487" y="2462673"/>
            <a:ext cx="5748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709542" y="2177196"/>
            <a:ext cx="12078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993349" y="2177197"/>
            <a:ext cx="10980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Non-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143114" y="2812805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61487" y="3515738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61487" y="2199407"/>
            <a:ext cx="728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p20"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title="y equals one fourth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114" y="3119508"/>
            <a:ext cx="483300" cy="32144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61487" y="3252472"/>
            <a:ext cx="8745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61487" y="2989205"/>
            <a:ext cx="5748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143114" y="3515755"/>
            <a:ext cx="8745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143114" y="2199399"/>
            <a:ext cx="8745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20" descr="&lt;math xmlns=&quot;http://www.w3.org/1998/Math/MathML&quot; data-is-equatio=&quot;1&quot; data-equatio-url=&quot;https://equatio-api.texthelp.com/desmos/get/10-11-2023/28c74ec8-65aa-4fad-a91d-30607ef475a7&quot; data-equatio-type=&quot;desmos&quot;&gt;&lt;mglyph src=&quot;https://equatio-api.texthelp.com/desmos/get/10-11-2023/28c74ec8-65aa-4fad-a91d-30607ef475a7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7902" t="19446" r="63318" b="12414"/>
          <a:stretch>
            <a:fillRect/>
          </a:stretch>
        </p:blipFill>
        <p:spPr>
          <a:xfrm>
            <a:off x="4651870" y="4685567"/>
            <a:ext cx="1230882" cy="218566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57475" y="4299600"/>
            <a:ext cx="66240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 for the given range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values. Plot the relationships and show on the graph their constant rate of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1681052" y="4858187"/>
          <a:ext cx="1966500" cy="694825"/>
        </p:xfrm>
        <a:graphic>
          <a:graphicData uri="http://schemas.openxmlformats.org/drawingml/2006/table">
            <a:tbl>
              <a:tblPr>
                <a:noFill/>
                <a:tableStyleId>{331A2BBA-C32A-431C-A47B-37EE9779AC8B}</a:tableStyleId>
              </a:tblPr>
              <a:tblGrid>
                <a:gridCol w="327750"/>
                <a:gridCol w="327750"/>
                <a:gridCol w="327750"/>
                <a:gridCol w="327750"/>
                <a:gridCol w="327750"/>
                <a:gridCol w="327750"/>
              </a:tblGrid>
              <a:tr h="352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774935" y="4765340"/>
            <a:ext cx="135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endParaRPr sz="1200"/>
          </a:p>
        </p:txBody>
      </p:sp>
      <p:sp>
        <p:nvSpPr>
          <p:cNvPr id="183" name="Google Shape;183;p20"/>
          <p:cNvSpPr txBox="1"/>
          <p:nvPr/>
        </p:nvSpPr>
        <p:spPr>
          <a:xfrm>
            <a:off x="453725" y="4858165"/>
            <a:ext cx="321300" cy="19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939850" y="5663918"/>
            <a:ext cx="1239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553575" y="4657500"/>
            <a:ext cx="1239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89310" y="7083140"/>
            <a:ext cx="135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/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6176640"/>
            <a:ext cx="321300" cy="19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0"/>
          <p:cNvGraphicFramePr>
            <a:graphicFrameLocks noGrp="1"/>
          </p:cNvGraphicFramePr>
          <p:nvPr/>
        </p:nvGraphicFramePr>
        <p:xfrm>
          <a:off x="1681127" y="7606862"/>
          <a:ext cx="1966500" cy="694825"/>
        </p:xfrm>
        <a:graphic>
          <a:graphicData uri="http://schemas.openxmlformats.org/drawingml/2006/table">
            <a:tbl>
              <a:tblPr>
                <a:noFill/>
                <a:tableStyleId>{331A2BBA-C32A-431C-A47B-37EE9779AC8B}</a:tableStyleId>
              </a:tblPr>
              <a:tblGrid>
                <a:gridCol w="327750"/>
                <a:gridCol w="327750"/>
                <a:gridCol w="327750"/>
                <a:gridCol w="327750"/>
                <a:gridCol w="327750"/>
                <a:gridCol w="327750"/>
              </a:tblGrid>
              <a:tr h="352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5922020" y="8293396"/>
            <a:ext cx="14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280400" y="7143627"/>
            <a:ext cx="14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6" name="Google Shape;19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Features of linear relationships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199" name="Google Shape;199;p21" descr="&lt;math xmlns=&quot;http://www.w3.org/1998/Math/MathML&quot; data-is-equatio=&quot;1&quot; data-equatio-url=&quot;https://equatio-api.texthelp.com/desmos/get/10-11-2023/6feebd27-4d81-44fa-b8f4-dd45e64f6c5a&quot; data-equatio-type=&quot;desmos&quot;&gt;&lt;mglyph src=&quot;https://equatio-api.texthelp.com/desmos/get/10-11-2023/6feebd27-4d81-44fa-b8f4-dd45e64f6c5a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8776" t="8184" r="54761" b="11183"/>
          <a:stretch>
            <a:fillRect/>
          </a:stretch>
        </p:blipFill>
        <p:spPr>
          <a:xfrm>
            <a:off x="4063800" y="800985"/>
            <a:ext cx="1351210" cy="224101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468000" y="720000"/>
            <a:ext cx="33120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set of coordinates has a linear relationship with a constant rate of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values, plot the graph, and show the constant rate of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1"/>
          <p:cNvGraphicFramePr>
            <a:graphicFrameLocks noGrp="1"/>
          </p:cNvGraphicFramePr>
          <p:nvPr/>
        </p:nvGraphicFramePr>
        <p:xfrm>
          <a:off x="605922" y="18714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{331A2BBA-C32A-431C-A47B-37EE9779AC8B}</a:tableStyleId>
              </a:tblPr>
              <a:tblGrid>
                <a:gridCol w="365825"/>
                <a:gridCol w="365825"/>
                <a:gridCol w="365825"/>
                <a:gridCol w="365825"/>
                <a:gridCol w="365825"/>
                <a:gridCol w="365825"/>
              </a:tblGrid>
              <a:tr h="332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2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21"/>
          <p:cNvSpPr txBox="1"/>
          <p:nvPr/>
        </p:nvSpPr>
        <p:spPr>
          <a:xfrm>
            <a:off x="5495027" y="2279110"/>
            <a:ext cx="100800" cy="2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502828" y="720000"/>
            <a:ext cx="100800" cy="2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474757" y="31915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p21"/>
          <p:cNvSpPr txBox="1"/>
          <p:nvPr/>
        </p:nvSpPr>
        <p:spPr>
          <a:xfrm>
            <a:off x="465475" y="3705775"/>
            <a:ext cx="66324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coordinate pairs to their respective relationships and graphs.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59600" y="3337050"/>
            <a:ext cx="6632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Graphical and algebraic representations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39510" y="3974599"/>
            <a:ext cx="17001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 1)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(8, 7)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008738" y="4010496"/>
            <a:ext cx="21828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 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(8,−1)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147383" y="3994874"/>
            <a:ext cx="21828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(−4,−1)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(8, 5)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21" descr="&lt;math xmlns=&quot;http://www.w3.org/1998/Math/MathML&quot; display=&quot;block&quot; data-is-equatio=&quot;1&quot; data-latex=&quot;y=\frac{1}{2}x+3&quot;&gt;&lt;mi&gt;y&lt;/mi&gt;&lt;mo&gt;=&lt;/mo&gt;&lt;mfrac&gt;&lt;mn&gt;1&lt;/mn&gt;&lt;mn&gt;2&lt;/mn&gt;&lt;/mfrac&gt;&lt;mi&gt;x&lt;/mi&gt;&lt;mo&gt;+&lt;/mo&gt;&lt;mn&gt;3&lt;/mn&gt;&lt;/math&gt;" title="y equals one half x plu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0521" y="4391875"/>
            <a:ext cx="852113" cy="374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title="y equals 3 minus one half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740" y="4374435"/>
            <a:ext cx="857572" cy="374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&lt;math xmlns=&quot;http://www.w3.org/1998/Math/MathML&quot; display=&quot;block&quot; data-is-equatio=&quot;1&quot; data-latex=&quot;y=\frac{x+2}{2}&quot;&gt;&lt;mi&gt;y&lt;/mi&gt;&lt;mo&gt;=&lt;/mo&gt;&lt;mfrac&gt;&lt;mrow&gt;&lt;mi&gt;x&lt;/mi&gt;&lt;mo&gt;+&lt;/mo&gt;&lt;mn&gt;2&lt;/mn&gt;&lt;/mrow&gt;&lt;mn&gt;2&lt;/mn&gt;&lt;/mfrac&gt;&lt;/math&gt;" title="y equals the fraction with numerator x plus 2 and denominato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1200" y="4390750"/>
            <a:ext cx="751059" cy="374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1"/>
          <p:cNvGrpSpPr/>
          <p:nvPr/>
        </p:nvGrpSpPr>
        <p:grpSpPr>
          <a:xfrm>
            <a:off x="574764" y="4990569"/>
            <a:ext cx="1883028" cy="1380708"/>
            <a:chOff x="335295" y="2945975"/>
            <a:chExt cx="2553605" cy="1872401"/>
          </a:xfrm>
        </p:grpSpPr>
        <p:pic>
          <p:nvPicPr>
            <p:cNvPr id="214" name="Google Shape;214;p21" descr="&lt;math xmlns=&quot;http://www.w3.org/1998/Math/MathML&quot; data-is-equatio=&quot;1&quot; data-equatio-url=&quot;https://equatio-api.texthelp.com/desmos/get/10-11-2023/be33554d-7c00-45ed-9635-0f2db67c3823&quot; data-equatio-type=&quot;desmos&quot;&gt;&lt;mglyph src=&quot;https://equatio-api.texthelp.com/desmos/get/10-11-2023/be33554d-7c00-45ed-9635-0f2db67c3823&quot; alt=&quot;Equatio Desmos Graph&quot;/&gt;&lt;/math&gt;" title="Equatio Desmos Grap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35295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5" name="Google Shape;215;p21"/>
            <p:cNvCxnSpPr/>
            <p:nvPr/>
          </p:nvCxnSpPr>
          <p:spPr>
            <a:xfrm flipH="1">
              <a:off x="378200" y="318571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6" name="Google Shape;216;p21"/>
          <p:cNvGrpSpPr/>
          <p:nvPr/>
        </p:nvGrpSpPr>
        <p:grpSpPr>
          <a:xfrm>
            <a:off x="5125434" y="4990569"/>
            <a:ext cx="1851390" cy="1380708"/>
            <a:chOff x="5961130" y="2945975"/>
            <a:chExt cx="2510700" cy="1872401"/>
          </a:xfrm>
        </p:grpSpPr>
        <p:pic>
          <p:nvPicPr>
            <p:cNvPr id="217" name="Google Shape;217;p21" descr="&lt;math xmlns=&quot;http://www.w3.org/1998/Math/MathML&quot; data-is-equatio=&quot;1&quot; data-equatio-url=&quot;https://equatio-api.texthelp.com/desmos/get/10-11-2023/a6c2bdac-cb36-4d51-96b1-4628187e6658&quot; data-equatio-type=&quot;desmos&quot;&gt;&lt;mglyph src=&quot;https://equatio-api.texthelp.com/desmos/get/10-11-2023/a6c2bdac-cb36-4d51-96b1-4628187e6658&quot; alt=&quot;Equatio Desmos Graph&quot;/&gt;&lt;/math&gt;" title="Equatio Desmos Grap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96158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8" name="Google Shape;218;p21"/>
            <p:cNvCxnSpPr/>
            <p:nvPr/>
          </p:nvCxnSpPr>
          <p:spPr>
            <a:xfrm flipH="1">
              <a:off x="5961130" y="2992650"/>
              <a:ext cx="2510700" cy="12606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9" name="Google Shape;219;p21"/>
          <p:cNvGrpSpPr/>
          <p:nvPr/>
        </p:nvGrpSpPr>
        <p:grpSpPr>
          <a:xfrm>
            <a:off x="2958358" y="4990569"/>
            <a:ext cx="1843939" cy="1380708"/>
            <a:chOff x="3346330" y="2945975"/>
            <a:chExt cx="2500595" cy="1872401"/>
          </a:xfrm>
        </p:grpSpPr>
        <p:pic>
          <p:nvPicPr>
            <p:cNvPr id="220" name="Google Shape;220;p21" descr="&lt;math xmlns=&quot;http://www.w3.org/1998/Math/MathML&quot; data-is-equatio=&quot;1&quot; data-equatio-url=&quot;https://equatio-api.texthelp.com/desmos/get/10-11-2023/c868031d-500b-4f57-9c92-b0b1746ef3c5&quot; data-equatio-type=&quot;desmos&quot;&gt;&lt;mglyph src=&quot;https://equatio-api.texthelp.com/desmos/get/10-11-2023/c868031d-500b-4f57-9c92-b0b1746ef3c5&quot; alt=&quot;Equatio Desmos Graph&quot;/&gt;&lt;/math&gt;" title="Equatio Desmos Graph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346330" y="2945975"/>
              <a:ext cx="2496540" cy="18724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1" name="Google Shape;221;p21"/>
            <p:cNvCxnSpPr/>
            <p:nvPr/>
          </p:nvCxnSpPr>
          <p:spPr>
            <a:xfrm rot="10800000">
              <a:off x="3356625" y="3043400"/>
              <a:ext cx="2490300" cy="121980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2" name="Google Shape;222;p21"/>
          <p:cNvSpPr txBox="1"/>
          <p:nvPr/>
        </p:nvSpPr>
        <p:spPr>
          <a:xfrm>
            <a:off x="639500" y="4483051"/>
            <a:ext cx="2799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3015100" y="4483051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196400" y="4483051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639500" y="5151776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007815" y="5304176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196400" y="5304176"/>
            <a:ext cx="3441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Features of linear relationships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2024-01-08T16:47:43.770</cp:lastPrinted>
  <dcterms:created xsi:type="dcterms:W3CDTF">2024-01-08T16:47:43Z</dcterms:created>
  <dcterms:modified xsi:type="dcterms:W3CDTF">2024-01-08T16:47:53Z</dcterms:modified>
</cp:coreProperties>
</file>