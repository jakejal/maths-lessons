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358F8BA4-BFA9-4E01-9792-7788BC56B042}">
  <a:tblStyle styleId="{358F8BA4-BFA9-4E01-9792-7788BC56B04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50" name="Shape 250"/>
        <p:cNvGrpSpPr/>
        <p:nvPr/>
      </p:nvGrpSpPr>
      <p:grpSpPr>
        <a:xfrm>
          <a:off x="0" y="0"/>
          <a:ext cx="0" cy="0"/>
        </a:xfrm>
      </p:grpSpPr>
      <p:sp>
        <p:nvSpPr>
          <p:cNvPr id="251" name="Google Shape;251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10" Type="http://schemas.openxmlformats.org/officeDocument/2006/relationships/image" Target="../media/image18.png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1.png" /><Relationship Id="rId4" Type="http://schemas.openxmlformats.org/officeDocument/2006/relationships/image" Target="../media/image12.png" /><Relationship Id="rId5" Type="http://schemas.openxmlformats.org/officeDocument/2006/relationships/image" Target="../media/image13.png" /><Relationship Id="rId6" Type="http://schemas.openxmlformats.org/officeDocument/2006/relationships/image" Target="../media/image14.png" /><Relationship Id="rId7" Type="http://schemas.openxmlformats.org/officeDocument/2006/relationships/image" Target="../media/image15.png" /><Relationship Id="rId8" Type="http://schemas.openxmlformats.org/officeDocument/2006/relationships/image" Target="../media/image16.png" /><Relationship Id="rId9" Type="http://schemas.openxmlformats.org/officeDocument/2006/relationships/image" Target="../media/image17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Features of linear relationships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789750"/>
            <a:ext cx="66240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Classify these relationships into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linear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non-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linear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45255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The constant rate of change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1648725" y="2101100"/>
            <a:ext cx="1966500" cy="19785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3944499" y="2101100"/>
            <a:ext cx="1966500" cy="19785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1850358" y="2509202"/>
            <a:ext cx="7287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2684462" y="2507662"/>
            <a:ext cx="7287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+ 4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139071" y="2507087"/>
            <a:ext cx="5748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1709542" y="2177196"/>
            <a:ext cx="1207800" cy="2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Linear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3993349" y="2177197"/>
            <a:ext cx="1098000" cy="2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Non-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linear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1772773" y="3702118"/>
            <a:ext cx="1510200" cy="2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Exponent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031127" y="3702118"/>
            <a:ext cx="16380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Exponents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1850358" y="2958053"/>
            <a:ext cx="7287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2684462" y="2956513"/>
            <a:ext cx="7287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2684462" y="3349257"/>
            <a:ext cx="7287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0.4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7" name="Google Shape;187;p20" descr="&lt;math xmlns=&quot;http://www.w3.org/1998/Math/MathML&quot; display=&quot;block&quot; data-is-equatio=&quot;1&quot; data-latex=&quot;y=\frac{1}{4}x&quot;&gt;&lt;mi&gt;y&lt;/mi&gt;&lt;mo&gt;=&lt;/mo&gt;&lt;mfrac&gt;&lt;mn&gt;1&lt;/mn&gt;&lt;mn&gt;4&lt;/mn&gt;&lt;/mfrac&gt;&lt;mi&gt;x&lt;/mi&gt;&lt;/math&gt;" title="y equals one fourth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1899" y="3262100"/>
            <a:ext cx="483300" cy="321443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5036764" y="2507079"/>
            <a:ext cx="8745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 baseline="30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+ 4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4139071" y="2955937"/>
            <a:ext cx="5748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5036764" y="2955930"/>
            <a:ext cx="8745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+ 4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4139069" y="3348674"/>
            <a:ext cx="8745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0.4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2" name="Google Shape;192;p20" descr="&lt;math xmlns=&quot;http://www.w3.org/1998/Math/MathML&quot; data-is-equatio=&quot;1&quot; data-equatio-url=&quot;https://equatio-api.texthelp.com/desmos/get/10-11-2023/28c74ec8-65aa-4fad-a91d-30607ef475a7&quot; data-equatio-type=&quot;desmos&quot;&gt;&lt;mglyph src=&quot;https://equatio-api.texthelp.com/desmos/get/10-11-2023/28c74ec8-65aa-4fad-a91d-30607ef475a7&quot; alt=&quot;Equatio Desmos Graph&quot;/&gt;&lt;/math&gt;" title="Equatio Desmos Graph"/>
          <p:cNvPicPr preferRelativeResize="0"/>
          <p:nvPr/>
        </p:nvPicPr>
        <p:blipFill>
          <a:blip r:embed="rId4">
            <a:alphaModFix/>
          </a:blip>
          <a:srcRect l="7902" t="19446" r="63318" b="12414"/>
          <a:stretch>
            <a:fillRect/>
          </a:stretch>
        </p:blipFill>
        <p:spPr>
          <a:xfrm>
            <a:off x="4651870" y="4685567"/>
            <a:ext cx="1230882" cy="2185666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457475" y="4299600"/>
            <a:ext cx="6624000" cy="7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Complete the table for the given range of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values. Plot the relationships and show on the graph their constant rate of change.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4" name="Google Shape;194;p20"/>
          <p:cNvGraphicFramePr>
            <a:graphicFrameLocks noGrp="1"/>
          </p:cNvGraphicFramePr>
          <p:nvPr/>
        </p:nvGraphicFramePr>
        <p:xfrm>
          <a:off x="1681052" y="4858187"/>
          <a:ext cx="1966500" cy="694825"/>
        </p:xfrm>
        <a:graphic>
          <a:graphicData uri="http://schemas.openxmlformats.org/drawingml/2006/table">
            <a:tbl>
              <a:tblPr>
                <a:noFill/>
                <a:tableStyleId>{358F8BA4-BFA9-4E01-9792-7788BC56B042}</a:tableStyleId>
              </a:tblPr>
              <a:tblGrid>
                <a:gridCol w="327750"/>
                <a:gridCol w="327750"/>
                <a:gridCol w="327750"/>
                <a:gridCol w="327750"/>
                <a:gridCol w="327750"/>
                <a:gridCol w="327750"/>
              </a:tblGrid>
              <a:tr h="352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200" i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5" name="Google Shape;195;p20"/>
          <p:cNvSpPr txBox="1"/>
          <p:nvPr/>
        </p:nvSpPr>
        <p:spPr>
          <a:xfrm>
            <a:off x="774935" y="4765340"/>
            <a:ext cx="135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− 5</a:t>
            </a:r>
            <a:endParaRPr sz="1200"/>
          </a:p>
        </p:txBody>
      </p:sp>
      <p:sp>
        <p:nvSpPr>
          <p:cNvPr id="196" name="Google Shape;196;p20"/>
          <p:cNvSpPr txBox="1"/>
          <p:nvPr/>
        </p:nvSpPr>
        <p:spPr>
          <a:xfrm>
            <a:off x="453725" y="4858165"/>
            <a:ext cx="321300" cy="19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5939850" y="5663918"/>
            <a:ext cx="1239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4553575" y="4657500"/>
            <a:ext cx="1239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9" name="Google Shape;199;p20" descr="&lt;math xmlns=&quot;http://www.w3.org/1998/Math/MathML&quot; data-is-equatio=&quot;1&quot; data-equatio-url=&quot;https://equatio-api.texthelp.com/desmos/get/10-11-2023/aff219cc-7c53-4496-8aa8-3a23fd8d44b9&quot; data-equatio-type=&quot;desmos&quot;&gt;&lt;mglyph src=&quot;https://equatio-api.texthelp.com/desmos/get/10-11-2023/aff219cc-7c53-4496-8aa8-3a23fd8d44b9&quot; alt=&quot;Equatio Desmos Graph&quot;/&gt;&lt;/math&gt;" title="Equatio Desmos Graph"/>
          <p:cNvPicPr preferRelativeResize="0"/>
          <p:nvPr/>
        </p:nvPicPr>
        <p:blipFill>
          <a:blip r:embed="rId5">
            <a:alphaModFix/>
          </a:blip>
          <a:srcRect l="7902" t="19446" r="63275" b="12414"/>
          <a:stretch>
            <a:fillRect/>
          </a:stretch>
        </p:blipFill>
        <p:spPr>
          <a:xfrm>
            <a:off x="4651870" y="4685571"/>
            <a:ext cx="1232724" cy="21856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0" name="Google Shape;200;p20"/>
          <p:cNvGrpSpPr/>
          <p:nvPr/>
        </p:nvGrpSpPr>
        <p:grpSpPr>
          <a:xfrm>
            <a:off x="4990874" y="5960470"/>
            <a:ext cx="391389" cy="573550"/>
            <a:chOff x="6706188" y="3328975"/>
            <a:chExt cx="588732" cy="1039605"/>
          </a:xfrm>
        </p:grpSpPr>
        <p:grpSp>
          <p:nvGrpSpPr>
            <p:cNvPr id="201" name="Google Shape;201;p20"/>
            <p:cNvGrpSpPr/>
            <p:nvPr/>
          </p:nvGrpSpPr>
          <p:grpSpPr>
            <a:xfrm>
              <a:off x="6706188" y="3328975"/>
              <a:ext cx="295800" cy="771600"/>
              <a:chOff x="6706188" y="3328975"/>
              <a:chExt cx="295800" cy="771600"/>
            </a:xfrm>
          </p:grpSpPr>
          <p:cxnSp>
            <p:nvCxnSpPr>
              <p:cNvPr id="202" name="Google Shape;202;p20"/>
              <p:cNvCxnSpPr/>
              <p:nvPr/>
            </p:nvCxnSpPr>
            <p:spPr>
              <a:xfrm rot="10800000" flipH="1">
                <a:off x="6706188" y="4097575"/>
                <a:ext cx="295800" cy="30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03" name="Google Shape;203;p20"/>
              <p:cNvCxnSpPr/>
              <p:nvPr/>
            </p:nvCxnSpPr>
            <p:spPr>
              <a:xfrm rot="10800000" flipH="1">
                <a:off x="6975225" y="3328975"/>
                <a:ext cx="900" cy="7716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204" name="Google Shape;204;p20"/>
            <p:cNvSpPr/>
            <p:nvPr/>
          </p:nvSpPr>
          <p:spPr>
            <a:xfrm>
              <a:off x="6790925" y="4166080"/>
              <a:ext cx="295800" cy="202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+1</a:t>
              </a:r>
              <a:endParaRPr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5" name="Google Shape;205;p20"/>
            <p:cNvSpPr/>
            <p:nvPr/>
          </p:nvSpPr>
          <p:spPr>
            <a:xfrm>
              <a:off x="6999120" y="3698680"/>
              <a:ext cx="295800" cy="2025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06" name="Google Shape;206;p20"/>
          <p:cNvGrpSpPr/>
          <p:nvPr/>
        </p:nvGrpSpPr>
        <p:grpSpPr>
          <a:xfrm>
            <a:off x="5190113" y="5561938"/>
            <a:ext cx="391389" cy="573550"/>
            <a:chOff x="6706188" y="3328975"/>
            <a:chExt cx="588732" cy="1039605"/>
          </a:xfrm>
        </p:grpSpPr>
        <p:grpSp>
          <p:nvGrpSpPr>
            <p:cNvPr id="207" name="Google Shape;207;p20"/>
            <p:cNvGrpSpPr/>
            <p:nvPr/>
          </p:nvGrpSpPr>
          <p:grpSpPr>
            <a:xfrm>
              <a:off x="6706188" y="3328975"/>
              <a:ext cx="295800" cy="771600"/>
              <a:chOff x="6706188" y="3328975"/>
              <a:chExt cx="295800" cy="771600"/>
            </a:xfrm>
          </p:grpSpPr>
          <p:cxnSp>
            <p:nvCxnSpPr>
              <p:cNvPr id="208" name="Google Shape;208;p20"/>
              <p:cNvCxnSpPr/>
              <p:nvPr/>
            </p:nvCxnSpPr>
            <p:spPr>
              <a:xfrm rot="10800000" flipH="1">
                <a:off x="6706188" y="4097575"/>
                <a:ext cx="295800" cy="30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09" name="Google Shape;209;p20"/>
              <p:cNvCxnSpPr/>
              <p:nvPr/>
            </p:nvCxnSpPr>
            <p:spPr>
              <a:xfrm rot="10800000" flipH="1">
                <a:off x="6975225" y="3328975"/>
                <a:ext cx="900" cy="7716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210" name="Google Shape;210;p20"/>
            <p:cNvSpPr/>
            <p:nvPr/>
          </p:nvSpPr>
          <p:spPr>
            <a:xfrm>
              <a:off x="6790925" y="4166080"/>
              <a:ext cx="295800" cy="202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+1</a:t>
              </a:r>
              <a:endParaRPr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1" name="Google Shape;211;p20"/>
            <p:cNvSpPr/>
            <p:nvPr/>
          </p:nvSpPr>
          <p:spPr>
            <a:xfrm>
              <a:off x="6999120" y="3698680"/>
              <a:ext cx="295800" cy="2025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12" name="Google Shape;212;p20"/>
          <p:cNvGrpSpPr/>
          <p:nvPr/>
        </p:nvGrpSpPr>
        <p:grpSpPr>
          <a:xfrm>
            <a:off x="5396159" y="5163405"/>
            <a:ext cx="391389" cy="573550"/>
            <a:chOff x="6706188" y="3328975"/>
            <a:chExt cx="588732" cy="1039605"/>
          </a:xfrm>
        </p:grpSpPr>
        <p:grpSp>
          <p:nvGrpSpPr>
            <p:cNvPr id="213" name="Google Shape;213;p20"/>
            <p:cNvGrpSpPr/>
            <p:nvPr/>
          </p:nvGrpSpPr>
          <p:grpSpPr>
            <a:xfrm>
              <a:off x="6706188" y="3328975"/>
              <a:ext cx="295800" cy="771600"/>
              <a:chOff x="6706188" y="3328975"/>
              <a:chExt cx="295800" cy="771600"/>
            </a:xfrm>
          </p:grpSpPr>
          <p:cxnSp>
            <p:nvCxnSpPr>
              <p:cNvPr id="214" name="Google Shape;214;p20"/>
              <p:cNvCxnSpPr/>
              <p:nvPr/>
            </p:nvCxnSpPr>
            <p:spPr>
              <a:xfrm rot="10800000" flipH="1">
                <a:off x="6706188" y="4097575"/>
                <a:ext cx="295800" cy="30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15" name="Google Shape;215;p20"/>
              <p:cNvCxnSpPr/>
              <p:nvPr/>
            </p:nvCxnSpPr>
            <p:spPr>
              <a:xfrm rot="10800000" flipH="1">
                <a:off x="6975225" y="3328975"/>
                <a:ext cx="900" cy="7716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216" name="Google Shape;216;p20"/>
            <p:cNvSpPr/>
            <p:nvPr/>
          </p:nvSpPr>
          <p:spPr>
            <a:xfrm>
              <a:off x="6790925" y="4166080"/>
              <a:ext cx="295800" cy="202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+1</a:t>
              </a:r>
              <a:endParaRPr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7" name="Google Shape;217;p20"/>
            <p:cNvSpPr/>
            <p:nvPr/>
          </p:nvSpPr>
          <p:spPr>
            <a:xfrm>
              <a:off x="6999120" y="3698680"/>
              <a:ext cx="295800" cy="2025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18" name="Google Shape;218;p20"/>
          <p:cNvGrpSpPr/>
          <p:nvPr/>
        </p:nvGrpSpPr>
        <p:grpSpPr>
          <a:xfrm>
            <a:off x="5592044" y="4758115"/>
            <a:ext cx="391389" cy="573550"/>
            <a:chOff x="6706188" y="3328975"/>
            <a:chExt cx="588732" cy="1039605"/>
          </a:xfrm>
        </p:grpSpPr>
        <p:grpSp>
          <p:nvGrpSpPr>
            <p:cNvPr id="219" name="Google Shape;219;p20"/>
            <p:cNvGrpSpPr/>
            <p:nvPr/>
          </p:nvGrpSpPr>
          <p:grpSpPr>
            <a:xfrm>
              <a:off x="6706188" y="3328975"/>
              <a:ext cx="295800" cy="771600"/>
              <a:chOff x="6706188" y="3328975"/>
              <a:chExt cx="295800" cy="771600"/>
            </a:xfrm>
          </p:grpSpPr>
          <p:cxnSp>
            <p:nvCxnSpPr>
              <p:cNvPr id="220" name="Google Shape;220;p20"/>
              <p:cNvCxnSpPr/>
              <p:nvPr/>
            </p:nvCxnSpPr>
            <p:spPr>
              <a:xfrm rot="10800000" flipH="1">
                <a:off x="6706188" y="4097575"/>
                <a:ext cx="295800" cy="30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21" name="Google Shape;221;p20"/>
              <p:cNvCxnSpPr/>
              <p:nvPr/>
            </p:nvCxnSpPr>
            <p:spPr>
              <a:xfrm rot="10800000" flipH="1">
                <a:off x="6975225" y="3328975"/>
                <a:ext cx="900" cy="7716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222" name="Google Shape;222;p20"/>
            <p:cNvSpPr/>
            <p:nvPr/>
          </p:nvSpPr>
          <p:spPr>
            <a:xfrm>
              <a:off x="6790925" y="4166080"/>
              <a:ext cx="295800" cy="202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+1</a:t>
              </a:r>
              <a:endParaRPr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3" name="Google Shape;223;p20"/>
            <p:cNvSpPr/>
            <p:nvPr/>
          </p:nvSpPr>
          <p:spPr>
            <a:xfrm>
              <a:off x="6999120" y="3698680"/>
              <a:ext cx="295800" cy="2025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224" name="Google Shape;224;p20"/>
          <p:cNvCxnSpPr/>
          <p:nvPr/>
        </p:nvCxnSpPr>
        <p:spPr>
          <a:xfrm rot="10800000" flipH="1">
            <a:off x="4723656" y="4676384"/>
            <a:ext cx="1088100" cy="21762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5" name="Google Shape;225;p20"/>
          <p:cNvSpPr txBox="1"/>
          <p:nvPr/>
        </p:nvSpPr>
        <p:spPr>
          <a:xfrm>
            <a:off x="459727" y="5704450"/>
            <a:ext cx="3187800" cy="7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Because of the constant rate of change this is a </a:t>
            </a: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linear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relationship.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26" name="Google Shape;226;p20" descr="&lt;math xmlns=&quot;http://www.w3.org/1998/Math/MathML&quot; data-is-equatio=&quot;1&quot; data-equatio-url=&quot;https://equatio-api.texthelp.com/desmos/get/10-11-2023/28c74ec8-65aa-4fad-a91d-30607ef475a7&quot; data-equatio-type=&quot;desmos&quot;&gt;&lt;mglyph src=&quot;https://equatio-api.texthelp.com/desmos/get/10-11-2023/28c74ec8-65aa-4fad-a91d-30607ef475a7&quot; alt=&quot;Equatio Desmos Graph&quot;/&gt;&lt;/math&gt;" title="Equatio Desmos Graph"/>
          <p:cNvPicPr preferRelativeResize="0"/>
          <p:nvPr/>
        </p:nvPicPr>
        <p:blipFill>
          <a:blip r:embed="rId4">
            <a:alphaModFix/>
          </a:blip>
          <a:srcRect l="7902" t="19446" r="63318" b="12414"/>
          <a:stretch>
            <a:fillRect/>
          </a:stretch>
        </p:blipFill>
        <p:spPr>
          <a:xfrm>
            <a:off x="4450574" y="7175692"/>
            <a:ext cx="1406214" cy="249698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0"/>
          <p:cNvSpPr txBox="1"/>
          <p:nvPr/>
        </p:nvSpPr>
        <p:spPr>
          <a:xfrm>
            <a:off x="789310" y="7083140"/>
            <a:ext cx="135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3 −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/>
          </a:p>
        </p:txBody>
      </p:sp>
      <p:sp>
        <p:nvSpPr>
          <p:cNvPr id="228" name="Google Shape;228;p20"/>
          <p:cNvSpPr txBox="1"/>
          <p:nvPr/>
        </p:nvSpPr>
        <p:spPr>
          <a:xfrm>
            <a:off x="468000" y="6176640"/>
            <a:ext cx="321300" cy="19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9" name="Google Shape;229;p20"/>
          <p:cNvGraphicFramePr>
            <a:graphicFrameLocks noGrp="1"/>
          </p:cNvGraphicFramePr>
          <p:nvPr/>
        </p:nvGraphicFramePr>
        <p:xfrm>
          <a:off x="1681127" y="7606862"/>
          <a:ext cx="1966500" cy="694825"/>
        </p:xfrm>
        <a:graphic>
          <a:graphicData uri="http://schemas.openxmlformats.org/drawingml/2006/table">
            <a:tbl>
              <a:tblPr>
                <a:noFill/>
                <a:tableStyleId>{358F8BA4-BFA9-4E01-9792-7788BC56B042}</a:tableStyleId>
              </a:tblPr>
              <a:tblGrid>
                <a:gridCol w="327750"/>
                <a:gridCol w="327750"/>
                <a:gridCol w="327750"/>
                <a:gridCol w="327750"/>
                <a:gridCol w="327750"/>
                <a:gridCol w="327750"/>
              </a:tblGrid>
              <a:tr h="352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200" i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30" name="Google Shape;230;p20" descr="&lt;math xmlns=&quot;http://www.w3.org/1998/Math/MathML&quot; data-is-equatio=&quot;1&quot; data-equatio-url=&quot;https://equatio-api.texthelp.com/desmos/get/10-11-2023/12908210-a725-476a-92a7-d4813c8347c4&quot; data-equatio-type=&quot;desmos&quot;&gt;&lt;mglyph src=&quot;https://equatio-api.texthelp.com/desmos/get/10-11-2023/12908210-a725-476a-92a7-d4813c8347c4&quot; alt=&quot;Equatio Desmos Graph&quot;/&gt;&lt;/math&gt;" title="Equatio Desmos Graph"/>
          <p:cNvPicPr preferRelativeResize="0"/>
          <p:nvPr/>
        </p:nvPicPr>
        <p:blipFill>
          <a:blip r:embed="rId6">
            <a:alphaModFix/>
          </a:blip>
          <a:srcRect l="7226" t="19446" r="63277" b="12414"/>
          <a:stretch>
            <a:fillRect/>
          </a:stretch>
        </p:blipFill>
        <p:spPr>
          <a:xfrm>
            <a:off x="4404767" y="7175696"/>
            <a:ext cx="1441234" cy="2496981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0"/>
          <p:cNvSpPr txBox="1"/>
          <p:nvPr/>
        </p:nvSpPr>
        <p:spPr>
          <a:xfrm>
            <a:off x="5922020" y="8293396"/>
            <a:ext cx="1416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4280400" y="7143627"/>
            <a:ext cx="1416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33" name="Google Shape;233;p20"/>
          <p:cNvGrpSpPr/>
          <p:nvPr/>
        </p:nvGrpSpPr>
        <p:grpSpPr>
          <a:xfrm>
            <a:off x="5061673" y="8198458"/>
            <a:ext cx="224660" cy="217568"/>
            <a:chOff x="6706188" y="4097575"/>
            <a:chExt cx="295800" cy="829464"/>
          </a:xfrm>
        </p:grpSpPr>
        <p:cxnSp>
          <p:nvCxnSpPr>
            <p:cNvPr id="234" name="Google Shape;234;p20"/>
            <p:cNvCxnSpPr/>
            <p:nvPr/>
          </p:nvCxnSpPr>
          <p:spPr>
            <a:xfrm rot="10800000" flipH="1">
              <a:off x="6706188" y="4097575"/>
              <a:ext cx="295800" cy="3000"/>
            </a:xfrm>
            <a:prstGeom prst="straightConnector1">
              <a:avLst/>
            </a:prstGeom>
            <a:noFill/>
            <a:ln w="28575" cap="flat" cmpd="sng">
              <a:solidFill>
                <a:srgbClr val="845AD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35" name="Google Shape;235;p20"/>
            <p:cNvCxnSpPr/>
            <p:nvPr/>
          </p:nvCxnSpPr>
          <p:spPr>
            <a:xfrm>
              <a:off x="6975225" y="4155439"/>
              <a:ext cx="900" cy="771600"/>
            </a:xfrm>
            <a:prstGeom prst="straightConnector1">
              <a:avLst/>
            </a:prstGeom>
            <a:noFill/>
            <a:ln w="28575" cap="flat" cmpd="sng">
              <a:solidFill>
                <a:srgbClr val="845AD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236" name="Google Shape;236;p20"/>
          <p:cNvGrpSpPr/>
          <p:nvPr/>
        </p:nvGrpSpPr>
        <p:grpSpPr>
          <a:xfrm>
            <a:off x="4821367" y="7786035"/>
            <a:ext cx="502363" cy="398214"/>
            <a:chOff x="2818523" y="2249698"/>
            <a:chExt cx="661440" cy="524311"/>
          </a:xfrm>
        </p:grpSpPr>
        <p:grpSp>
          <p:nvGrpSpPr>
            <p:cNvPr id="237" name="Google Shape;237;p20"/>
            <p:cNvGrpSpPr/>
            <p:nvPr/>
          </p:nvGrpSpPr>
          <p:grpSpPr>
            <a:xfrm>
              <a:off x="2845525" y="2487595"/>
              <a:ext cx="295800" cy="286414"/>
              <a:chOff x="6706188" y="4097575"/>
              <a:chExt cx="295800" cy="829464"/>
            </a:xfrm>
          </p:grpSpPr>
          <p:cxnSp>
            <p:nvCxnSpPr>
              <p:cNvPr id="238" name="Google Shape;238;p20"/>
              <p:cNvCxnSpPr/>
              <p:nvPr/>
            </p:nvCxnSpPr>
            <p:spPr>
              <a:xfrm rot="10800000" flipH="1">
                <a:off x="6706188" y="4097575"/>
                <a:ext cx="295800" cy="30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39" name="Google Shape;239;p20"/>
              <p:cNvCxnSpPr/>
              <p:nvPr/>
            </p:nvCxnSpPr>
            <p:spPr>
              <a:xfrm>
                <a:off x="6975225" y="4155439"/>
                <a:ext cx="900" cy="7716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240" name="Google Shape;240;p20"/>
            <p:cNvSpPr/>
            <p:nvPr/>
          </p:nvSpPr>
          <p:spPr>
            <a:xfrm>
              <a:off x="2818523" y="2249698"/>
              <a:ext cx="295800" cy="168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+1</a:t>
              </a:r>
              <a:endParaRPr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1" name="Google Shape;241;p20"/>
            <p:cNvSpPr/>
            <p:nvPr/>
          </p:nvSpPr>
          <p:spPr>
            <a:xfrm>
              <a:off x="3184162" y="2512109"/>
              <a:ext cx="295800" cy="1680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−1</a:t>
              </a:r>
              <a:endParaRPr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42" name="Google Shape;242;p20"/>
          <p:cNvGrpSpPr/>
          <p:nvPr/>
        </p:nvGrpSpPr>
        <p:grpSpPr>
          <a:xfrm>
            <a:off x="5293181" y="8429968"/>
            <a:ext cx="224660" cy="217568"/>
            <a:chOff x="6706188" y="4097575"/>
            <a:chExt cx="295800" cy="829464"/>
          </a:xfrm>
        </p:grpSpPr>
        <p:cxnSp>
          <p:nvCxnSpPr>
            <p:cNvPr id="243" name="Google Shape;243;p20"/>
            <p:cNvCxnSpPr/>
            <p:nvPr/>
          </p:nvCxnSpPr>
          <p:spPr>
            <a:xfrm rot="10800000" flipH="1">
              <a:off x="6706188" y="4097575"/>
              <a:ext cx="295800" cy="3000"/>
            </a:xfrm>
            <a:prstGeom prst="straightConnector1">
              <a:avLst/>
            </a:prstGeom>
            <a:noFill/>
            <a:ln w="28575" cap="flat" cmpd="sng">
              <a:solidFill>
                <a:srgbClr val="845AD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44" name="Google Shape;244;p20"/>
            <p:cNvCxnSpPr/>
            <p:nvPr/>
          </p:nvCxnSpPr>
          <p:spPr>
            <a:xfrm>
              <a:off x="6975225" y="4155439"/>
              <a:ext cx="900" cy="771600"/>
            </a:xfrm>
            <a:prstGeom prst="straightConnector1">
              <a:avLst/>
            </a:prstGeom>
            <a:noFill/>
            <a:ln w="28575" cap="flat" cmpd="sng">
              <a:solidFill>
                <a:srgbClr val="845AD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245" name="Google Shape;245;p20"/>
          <p:cNvGrpSpPr/>
          <p:nvPr/>
        </p:nvGrpSpPr>
        <p:grpSpPr>
          <a:xfrm>
            <a:off x="5524689" y="8661477"/>
            <a:ext cx="224660" cy="217568"/>
            <a:chOff x="6706188" y="4097575"/>
            <a:chExt cx="295800" cy="829464"/>
          </a:xfrm>
        </p:grpSpPr>
        <p:cxnSp>
          <p:nvCxnSpPr>
            <p:cNvPr id="246" name="Google Shape;246;p20"/>
            <p:cNvCxnSpPr/>
            <p:nvPr/>
          </p:nvCxnSpPr>
          <p:spPr>
            <a:xfrm rot="10800000" flipH="1">
              <a:off x="6706188" y="4097575"/>
              <a:ext cx="295800" cy="3000"/>
            </a:xfrm>
            <a:prstGeom prst="straightConnector1">
              <a:avLst/>
            </a:prstGeom>
            <a:noFill/>
            <a:ln w="28575" cap="flat" cmpd="sng">
              <a:solidFill>
                <a:srgbClr val="845AD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47" name="Google Shape;247;p20"/>
            <p:cNvCxnSpPr/>
            <p:nvPr/>
          </p:nvCxnSpPr>
          <p:spPr>
            <a:xfrm>
              <a:off x="6975225" y="4155439"/>
              <a:ext cx="900" cy="771600"/>
            </a:xfrm>
            <a:prstGeom prst="straightConnector1">
              <a:avLst/>
            </a:prstGeom>
            <a:noFill/>
            <a:ln w="28575" cap="flat" cmpd="sng">
              <a:solidFill>
                <a:srgbClr val="845AD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cxnSp>
        <p:nvCxnSpPr>
          <p:cNvPr id="248" name="Google Shape;248;p20"/>
          <p:cNvCxnSpPr/>
          <p:nvPr/>
        </p:nvCxnSpPr>
        <p:spPr>
          <a:xfrm>
            <a:off x="4428396" y="7589929"/>
            <a:ext cx="1405200" cy="14052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9" name="Google Shape;249;p20"/>
          <p:cNvSpPr txBox="1"/>
          <p:nvPr/>
        </p:nvSpPr>
        <p:spPr>
          <a:xfrm>
            <a:off x="468000" y="8456075"/>
            <a:ext cx="3187800" cy="7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Because of the constant rate of change this is a </a:t>
            </a: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linear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relationship.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53" name="Shape 253"/>
        <p:cNvGrpSpPr/>
        <p:nvPr/>
      </p:nvGrpSpPr>
      <p:grpSpPr>
        <a:xfrm>
          <a:off x="0" y="0"/>
          <a:ext cx="0" cy="0"/>
        </a:xfrm>
      </p:grpSpPr>
      <p:sp>
        <p:nvSpPr>
          <p:cNvPr id="254" name="Google Shape;254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55" name="Google Shape;255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Features of linear relationships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pic>
        <p:nvPicPr>
          <p:cNvPr id="258" name="Google Shape;258;p21" descr="&lt;math xmlns=&quot;http://www.w3.org/1998/Math/MathML&quot; data-is-equatio=&quot;1&quot; data-equatio-url=&quot;https://equatio-api.texthelp.com/desmos/get/10-11-2023/6feebd27-4d81-44fa-b8f4-dd45e64f6c5a&quot; data-equatio-type=&quot;desmos&quot;&gt;&lt;mglyph src=&quot;https://equatio-api.texthelp.com/desmos/get/10-11-2023/6feebd27-4d81-44fa-b8f4-dd45e64f6c5a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8776" t="8184" r="54761" b="11183"/>
          <a:stretch>
            <a:fillRect/>
          </a:stretch>
        </p:blipFill>
        <p:spPr>
          <a:xfrm>
            <a:off x="4140000" y="800985"/>
            <a:ext cx="1351210" cy="224101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1"/>
          <p:cNvSpPr txBox="1"/>
          <p:nvPr/>
        </p:nvSpPr>
        <p:spPr>
          <a:xfrm>
            <a:off x="468000" y="720000"/>
            <a:ext cx="3312000" cy="10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This set of coordinates has a linear relationship with a constant rate of change.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missing values, plot the graph, and show the constant rate of change.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60" name="Google Shape;260;p21"/>
          <p:cNvGraphicFramePr>
            <a:graphicFrameLocks noGrp="1"/>
          </p:cNvGraphicFramePr>
          <p:nvPr/>
        </p:nvGraphicFramePr>
        <p:xfrm>
          <a:off x="605922" y="18714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{358F8BA4-BFA9-4E01-9792-7788BC56B042}</a:tableStyleId>
              </a:tblPr>
              <a:tblGrid>
                <a:gridCol w="365825"/>
                <a:gridCol w="365825"/>
                <a:gridCol w="365825"/>
                <a:gridCol w="365825"/>
                <a:gridCol w="365825"/>
                <a:gridCol w="365825"/>
              </a:tblGrid>
              <a:tr h="3320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2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200" i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61" name="Google Shape;261;p21" descr="&lt;math xmlns=&quot;http://www.w3.org/1998/Math/MathML&quot; data-is-equatio=&quot;1&quot; data-equatio-url=&quot;https://equatio-api.texthelp.com/desmos/get/10-11-2023/6e6c04ad-ad40-4f4b-afcf-74c8ec8d38a2&quot; data-equatio-type=&quot;desmos&quot;&gt;&lt;mglyph src=&quot;https://equatio-api.texthelp.com/desmos/get/10-11-2023/6e6c04ad-ad40-4f4b-afcf-74c8ec8d38a2&quot; alt=&quot;Equatio Desmos Graph&quot;/&gt;&lt;/math&gt;" title="Equatio Desmos Graph"/>
          <p:cNvPicPr preferRelativeResize="0"/>
          <p:nvPr/>
        </p:nvPicPr>
        <p:blipFill>
          <a:blip r:embed="rId4">
            <a:alphaModFix/>
          </a:blip>
          <a:srcRect l="8859" t="8184" r="55270" b="11183"/>
          <a:stretch>
            <a:fillRect/>
          </a:stretch>
        </p:blipFill>
        <p:spPr>
          <a:xfrm>
            <a:off x="4143148" y="800985"/>
            <a:ext cx="1329232" cy="224101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1"/>
          <p:cNvSpPr txBox="1"/>
          <p:nvPr/>
        </p:nvSpPr>
        <p:spPr>
          <a:xfrm>
            <a:off x="5495027" y="2279110"/>
            <a:ext cx="100800" cy="2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>
            <a:off x="4502828" y="720000"/>
            <a:ext cx="100800" cy="2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64" name="Google Shape;264;p21"/>
          <p:cNvGrpSpPr/>
          <p:nvPr/>
        </p:nvGrpSpPr>
        <p:grpSpPr>
          <a:xfrm>
            <a:off x="4221080" y="2374793"/>
            <a:ext cx="604119" cy="559469"/>
            <a:chOff x="4866040" y="2982615"/>
            <a:chExt cx="1117911" cy="1035288"/>
          </a:xfrm>
        </p:grpSpPr>
        <p:sp>
          <p:nvSpPr>
            <p:cNvPr id="265" name="Google Shape;265;p21"/>
            <p:cNvSpPr/>
            <p:nvPr/>
          </p:nvSpPr>
          <p:spPr>
            <a:xfrm>
              <a:off x="5002770" y="3849903"/>
              <a:ext cx="549300" cy="168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6" name="Google Shape;266;p21"/>
            <p:cNvSpPr/>
            <p:nvPr/>
          </p:nvSpPr>
          <p:spPr>
            <a:xfrm>
              <a:off x="5434651" y="3462042"/>
              <a:ext cx="549300" cy="1680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+3</a:t>
              </a:r>
              <a:endParaRPr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67" name="Google Shape;267;p21"/>
            <p:cNvGrpSpPr/>
            <p:nvPr/>
          </p:nvGrpSpPr>
          <p:grpSpPr>
            <a:xfrm>
              <a:off x="4866040" y="2982615"/>
              <a:ext cx="549425" cy="828295"/>
              <a:chOff x="4855875" y="2982615"/>
              <a:chExt cx="549425" cy="828295"/>
            </a:xfrm>
          </p:grpSpPr>
          <p:cxnSp>
            <p:nvCxnSpPr>
              <p:cNvPr id="268" name="Google Shape;268;p21"/>
              <p:cNvCxnSpPr/>
              <p:nvPr/>
            </p:nvCxnSpPr>
            <p:spPr>
              <a:xfrm rot="10800000">
                <a:off x="5401400" y="2982615"/>
                <a:ext cx="3900" cy="813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69" name="Google Shape;269;p21"/>
              <p:cNvCxnSpPr/>
              <p:nvPr/>
            </p:nvCxnSpPr>
            <p:spPr>
              <a:xfrm rot="10800000" flipH="1">
                <a:off x="4855875" y="3805810"/>
                <a:ext cx="549300" cy="51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270" name="Google Shape;270;p21"/>
          <p:cNvGrpSpPr/>
          <p:nvPr/>
        </p:nvGrpSpPr>
        <p:grpSpPr>
          <a:xfrm>
            <a:off x="4520291" y="1932855"/>
            <a:ext cx="604099" cy="559457"/>
            <a:chOff x="4866040" y="2982615"/>
            <a:chExt cx="1117875" cy="1035265"/>
          </a:xfrm>
        </p:grpSpPr>
        <p:sp>
          <p:nvSpPr>
            <p:cNvPr id="271" name="Google Shape;271;p21"/>
            <p:cNvSpPr/>
            <p:nvPr/>
          </p:nvSpPr>
          <p:spPr>
            <a:xfrm>
              <a:off x="5002816" y="3849880"/>
              <a:ext cx="549300" cy="168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2" name="Google Shape;272;p21"/>
            <p:cNvSpPr/>
            <p:nvPr/>
          </p:nvSpPr>
          <p:spPr>
            <a:xfrm>
              <a:off x="5434615" y="3462065"/>
              <a:ext cx="549300" cy="1680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+3</a:t>
              </a:r>
              <a:endParaRPr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73" name="Google Shape;273;p21"/>
            <p:cNvGrpSpPr/>
            <p:nvPr/>
          </p:nvGrpSpPr>
          <p:grpSpPr>
            <a:xfrm>
              <a:off x="4866040" y="2982615"/>
              <a:ext cx="549425" cy="828295"/>
              <a:chOff x="4855875" y="2982615"/>
              <a:chExt cx="549425" cy="828295"/>
            </a:xfrm>
          </p:grpSpPr>
          <p:cxnSp>
            <p:nvCxnSpPr>
              <p:cNvPr id="274" name="Google Shape;274;p21"/>
              <p:cNvCxnSpPr/>
              <p:nvPr/>
            </p:nvCxnSpPr>
            <p:spPr>
              <a:xfrm rot="10800000">
                <a:off x="5401400" y="2982615"/>
                <a:ext cx="3900" cy="813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75" name="Google Shape;275;p21"/>
              <p:cNvCxnSpPr/>
              <p:nvPr/>
            </p:nvCxnSpPr>
            <p:spPr>
              <a:xfrm rot="10800000" flipH="1">
                <a:off x="4855875" y="3805810"/>
                <a:ext cx="549300" cy="51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276" name="Google Shape;276;p21"/>
          <p:cNvGrpSpPr/>
          <p:nvPr/>
        </p:nvGrpSpPr>
        <p:grpSpPr>
          <a:xfrm>
            <a:off x="4808516" y="1488192"/>
            <a:ext cx="604099" cy="559471"/>
            <a:chOff x="4866040" y="2982615"/>
            <a:chExt cx="1117874" cy="1035290"/>
          </a:xfrm>
        </p:grpSpPr>
        <p:sp>
          <p:nvSpPr>
            <p:cNvPr id="277" name="Google Shape;277;p21"/>
            <p:cNvSpPr/>
            <p:nvPr/>
          </p:nvSpPr>
          <p:spPr>
            <a:xfrm>
              <a:off x="5002816" y="3849905"/>
              <a:ext cx="549300" cy="168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8" name="Google Shape;278;p21"/>
            <p:cNvSpPr/>
            <p:nvPr/>
          </p:nvSpPr>
          <p:spPr>
            <a:xfrm>
              <a:off x="5434614" y="3462044"/>
              <a:ext cx="549300" cy="1680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+3</a:t>
              </a:r>
              <a:endParaRPr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79" name="Google Shape;279;p21"/>
            <p:cNvGrpSpPr/>
            <p:nvPr/>
          </p:nvGrpSpPr>
          <p:grpSpPr>
            <a:xfrm>
              <a:off x="4866040" y="2982615"/>
              <a:ext cx="549425" cy="828295"/>
              <a:chOff x="4855875" y="2982615"/>
              <a:chExt cx="549425" cy="828295"/>
            </a:xfrm>
          </p:grpSpPr>
          <p:cxnSp>
            <p:nvCxnSpPr>
              <p:cNvPr id="280" name="Google Shape;280;p21"/>
              <p:cNvCxnSpPr/>
              <p:nvPr/>
            </p:nvCxnSpPr>
            <p:spPr>
              <a:xfrm rot="10800000">
                <a:off x="5401400" y="2982615"/>
                <a:ext cx="3900" cy="813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81" name="Google Shape;281;p21"/>
              <p:cNvCxnSpPr/>
              <p:nvPr/>
            </p:nvCxnSpPr>
            <p:spPr>
              <a:xfrm rot="10800000" flipH="1">
                <a:off x="4855875" y="3805810"/>
                <a:ext cx="549300" cy="51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282" name="Google Shape;282;p21"/>
          <p:cNvGrpSpPr/>
          <p:nvPr/>
        </p:nvGrpSpPr>
        <p:grpSpPr>
          <a:xfrm>
            <a:off x="5110452" y="1037995"/>
            <a:ext cx="604125" cy="559468"/>
            <a:chOff x="4866040" y="2982615"/>
            <a:chExt cx="1117921" cy="1035284"/>
          </a:xfrm>
        </p:grpSpPr>
        <p:sp>
          <p:nvSpPr>
            <p:cNvPr id="283" name="Google Shape;283;p21"/>
            <p:cNvSpPr/>
            <p:nvPr/>
          </p:nvSpPr>
          <p:spPr>
            <a:xfrm>
              <a:off x="5002776" y="3849899"/>
              <a:ext cx="549300" cy="168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4" name="Google Shape;284;p21"/>
            <p:cNvSpPr/>
            <p:nvPr/>
          </p:nvSpPr>
          <p:spPr>
            <a:xfrm>
              <a:off x="5434661" y="3462038"/>
              <a:ext cx="549300" cy="1680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+3</a:t>
              </a:r>
              <a:endParaRPr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85" name="Google Shape;285;p21"/>
            <p:cNvGrpSpPr/>
            <p:nvPr/>
          </p:nvGrpSpPr>
          <p:grpSpPr>
            <a:xfrm>
              <a:off x="4866040" y="2982615"/>
              <a:ext cx="549425" cy="828295"/>
              <a:chOff x="4855875" y="2982615"/>
              <a:chExt cx="549425" cy="828295"/>
            </a:xfrm>
          </p:grpSpPr>
          <p:cxnSp>
            <p:nvCxnSpPr>
              <p:cNvPr id="286" name="Google Shape;286;p21"/>
              <p:cNvCxnSpPr/>
              <p:nvPr/>
            </p:nvCxnSpPr>
            <p:spPr>
              <a:xfrm rot="10800000">
                <a:off x="5401400" y="2982615"/>
                <a:ext cx="3900" cy="813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87" name="Google Shape;287;p21"/>
              <p:cNvCxnSpPr/>
              <p:nvPr/>
            </p:nvCxnSpPr>
            <p:spPr>
              <a:xfrm rot="10800000" flipH="1">
                <a:off x="4855875" y="3805810"/>
                <a:ext cx="549300" cy="51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cxnSp>
        <p:nvCxnSpPr>
          <p:cNvPr id="288" name="Google Shape;288;p21"/>
          <p:cNvCxnSpPr/>
          <p:nvPr/>
        </p:nvCxnSpPr>
        <p:spPr>
          <a:xfrm rot="10800000" flipH="1">
            <a:off x="4144236" y="946483"/>
            <a:ext cx="1312800" cy="19665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9" name="Google Shape;289;p21"/>
          <p:cNvSpPr txBox="1"/>
          <p:nvPr/>
        </p:nvSpPr>
        <p:spPr>
          <a:xfrm>
            <a:off x="468000" y="2642575"/>
            <a:ext cx="33120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Constant rate of change makes a </a:t>
            </a: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linear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relationship.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90" name="Google Shape;290;p21"/>
          <p:cNvCxnSpPr/>
          <p:nvPr/>
        </p:nvCxnSpPr>
        <p:spPr>
          <a:xfrm>
            <a:off x="474757" y="319151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1" name="Google Shape;291;p21"/>
          <p:cNvSpPr txBox="1"/>
          <p:nvPr/>
        </p:nvSpPr>
        <p:spPr>
          <a:xfrm>
            <a:off x="465475" y="3705775"/>
            <a:ext cx="66324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Match the coordinate pairs to their respective relationships and graphs.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1"/>
          <p:cNvSpPr txBox="1"/>
          <p:nvPr/>
        </p:nvSpPr>
        <p:spPr>
          <a:xfrm>
            <a:off x="459600" y="3337050"/>
            <a:ext cx="66324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Graphical and algebraic representations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5397673" y="4552674"/>
            <a:ext cx="17001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(−4, 1)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(8, 7)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3264063" y="4552684"/>
            <a:ext cx="21828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(−4, 5)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(8,−1)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>
            <a:off x="830708" y="4552684"/>
            <a:ext cx="21828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(−4,−1)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(8, 5)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6" name="Google Shape;296;p21" descr="&lt;math xmlns=&quot;http://www.w3.org/1998/Math/MathML&quot; display=&quot;block&quot; data-is-equatio=&quot;1&quot; data-latex=&quot;y=\frac{1}{2}x+3&quot;&gt;&lt;mi&gt;y&lt;/mi&gt;&lt;mo&gt;=&lt;/mo&gt;&lt;mfrac&gt;&lt;mn&gt;1&lt;/mn&gt;&lt;mn&gt;2&lt;/mn&gt;&lt;/mfrac&gt;&lt;mi&gt;x&lt;/mi&gt;&lt;mo&gt;+&lt;/mo&gt;&lt;mn&gt;3&lt;/mn&gt;&lt;/math&gt;" title="y equals one half x plus 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42896" y="4016100"/>
            <a:ext cx="852113" cy="374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1" descr="&lt;math xmlns=&quot;http://www.w3.org/1998/Math/MathML&quot; display=&quot;block&quot; data-is-equatio=&quot;1&quot; data-latex=&quot;y=3-\frac{1}{2}x&quot;&gt;&lt;mi&gt;y&lt;/mi&gt;&lt;mo&gt;=&lt;/mo&gt;&lt;mn&gt;3&lt;/mn&gt;&lt;mo&gt;−&lt;/mo&gt;&lt;mfrac&gt;&lt;mn&gt;1&lt;/mn&gt;&lt;mn&gt;2&lt;/mn&gt;&lt;/mfrac&gt;&lt;mi&gt;x&lt;/mi&gt;&lt;/math&gt;" title="y equals 3 minus one half 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99890" y="4016110"/>
            <a:ext cx="857572" cy="374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1" descr="&lt;math xmlns=&quot;http://www.w3.org/1998/Math/MathML&quot; display=&quot;block&quot; data-is-equatio=&quot;1&quot; data-latex=&quot;y=\frac{x+2}{2}&quot;&gt;&lt;mi&gt;y&lt;/mi&gt;&lt;mo&gt;=&lt;/mo&gt;&lt;mfrac&gt;&lt;mrow&gt;&lt;mi&gt;x&lt;/mi&gt;&lt;mo&gt;+&lt;/mo&gt;&lt;mn&gt;2&lt;/mn&gt;&lt;/mrow&gt;&lt;mn&gt;2&lt;/mn&gt;&lt;/mfrac&gt;&lt;/math&gt;" title="y equals the fraction with numerator x plus 2 and denominator 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87775" y="4046312"/>
            <a:ext cx="751059" cy="3741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9" name="Google Shape;299;p21"/>
          <p:cNvGrpSpPr/>
          <p:nvPr/>
        </p:nvGrpSpPr>
        <p:grpSpPr>
          <a:xfrm>
            <a:off x="574764" y="4990569"/>
            <a:ext cx="1883028" cy="1380708"/>
            <a:chOff x="335295" y="2945975"/>
            <a:chExt cx="2553605" cy="1872401"/>
          </a:xfrm>
        </p:grpSpPr>
        <p:pic>
          <p:nvPicPr>
            <p:cNvPr id="300" name="Google Shape;300;p21" descr="&lt;math xmlns=&quot;http://www.w3.org/1998/Math/MathML&quot; data-is-equatio=&quot;1&quot; data-equatio-url=&quot;https://equatio-api.texthelp.com/desmos/get/10-11-2023/be33554d-7c00-45ed-9635-0f2db67c3823&quot; data-equatio-type=&quot;desmos&quot;&gt;&lt;mglyph src=&quot;https://equatio-api.texthelp.com/desmos/get/10-11-2023/be33554d-7c00-45ed-9635-0f2db67c3823&quot; alt=&quot;Equatio Desmos Graph&quot;/&gt;&lt;/math&gt;" title="Equatio Desmos Graph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335295" y="2945975"/>
              <a:ext cx="2496540" cy="1872401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01" name="Google Shape;301;p21"/>
            <p:cNvCxnSpPr/>
            <p:nvPr/>
          </p:nvCxnSpPr>
          <p:spPr>
            <a:xfrm flipH="1">
              <a:off x="378200" y="3185710"/>
              <a:ext cx="2510700" cy="1260600"/>
            </a:xfrm>
            <a:prstGeom prst="straightConnector1">
              <a:avLst/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02" name="Google Shape;302;p21"/>
          <p:cNvGrpSpPr/>
          <p:nvPr/>
        </p:nvGrpSpPr>
        <p:grpSpPr>
          <a:xfrm>
            <a:off x="5125434" y="4990569"/>
            <a:ext cx="1851390" cy="1380708"/>
            <a:chOff x="5961130" y="2945975"/>
            <a:chExt cx="2510700" cy="1872401"/>
          </a:xfrm>
        </p:grpSpPr>
        <p:pic>
          <p:nvPicPr>
            <p:cNvPr id="303" name="Google Shape;303;p21" descr="&lt;math xmlns=&quot;http://www.w3.org/1998/Math/MathML&quot; data-is-equatio=&quot;1&quot; data-equatio-url=&quot;https://equatio-api.texthelp.com/desmos/get/10-11-2023/a6c2bdac-cb36-4d51-96b1-4628187e6658&quot; data-equatio-type=&quot;desmos&quot;&gt;&lt;mglyph src=&quot;https://equatio-api.texthelp.com/desmos/get/10-11-2023/a6c2bdac-cb36-4d51-96b1-4628187e6658&quot; alt=&quot;Equatio Desmos Graph&quot;/&gt;&lt;/math&gt;" title="Equatio Desmos Graph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5961580" y="2945975"/>
              <a:ext cx="2496540" cy="1872401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04" name="Google Shape;304;p21"/>
            <p:cNvCxnSpPr/>
            <p:nvPr/>
          </p:nvCxnSpPr>
          <p:spPr>
            <a:xfrm flipH="1">
              <a:off x="5961130" y="2992650"/>
              <a:ext cx="2510700" cy="1260600"/>
            </a:xfrm>
            <a:prstGeom prst="straightConnector1">
              <a:avLst/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05" name="Google Shape;305;p21"/>
          <p:cNvGrpSpPr/>
          <p:nvPr/>
        </p:nvGrpSpPr>
        <p:grpSpPr>
          <a:xfrm>
            <a:off x="2958358" y="4990569"/>
            <a:ext cx="1843939" cy="1380708"/>
            <a:chOff x="3346330" y="2945975"/>
            <a:chExt cx="2500595" cy="1872401"/>
          </a:xfrm>
        </p:grpSpPr>
        <p:pic>
          <p:nvPicPr>
            <p:cNvPr id="306" name="Google Shape;306;p21" descr="&lt;math xmlns=&quot;http://www.w3.org/1998/Math/MathML&quot; data-is-equatio=&quot;1&quot; data-equatio-url=&quot;https://equatio-api.texthelp.com/desmos/get/10-11-2023/c868031d-500b-4f57-9c92-b0b1746ef3c5&quot; data-equatio-type=&quot;desmos&quot;&gt;&lt;mglyph src=&quot;https://equatio-api.texthelp.com/desmos/get/10-11-2023/c868031d-500b-4f57-9c92-b0b1746ef3c5&quot; alt=&quot;Equatio Desmos Graph&quot;/&gt;&lt;/math&gt;" title="Equatio Desmos Graph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3346330" y="2945975"/>
              <a:ext cx="2496540" cy="1872401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07" name="Google Shape;307;p21"/>
            <p:cNvCxnSpPr/>
            <p:nvPr/>
          </p:nvCxnSpPr>
          <p:spPr>
            <a:xfrm rot="10800000">
              <a:off x="3356625" y="3043400"/>
              <a:ext cx="2490300" cy="1219800"/>
            </a:xfrm>
            <a:prstGeom prst="straightConnector1">
              <a:avLst/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08" name="Google Shape;308;p21"/>
          <p:cNvSpPr txBox="1"/>
          <p:nvPr/>
        </p:nvSpPr>
        <p:spPr>
          <a:xfrm>
            <a:off x="465475" y="6484575"/>
            <a:ext cx="66324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Matching coordinates to quadrants is a good place to start.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9" name="Google Shape;309;p21"/>
          <p:cNvSpPr txBox="1"/>
          <p:nvPr/>
        </p:nvSpPr>
        <p:spPr>
          <a:xfrm>
            <a:off x="3264075" y="4114826"/>
            <a:ext cx="2799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0" name="Google Shape;310;p21"/>
          <p:cNvSpPr txBox="1"/>
          <p:nvPr/>
        </p:nvSpPr>
        <p:spPr>
          <a:xfrm>
            <a:off x="5370473" y="4117514"/>
            <a:ext cx="3441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830700" y="4114829"/>
            <a:ext cx="3441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F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2" name="Google Shape;312;p21"/>
          <p:cNvSpPr txBox="1"/>
          <p:nvPr/>
        </p:nvSpPr>
        <p:spPr>
          <a:xfrm>
            <a:off x="635277" y="5387351"/>
            <a:ext cx="3441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G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3" name="Google Shape;313;p21"/>
          <p:cNvSpPr txBox="1"/>
          <p:nvPr/>
        </p:nvSpPr>
        <p:spPr>
          <a:xfrm>
            <a:off x="3000265" y="5387364"/>
            <a:ext cx="3441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H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4" name="Google Shape;314;p21"/>
          <p:cNvSpPr txBox="1"/>
          <p:nvPr/>
        </p:nvSpPr>
        <p:spPr>
          <a:xfrm>
            <a:off x="5228050" y="5387364"/>
            <a:ext cx="3441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I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69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Features of linear relationships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2024-01-08T16:48:02.593</cp:lastPrinted>
  <dcterms:created xsi:type="dcterms:W3CDTF">2024-01-08T16:48:02Z</dcterms:created>
  <dcterms:modified xsi:type="dcterms:W3CDTF">2024-01-08T16:48:12Z</dcterms:modified>
</cp:coreProperties>
</file>