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627B70B-3CC8-499E-9063-E9A5BAB0B6C1}">
  <a:tblStyle styleId="{A627B70B-3CC8-499E-9063-E9A5BAB0B6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equation of the line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3050" y="1804875"/>
            <a:ext cx="66090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graph, work out an equation for the line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Writing the equation of a line from key features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7900" y="4722550"/>
            <a:ext cx="16827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468000" y="2131350"/>
          <a:ext cx="6624000" cy="454125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2208000"/>
                <a:gridCol w="2208000"/>
                <a:gridCol w="2208000"/>
              </a:tblGrid>
              <a:tr h="454125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568" y="2585475"/>
            <a:ext cx="1497832" cy="19411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rcRect l="3018" r="4968"/>
          <a:stretch>
            <a:fillRect/>
          </a:stretch>
        </p:blipFill>
        <p:spPr>
          <a:xfrm>
            <a:off x="2412571" y="2585475"/>
            <a:ext cx="1972347" cy="19411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2592744"/>
            <a:ext cx="1252040" cy="190893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8" name="Google Shape;168;p20"/>
          <p:cNvSpPr txBox="1"/>
          <p:nvPr/>
        </p:nvSpPr>
        <p:spPr>
          <a:xfrm>
            <a:off x="2412575" y="4722550"/>
            <a:ext cx="19725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984575" y="4722550"/>
            <a:ext cx="16827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467900" y="5532775"/>
          <a:ext cx="6624000" cy="40245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2208000"/>
                <a:gridCol w="2208000"/>
                <a:gridCol w="22080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1" name="Google Shape;17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9951" y="5967750"/>
            <a:ext cx="1599215" cy="177509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31588" y="5967750"/>
            <a:ext cx="1264287" cy="184186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01" y="5967750"/>
            <a:ext cx="2044792" cy="175520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4" name="Google Shape;174;p20"/>
          <p:cNvSpPr txBox="1"/>
          <p:nvPr/>
        </p:nvSpPr>
        <p:spPr>
          <a:xfrm>
            <a:off x="467802" y="8009875"/>
            <a:ext cx="19722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endParaRPr sz="12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827603" y="8009875"/>
            <a:ext cx="15993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983277" y="8009875"/>
            <a:ext cx="18525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4823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3" name="Google Shape;18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equation of the line 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Finding the equation of a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equation of the line which has the table of values shown.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1"/>
          <p:cNvGraphicFramePr>
            <a:graphicFrameLocks noGrp="1"/>
          </p:cNvGraphicFramePr>
          <p:nvPr/>
        </p:nvGraphicFramePr>
        <p:xfrm>
          <a:off x="896263" y="13836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680700"/>
                <a:gridCol w="680700"/>
                <a:gridCol w="680700"/>
                <a:gridCol w="680700"/>
              </a:tblGrid>
              <a:tr h="24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9" name="Google Shape;189;p21"/>
          <p:cNvGraphicFramePr>
            <a:graphicFrameLocks noGrp="1"/>
          </p:cNvGraphicFramePr>
          <p:nvPr/>
        </p:nvGraphicFramePr>
        <p:xfrm>
          <a:off x="896263" y="2053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677950"/>
                <a:gridCol w="677950"/>
                <a:gridCol w="677950"/>
                <a:gridCol w="677950"/>
              </a:tblGrid>
              <a:tr h="24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0" name="Google Shape;190;p21"/>
          <p:cNvGraphicFramePr>
            <a:graphicFrameLocks noGrp="1"/>
          </p:cNvGraphicFramePr>
          <p:nvPr/>
        </p:nvGraphicFramePr>
        <p:xfrm>
          <a:off x="896263" y="2831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650775"/>
                <a:gridCol w="650775"/>
                <a:gridCol w="650775"/>
                <a:gridCol w="650775"/>
                <a:gridCol w="650775"/>
              </a:tblGrid>
              <a:tr h="24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1" name="Google Shape;191;p21"/>
          <p:cNvGraphicFramePr>
            <a:graphicFrameLocks noGrp="1"/>
          </p:cNvGraphicFramePr>
          <p:nvPr/>
        </p:nvGraphicFramePr>
        <p:xfrm>
          <a:off x="896263" y="3577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650775"/>
                <a:gridCol w="650775"/>
                <a:gridCol w="650775"/>
                <a:gridCol w="650775"/>
                <a:gridCol w="650775"/>
              </a:tblGrid>
              <a:tr h="24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Google Shape;192;p21"/>
          <p:cNvGraphicFramePr>
            <a:graphicFrameLocks noGrp="1"/>
          </p:cNvGraphicFramePr>
          <p:nvPr/>
        </p:nvGraphicFramePr>
        <p:xfrm>
          <a:off x="468000" y="1242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471750"/>
              </a:tblGrid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1"/>
          <p:cNvSpPr txBox="1"/>
          <p:nvPr/>
        </p:nvSpPr>
        <p:spPr>
          <a:xfrm>
            <a:off x="468000" y="4217091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Calculate the equation of each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4716866"/>
            <a:ext cx="1401159" cy="147310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6579" y="4683317"/>
            <a:ext cx="1453920" cy="147308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7918" y="4693856"/>
            <a:ext cx="1401159" cy="145199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6497" y="4671850"/>
            <a:ext cx="1355503" cy="149600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98" name="Google Shape;198;p21"/>
          <p:cNvGraphicFramePr>
            <a:graphicFrameLocks noGrp="1"/>
          </p:cNvGraphicFramePr>
          <p:nvPr/>
        </p:nvGraphicFramePr>
        <p:xfrm>
          <a:off x="468000" y="432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1"/>
          <p:cNvSpPr txBox="1"/>
          <p:nvPr/>
        </p:nvSpPr>
        <p:spPr>
          <a:xfrm>
            <a:off x="468000" y="7197325"/>
            <a:ext cx="66240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Calculate the equation of the line passing through the coordinates given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0" name="Google Shape;200;p21"/>
          <p:cNvGraphicFramePr>
            <a:graphicFrameLocks noGrp="1"/>
          </p:cNvGraphicFramePr>
          <p:nvPr/>
        </p:nvGraphicFramePr>
        <p:xfrm>
          <a:off x="465613" y="74032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1569175"/>
                <a:gridCol w="1605275"/>
                <a:gridCol w="1679850"/>
                <a:gridCol w="1769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(3, 5) and (5, 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(3, 5) and (7,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c) (3, 5) and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−2, 10)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(3, 5) and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−15, 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21"/>
          <p:cNvGraphicFramePr>
            <a:graphicFrameLocks noGrp="1"/>
          </p:cNvGraphicFramePr>
          <p:nvPr/>
        </p:nvGraphicFramePr>
        <p:xfrm>
          <a:off x="458440" y="782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780425"/>
                <a:gridCol w="780425"/>
              </a:tblGrid>
              <a:tr h="20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7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21"/>
          <p:cNvGraphicFramePr>
            <a:graphicFrameLocks noGrp="1"/>
          </p:cNvGraphicFramePr>
          <p:nvPr/>
        </p:nvGraphicFramePr>
        <p:xfrm>
          <a:off x="2215740" y="782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726975"/>
                <a:gridCol w="726975"/>
              </a:tblGrid>
              <a:tr h="20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7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21"/>
          <p:cNvGraphicFramePr>
            <a:graphicFrameLocks noGrp="1"/>
          </p:cNvGraphicFramePr>
          <p:nvPr/>
        </p:nvGraphicFramePr>
        <p:xfrm>
          <a:off x="458438" y="88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390225"/>
                <a:gridCol w="390225"/>
                <a:gridCol w="390225"/>
                <a:gridCol w="390225"/>
              </a:tblGrid>
              <a:tr h="21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4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21"/>
          <p:cNvGraphicFramePr>
            <a:graphicFrameLocks noGrp="1"/>
          </p:cNvGraphicFramePr>
          <p:nvPr/>
        </p:nvGraphicFramePr>
        <p:xfrm>
          <a:off x="2218921" y="88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363450"/>
                <a:gridCol w="363450"/>
                <a:gridCol w="363450"/>
                <a:gridCol w="363450"/>
              </a:tblGrid>
              <a:tr h="21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4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−9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1"/>
          <p:cNvSpPr txBox="1"/>
          <p:nvPr/>
        </p:nvSpPr>
        <p:spPr>
          <a:xfrm>
            <a:off x="458400" y="9443725"/>
            <a:ext cx="1560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3999640" y="782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700650"/>
                <a:gridCol w="700650"/>
              </a:tblGrid>
              <a:tr h="20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7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" name="Google Shape;207;p21"/>
          <p:cNvGraphicFramePr>
            <a:graphicFrameLocks noGrp="1"/>
          </p:cNvGraphicFramePr>
          <p:nvPr/>
        </p:nvGraphicFramePr>
        <p:xfrm>
          <a:off x="4023882" y="88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{A627B70B-3CC8-499E-9063-E9A5BAB0B6C1}</a:tableStyleId>
              </a:tblPr>
              <a:tblGrid>
                <a:gridCol w="350325"/>
                <a:gridCol w="350325"/>
                <a:gridCol w="350325"/>
                <a:gridCol w="350325"/>
              </a:tblGrid>
              <a:tr h="21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4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2218925" y="9443725"/>
            <a:ext cx="16845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017950" y="9443725"/>
            <a:ext cx="1560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631199" y="9447650"/>
            <a:ext cx="14541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Finding the equation of the line y = mx + c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2024-01-08T16:51:01.068</cp:lastPrinted>
  <dcterms:created xsi:type="dcterms:W3CDTF">2024-01-08T16:51:01Z</dcterms:created>
  <dcterms:modified xsi:type="dcterms:W3CDTF">2024-01-08T16:51:10Z</dcterms:modified>
</cp:coreProperties>
</file>