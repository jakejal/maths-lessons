
<file path=[Content_Types].xml><?xml version="1.0" encoding="utf-8"?>
<Types xmlns="http://schemas.openxmlformats.org/package/2006/content-types">
  <Default Extension="rels" ContentType="application/vnd.openxmlformats-package.relationships+xml"/>
  <Default Extension="xml" ContentType="application/xml"/>
  <Default Extension="jpeg" ContentType="image/jpeg"/>
  <Default Extension="fntdata" ContentType="application/x-fontdata"/>
  <Default Extension="png" ContentType="image/png"/>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entation.xml" ContentType="application/vnd.openxmlformats-officedocument.presentationml.presentation.main+xml"/>
  <Override PartName="/ppt/presProps.xml" ContentType="application/vnd.openxmlformats-officedocument.presentationml.presProp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&#65279;<?xml version="1.0" encoding="utf-8" standalone="yes"?><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 Id="rId4" Type="http://schemas.openxmlformats.org/package/2006/relationships/metadata/thumbnail" Target="docProps/thumbnail.jpeg" /></Relationships>
</file>

<file path=ppt/presentation.xml><?xml version="1.0" encoding="utf-8"?>
<!--Generated by Aspose.Slides for .NET 23.12-->
<p:presentation xmlns:r="http://schemas.openxmlformats.org/officeDocument/2006/relationships" xmlns:a="http://schemas.openxmlformats.org/drawingml/2006/main" xmlns:p="http://schemas.openxmlformats.org/presentationml/2006/main" strictFirstAndLastChars="0" embedTrueTypeFonts="1" saveSubsetFonts="1" autoCompressPictures="0">
  <p:sldMasterIdLst>
    <p:sldMasterId id="2147483665" r:id="rId1"/>
    <p:sldMasterId id="2147483666" r:id="rId2"/>
  </p:sldMasterIdLst>
  <p:notesMasterIdLst>
    <p:notesMasterId r:id="rId3"/>
  </p:notesMasterIdLst>
  <p:sldIdLst>
    <p:sldId id="256" r:id="rId4"/>
    <p:sldId id="257" r:id="rId5"/>
  </p:sldIdLst>
  <p:sldSz cx="7560000" cy="10692000"/>
  <p:notesSz cx="6858000" cy="9144000"/>
  <p:embeddedFontLst>
    <p:embeddedFont>
      <p:font typeface="Lexend" panose="00000000000000000000"/>
      <p:regular r:id="rId7"/>
    </p:embeddedFont>
    <p:embeddedFont>
      <p:font typeface="Kalam" panose="02000000000000000000"/>
      <p:regular r:id="rId8"/>
    </p:embeddedFont>
    <p:embeddedFont>
      <p:font typeface="Lexend Medium" panose="00000000000000000000"/>
      <p:regular r:id="rId9"/>
    </p:embeddedFont>
    <p:embeddedFont>
      <p:font typeface="Lexend Light" panose="00000000000000000000"/>
      <p:regular r:id="rId10"/>
    </p:embeddedFont>
  </p:embeddedFontLst>
  <p:custDataLst>
    <p:tags r:id="rId6"/>
  </p:custDataLst>
  <p:defaultText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r="http://schemas.openxmlformats.org/officeDocument/2006/relationships" xmlns:a="http://schemas.openxmlformats.org/drawingml/2006/main" xmlns:p="http://schemas.openxmlformats.org/presentationml/2006/main">
  <p:showPr showNarration="1">
    <p:present/>
    <p:extLs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 uri="{1BD7E111-0CB8-44D6-8891-C1BB2F81B7CC}">
      <p1710:readonlyRecommended xmlns:p1710="http://schemas.microsoft.com/office/powerpoint/2017/10/main" val="0"/>
    </p:ext>
  </p:extLst>
</p:presentationPr>
</file>

<file path=ppt/tableStyles.xml><?xml version="1.0" encoding="utf-8"?>
<a:tblStyleLst xmlns:r="http://schemas.openxmlformats.org/officeDocument/2006/relationships" xmlns:a="http://schemas.openxmlformats.org/drawingml/2006/main" def="{A2F31177-A36D-4614-B306-CC9D26A4579F}">
  <a:tblStyle styleId="{A2F31177-A36D-4614-B306-CC9D26A4579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000"/>
    <p:restoredTop sz="0"/>
  </p:normalViewPr>
  <p:slideViewPr>
    <p:cSldViewPr>
      <p:cViewPr>
        <p:scale>
          <a:sx n="73" d="100"/>
          <a:sy n="73" d="100"/>
        </p:scale>
        <p:origin x="0" y="0"/>
      </p:cViewPr>
    </p:cSldViewPr>
  </p:slideViewPr>
  <p:notesViewPr>
    <p:cSldViewPr>
      <p:cViewPr>
        <p:scale>
          <a:sx n="1" d="100"/>
          <a:sy n="1" d="100"/>
        </p:scale>
        <p:origin x="0" y="0"/>
      </p:cViewPr>
    </p:cSldViewPr>
  </p:notesViewPr>
</p:viewPr>
</file>

<file path=ppt/_rels/presentation.xml.rels>&#65279;<?xml version="1.0" encoding="utf-8" standalone="yes"?><Relationships xmlns="http://schemas.openxmlformats.org/package/2006/relationships"><Relationship Id="rId1" Type="http://schemas.openxmlformats.org/officeDocument/2006/relationships/slideMaster" Target="slideMasters/slideMaster1.xml" /><Relationship Id="rId10" Type="http://schemas.openxmlformats.org/officeDocument/2006/relationships/font" Target="fonts/font4.fntdata" /><Relationship Id="rId11" Type="http://schemas.openxmlformats.org/officeDocument/2006/relationships/presProps" Target="presProps.xml" /><Relationship Id="rId12" Type="http://schemas.openxmlformats.org/officeDocument/2006/relationships/viewProps" Target="viewProps.xml" /><Relationship Id="rId13" Type="http://schemas.openxmlformats.org/officeDocument/2006/relationships/theme" Target="theme/theme1.xml" /><Relationship Id="rId14" Type="http://schemas.openxmlformats.org/officeDocument/2006/relationships/tableStyles" Target="tableStyles.xml" /><Relationship Id="rId2" Type="http://schemas.openxmlformats.org/officeDocument/2006/relationships/slideMaster" Target="slideMasters/slideMaster2.xml" /><Relationship Id="rId3" Type="http://schemas.openxmlformats.org/officeDocument/2006/relationships/notesMaster" Target="notesMasters/notesMaster1.xml" /><Relationship Id="rId4" Type="http://schemas.openxmlformats.org/officeDocument/2006/relationships/slide" Target="slides/slide1.xml" /><Relationship Id="rId5" Type="http://schemas.openxmlformats.org/officeDocument/2006/relationships/slide" Target="slides/slide2.xml" /><Relationship Id="rId6" Type="http://schemas.openxmlformats.org/officeDocument/2006/relationships/tags" Target="tags/tag1.xml" /><Relationship Id="rId7" Type="http://schemas.openxmlformats.org/officeDocument/2006/relationships/font" Target="fonts/font1.fntdata" /><Relationship Id="rId8" Type="http://schemas.openxmlformats.org/officeDocument/2006/relationships/font" Target="fonts/font2.fntdata" /><Relationship Id="rId9" Type="http://schemas.openxmlformats.org/officeDocument/2006/relationships/font" Target="fonts/font3.fntdata" /></Relationships>
</file>

<file path=ppt/notesMasters/_rels/notesMaster1.xml.rels>&#65279;<?xml version="1.0" encoding="utf-8" standalone="yes"?><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p:cSld name="">
    <p:spTree>
      <p:nvGrpSpPr>
        <p:cNvPr id="2" name="Shape 2"/>
        <p:cNvGrpSpPr/>
        <p:nvPr/>
      </p:nvGrpSpPr>
      <p:grpSpPr>
        <a:xfrm>
          <a:off x="0" y="0"/>
          <a:ext cx="0" cy="0"/>
        </a:xfrm>
      </p:grpSpPr>
      <p:sp>
        <p:nvSpPr>
          <p:cNvPr id="3" name="Google Shape;3;n"/>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ct val="0"/>
              </a:spcBef>
              <a:spcAft>
                <a:spcPct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&#65279;<?xml version="1.0" encoding="utf-8" standalone="yes"?><Relationships xmlns="http://schemas.openxmlformats.org/package/2006/relationships"><Relationship Id="rId1" Type="http://schemas.openxmlformats.org/officeDocument/2006/relationships/slide" Target="../slides/slide1.xml" /><Relationship Id="rId2" Type="http://schemas.openxmlformats.org/officeDocument/2006/relationships/notesMaster" Target="../notesMasters/notesMaster1.xml" /></Relationships>
</file>

<file path=ppt/notesSlides/_rels/notesSlide2.xml.rels>&#65279;<?xml version="1.0" encoding="utf-8" standalone="yes"?><Relationships xmlns="http://schemas.openxmlformats.org/package/2006/relationships"><Relationship Id="rId1" Type="http://schemas.openxmlformats.org/officeDocument/2006/relationships/slide" Target="../slides/slide2.xml" /><Relationship Id="rId2"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167" name="Shape 167"/>
        <p:cNvGrpSpPr/>
        <p:nvPr/>
      </p:nvGrpSpPr>
      <p:grpSpPr>
        <a:xfrm>
          <a:off x="0" y="0"/>
          <a:ext cx="0" cy="0"/>
        </a:xfrm>
      </p:grpSpPr>
      <p:sp>
        <p:nvSpPr>
          <p:cNvPr id="168" name="Google Shape;168;g279934fec8d_0_131: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169" name="Google Shape;169;g279934fec8d_0_131: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http://schemas.openxmlformats.org/presentationml/2006/main" showMasterSp="0" showMasterPhAnim="0">
  <p:cSld name="">
    <p:spTree>
      <p:nvGrpSpPr>
        <p:cNvPr id="213" name="Shape 213"/>
        <p:cNvGrpSpPr/>
        <p:nvPr/>
      </p:nvGrpSpPr>
      <p:grpSpPr>
        <a:xfrm>
          <a:off x="0" y="0"/>
          <a:ext cx="0" cy="0"/>
        </a:xfrm>
      </p:grpSpPr>
      <p:sp>
        <p:nvSpPr>
          <p:cNvPr id="214" name="Google Shape;214;g279934fec8d_0_136:notes"/>
          <p:cNvSpPr/>
          <p:nvPr>
            <p:ph type="sldImg" idx="2"/>
          </p:nvPr>
        </p:nvSpPr>
        <p:spPr>
          <a:xfrm>
            <a:off x="2217050" y="685800"/>
            <a:ext cx="2424600" cy="3429000"/>
          </a:xfrm>
          <a:custGeom>
            <a:rect l="l" t="t" r="r" b="b"/>
            <a:pathLst>
              <a:path w="119999" h="119999" extrusionOk="0">
                <a:moveTo>
                  <a:pt x="0" y="0"/>
                </a:moveTo>
                <a:lnTo>
                  <a:pt x="120000" y="0"/>
                </a:lnTo>
                <a:lnTo>
                  <a:pt x="120000" y="120000"/>
                </a:lnTo>
                <a:lnTo>
                  <a:pt x="0" y="120000"/>
                </a:lnTo>
                <a:close/>
              </a:path>
            </a:pathLst>
          </a:custGeom>
        </p:spPr>
      </p:sp>
      <p:sp>
        <p:nvSpPr>
          <p:cNvPr id="215" name="Google Shape;215;g279934fec8d_0_136: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ct val="0"/>
              </a:spcBef>
              <a:spcAft>
                <a:spcPct val="0"/>
              </a:spcAft>
              <a:buNone/>
            </a:pPr>
            <a:endParaRPr/>
          </a:p>
        </p:txBody>
      </p:sp>
    </p:spTree>
  </p:cSld>
  <p:clrMapOvr>
    <a:masterClrMapping/>
  </p:clrMapOvr>
</p:notes>
</file>

<file path=ppt/slideLayouts/_rels/slideLayout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2.png" /><Relationship Id="rId3" Type="http://schemas.openxmlformats.org/officeDocument/2006/relationships/image" Target="../media/image3.png" /><Relationship Id="rId4" Type="http://schemas.openxmlformats.org/officeDocument/2006/relationships/slideMaster" Target="../slideMasters/slideMaster1.xml" /></Relationships>
</file>

<file path=ppt/slideLayouts/_rels/slideLayout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slideMaster" Target="../slideMasters/slideMaster1.xml" /></Relationships>
</file>

<file path=ppt/slideLayouts/_rels/slideLayout8.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4.png" /><Relationship Id="rId3" Type="http://schemas.openxmlformats.org/officeDocument/2006/relationships/image" Target="../media/image5.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9.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0.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1.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2.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3.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_rels/slideLayout14.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slideMaster" Target="../slideMasters/slideMaster2.xml" /></Relationships>
</file>

<file path=ppt/slideLayouts/_rels/slideLayout15.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slideMaster" Target="../slideMasters/slideMaster2.xml" /></Relationships>
</file>

<file path=ppt/slideLayouts/_rels/slideLayout16.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6.png" /><Relationship Id="rId3" Type="http://schemas.openxmlformats.org/officeDocument/2006/relationships/hyperlink" Target="https://www.nationalarchives.gov.uk/doc/open-government-licence/version/3/" TargetMode="External" /><Relationship Id="rId4" Type="http://schemas.openxmlformats.org/officeDocument/2006/relationships/hyperlink" Target="https://www.thenational.academy/legal/terms-and-conditions" TargetMode="External" /><Relationship Id="rId5" Type="http://schemas.openxmlformats.org/officeDocument/2006/relationships/slideMaster" Target="../slideMasters/slideMaster2.xml" /></Relationships>
</file>

<file path=ppt/slideLayouts/_rels/slideLayout17.xml.rels>&#65279;<?xml version="1.0" encoding="utf-8" standalone="yes"?><Relationships xmlns="http://schemas.openxmlformats.org/package/2006/relationships"><Relationship Id="rId1" Type="http://schemas.openxmlformats.org/officeDocument/2006/relationships/image" Target="../media/image1.png" /><Relationship Id="rId2" Type="http://schemas.openxmlformats.org/officeDocument/2006/relationships/image" Target="../media/image5.png" /><Relationship Id="rId3" Type="http://schemas.openxmlformats.org/officeDocument/2006/relationships/image" Target="../media/image4.png" /><Relationship Id="rId4" Type="http://schemas.openxmlformats.org/officeDocument/2006/relationships/image" Target="../media/image6.png" /><Relationship Id="rId5" Type="http://schemas.openxmlformats.org/officeDocument/2006/relationships/hyperlink" Target="https://www.nationalarchives.gov.uk/doc/open-government-licence/version/3/" TargetMode="External" /><Relationship Id="rId6" Type="http://schemas.openxmlformats.org/officeDocument/2006/relationships/hyperlink" Target="https://www.thenational.academy/legal/terms-and-conditions" TargetMode="External" /><Relationship Id="rId7"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p:cSld name="SECTION_HEADER_1_1_1_1_1_1_1_1_1_2_2">
    <p:spTree>
      <p:nvGrpSpPr>
        <p:cNvPr id="9" name="Shape 9"/>
        <p:cNvGrpSpPr/>
        <p:nvPr/>
      </p:nvGrpSpPr>
      <p:grpSpPr>
        <a:xfrm>
          <a:off x="0" y="0"/>
          <a:ext cx="0" cy="0"/>
        </a:xfrm>
      </p:grpSpPr>
      <p:sp>
        <p:nvSpPr>
          <p:cNvPr id="10" name="Google Shape;10;p2"/>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1" name="Google Shape;11;p2"/>
          <p:cNvSpPr txBox="1"/>
          <p:nvPr>
            <p:ph type="subTitle" idx="1"/>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12" name="Google Shape;12;p2"/>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13" name="Google Shape;13;p2"/>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pic>
        <p:nvPicPr>
          <p:cNvPr id="14" name="Google Shape;14;p2"/>
          <p:cNvPicPr preferRelativeResize="0"/>
          <p:nvPr/>
        </p:nvPicPr>
        <p:blipFill>
          <a:blip r:embed="rId3">
            <a:alphaModFix/>
          </a:blip>
          <a:stretch>
            <a:fillRect/>
          </a:stretch>
        </p:blipFill>
        <p:spPr>
          <a:xfrm>
            <a:off x="6261625" y="161271"/>
            <a:ext cx="805956" cy="498600"/>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SEC FRONT Answers 1 1">
  <p:cSld name="SECTION_HEADER_1_1_1_1_1_1_1_1_1_2_1">
    <p:spTree>
      <p:nvGrpSpPr>
        <p:cNvPr id="15" name="Shape 15"/>
        <p:cNvGrpSpPr/>
        <p:nvPr/>
      </p:nvGrpSpPr>
      <p:grpSpPr>
        <a:xfrm>
          <a:off x="0" y="0"/>
          <a:ext cx="0" cy="0"/>
        </a:xfrm>
      </p:grpSpPr>
      <p:sp>
        <p:nvSpPr>
          <p:cNvPr id="16" name="Google Shape;16;p3"/>
          <p:cNvSpPr txBox="1"/>
          <p:nvPr>
            <p:ph type="title"/>
          </p:nvPr>
        </p:nvSpPr>
        <p:spPr>
          <a:xfrm>
            <a:off x="468000" y="266700"/>
            <a:ext cx="5577000" cy="432000"/>
          </a:xfrm>
          <a:prstGeom prst="rect">
            <a:avLst/>
          </a:prstGeom>
        </p:spPr>
        <p:txBody>
          <a:bodyPr spcFirstLastPara="1" wrap="square" lIns="0" tIns="91425" rIns="91425" bIns="91425" anchor="t" anchorCtr="0">
            <a:normAutofit/>
          </a:bodyPr>
          <a:lstStyle>
            <a:lvl1pPr lvl="0" rtl="0">
              <a:spcBef>
                <a:spcPct val="0"/>
              </a:spcBef>
              <a:spcAft>
                <a:spcPct val="0"/>
              </a:spcAft>
              <a:buSzPts val="1800"/>
              <a:buFont typeface="Lexend"/>
              <a:buNone/>
              <a:defRPr sz="1800" b="1">
                <a:latin typeface="Lexend"/>
                <a:ea typeface="Lexend"/>
                <a:cs typeface="Lexend"/>
                <a:sym typeface="Lexend"/>
              </a:defRPr>
            </a:lvl1pPr>
            <a:lvl2pPr lvl="1" rtl="0">
              <a:spcBef>
                <a:spcPct val="0"/>
              </a:spcBef>
              <a:spcAft>
                <a:spcPct val="0"/>
              </a:spcAft>
              <a:buSzPts val="2800"/>
              <a:buNone/>
              <a:defRPr/>
            </a:lvl2pPr>
            <a:lvl3pPr lvl="2" rtl="0">
              <a:spcBef>
                <a:spcPct val="0"/>
              </a:spcBef>
              <a:spcAft>
                <a:spcPct val="0"/>
              </a:spcAft>
              <a:buSzPts val="2800"/>
              <a:buNone/>
              <a:defRPr/>
            </a:lvl3pPr>
            <a:lvl4pPr lvl="3" rtl="0">
              <a:spcBef>
                <a:spcPct val="0"/>
              </a:spcBef>
              <a:spcAft>
                <a:spcPct val="0"/>
              </a:spcAft>
              <a:buSzPts val="2800"/>
              <a:buNone/>
              <a:defRPr/>
            </a:lvl4pPr>
            <a:lvl5pPr lvl="4" rtl="0">
              <a:spcBef>
                <a:spcPct val="0"/>
              </a:spcBef>
              <a:spcAft>
                <a:spcPct val="0"/>
              </a:spcAft>
              <a:buSzPts val="2800"/>
              <a:buNone/>
              <a:defRPr/>
            </a:lvl5pPr>
            <a:lvl6pPr lvl="5" rtl="0">
              <a:spcBef>
                <a:spcPct val="0"/>
              </a:spcBef>
              <a:spcAft>
                <a:spcPct val="0"/>
              </a:spcAft>
              <a:buSzPts val="2800"/>
              <a:buNone/>
              <a:defRPr/>
            </a:lvl6pPr>
            <a:lvl7pPr lvl="6" rtl="0">
              <a:spcBef>
                <a:spcPct val="0"/>
              </a:spcBef>
              <a:spcAft>
                <a:spcPct val="0"/>
              </a:spcAft>
              <a:buSzPts val="2800"/>
              <a:buNone/>
              <a:defRPr/>
            </a:lvl7pPr>
            <a:lvl8pPr lvl="7" rtl="0">
              <a:spcBef>
                <a:spcPct val="0"/>
              </a:spcBef>
              <a:spcAft>
                <a:spcPct val="0"/>
              </a:spcAft>
              <a:buSzPts val="2800"/>
              <a:buNone/>
              <a:defRPr/>
            </a:lvl8pPr>
            <a:lvl9pPr lvl="8" rtl="0">
              <a:spcBef>
                <a:spcPct val="0"/>
              </a:spcBef>
              <a:spcAft>
                <a:spcPct val="0"/>
              </a:spcAft>
              <a:buSzPts val="2800"/>
              <a:buNone/>
              <a:defRPr/>
            </a:lvl9pPr>
          </a:lstStyle>
          <a:p/>
        </p:txBody>
      </p:sp>
      <p:sp>
        <p:nvSpPr>
          <p:cNvPr id="17" name="Google Shape;17;p3"/>
          <p:cNvSpPr txBox="1"/>
          <p:nvPr>
            <p:ph type="subTitle" idx="1"/>
          </p:nvPr>
        </p:nvSpPr>
        <p:spPr>
          <a:xfrm>
            <a:off x="466825" y="17801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8" name="Google Shape;18;p3"/>
          <p:cNvSpPr txBox="1"/>
          <p:nvPr>
            <p:ph type="subTitle" idx="2"/>
          </p:nvPr>
        </p:nvSpPr>
        <p:spPr>
          <a:xfrm>
            <a:off x="2807400"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9" name="Google Shape;19;p3"/>
          <p:cNvSpPr txBox="1"/>
          <p:nvPr>
            <p:ph type="subTitle" idx="3"/>
          </p:nvPr>
        </p:nvSpPr>
        <p:spPr>
          <a:xfrm>
            <a:off x="468000" y="9981175"/>
            <a:ext cx="5898900" cy="360000"/>
          </a:xfrm>
          <a:prstGeom prst="rect">
            <a:avLst/>
          </a:prstGeom>
        </p:spPr>
        <p:txBody>
          <a:bodyPr spcFirstLastPara="1" wrap="square" lIns="0" tIns="0" rIns="0" bIns="0" anchor="ctr" anchorCtr="0">
            <a:norm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0" name="Google Shape;20;p3"/>
          <p:cNvSpPr txBox="1"/>
          <p:nvPr>
            <p:ph type="subTitle" idx="4"/>
          </p:nvPr>
        </p:nvSpPr>
        <p:spPr>
          <a:xfrm>
            <a:off x="4127250"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1" name="Google Shape;21;p3"/>
          <p:cNvSpPr txBox="1"/>
          <p:nvPr>
            <p:ph type="subTitle" idx="5"/>
          </p:nvPr>
        </p:nvSpPr>
        <p:spPr>
          <a:xfrm>
            <a:off x="468000" y="5866375"/>
            <a:ext cx="65817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2" name="Google Shape;22;p3"/>
          <p:cNvSpPr txBox="1"/>
          <p:nvPr>
            <p:ph type="subTitle" idx="6"/>
          </p:nvPr>
        </p:nvSpPr>
        <p:spPr>
          <a:xfrm>
            <a:off x="466825" y="30420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3" name="Google Shape;23;p3"/>
          <p:cNvSpPr txBox="1"/>
          <p:nvPr>
            <p:ph type="subTitle" idx="7"/>
          </p:nvPr>
        </p:nvSpPr>
        <p:spPr>
          <a:xfrm>
            <a:off x="46682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24" name="Google Shape;24;p3"/>
          <p:cNvSpPr txBox="1"/>
          <p:nvPr>
            <p:ph type="subTitle" idx="8"/>
          </p:nvPr>
        </p:nvSpPr>
        <p:spPr>
          <a:xfrm>
            <a:off x="5147975" y="47595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25" name="Google Shape;25;p3"/>
          <p:cNvPicPr preferRelativeResize="0"/>
          <p:nvPr/>
        </p:nvPicPr>
        <p:blipFill>
          <a:blip r:embed="rId1">
            <a:alphaModFix/>
          </a:blip>
          <a:stretch>
            <a:fillRect/>
          </a:stretch>
        </p:blipFill>
        <p:spPr>
          <a:xfrm>
            <a:off x="6886512" y="10041210"/>
            <a:ext cx="181075" cy="246288"/>
          </a:xfrm>
          <a:prstGeom prst="rect">
            <a:avLst/>
          </a:prstGeom>
          <a:noFill/>
          <a:ln>
            <a:noFill/>
          </a:ln>
        </p:spPr>
      </p:pic>
      <p:pic>
        <p:nvPicPr>
          <p:cNvPr id="26" name="Google Shape;26;p3"/>
          <p:cNvPicPr preferRelativeResize="0"/>
          <p:nvPr/>
        </p:nvPicPr>
        <p:blipFill>
          <a:blip r:embed="rId2">
            <a:alphaModFix/>
          </a:blip>
          <a:srcRect l="4603" r="4603"/>
          <a:stretch>
            <a:fillRect/>
          </a:stretch>
        </p:blipFill>
        <p:spPr>
          <a:xfrm>
            <a:off x="466825" y="698750"/>
            <a:ext cx="6623999" cy="75600"/>
          </a:xfrm>
          <a:prstGeom prst="rect">
            <a:avLst/>
          </a:prstGeom>
          <a:noFill/>
          <a:ln>
            <a:noFill/>
          </a:ln>
        </p:spPr>
      </p:pic>
      <p:grpSp>
        <p:nvGrpSpPr>
          <p:cNvPr id="27" name="Google Shape;27;p3"/>
          <p:cNvGrpSpPr/>
          <p:nvPr/>
        </p:nvGrpSpPr>
        <p:grpSpPr>
          <a:xfrm>
            <a:off x="466900" y="962525"/>
            <a:ext cx="2953200" cy="162000"/>
            <a:chOff x="466900" y="962525"/>
            <a:chExt cx="2953200" cy="162000"/>
          </a:xfrm>
        </p:grpSpPr>
        <p:sp>
          <p:nvSpPr>
            <p:cNvPr id="28" name="Google Shape;28;p3"/>
            <p:cNvSpPr txBox="1"/>
            <p:nvPr/>
          </p:nvSpPr>
          <p:spPr>
            <a:xfrm>
              <a:off x="466900" y="962525"/>
              <a:ext cx="2953200" cy="153900"/>
            </a:xfrm>
            <a:prstGeom prst="rect">
              <a:avLst/>
            </a:prstGeom>
            <a:noFill/>
            <a:ln>
              <a:noFill/>
            </a:ln>
          </p:spPr>
          <p:txBody>
            <a:bodyPr spcFirstLastPara="1" wrap="square" lIns="0" tIns="0" rIns="0" bIns="0" anchor="t" anchorCtr="0">
              <a:spAutoFit/>
            </a:bodyPr>
            <a:lstStyle/>
            <a:p>
              <a:pPr marL="0" lvl="0" indent="0" algn="l" rtl="0">
                <a:spcBef>
                  <a:spcPct val="0"/>
                </a:spcBef>
                <a:spcAft>
                  <a:spcPct val="0"/>
                </a:spcAft>
                <a:buNone/>
              </a:pPr>
              <a:r>
                <a:rPr lang="en-GB" sz="1000" b="1">
                  <a:solidFill>
                    <a:schemeClr val="dk2"/>
                  </a:solidFill>
                  <a:latin typeface="Lexend"/>
                  <a:ea typeface="Lexend"/>
                  <a:cs typeface="Lexend"/>
                  <a:sym typeface="Lexend"/>
                </a:rPr>
                <a:t>Name: </a:t>
              </a:r>
              <a:endParaRPr sz="1000" b="1">
                <a:solidFill>
                  <a:schemeClr val="dk2"/>
                </a:solidFill>
                <a:latin typeface="Lexend"/>
                <a:ea typeface="Lexend"/>
                <a:cs typeface="Lexend"/>
                <a:sym typeface="Lexend"/>
              </a:endParaRPr>
            </a:p>
          </p:txBody>
        </p:sp>
        <p:cxnSp>
          <p:nvCxnSpPr>
            <p:cNvPr id="29" name="Google Shape;29;p3"/>
            <p:cNvCxnSpPr/>
            <p:nvPr/>
          </p:nvCxnSpPr>
          <p:spPr>
            <a:xfrm rot="10800000" flipH="1">
              <a:off x="943904" y="1116425"/>
              <a:ext cx="1998900" cy="8100"/>
            </a:xfrm>
            <a:prstGeom prst="straightConnector1">
              <a:avLst/>
            </a:prstGeom>
            <a:noFill/>
            <a:ln w="9525" cap="flat" cmpd="sng">
              <a:solidFill>
                <a:schemeClr val="dk2"/>
              </a:solidFill>
              <a:prstDash val="solid"/>
              <a:round/>
              <a:headEnd type="none" w="med" len="med"/>
              <a:tailEnd type="none" w="med" len="med"/>
            </a:ln>
          </p:spPr>
        </p:cxnSp>
      </p:grpSp>
      <p:pic>
        <p:nvPicPr>
          <p:cNvPr id="30" name="Google Shape;30;p3"/>
          <p:cNvPicPr preferRelativeResize="0"/>
          <p:nvPr/>
        </p:nvPicPr>
        <p:blipFill>
          <a:blip r:embed="rId3">
            <a:alphaModFix/>
          </a:blip>
          <a:stretch>
            <a:fillRect/>
          </a:stretch>
        </p:blipFill>
        <p:spPr>
          <a:xfrm>
            <a:off x="6261625" y="161271"/>
            <a:ext cx="805956" cy="498600"/>
          </a:xfrm>
          <a:prstGeom prst="rect">
            <a:avLst/>
          </a:prstGeom>
          <a:noFill/>
          <a:ln>
            <a:noFill/>
          </a:ln>
        </p:spPr>
      </p:pic>
      <p:sp>
        <p:nvSpPr>
          <p:cNvPr id="31" name="Google Shape;31;p3"/>
          <p:cNvSpPr txBox="1"/>
          <p:nvPr>
            <p:ph type="subTitle" idx="9"/>
          </p:nvPr>
        </p:nvSpPr>
        <p:spPr>
          <a:xfrm>
            <a:off x="466825" y="13698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544">
          <p15:clr>
            <a:srgbClr val="D9D9D9"/>
          </p15:clr>
        </p15:guide>
        <p15:guide id="2" orient="horz" pos="1916">
          <p15:clr>
            <a:srgbClr val="D9D9D9"/>
          </p15:clr>
        </p15:guide>
        <p15:guide id="3" orient="horz" pos="3368">
          <p15:clr>
            <a:srgbClr val="D9D9D9"/>
          </p15:clr>
        </p15:guide>
        <p15:guide id="4" orient="horz" pos="4762">
          <p15:clr>
            <a:srgbClr val="D9D9D9"/>
          </p15:clr>
        </p15:guide>
        <p15:guide id="5" pos="295">
          <p15:clr>
            <a:srgbClr val="FF0000"/>
          </p15:clr>
        </p15:guide>
        <p15:guide id="6" pos="4467">
          <p15:clr>
            <a:srgbClr val="FF0000"/>
          </p15:clr>
        </p15:guide>
        <p15:guide id="7" pos="1519">
          <p15:clr>
            <a:srgbClr val="D9D9D9"/>
          </p15:clr>
        </p15:guide>
        <p15:guide id="8" pos="1764">
          <p15:clr>
            <a:srgbClr val="D9D9D9"/>
          </p15:clr>
        </p15:guide>
        <p15:guide id="9" pos="3243">
          <p15:clr>
            <a:srgbClr val="D9D9D9"/>
          </p15:clr>
        </p15:guide>
        <p15:guide id="10" pos="2998">
          <p15:clr>
            <a:srgbClr val="D9D9D9"/>
          </p15:clr>
        </p15:guide>
        <p15:guide id="11" pos="3120">
          <p15:clr>
            <a:srgbClr val="D9D9D9"/>
          </p15:clr>
        </p15:guide>
        <p15:guide id="12" pos="1642">
          <p15:clr>
            <a:srgbClr val="D9D9D9"/>
          </p15:clr>
        </p15:guide>
        <p15:guide id="13" pos="2381">
          <p15:clr>
            <a:srgbClr val="D9D9D9"/>
          </p15:clr>
        </p15:guide>
        <p15:guide id="14" pos="2154">
          <p15:clr>
            <a:srgbClr val="FF0000"/>
          </p15:clr>
        </p15:guide>
        <p15:guide id="15" pos="2608">
          <p15:clr>
            <a:srgbClr val="FF0000"/>
          </p15:clr>
        </p15:guide>
        <p15:guide id="16" orient="horz" pos="227">
          <p15:clr>
            <a:srgbClr val="FF0000"/>
          </p15:clr>
        </p15:guide>
      </p15:sldGuideLst>
    </p:ext>
  </p:extLst>
</p:sldLayout>
</file>

<file path=ppt/slideLayouts/slideLayout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1">
  <p:cSld name="SECTION_HEADER_1_1_1_1_1_1_1_1_1_1">
    <p:spTree>
      <p:nvGrpSpPr>
        <p:cNvPr id="32" name="Shape 32"/>
        <p:cNvGrpSpPr/>
        <p:nvPr/>
      </p:nvGrpSpPr>
      <p:grpSpPr>
        <a:xfrm>
          <a:off x="0" y="0"/>
          <a:ext cx="0" cy="0"/>
        </a:xfrm>
      </p:grpSpPr>
      <p:sp>
        <p:nvSpPr>
          <p:cNvPr id="33" name="Google Shape;33;p4"/>
          <p:cNvSpPr txBox="1"/>
          <p:nvPr>
            <p:ph type="subTitle" idx="1"/>
          </p:nvPr>
        </p:nvSpPr>
        <p:spPr>
          <a:xfrm>
            <a:off x="466825" y="162775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4" name="Google Shape;34;p4"/>
          <p:cNvSpPr txBox="1"/>
          <p:nvPr>
            <p:ph type="subTitle" idx="2"/>
          </p:nvPr>
        </p:nvSpPr>
        <p:spPr>
          <a:xfrm>
            <a:off x="4127250"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35" name="Google Shape;35;p4"/>
          <p:cNvSpPr txBox="1"/>
          <p:nvPr>
            <p:ph type="subTitle" idx="3"/>
          </p:nvPr>
        </p:nvSpPr>
        <p:spPr>
          <a:xfrm>
            <a:off x="466825" y="288960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36" name="Google Shape;36;p4"/>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37" name="Google Shape;37;p4"/>
          <p:cNvSpPr txBox="1"/>
          <p:nvPr>
            <p:ph type="subTitle" idx="4"/>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2">
  <p:cSld name="SECTION_HEADER_1_1_1_1_1_1_1_1_1_1_1">
    <p:spTree>
      <p:nvGrpSpPr>
        <p:cNvPr id="38" name="Shape 38"/>
        <p:cNvGrpSpPr/>
        <p:nvPr/>
      </p:nvGrpSpPr>
      <p:grpSpPr>
        <a:xfrm>
          <a:off x="0" y="0"/>
          <a:ext cx="0" cy="0"/>
        </a:xfrm>
      </p:grpSpPr>
      <p:sp>
        <p:nvSpPr>
          <p:cNvPr id="39" name="Google Shape;39;p5"/>
          <p:cNvSpPr txBox="1"/>
          <p:nvPr>
            <p:ph type="subTitle" idx="1"/>
          </p:nvPr>
        </p:nvSpPr>
        <p:spPr>
          <a:xfrm>
            <a:off x="2807400"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0" name="Google Shape;40;p5"/>
          <p:cNvSpPr txBox="1"/>
          <p:nvPr>
            <p:ph type="subTitle" idx="2"/>
          </p:nvPr>
        </p:nvSpPr>
        <p:spPr>
          <a:xfrm>
            <a:off x="467950" y="2493013"/>
            <a:ext cx="6624000" cy="41058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1" name="Google Shape;41;p5"/>
          <p:cNvSpPr txBox="1"/>
          <p:nvPr>
            <p:ph type="subTitle" idx="3"/>
          </p:nvPr>
        </p:nvSpPr>
        <p:spPr>
          <a:xfrm>
            <a:off x="46682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2" name="Google Shape;42;p5"/>
          <p:cNvSpPr txBox="1"/>
          <p:nvPr>
            <p:ph type="subTitle" idx="4"/>
          </p:nvPr>
        </p:nvSpPr>
        <p:spPr>
          <a:xfrm>
            <a:off x="5147975" y="1386138"/>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43" name="Google Shape;43;p5"/>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44" name="Google Shape;44;p5"/>
          <p:cNvSpPr txBox="1"/>
          <p:nvPr>
            <p:ph type="subTitle" idx="5"/>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3">
  <p:cSld name="SECTION_HEADER_1_1_1_1_1_1_1_1_1_1_1_2">
    <p:spTree>
      <p:nvGrpSpPr>
        <p:cNvPr id="45" name="Shape 45"/>
        <p:cNvGrpSpPr/>
        <p:nvPr/>
      </p:nvGrpSpPr>
      <p:grpSpPr>
        <a:xfrm>
          <a:off x="0" y="0"/>
          <a:ext cx="0" cy="0"/>
        </a:xfrm>
      </p:grpSpPr>
      <p:sp>
        <p:nvSpPr>
          <p:cNvPr id="46" name="Google Shape;46;p6"/>
          <p:cNvSpPr txBox="1"/>
          <p:nvPr>
            <p:ph type="subTitle" idx="1"/>
          </p:nvPr>
        </p:nvSpPr>
        <p:spPr>
          <a:xfrm>
            <a:off x="46682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7" name="Google Shape;47;p6"/>
          <p:cNvSpPr txBox="1"/>
          <p:nvPr>
            <p:ph type="subTitle" idx="2"/>
          </p:nvPr>
        </p:nvSpPr>
        <p:spPr>
          <a:xfrm>
            <a:off x="2807400"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8" name="Google Shape;48;p6"/>
          <p:cNvSpPr txBox="1"/>
          <p:nvPr>
            <p:ph type="subTitle" idx="3"/>
          </p:nvPr>
        </p:nvSpPr>
        <p:spPr>
          <a:xfrm>
            <a:off x="5147975" y="3880200"/>
            <a:ext cx="1945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49" name="Google Shape;49;p6"/>
          <p:cNvSpPr txBox="1"/>
          <p:nvPr>
            <p:ph type="subTitle" idx="4"/>
          </p:nvPr>
        </p:nvSpPr>
        <p:spPr>
          <a:xfrm>
            <a:off x="466825" y="1702200"/>
            <a:ext cx="66240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0" name="Google Shape;50;p6"/>
          <p:cNvSpPr txBox="1"/>
          <p:nvPr>
            <p:ph type="subTitle" idx="5"/>
          </p:nvPr>
        </p:nvSpPr>
        <p:spPr>
          <a:xfrm>
            <a:off x="466825"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51" name="Google Shape;51;p6"/>
          <p:cNvSpPr txBox="1"/>
          <p:nvPr>
            <p:ph type="subTitle" idx="6"/>
          </p:nvPr>
        </p:nvSpPr>
        <p:spPr>
          <a:xfrm>
            <a:off x="4127250" y="2964050"/>
            <a:ext cx="2953200" cy="3600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2" name="Google Shape;52;p6"/>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3" name="Google Shape;53;p6"/>
          <p:cNvSpPr txBox="1"/>
          <p:nvPr>
            <p:ph type="subTitle" idx="7"/>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Task 4">
  <p:cSld name="SECTION_HEADER_1_1_1_1_1_1_1_1_1_1_1_2_1">
    <p:spTree>
      <p:nvGrpSpPr>
        <p:cNvPr id="54" name="Shape 54"/>
        <p:cNvGrpSpPr/>
        <p:nvPr/>
      </p:nvGrpSpPr>
      <p:grpSpPr>
        <a:xfrm>
          <a:off x="0" y="0"/>
          <a:ext cx="0" cy="0"/>
        </a:xfrm>
      </p:grpSpPr>
      <p:sp>
        <p:nvSpPr>
          <p:cNvPr id="55" name="Google Shape;55;p7"/>
          <p:cNvSpPr txBox="1"/>
          <p:nvPr>
            <p:ph type="subTitle" idx="1"/>
          </p:nvPr>
        </p:nvSpPr>
        <p:spPr>
          <a:xfrm>
            <a:off x="468000" y="1327649"/>
            <a:ext cx="6624000" cy="3843600"/>
          </a:xfrm>
          <a:prstGeom prst="rect">
            <a:avLst/>
          </a:prstGeom>
          <a:ln w="9525" cap="flat" cmpd="sng">
            <a:solidFill>
              <a:srgbClr val="B7B7B7"/>
            </a:solidFill>
            <a:prstDash val="solid"/>
            <a:round/>
            <a:headEnd type="none" w="sm" len="sm"/>
            <a:tailEnd type="none" w="sm" len="sm"/>
          </a:ln>
        </p:spPr>
        <p:txBody>
          <a:bodyPr spcFirstLastPara="1" wrap="square" lIns="0" tIns="0" rIns="0" bIns="0" anchor="t" anchorCtr="0">
            <a:normAutofit/>
          </a:bodyPr>
          <a:lstStyle>
            <a:lvl1pPr lvl="0" rtl="0">
              <a:spcBef>
                <a:spcPct val="0"/>
              </a:spcBef>
              <a:spcAft>
                <a:spcPct val="0"/>
              </a:spcAft>
              <a:buSzPts val="1200"/>
              <a:buFont typeface="Lexend"/>
              <a:buNone/>
              <a:defRPr sz="1200">
                <a:latin typeface="Lexend"/>
                <a:ea typeface="Lexend"/>
                <a:cs typeface="Lexend"/>
                <a:sym typeface="Lexend"/>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pic>
        <p:nvPicPr>
          <p:cNvPr id="56" name="Google Shape;56;p7"/>
          <p:cNvPicPr preferRelativeResize="0"/>
          <p:nvPr/>
        </p:nvPicPr>
        <p:blipFill>
          <a:blip r:embed="rId1">
            <a:alphaModFix/>
          </a:blip>
          <a:stretch>
            <a:fillRect/>
          </a:stretch>
        </p:blipFill>
        <p:spPr>
          <a:xfrm>
            <a:off x="6886512" y="10041210"/>
            <a:ext cx="181075" cy="246288"/>
          </a:xfrm>
          <a:prstGeom prst="rect">
            <a:avLst/>
          </a:prstGeom>
          <a:noFill/>
          <a:ln>
            <a:noFill/>
          </a:ln>
        </p:spPr>
      </p:pic>
      <p:sp>
        <p:nvSpPr>
          <p:cNvPr id="57" name="Google Shape;57;p7"/>
          <p:cNvSpPr txBox="1"/>
          <p:nvPr>
            <p:ph type="subTitle" idx="2"/>
          </p:nvPr>
        </p:nvSpPr>
        <p:spPr>
          <a:xfrm>
            <a:off x="466825" y="531600"/>
            <a:ext cx="6624000" cy="360000"/>
          </a:xfrm>
          <a:prstGeom prst="rect">
            <a:avLst/>
          </a:prstGeom>
        </p:spPr>
        <p:txBody>
          <a:bodyPr spcFirstLastPara="1" wrap="square" lIns="0" tIns="0" rIns="0" bIns="0" anchor="t" anchorCtr="0">
            <a:normAutofit/>
          </a:bodyPr>
          <a:lstStyle>
            <a:lvl1pPr lvl="0" rtl="0">
              <a:spcBef>
                <a:spcPct val="0"/>
              </a:spcBef>
              <a:spcAft>
                <a:spcPct val="0"/>
              </a:spcAft>
              <a:buSzPts val="1400"/>
              <a:buNone/>
              <a:defRPr sz="1400" b="1"/>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Elements to copy and paste">
  <p:cSld name="SECTION_HEADER_1_1_1_1_1_1_1_1_1_1_1_2_1_1">
    <p:spTree>
      <p:nvGrpSpPr>
        <p:cNvPr id="58" name="Shape 58"/>
        <p:cNvGrpSpPr/>
        <p:nvPr/>
      </p:nvGrpSpPr>
      <p:grpSpPr>
        <a:xfrm>
          <a:off x="0" y="0"/>
          <a:ext cx="0" cy="0"/>
        </a:xfrm>
      </p:grpSpPr>
      <p:sp>
        <p:nvSpPr>
          <p:cNvPr id="59" name="Google Shape;59;p8"/>
          <p:cNvSpPr txBox="1"/>
          <p:nvPr/>
        </p:nvSpPr>
        <p:spPr>
          <a:xfrm>
            <a:off x="493450" y="416654"/>
            <a:ext cx="6624000" cy="215400"/>
          </a:xfrm>
          <a:prstGeom prst="rect">
            <a:avLst/>
          </a:prstGeom>
          <a:noFill/>
          <a:ln>
            <a:noFill/>
          </a:ln>
        </p:spPr>
        <p:txBody>
          <a:bodyPr spcFirstLastPara="1" wrap="square" lIns="0" tIns="0" rIns="0" bIns="0" anchor="t" anchorCtr="0">
            <a:spAutoFit/>
          </a:bodyPr>
          <a:lstStyle/>
          <a:p>
            <a:pPr marL="0" lvl="0" indent="0" algn="l" rtl="0">
              <a:lnSpc>
                <a:spcPct val="150000"/>
              </a:lnSpc>
              <a:spcBef>
                <a:spcPct val="0"/>
              </a:spcBef>
              <a:spcAft>
                <a:spcPct val="0"/>
              </a:spcAft>
              <a:buNone/>
            </a:pPr>
            <a:r>
              <a:rPr lang="en-GB" b="1">
                <a:latin typeface="Lexend"/>
                <a:ea typeface="Lexend"/>
                <a:cs typeface="Lexend"/>
                <a:sym typeface="Lexend"/>
              </a:rPr>
              <a:t>Elements to copy and paste</a:t>
            </a:r>
            <a:endParaRPr sz="1100">
              <a:latin typeface="Lexend"/>
              <a:ea typeface="Lexend"/>
              <a:cs typeface="Lexend"/>
              <a:sym typeface="Lexend"/>
            </a:endParaRPr>
          </a:p>
        </p:txBody>
      </p:sp>
      <p:pic>
        <p:nvPicPr>
          <p:cNvPr id="60" name="Google Shape;60;p8"/>
          <p:cNvPicPr preferRelativeResize="0"/>
          <p:nvPr/>
        </p:nvPicPr>
        <p:blipFill>
          <a:blip r:embed="rId1">
            <a:alphaModFix/>
          </a:blip>
          <a:stretch>
            <a:fillRect/>
          </a:stretch>
        </p:blipFill>
        <p:spPr>
          <a:xfrm>
            <a:off x="6886512" y="10041210"/>
            <a:ext cx="181075" cy="246288"/>
          </a:xfrm>
          <a:prstGeom prst="rect">
            <a:avLst/>
          </a:prstGeom>
          <a:noFill/>
          <a:ln>
            <a:noFill/>
          </a:ln>
        </p:spPr>
      </p:pic>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8.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0 Title page">
  <p:cSld name="SECTION_HEADER_1_1_1_1_1_1_1_1_1_1_1_2_1_1_1_1_1_2">
    <p:bg>
      <p:bgPr>
        <a:solidFill>
          <a:schemeClr val="lt1"/>
        </a:solidFill>
      </p:bgPr>
    </p:bg>
    <p:spTree>
      <p:nvGrpSpPr>
        <p:cNvPr id="65" name="Shape 65"/>
        <p:cNvGrpSpPr/>
        <p:nvPr/>
      </p:nvGrpSpPr>
      <p:grpSpPr>
        <a:xfrm>
          <a:off x="0" y="0"/>
          <a:ext cx="0" cy="0"/>
        </a:xfrm>
      </p:grpSpPr>
      <p:pic>
        <p:nvPicPr>
          <p:cNvPr id="66" name="Google Shape;66;p10"/>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67" name="Google Shape;67;p1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68" name="Google Shape;68;p10"/>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69" name="Google Shape;69;p10"/>
          <p:cNvPicPr preferRelativeResize="0"/>
          <p:nvPr/>
        </p:nvPicPr>
        <p:blipFill>
          <a:blip r:embed="rId2">
            <a:alphaModFix/>
          </a:blip>
          <a:stretch>
            <a:fillRect/>
          </a:stretch>
        </p:blipFill>
        <p:spPr>
          <a:xfrm>
            <a:off x="5722275" y="215699"/>
            <a:ext cx="504000" cy="504000"/>
          </a:xfrm>
          <a:prstGeom prst="rect">
            <a:avLst/>
          </a:prstGeom>
          <a:noFill/>
          <a:ln>
            <a:noFill/>
          </a:ln>
        </p:spPr>
      </p:pic>
      <p:pic>
        <p:nvPicPr>
          <p:cNvPr id="70" name="Google Shape;70;p10"/>
          <p:cNvPicPr preferRelativeResize="0"/>
          <p:nvPr/>
        </p:nvPicPr>
        <p:blipFill>
          <a:blip r:embed="rId3">
            <a:alphaModFix/>
          </a:blip>
          <a:stretch>
            <a:fillRect/>
          </a:stretch>
        </p:blipFill>
        <p:spPr>
          <a:xfrm>
            <a:off x="468000" y="1242003"/>
            <a:ext cx="6624000" cy="66240"/>
          </a:xfrm>
          <a:prstGeom prst="rect">
            <a:avLst/>
          </a:prstGeom>
          <a:noFill/>
          <a:ln>
            <a:noFill/>
          </a:ln>
        </p:spPr>
      </p:pic>
      <p:sp>
        <p:nvSpPr>
          <p:cNvPr id="71" name="Google Shape;71;p10"/>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72" name="Google Shape;72;p10"/>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73" name="Google Shape;73;p10"/>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9.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1.1 Title page with long title">
  <p:cSld name="SECTION_HEADER_1_1_1_1_1_1_1_1_1_1_1_2_1_1_1_1_1_1_2">
    <p:bg>
      <p:bgPr>
        <a:solidFill>
          <a:schemeClr val="lt1"/>
        </a:solidFill>
      </p:bgPr>
    </p:bg>
    <p:spTree>
      <p:nvGrpSpPr>
        <p:cNvPr id="74" name="Shape 74"/>
        <p:cNvGrpSpPr/>
        <p:nvPr/>
      </p:nvGrpSpPr>
      <p:grpSpPr>
        <a:xfrm>
          <a:off x="0" y="0"/>
          <a:ext cx="0" cy="0"/>
        </a:xfrm>
      </p:grpSpPr>
      <p:pic>
        <p:nvPicPr>
          <p:cNvPr id="75" name="Google Shape;75;p11"/>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76" name="Google Shape;76;p1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77" name="Google Shape;77;p11"/>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78" name="Google Shape;78;p11"/>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79" name="Google Shape;79;p11"/>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80" name="Google Shape;80;p11"/>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81" name="Google Shape;81;p11"/>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82" name="Google Shape;82;p11"/>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0.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0 Middle page">
  <p:cSld name="SECTION_HEADER_1_1_1_1_1_1_1_1_1_1_1_2_1_1_1_1_1_1_1_1_2">
    <p:bg>
      <p:bgPr>
        <a:solidFill>
          <a:schemeClr val="lt1"/>
        </a:solidFill>
      </p:bgPr>
    </p:bg>
    <p:spTree>
      <p:nvGrpSpPr>
        <p:cNvPr id="83" name="Shape 83"/>
        <p:cNvGrpSpPr/>
        <p:nvPr/>
      </p:nvGrpSpPr>
      <p:grpSpPr>
        <a:xfrm>
          <a:off x="0" y="0"/>
          <a:ext cx="0" cy="0"/>
        </a:xfrm>
      </p:grpSpPr>
      <p:pic>
        <p:nvPicPr>
          <p:cNvPr id="84" name="Google Shape;84;p12"/>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85" name="Google Shape;85;p12"/>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86" name="Google Shape;86;p12"/>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87" name="Google Shape;87;p12"/>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88" name="Google Shape;88;p12"/>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89" name="Google Shape;89;p12"/>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1.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2.1 Last page">
  <p:cSld name="SECTION_HEADER_1_1_1_1_1_1_1_1_1_1_1_2_1_1_1_1_1_1_1_1_1_3">
    <p:bg>
      <p:bgPr>
        <a:solidFill>
          <a:schemeClr val="lt1"/>
        </a:solidFill>
      </p:bgPr>
    </p:bg>
    <p:spTree>
      <p:nvGrpSpPr>
        <p:cNvPr id="90" name="Shape 90"/>
        <p:cNvGrpSpPr/>
        <p:nvPr/>
      </p:nvGrpSpPr>
      <p:grpSpPr>
        <a:xfrm>
          <a:off x="0" y="0"/>
          <a:ext cx="0" cy="0"/>
        </a:xfrm>
      </p:grpSpPr>
      <p:pic>
        <p:nvPicPr>
          <p:cNvPr id="91" name="Google Shape;91;p13"/>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92" name="Google Shape;92;p13"/>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93" name="Google Shape;93;p13"/>
          <p:cNvSpPr txBox="1"/>
          <p:nvPr/>
        </p:nvSpPr>
        <p:spPr>
          <a:xfrm>
            <a:off x="6366900" y="360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sp>
        <p:nvSpPr>
          <p:cNvPr id="94" name="Google Shape;94;p13"/>
          <p:cNvSpPr txBox="1"/>
          <p:nvPr>
            <p:ph type="subTitle" idx="1"/>
          </p:nvPr>
        </p:nvSpPr>
        <p:spPr>
          <a:xfrm>
            <a:off x="1463400" y="360000"/>
            <a:ext cx="4782600" cy="246300"/>
          </a:xfrm>
          <a:prstGeom prst="rect">
            <a:avLst/>
          </a:prstGeom>
          <a:ln>
            <a:noFill/>
          </a:ln>
        </p:spPr>
        <p:txBody>
          <a:bodyPr spcFirstLastPara="1" wrap="square" lIns="0" tIns="0" rIns="0" bIns="0" anchor="t" anchorCtr="0">
            <a:sp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pic>
        <p:nvPicPr>
          <p:cNvPr id="95" name="Google Shape;95;p13"/>
          <p:cNvPicPr preferRelativeResize="0"/>
          <p:nvPr/>
        </p:nvPicPr>
        <p:blipFill>
          <a:blip r:embed="rId2">
            <a:alphaModFix/>
          </a:blip>
          <a:stretch>
            <a:fillRect/>
          </a:stretch>
        </p:blipFill>
        <p:spPr>
          <a:xfrm>
            <a:off x="428300" y="324000"/>
            <a:ext cx="936000" cy="270612"/>
          </a:xfrm>
          <a:prstGeom prst="rect">
            <a:avLst/>
          </a:prstGeom>
          <a:noFill/>
          <a:ln>
            <a:noFill/>
          </a:ln>
        </p:spPr>
      </p:pic>
      <p:sp>
        <p:nvSpPr>
          <p:cNvPr id="96" name="Google Shape;96;p13"/>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97" name="Google Shape;97;p13"/>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98" name="Google Shape;98;p13"/>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99" name="Google Shape;99;p13"/>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00" name="Google Shape;100;p13"/>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lvl1pPr lv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a:spcBef>
                <a:spcPct val="0"/>
              </a:spcBef>
              <a:spcAft>
                <a:spcPct val="0"/>
              </a:spcAft>
              <a:buSzPts val="1400"/>
              <a:buNone/>
              <a:defRPr/>
            </a:lvl2pPr>
            <a:lvl3pPr lvl="2">
              <a:spcBef>
                <a:spcPct val="0"/>
              </a:spcBef>
              <a:spcAft>
                <a:spcPct val="0"/>
              </a:spcAft>
              <a:buSzPts val="1400"/>
              <a:buNone/>
              <a:defRPr/>
            </a:lvl3pPr>
            <a:lvl4pPr lvl="3">
              <a:spcBef>
                <a:spcPct val="0"/>
              </a:spcBef>
              <a:spcAft>
                <a:spcPct val="0"/>
              </a:spcAft>
              <a:buSzPts val="1400"/>
              <a:buNone/>
              <a:defRPr/>
            </a:lvl4pPr>
            <a:lvl5pPr lvl="4">
              <a:spcBef>
                <a:spcPct val="0"/>
              </a:spcBef>
              <a:spcAft>
                <a:spcPct val="0"/>
              </a:spcAft>
              <a:buSzPts val="1400"/>
              <a:buNone/>
              <a:defRPr/>
            </a:lvl5pPr>
            <a:lvl6pPr lvl="5">
              <a:spcBef>
                <a:spcPct val="0"/>
              </a:spcBef>
              <a:spcAft>
                <a:spcPct val="0"/>
              </a:spcAft>
              <a:buSzPts val="1400"/>
              <a:buNone/>
              <a:defRPr/>
            </a:lvl6pPr>
            <a:lvl7pPr lvl="6">
              <a:spcBef>
                <a:spcPct val="0"/>
              </a:spcBef>
              <a:spcAft>
                <a:spcPct val="0"/>
              </a:spcAft>
              <a:buSzPts val="1400"/>
              <a:buNone/>
              <a:defRPr/>
            </a:lvl7pPr>
            <a:lvl8pPr lvl="7">
              <a:spcBef>
                <a:spcPct val="0"/>
              </a:spcBef>
              <a:spcAft>
                <a:spcPct val="0"/>
              </a:spcAft>
              <a:buSzPts val="1400"/>
              <a:buNone/>
              <a:defRPr/>
            </a:lvl8pPr>
            <a:lvl9pPr lvl="8">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2.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0 Single page worksheet">
  <p:cSld name="SECTION_HEADER_1_1_1_1_1_1_1_1_1_1_1_2_1_1_1_1_1_2_1">
    <p:bg>
      <p:bgPr>
        <a:solidFill>
          <a:schemeClr val="lt1"/>
        </a:solidFill>
      </p:bgPr>
    </p:bg>
    <p:spTree>
      <p:nvGrpSpPr>
        <p:cNvPr id="101" name="Shape 101"/>
        <p:cNvGrpSpPr/>
        <p:nvPr/>
      </p:nvGrpSpPr>
      <p:grpSpPr>
        <a:xfrm>
          <a:off x="0" y="0"/>
          <a:ext cx="0" cy="0"/>
        </a:xfrm>
      </p:grpSpPr>
      <p:pic>
        <p:nvPicPr>
          <p:cNvPr id="102" name="Google Shape;102;p14"/>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03" name="Google Shape;103;p14"/>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04" name="Google Shape;104;p14"/>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05" name="Google Shape;105;p14"/>
          <p:cNvPicPr preferRelativeResize="0"/>
          <p:nvPr/>
        </p:nvPicPr>
        <p:blipFill>
          <a:blip r:embed="rId2">
            <a:alphaModFix/>
          </a:blip>
          <a:stretch>
            <a:fillRect/>
          </a:stretch>
        </p:blipFill>
        <p:spPr>
          <a:xfrm>
            <a:off x="468000" y="1242003"/>
            <a:ext cx="6624000" cy="66240"/>
          </a:xfrm>
          <a:prstGeom prst="rect">
            <a:avLst/>
          </a:prstGeom>
          <a:noFill/>
          <a:ln>
            <a:noFill/>
          </a:ln>
        </p:spPr>
      </p:pic>
      <p:pic>
        <p:nvPicPr>
          <p:cNvPr id="106" name="Google Shape;106;p14"/>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07" name="Google Shape;107;p14"/>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08" name="Google Shape;108;p14"/>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09" name="Google Shape;109;p14"/>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10" name="Google Shape;110;p14"/>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11" name="Google Shape;111;p14"/>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12" name="Google Shape;112;p14"/>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13" name="Google Shape;113;p14"/>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3.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3.1 Single page worksheet with long title">
  <p:cSld name="SECTION_HEADER_1_1_1_1_1_1_1_1_1_1_1_2_1_1_1_1_1_1_1">
    <p:bg>
      <p:bgPr>
        <a:solidFill>
          <a:schemeClr val="lt1"/>
        </a:solidFill>
      </p:bgPr>
    </p:bg>
    <p:spTree>
      <p:nvGrpSpPr>
        <p:cNvPr id="114" name="Shape 114"/>
        <p:cNvGrpSpPr/>
        <p:nvPr/>
      </p:nvGrpSpPr>
      <p:grpSpPr>
        <a:xfrm>
          <a:off x="0" y="0"/>
          <a:ext cx="0" cy="0"/>
        </a:xfrm>
      </p:grpSpPr>
      <p:pic>
        <p:nvPicPr>
          <p:cNvPr id="115" name="Google Shape;115;p15"/>
          <p:cNvPicPr preferRelativeResize="0"/>
          <p:nvPr/>
        </p:nvPicPr>
        <p:blipFill>
          <a:blip r:embed="rId1">
            <a:alphaModFix/>
          </a:blip>
          <a:stretch>
            <a:fillRect/>
          </a:stretch>
        </p:blipFill>
        <p:spPr>
          <a:xfrm>
            <a:off x="6910937" y="9972010"/>
            <a:ext cx="181075" cy="246288"/>
          </a:xfrm>
          <a:prstGeom prst="rect">
            <a:avLst/>
          </a:prstGeom>
          <a:noFill/>
          <a:ln>
            <a:noFill/>
          </a:ln>
        </p:spPr>
      </p:pic>
      <p:sp>
        <p:nvSpPr>
          <p:cNvPr id="116" name="Google Shape;116;p15"/>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17" name="Google Shape;117;p15"/>
          <p:cNvSpPr txBox="1"/>
          <p:nvPr>
            <p:ph type="title"/>
          </p:nvPr>
        </p:nvSpPr>
        <p:spPr>
          <a:xfrm>
            <a:off x="468000" y="864000"/>
            <a:ext cx="66240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18" name="Google Shape;118;p15"/>
          <p:cNvPicPr preferRelativeResize="0"/>
          <p:nvPr/>
        </p:nvPicPr>
        <p:blipFill>
          <a:blip r:embed="rId2">
            <a:alphaModFix/>
          </a:blip>
          <a:stretch>
            <a:fillRect/>
          </a:stretch>
        </p:blipFill>
        <p:spPr>
          <a:xfrm>
            <a:off x="468000" y="1543153"/>
            <a:ext cx="6624000" cy="66240"/>
          </a:xfrm>
          <a:prstGeom prst="rect">
            <a:avLst/>
          </a:prstGeom>
          <a:noFill/>
          <a:ln>
            <a:noFill/>
          </a:ln>
        </p:spPr>
      </p:pic>
      <p:pic>
        <p:nvPicPr>
          <p:cNvPr id="119" name="Google Shape;119;p15"/>
          <p:cNvPicPr preferRelativeResize="0"/>
          <p:nvPr/>
        </p:nvPicPr>
        <p:blipFill>
          <a:blip r:embed="rId3">
            <a:alphaModFix/>
          </a:blip>
          <a:stretch>
            <a:fillRect/>
          </a:stretch>
        </p:blipFill>
        <p:spPr>
          <a:xfrm>
            <a:off x="5722275" y="215699"/>
            <a:ext cx="504000" cy="504000"/>
          </a:xfrm>
          <a:prstGeom prst="rect">
            <a:avLst/>
          </a:prstGeom>
          <a:noFill/>
          <a:ln>
            <a:noFill/>
          </a:ln>
        </p:spPr>
      </p:pic>
      <p:sp>
        <p:nvSpPr>
          <p:cNvPr id="120" name="Google Shape;120;p15"/>
          <p:cNvSpPr txBox="1"/>
          <p:nvPr/>
        </p:nvSpPr>
        <p:spPr>
          <a:xfrm>
            <a:off x="6189000" y="360000"/>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21" name="Google Shape;121;p15"/>
          <p:cNvPicPr preferRelativeResize="0"/>
          <p:nvPr/>
        </p:nvPicPr>
        <p:blipFill>
          <a:blip r:embed="rId4">
            <a:alphaModFix/>
          </a:blip>
          <a:stretch>
            <a:fillRect/>
          </a:stretch>
        </p:blipFill>
        <p:spPr>
          <a:xfrm>
            <a:off x="428300" y="324000"/>
            <a:ext cx="936000" cy="270612"/>
          </a:xfrm>
          <a:prstGeom prst="rect">
            <a:avLst/>
          </a:prstGeom>
          <a:noFill/>
          <a:ln>
            <a:noFill/>
          </a:ln>
        </p:spPr>
      </p:pic>
      <p:sp>
        <p:nvSpPr>
          <p:cNvPr id="122" name="Google Shape;122;p15"/>
          <p:cNvSpPr txBox="1"/>
          <p:nvPr/>
        </p:nvSpPr>
        <p:spPr>
          <a:xfrm>
            <a:off x="554300" y="360000"/>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23" name="Google Shape;123;p15"/>
          <p:cNvSpPr txBox="1"/>
          <p:nvPr/>
        </p:nvSpPr>
        <p:spPr>
          <a:xfrm>
            <a:off x="468000" y="10152000"/>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24" name="Google Shape;124;p15"/>
          <p:cNvSpPr txBox="1"/>
          <p:nvPr/>
        </p:nvSpPr>
        <p:spPr>
          <a:xfrm>
            <a:off x="470550" y="9972000"/>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25" name="Google Shape;125;p15"/>
          <p:cNvSpPr txBox="1"/>
          <p:nvPr/>
        </p:nvSpPr>
        <p:spPr>
          <a:xfrm>
            <a:off x="3903375" y="9972000"/>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26" name="Google Shape;126;p15"/>
          <p:cNvSpPr txBox="1"/>
          <p:nvPr>
            <p:ph type="subTitle" idx="1"/>
          </p:nvPr>
        </p:nvSpPr>
        <p:spPr>
          <a:xfrm>
            <a:off x="3903375" y="9972000"/>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sldGuideLst>
    </p:ext>
  </p:extLst>
</p:sldLayout>
</file>

<file path=ppt/slideLayouts/slideLayout14.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0 Landscape title page">
  <p:cSld name="SECTION_HEADER_1_1_1_1_1_1_1_1_1_1_1_2_1_1_1_1_1_1_1_1_1_1">
    <p:bg>
      <p:bgPr>
        <a:solidFill>
          <a:schemeClr val="lt1"/>
        </a:solidFill>
      </p:bgPr>
    </p:bg>
    <p:spTree>
      <p:nvGrpSpPr>
        <p:cNvPr id="127" name="Shape 127"/>
        <p:cNvGrpSpPr/>
        <p:nvPr/>
      </p:nvGrpSpPr>
      <p:grpSpPr>
        <a:xfrm>
          <a:off x="0" y="0"/>
          <a:ext cx="0" cy="0"/>
        </a:xfrm>
      </p:grpSpPr>
      <p:pic>
        <p:nvPicPr>
          <p:cNvPr id="128" name="Google Shape;128;p16"/>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29" name="Google Shape;129;p16"/>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0" name="Google Shape;130;p16"/>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31" name="Google Shape;131;p16"/>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32" name="Google Shape;132;p16"/>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33" name="Google Shape;133;p16"/>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34" name="Google Shape;134;p16"/>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35" name="Google Shape;135;p16"/>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1 Landscape middle page">
  <p:cSld name="SECTION_HEADER_1_1_1_1_1_1_1_1_1_1_1_2_1_1_1_1_1_1_1_1_1_1_1_2">
    <p:bg>
      <p:bgPr>
        <a:solidFill>
          <a:schemeClr val="lt1"/>
        </a:solidFill>
      </p:bgPr>
    </p:bg>
    <p:spTree>
      <p:nvGrpSpPr>
        <p:cNvPr id="136" name="Shape 136"/>
        <p:cNvGrpSpPr/>
        <p:nvPr/>
      </p:nvGrpSpPr>
      <p:grpSpPr>
        <a:xfrm>
          <a:off x="0" y="0"/>
          <a:ext cx="0" cy="0"/>
        </a:xfrm>
      </p:grpSpPr>
      <p:pic>
        <p:nvPicPr>
          <p:cNvPr id="137" name="Google Shape;137;p17"/>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38" name="Google Shape;138;p17"/>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39" name="Google Shape;139;p17"/>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0" name="Google Shape;140;p17"/>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1" name="Google Shape;141;p17"/>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2" name="Google Shape;142;p17"/>
          <p:cNvSpPr txBox="1"/>
          <p:nvPr>
            <p:ph type="subTitle" idx="1"/>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6.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4.2 Landscape last page">
  <p:cSld name="SECTION_HEADER_1_1_1_1_1_1_1_1_1_1_1_2_1_1_1_1_1_1_1_1_1_1_1_1_1">
    <p:bg>
      <p:bgPr>
        <a:solidFill>
          <a:schemeClr val="lt1"/>
        </a:solidFill>
      </p:bgPr>
    </p:bg>
    <p:spTree>
      <p:nvGrpSpPr>
        <p:cNvPr id="143" name="Shape 143"/>
        <p:cNvGrpSpPr/>
        <p:nvPr/>
      </p:nvGrpSpPr>
      <p:grpSpPr>
        <a:xfrm>
          <a:off x="0" y="0"/>
          <a:ext cx="0" cy="0"/>
        </a:xfrm>
      </p:grpSpPr>
      <p:pic>
        <p:nvPicPr>
          <p:cNvPr id="144" name="Google Shape;144;p18"/>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45" name="Google Shape;145;p18"/>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46" name="Google Shape;146;p18"/>
          <p:cNvSpPr txBox="1"/>
          <p:nvPr/>
        </p:nvSpPr>
        <p:spPr>
          <a:xfrm rot="-5400000">
            <a:off x="174000" y="654000"/>
            <a:ext cx="726600" cy="1386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900" b="1">
                <a:latin typeface="Lexend"/>
                <a:ea typeface="Lexend"/>
                <a:cs typeface="Lexend"/>
                <a:sym typeface="Lexend"/>
              </a:rPr>
              <a:t>Worksheet</a:t>
            </a:r>
            <a:endParaRPr sz="900" b="1">
              <a:latin typeface="Lexend"/>
              <a:ea typeface="Lexend"/>
              <a:cs typeface="Lexend"/>
              <a:sym typeface="Lexend"/>
            </a:endParaRPr>
          </a:p>
        </p:txBody>
      </p:sp>
      <p:pic>
        <p:nvPicPr>
          <p:cNvPr id="147" name="Google Shape;147;p18"/>
          <p:cNvPicPr preferRelativeResize="0"/>
          <p:nvPr/>
        </p:nvPicPr>
        <p:blipFill>
          <a:blip r:embed="rId2">
            <a:alphaModFix/>
          </a:blip>
          <a:stretch>
            <a:fillRect/>
          </a:stretch>
        </p:blipFill>
        <p:spPr>
          <a:xfrm rot="-5400000">
            <a:off x="103775" y="9769600"/>
            <a:ext cx="936000" cy="270612"/>
          </a:xfrm>
          <a:prstGeom prst="rect">
            <a:avLst/>
          </a:prstGeom>
          <a:noFill/>
          <a:ln>
            <a:noFill/>
          </a:ln>
        </p:spPr>
      </p:pic>
      <p:sp>
        <p:nvSpPr>
          <p:cNvPr id="148" name="Google Shape;148;p18"/>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49" name="Google Shape;149;p18"/>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3">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4">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50" name="Google Shape;150;p18"/>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51" name="Google Shape;151;p18"/>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52" name="Google Shape;152;p18"/>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
        <p:nvSpPr>
          <p:cNvPr id="153" name="Google Shape;153;p18"/>
          <p:cNvSpPr txBox="1"/>
          <p:nvPr>
            <p:ph type="subTitle" idx="2"/>
          </p:nvPr>
        </p:nvSpPr>
        <p:spPr>
          <a:xfrm rot="-5400000">
            <a:off x="-3498000" y="5128425"/>
            <a:ext cx="8070600" cy="246300"/>
          </a:xfrm>
          <a:prstGeom prst="rect">
            <a:avLst/>
          </a:prstGeom>
          <a:ln>
            <a:noFill/>
          </a:ln>
        </p:spPr>
        <p:txBody>
          <a:bodyPr spcFirstLastPara="1" wrap="square" lIns="0" tIns="0" rIns="0" bIns="0" anchor="ctr" anchorCtr="0">
            <a:noAutofit/>
          </a:bodyPr>
          <a:lstStyle>
            <a:lvl1pPr lvl="0" rtl="0">
              <a:spcBef>
                <a:spcPct val="0"/>
              </a:spcBef>
              <a:spcAft>
                <a:spcPct val="0"/>
              </a:spcAft>
              <a:buSzPts val="900"/>
              <a:buFont typeface="Lexend"/>
              <a:buNone/>
              <a:defRPr sz="900">
                <a:latin typeface="Lexend"/>
                <a:ea typeface="Lexend"/>
                <a:cs typeface="Lexend"/>
                <a:sym typeface="Lexend"/>
              </a:defRPr>
            </a:lvl1pPr>
            <a:lvl2pPr lvl="1" rtl="0">
              <a:spcBef>
                <a:spcPct val="0"/>
              </a:spcBef>
              <a:spcAft>
                <a:spcPct val="0"/>
              </a:spcAft>
              <a:buSzPts val="1200"/>
              <a:buNone/>
              <a:defRPr sz="1200"/>
            </a:lvl2pPr>
            <a:lvl3pPr lvl="2" rtl="0">
              <a:spcBef>
                <a:spcPct val="0"/>
              </a:spcBef>
              <a:spcAft>
                <a:spcPct val="0"/>
              </a:spcAft>
              <a:buSzPts val="1200"/>
              <a:buNone/>
              <a:defRPr sz="1200"/>
            </a:lvl3pPr>
            <a:lvl4pPr lvl="3" rtl="0">
              <a:spcBef>
                <a:spcPct val="0"/>
              </a:spcBef>
              <a:spcAft>
                <a:spcPct val="0"/>
              </a:spcAft>
              <a:buSzPts val="1200"/>
              <a:buNone/>
              <a:defRPr sz="1200"/>
            </a:lvl4pPr>
            <a:lvl5pPr lvl="4" rtl="0">
              <a:spcBef>
                <a:spcPct val="0"/>
              </a:spcBef>
              <a:spcAft>
                <a:spcPct val="0"/>
              </a:spcAft>
              <a:buSzPts val="1200"/>
              <a:buNone/>
              <a:defRPr sz="1200"/>
            </a:lvl5pPr>
            <a:lvl6pPr lvl="5" rtl="0">
              <a:spcBef>
                <a:spcPct val="0"/>
              </a:spcBef>
              <a:spcAft>
                <a:spcPct val="0"/>
              </a:spcAft>
              <a:buSzPts val="1200"/>
              <a:buNone/>
              <a:defRPr sz="1200"/>
            </a:lvl6pPr>
            <a:lvl7pPr lvl="6" rtl="0">
              <a:spcBef>
                <a:spcPct val="0"/>
              </a:spcBef>
              <a:spcAft>
                <a:spcPct val="0"/>
              </a:spcAft>
              <a:buSzPts val="1200"/>
              <a:buNone/>
              <a:defRPr sz="1200"/>
            </a:lvl7pPr>
            <a:lvl8pPr lvl="7" rtl="0">
              <a:spcBef>
                <a:spcPct val="0"/>
              </a:spcBef>
              <a:spcAft>
                <a:spcPct val="0"/>
              </a:spcAft>
              <a:buSzPts val="1200"/>
              <a:buNone/>
              <a:defRPr sz="1200"/>
            </a:lvl8pPr>
            <a:lvl9pPr lvl="8" rtl="0">
              <a:spcBef>
                <a:spcPct val="0"/>
              </a:spcBef>
              <a:spcAft>
                <a:spcPct val="0"/>
              </a:spcAft>
              <a:buSzPts val="1200"/>
              <a:buNone/>
              <a:defRPr sz="1200"/>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matchingName="5.0 Landscape single page worksheet">
  <p:cSld name="SECTION_HEADER_1_1_1_1_1_1_1_1_1_1_1_2_1_1_1_1_1_1_1_1_1_1_2">
    <p:bg>
      <p:bgPr>
        <a:solidFill>
          <a:schemeClr val="lt1"/>
        </a:solidFill>
      </p:bgPr>
    </p:bg>
    <p:spTree>
      <p:nvGrpSpPr>
        <p:cNvPr id="154" name="Shape 154"/>
        <p:cNvGrpSpPr/>
        <p:nvPr/>
      </p:nvGrpSpPr>
      <p:grpSpPr>
        <a:xfrm>
          <a:off x="0" y="0"/>
          <a:ext cx="0" cy="0"/>
        </a:xfrm>
      </p:grpSpPr>
      <p:pic>
        <p:nvPicPr>
          <p:cNvPr id="155" name="Google Shape;155;p19"/>
          <p:cNvPicPr preferRelativeResize="0"/>
          <p:nvPr/>
        </p:nvPicPr>
        <p:blipFill>
          <a:blip r:embed="rId1">
            <a:alphaModFix/>
          </a:blip>
          <a:stretch>
            <a:fillRect/>
          </a:stretch>
        </p:blipFill>
        <p:spPr>
          <a:xfrm rot="-5400000">
            <a:off x="6801934" y="327400"/>
            <a:ext cx="181075" cy="246288"/>
          </a:xfrm>
          <a:prstGeom prst="rect">
            <a:avLst/>
          </a:prstGeom>
          <a:noFill/>
          <a:ln>
            <a:noFill/>
          </a:ln>
        </p:spPr>
      </p:pic>
      <p:sp>
        <p:nvSpPr>
          <p:cNvPr id="156" name="Google Shape;156;p19"/>
          <p:cNvSpPr txBox="1"/>
          <p:nvPr>
            <p:ph type="sldNum" idx="12"/>
          </p:nvPr>
        </p:nvSpPr>
        <p:spPr>
          <a:xfrm rot="-5400000">
            <a:off x="6666268" y="719443"/>
            <a:ext cx="483300" cy="277200"/>
          </a:xfrm>
          <a:prstGeom prst="rect">
            <a:avLst/>
          </a:prstGeom>
        </p:spPr>
        <p:txBody>
          <a:bodyPr spcFirstLastPara="1" wrap="square" lIns="91425" tIns="91425" rIns="91425" bIns="91425" anchor="ctr" anchorCtr="0">
            <a:noAutofit/>
          </a:bodyPr>
          <a:lstStyle>
            <a:lvl1pPr lvl="0" rtl="0">
              <a:buNone/>
              <a:defRPr sz="1200">
                <a:latin typeface="Lexend Medium"/>
                <a:ea typeface="Lexend Medium"/>
                <a:cs typeface="Lexend Medium"/>
                <a:sym typeface="Lexend Medium"/>
              </a:defRPr>
            </a:lvl1pPr>
            <a:lvl2pPr lvl="1" rtl="0">
              <a:buNone/>
              <a:defRPr sz="1200">
                <a:latin typeface="Lexend Medium"/>
                <a:ea typeface="Lexend Medium"/>
                <a:cs typeface="Lexend Medium"/>
                <a:sym typeface="Lexend Medium"/>
              </a:defRPr>
            </a:lvl2pPr>
            <a:lvl3pPr lvl="2" rtl="0">
              <a:buNone/>
              <a:defRPr sz="1200">
                <a:latin typeface="Lexend Medium"/>
                <a:ea typeface="Lexend Medium"/>
                <a:cs typeface="Lexend Medium"/>
                <a:sym typeface="Lexend Medium"/>
              </a:defRPr>
            </a:lvl3pPr>
            <a:lvl4pPr lvl="3" rtl="0">
              <a:buNone/>
              <a:defRPr sz="1200">
                <a:latin typeface="Lexend Medium"/>
                <a:ea typeface="Lexend Medium"/>
                <a:cs typeface="Lexend Medium"/>
                <a:sym typeface="Lexend Medium"/>
              </a:defRPr>
            </a:lvl4pPr>
            <a:lvl5pPr lvl="4" rtl="0">
              <a:buNone/>
              <a:defRPr sz="1200">
                <a:latin typeface="Lexend Medium"/>
                <a:ea typeface="Lexend Medium"/>
                <a:cs typeface="Lexend Medium"/>
                <a:sym typeface="Lexend Medium"/>
              </a:defRPr>
            </a:lvl5pPr>
            <a:lvl6pPr lvl="5" rtl="0">
              <a:buNone/>
              <a:defRPr sz="1200">
                <a:latin typeface="Lexend Medium"/>
                <a:ea typeface="Lexend Medium"/>
                <a:cs typeface="Lexend Medium"/>
                <a:sym typeface="Lexend Medium"/>
              </a:defRPr>
            </a:lvl6pPr>
            <a:lvl7pPr lvl="6" rtl="0">
              <a:buNone/>
              <a:defRPr sz="1200">
                <a:latin typeface="Lexend Medium"/>
                <a:ea typeface="Lexend Medium"/>
                <a:cs typeface="Lexend Medium"/>
                <a:sym typeface="Lexend Medium"/>
              </a:defRPr>
            </a:lvl7pPr>
            <a:lvl8pPr lvl="7" rtl="0">
              <a:buNone/>
              <a:defRPr sz="1200">
                <a:latin typeface="Lexend Medium"/>
                <a:ea typeface="Lexend Medium"/>
                <a:cs typeface="Lexend Medium"/>
                <a:sym typeface="Lexend Medium"/>
              </a:defRPr>
            </a:lvl8pPr>
            <a:lvl9pPr lvl="8" rtl="0">
              <a:buNone/>
              <a:defRPr sz="1200">
                <a:latin typeface="Lexend Medium"/>
                <a:ea typeface="Lexend Medium"/>
                <a:cs typeface="Lexend Medium"/>
                <a:sym typeface="Lexend Medium"/>
              </a:defRPr>
            </a:lvl9pPr>
          </a:lstStyle>
          <a:p>
            <a:pPr marL="0" lvl="0" indent="0" algn="r" rtl="0">
              <a:spcBef>
                <a:spcPct val="0"/>
              </a:spcBef>
              <a:spcAft>
                <a:spcPct val="0"/>
              </a:spcAft>
              <a:buNone/>
            </a:pPr>
            <a:fld id="{00000000-1234-1234-1234-123412341234}" type="slidenum">
              <a:rPr lang="en-GB"/>
              <a:t>‹#›</a:t>
            </a:fld>
            <a:endParaRPr/>
          </a:p>
        </p:txBody>
      </p:sp>
      <p:sp>
        <p:nvSpPr>
          <p:cNvPr id="157" name="Google Shape;157;p19"/>
          <p:cNvSpPr txBox="1"/>
          <p:nvPr>
            <p:ph type="title"/>
          </p:nvPr>
        </p:nvSpPr>
        <p:spPr>
          <a:xfrm rot="-5400000">
            <a:off x="-3842125" y="5162095"/>
            <a:ext cx="9983700" cy="360000"/>
          </a:xfrm>
          <a:prstGeom prst="rect">
            <a:avLst/>
          </a:prstGeom>
        </p:spPr>
        <p:txBody>
          <a:bodyPr spcFirstLastPara="1" wrap="square" lIns="0" tIns="0" rIns="0" bIns="0" anchor="ctr" anchorCtr="0">
            <a:spAutoFit/>
          </a:bodyPr>
          <a:lstStyle>
            <a:lvl1pPr lvl="0" rtl="0">
              <a:spcBef>
                <a:spcPct val="0"/>
              </a:spcBef>
              <a:spcAft>
                <a:spcPct val="0"/>
              </a:spcAft>
              <a:buSzPts val="1800"/>
              <a:buNone/>
              <a:defRPr sz="1800"/>
            </a:lvl1pPr>
            <a:lvl2pPr lvl="1" rtl="0">
              <a:spcBef>
                <a:spcPct val="0"/>
              </a:spcBef>
              <a:spcAft>
                <a:spcPct val="0"/>
              </a:spcAft>
              <a:buSzPts val="1800"/>
              <a:buNone/>
              <a:defRPr sz="1800"/>
            </a:lvl2pPr>
            <a:lvl3pPr lvl="2" rtl="0">
              <a:spcBef>
                <a:spcPct val="0"/>
              </a:spcBef>
              <a:spcAft>
                <a:spcPct val="0"/>
              </a:spcAft>
              <a:buSzPts val="1800"/>
              <a:buNone/>
              <a:defRPr sz="1800"/>
            </a:lvl3pPr>
            <a:lvl4pPr lvl="3" rtl="0">
              <a:spcBef>
                <a:spcPct val="0"/>
              </a:spcBef>
              <a:spcAft>
                <a:spcPct val="0"/>
              </a:spcAft>
              <a:buSzPts val="1800"/>
              <a:buNone/>
              <a:defRPr sz="1800"/>
            </a:lvl4pPr>
            <a:lvl5pPr lvl="4" rtl="0">
              <a:spcBef>
                <a:spcPct val="0"/>
              </a:spcBef>
              <a:spcAft>
                <a:spcPct val="0"/>
              </a:spcAft>
              <a:buSzPts val="1800"/>
              <a:buNone/>
              <a:defRPr sz="1800"/>
            </a:lvl5pPr>
            <a:lvl6pPr lvl="5" rtl="0">
              <a:spcBef>
                <a:spcPct val="0"/>
              </a:spcBef>
              <a:spcAft>
                <a:spcPct val="0"/>
              </a:spcAft>
              <a:buSzPts val="1800"/>
              <a:buNone/>
              <a:defRPr sz="1800"/>
            </a:lvl6pPr>
            <a:lvl7pPr lvl="6" rtl="0">
              <a:spcBef>
                <a:spcPct val="0"/>
              </a:spcBef>
              <a:spcAft>
                <a:spcPct val="0"/>
              </a:spcAft>
              <a:buSzPts val="1800"/>
              <a:buNone/>
              <a:defRPr sz="1800"/>
            </a:lvl7pPr>
            <a:lvl8pPr lvl="7" rtl="0">
              <a:spcBef>
                <a:spcPct val="0"/>
              </a:spcBef>
              <a:spcAft>
                <a:spcPct val="0"/>
              </a:spcAft>
              <a:buSzPts val="1800"/>
              <a:buNone/>
              <a:defRPr sz="1800"/>
            </a:lvl8pPr>
            <a:lvl9pPr lvl="8" rtl="0">
              <a:spcBef>
                <a:spcPct val="0"/>
              </a:spcBef>
              <a:spcAft>
                <a:spcPct val="0"/>
              </a:spcAft>
              <a:buSzPts val="1800"/>
              <a:buNone/>
              <a:defRPr sz="1800"/>
            </a:lvl9pPr>
          </a:lstStyle>
          <a:p/>
        </p:txBody>
      </p:sp>
      <p:pic>
        <p:nvPicPr>
          <p:cNvPr id="158" name="Google Shape;158;p19"/>
          <p:cNvPicPr preferRelativeResize="0"/>
          <p:nvPr/>
        </p:nvPicPr>
        <p:blipFill>
          <a:blip r:embed="rId2">
            <a:alphaModFix/>
          </a:blip>
          <a:stretch>
            <a:fillRect/>
          </a:stretch>
        </p:blipFill>
        <p:spPr>
          <a:xfrm rot="-5400000">
            <a:off x="-3612750" y="5310727"/>
            <a:ext cx="9987174" cy="66225"/>
          </a:xfrm>
          <a:prstGeom prst="rect">
            <a:avLst/>
          </a:prstGeom>
          <a:noFill/>
          <a:ln>
            <a:noFill/>
          </a:ln>
        </p:spPr>
      </p:pic>
      <p:pic>
        <p:nvPicPr>
          <p:cNvPr id="159" name="Google Shape;159;p19"/>
          <p:cNvPicPr preferRelativeResize="0"/>
          <p:nvPr/>
        </p:nvPicPr>
        <p:blipFill>
          <a:blip r:embed="rId3">
            <a:alphaModFix/>
          </a:blip>
          <a:stretch>
            <a:fillRect/>
          </a:stretch>
        </p:blipFill>
        <p:spPr>
          <a:xfrm rot="-5400000">
            <a:off x="319763" y="1225736"/>
            <a:ext cx="504000" cy="504000"/>
          </a:xfrm>
          <a:prstGeom prst="rect">
            <a:avLst/>
          </a:prstGeom>
          <a:noFill/>
          <a:ln>
            <a:noFill/>
          </a:ln>
        </p:spPr>
      </p:pic>
      <p:sp>
        <p:nvSpPr>
          <p:cNvPr id="160" name="Google Shape;160;p19"/>
          <p:cNvSpPr txBox="1"/>
          <p:nvPr/>
        </p:nvSpPr>
        <p:spPr>
          <a:xfrm rot="-5400000">
            <a:off x="104964" y="719111"/>
            <a:ext cx="903000" cy="184800"/>
          </a:xfrm>
          <a:prstGeom prst="rect">
            <a:avLst/>
          </a:prstGeom>
          <a:noFill/>
          <a:ln>
            <a:noFill/>
          </a:ln>
        </p:spPr>
        <p:txBody>
          <a:bodyPr spcFirstLastPara="1" wrap="square" lIns="0" tIns="0" rIns="0" bIns="0" anchor="ctr" anchorCtr="0">
            <a:spAutoFit/>
          </a:bodyPr>
          <a:lstStyle/>
          <a:p>
            <a:pPr marL="0" lvl="0" indent="0" algn="r" rtl="0">
              <a:spcBef>
                <a:spcPct val="0"/>
              </a:spcBef>
              <a:spcAft>
                <a:spcPct val="0"/>
              </a:spcAft>
              <a:buNone/>
            </a:pPr>
            <a:r>
              <a:rPr lang="en-GB" sz="1200" b="1">
                <a:latin typeface="Lexend"/>
                <a:ea typeface="Lexend"/>
                <a:cs typeface="Lexend"/>
                <a:sym typeface="Lexend"/>
              </a:rPr>
              <a:t>Worksheet</a:t>
            </a:r>
            <a:endParaRPr b="1">
              <a:latin typeface="Lexend"/>
              <a:ea typeface="Lexend"/>
              <a:cs typeface="Lexend"/>
              <a:sym typeface="Lexend"/>
            </a:endParaRPr>
          </a:p>
        </p:txBody>
      </p:sp>
      <p:pic>
        <p:nvPicPr>
          <p:cNvPr id="161" name="Google Shape;161;p19"/>
          <p:cNvPicPr preferRelativeResize="0"/>
          <p:nvPr/>
        </p:nvPicPr>
        <p:blipFill>
          <a:blip r:embed="rId4">
            <a:alphaModFix/>
          </a:blip>
          <a:stretch>
            <a:fillRect/>
          </a:stretch>
        </p:blipFill>
        <p:spPr>
          <a:xfrm rot="-5400000">
            <a:off x="103775" y="9769600"/>
            <a:ext cx="936000" cy="270612"/>
          </a:xfrm>
          <a:prstGeom prst="rect">
            <a:avLst/>
          </a:prstGeom>
          <a:noFill/>
          <a:ln>
            <a:noFill/>
          </a:ln>
        </p:spPr>
      </p:pic>
      <p:sp>
        <p:nvSpPr>
          <p:cNvPr id="162" name="Google Shape;162;p19"/>
          <p:cNvSpPr txBox="1"/>
          <p:nvPr/>
        </p:nvSpPr>
        <p:spPr>
          <a:xfrm rot="-5400000">
            <a:off x="183269" y="9772906"/>
            <a:ext cx="763200" cy="184800"/>
          </a:xfrm>
          <a:prstGeom prst="rect">
            <a:avLst/>
          </a:prstGeom>
          <a:noFill/>
          <a:ln>
            <a:noFill/>
          </a:ln>
        </p:spPr>
        <p:txBody>
          <a:bodyPr spcFirstLastPara="1" wrap="square" lIns="0" tIns="0" rIns="0" bIns="0" anchor="t" anchorCtr="0">
            <a:spAutoFit/>
          </a:bodyPr>
          <a:lstStyle/>
          <a:p>
            <a:pPr marL="0" lvl="0" indent="0" algn="l" rtl="0">
              <a:lnSpc>
                <a:spcPct val="115000"/>
              </a:lnSpc>
              <a:spcBef>
                <a:spcPct val="0"/>
              </a:spcBef>
              <a:spcAft>
                <a:spcPct val="0"/>
              </a:spcAft>
              <a:buNone/>
            </a:pPr>
            <a:r>
              <a:rPr lang="en-GB" sz="1200" b="1">
                <a:solidFill>
                  <a:srgbClr val="FFFFFF"/>
                </a:solidFill>
                <a:latin typeface="Lexend"/>
                <a:ea typeface="Lexend"/>
                <a:cs typeface="Lexend"/>
                <a:sym typeface="Lexend"/>
              </a:rPr>
              <a:t>Answers</a:t>
            </a:r>
            <a:endParaRPr sz="1200" b="1">
              <a:solidFill>
                <a:srgbClr val="FFFFFF"/>
              </a:solidFill>
              <a:latin typeface="Lexend"/>
              <a:ea typeface="Lexend"/>
              <a:cs typeface="Lexend"/>
              <a:sym typeface="Lexend"/>
            </a:endParaRPr>
          </a:p>
        </p:txBody>
      </p:sp>
      <p:sp>
        <p:nvSpPr>
          <p:cNvPr id="163" name="Google Shape;163;p19"/>
          <p:cNvSpPr txBox="1"/>
          <p:nvPr/>
        </p:nvSpPr>
        <p:spPr>
          <a:xfrm rot="-5400000">
            <a:off x="3997613" y="7219188"/>
            <a:ext cx="6064500" cy="161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Clr>
                <a:srgbClr val="000000"/>
              </a:buClr>
              <a:buSzPts val="1100"/>
              <a:buFont typeface="Arial"/>
              <a:buNone/>
            </a:pPr>
            <a:r>
              <a:rPr lang="en-GB" sz="900">
                <a:solidFill>
                  <a:srgbClr val="575756"/>
                </a:solidFill>
                <a:latin typeface="Lexend Light"/>
                <a:ea typeface="Lexend Light"/>
                <a:cs typeface="Lexend Light"/>
                <a:sym typeface="Lexend Light"/>
              </a:rPr>
              <a:t>Licensed on the </a:t>
            </a:r>
            <a:r>
              <a:rPr lang="en-GB" sz="900" u="sng">
                <a:solidFill>
                  <a:srgbClr val="575756"/>
                </a:solidFill>
                <a:latin typeface="Lexend Light"/>
                <a:ea typeface="Lexend Light"/>
                <a:cs typeface="Lexend Light"/>
                <a:sym typeface="Lexend Light"/>
                <a:hlinkClick r:id="rId5">
                  <a:extLst>
                    <a:ext uri="{A12FA001-AC4F-418D-AE19-62706E023703}">
                      <ahyp:hlinkClr xmlns:ahyp="http://schemas.microsoft.com/office/drawing/2018/hyperlinkcolor" val="tx"/>
                    </a:ext>
                  </a:extLst>
                </a:hlinkClick>
              </a:rPr>
              <a:t>Open Government Licence v3.0</a:t>
            </a:r>
            <a:r>
              <a:rPr lang="en-GB" sz="900">
                <a:solidFill>
                  <a:srgbClr val="575756"/>
                </a:solidFill>
                <a:latin typeface="Lexend Light"/>
                <a:ea typeface="Lexend Light"/>
                <a:cs typeface="Lexend Light"/>
                <a:sym typeface="Lexend Light"/>
              </a:rPr>
              <a:t>, except where otherwise stated. See </a:t>
            </a:r>
            <a:r>
              <a:rPr lang="en-GB" sz="900" u="sng">
                <a:solidFill>
                  <a:srgbClr val="575756"/>
                </a:solidFill>
                <a:latin typeface="Lexend Light"/>
                <a:ea typeface="Lexend Light"/>
                <a:cs typeface="Lexend Light"/>
                <a:sym typeface="Lexend Light"/>
                <a:hlinkClick r:id="rId6">
                  <a:extLst>
                    <a:ext uri="{A12FA001-AC4F-418D-AE19-62706E023703}">
                      <ahyp:hlinkClr xmlns:ahyp="http://schemas.microsoft.com/office/drawing/2018/hyperlinkcolor" val="tx"/>
                    </a:ext>
                  </a:extLst>
                </a:hlinkClick>
              </a:rPr>
              <a:t>Oak terms &amp; conditions</a:t>
            </a:r>
            <a:r>
              <a:rPr lang="en-GB" sz="900">
                <a:solidFill>
                  <a:srgbClr val="575756"/>
                </a:solidFill>
                <a:latin typeface="Lexend Light"/>
                <a:ea typeface="Lexend Light"/>
                <a:cs typeface="Lexend Light"/>
                <a:sym typeface="Lexend Light"/>
              </a:rPr>
              <a:t>.</a:t>
            </a:r>
            <a:endParaRPr sz="900">
              <a:solidFill>
                <a:srgbClr val="575756"/>
              </a:solidFill>
              <a:latin typeface="Lexend Light"/>
              <a:ea typeface="Lexend Light"/>
              <a:cs typeface="Lexend Light"/>
              <a:sym typeface="Lexend Light"/>
            </a:endParaRPr>
          </a:p>
        </p:txBody>
      </p:sp>
      <p:sp>
        <p:nvSpPr>
          <p:cNvPr id="164" name="Google Shape;164;p19"/>
          <p:cNvSpPr txBox="1"/>
          <p:nvPr/>
        </p:nvSpPr>
        <p:spPr>
          <a:xfrm rot="-5400000">
            <a:off x="5092013" y="8491038"/>
            <a:ext cx="35157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Clr>
                <a:srgbClr val="000000"/>
              </a:buClr>
              <a:buSzPts val="1100"/>
              <a:buFont typeface="Arial"/>
              <a:buNone/>
            </a:pPr>
            <a:r>
              <a:rPr lang="en-GB" sz="900" b="1">
                <a:solidFill>
                  <a:srgbClr val="575756"/>
                </a:solidFill>
                <a:latin typeface="Lexend"/>
                <a:ea typeface="Lexend"/>
                <a:cs typeface="Lexend"/>
                <a:sym typeface="Lexend"/>
              </a:rPr>
              <a:t>© Oak National Academy 2023</a:t>
            </a:r>
            <a:r>
              <a:rPr lang="en-GB" sz="900">
                <a:solidFill>
                  <a:srgbClr val="575756"/>
                </a:solidFill>
                <a:latin typeface="Lexend Light"/>
                <a:ea typeface="Lexend Light"/>
                <a:cs typeface="Lexend Light"/>
                <a:sym typeface="Lexend Light"/>
              </a:rPr>
              <a:t>. Produced in partnership with</a:t>
            </a:r>
            <a:endParaRPr sz="900">
              <a:solidFill>
                <a:srgbClr val="575756"/>
              </a:solidFill>
              <a:latin typeface="Lexend Light"/>
              <a:ea typeface="Lexend Light"/>
              <a:cs typeface="Lexend Light"/>
              <a:sym typeface="Lexend Light"/>
            </a:endParaRPr>
          </a:p>
        </p:txBody>
      </p:sp>
      <p:sp>
        <p:nvSpPr>
          <p:cNvPr id="165" name="Google Shape;165;p19"/>
          <p:cNvSpPr txBox="1"/>
          <p:nvPr/>
        </p:nvSpPr>
        <p:spPr>
          <a:xfrm rot="-5400000">
            <a:off x="5488463" y="5454663"/>
            <a:ext cx="2722800" cy="161100"/>
          </a:xfrm>
          <a:prstGeom prst="rect">
            <a:avLst/>
          </a:prstGeom>
          <a:noFill/>
          <a:ln>
            <a:noFill/>
          </a:ln>
        </p:spPr>
        <p:txBody>
          <a:bodyPr spcFirstLastPara="1" wrap="square" lIns="0" tIns="0" rIns="0" bIns="0" anchor="b" anchorCtr="0">
            <a:noAutofit/>
          </a:bodyPr>
          <a:lstStyle/>
          <a:p>
            <a:pPr marL="0" lvl="0" indent="0" algn="l" rtl="0">
              <a:lnSpc>
                <a:spcPct val="115000"/>
              </a:lnSpc>
              <a:spcBef>
                <a:spcPct val="0"/>
              </a:spcBef>
              <a:spcAft>
                <a:spcPct val="0"/>
              </a:spcAft>
              <a:buNone/>
            </a:pPr>
            <a:endParaRPr sz="900">
              <a:solidFill>
                <a:srgbClr val="575756"/>
              </a:solidFill>
              <a:latin typeface="Lexend Light"/>
              <a:ea typeface="Lexend Light"/>
              <a:cs typeface="Lexend Light"/>
              <a:sym typeface="Lexend Light"/>
            </a:endParaRPr>
          </a:p>
        </p:txBody>
      </p:sp>
      <p:sp>
        <p:nvSpPr>
          <p:cNvPr id="166" name="Google Shape;166;p19"/>
          <p:cNvSpPr txBox="1"/>
          <p:nvPr>
            <p:ph type="subTitle" idx="1"/>
          </p:nvPr>
        </p:nvSpPr>
        <p:spPr>
          <a:xfrm rot="-5400000">
            <a:off x="5488463" y="5454663"/>
            <a:ext cx="2722800" cy="161100"/>
          </a:xfrm>
          <a:prstGeom prst="rect">
            <a:avLst/>
          </a:prstGeom>
        </p:spPr>
        <p:txBody>
          <a:bodyPr spcFirstLastPara="1" wrap="square" lIns="0" tIns="0" rIns="0" bIns="0" anchor="b" anchorCtr="0">
            <a:normAutofit/>
          </a:bodyPr>
          <a:lstStyle>
            <a:lvl1pPr lvl="0" rtl="0">
              <a:spcBef>
                <a:spcPct val="0"/>
              </a:spcBef>
              <a:spcAft>
                <a:spcPct val="0"/>
              </a:spcAft>
              <a:buClr>
                <a:srgbClr val="575756"/>
              </a:buClr>
              <a:buSzPts val="900"/>
              <a:buFont typeface="Lexend Light"/>
              <a:buNone/>
              <a:defRPr sz="900">
                <a:solidFill>
                  <a:srgbClr val="575756"/>
                </a:solidFill>
                <a:latin typeface="Lexend Light"/>
                <a:ea typeface="Lexend Light"/>
                <a:cs typeface="Lexend Light"/>
                <a:sym typeface="Lexend Light"/>
              </a:defRPr>
            </a:lvl1pPr>
            <a:lvl2pPr lvl="1" rtl="0">
              <a:spcBef>
                <a:spcPct val="0"/>
              </a:spcBef>
              <a:spcAft>
                <a:spcPct val="0"/>
              </a:spcAft>
              <a:buSzPts val="1400"/>
              <a:buNone/>
              <a:defRPr/>
            </a:lvl2pPr>
            <a:lvl3pPr lvl="2" rtl="0">
              <a:spcBef>
                <a:spcPct val="0"/>
              </a:spcBef>
              <a:spcAft>
                <a:spcPct val="0"/>
              </a:spcAft>
              <a:buSzPts val="1400"/>
              <a:buNone/>
              <a:defRPr/>
            </a:lvl3pPr>
            <a:lvl4pPr lvl="3" rtl="0">
              <a:spcBef>
                <a:spcPct val="0"/>
              </a:spcBef>
              <a:spcAft>
                <a:spcPct val="0"/>
              </a:spcAft>
              <a:buSzPts val="1400"/>
              <a:buNone/>
              <a:defRPr/>
            </a:lvl4pPr>
            <a:lvl5pPr lvl="4" rtl="0">
              <a:spcBef>
                <a:spcPct val="0"/>
              </a:spcBef>
              <a:spcAft>
                <a:spcPct val="0"/>
              </a:spcAft>
              <a:buSzPts val="1400"/>
              <a:buNone/>
              <a:defRPr/>
            </a:lvl5pPr>
            <a:lvl6pPr lvl="5" rtl="0">
              <a:spcBef>
                <a:spcPct val="0"/>
              </a:spcBef>
              <a:spcAft>
                <a:spcPct val="0"/>
              </a:spcAft>
              <a:buSzPts val="1400"/>
              <a:buNone/>
              <a:defRPr/>
            </a:lvl6pPr>
            <a:lvl7pPr lvl="6" rtl="0">
              <a:spcBef>
                <a:spcPct val="0"/>
              </a:spcBef>
              <a:spcAft>
                <a:spcPct val="0"/>
              </a:spcAft>
              <a:buSzPts val="1400"/>
              <a:buNone/>
              <a:defRPr/>
            </a:lvl7pPr>
            <a:lvl8pPr lvl="7" rtl="0">
              <a:spcBef>
                <a:spcPct val="0"/>
              </a:spcBef>
              <a:spcAft>
                <a:spcPct val="0"/>
              </a:spcAft>
              <a:buSzPts val="1400"/>
              <a:buNone/>
              <a:defRPr/>
            </a:lvl8pPr>
            <a:lvl9pPr lvl="8" rtl="0">
              <a:spcBef>
                <a:spcPct val="0"/>
              </a:spcBef>
              <a:spcAft>
                <a:spcPct val="0"/>
              </a:spcAft>
              <a:buSzPts val="1400"/>
              <a:buNone/>
              <a:defRPr/>
            </a:lvl9pPr>
          </a:lstStyle>
          <a:p/>
        </p:txBody>
      </p:sp>
    </p:spTree>
  </p:cSld>
  <p:clrMapOvr>
    <a:masterClrMapping/>
  </p:clrMapOvr>
  <p:transition/>
  <p:timing/>
  <p:extLst>
    <p:ext uri="{DCECCB84-F9BA-43D5-87BE-67443E8EF086}">
      <p15:sldGuideLst xmlns:p15="http://schemas.microsoft.com/office/powerpoint/2012/main">
        <p15:guide id="1" orient="horz" pos="454">
          <p15:clr>
            <a:srgbClr val="D9D9D9"/>
          </p15:clr>
        </p15:guide>
        <p15:guide id="2" orient="horz" pos="544">
          <p15:clr>
            <a:srgbClr val="D9D9D9"/>
          </p15:clr>
        </p15:guide>
        <p15:guide id="3" orient="horz" pos="1916">
          <p15:clr>
            <a:srgbClr val="D9D9D9"/>
          </p15:clr>
        </p15:guide>
        <p15:guide id="4" orient="horz" pos="3368">
          <p15:clr>
            <a:srgbClr val="D9D9D9"/>
          </p15:clr>
        </p15:guide>
        <p15:guide id="5" orient="horz" pos="4762">
          <p15:clr>
            <a:srgbClr val="D9D9D9"/>
          </p15:clr>
        </p15:guide>
        <p15:guide id="6" orient="horz" pos="6282">
          <p15:clr>
            <a:srgbClr val="D9D9D9"/>
          </p15:clr>
        </p15:guide>
        <p15:guide id="7" pos="295">
          <p15:clr>
            <a:srgbClr val="FF0000"/>
          </p15:clr>
        </p15:guide>
        <p15:guide id="8" pos="4467">
          <p15:clr>
            <a:srgbClr val="FF0000"/>
          </p15:clr>
        </p15:guide>
        <p15:guide id="9" pos="1519">
          <p15:clr>
            <a:srgbClr val="D9D9D9"/>
          </p15:clr>
        </p15:guide>
        <p15:guide id="10" pos="1764">
          <p15:clr>
            <a:srgbClr val="D9D9D9"/>
          </p15:clr>
        </p15:guide>
        <p15:guide id="11" pos="3243">
          <p15:clr>
            <a:srgbClr val="D9D9D9"/>
          </p15:clr>
        </p15:guide>
        <p15:guide id="12" pos="2998">
          <p15:clr>
            <a:srgbClr val="D9D9D9"/>
          </p15:clr>
        </p15:guide>
        <p15:guide id="13" pos="3120">
          <p15:clr>
            <a:srgbClr val="D9D9D9"/>
          </p15:clr>
        </p15:guide>
        <p15:guide id="14" pos="1642">
          <p15:clr>
            <a:srgbClr val="D9D9D9"/>
          </p15:clr>
        </p15:guide>
        <p15:guide id="15" pos="2381">
          <p15:clr>
            <a:srgbClr val="D9D9D9"/>
          </p15:clr>
        </p15:guide>
        <p15:guide id="16" pos="2154">
          <p15:clr>
            <a:srgbClr val="FF0000"/>
          </p15:clr>
        </p15:guide>
        <p15:guide id="17" pos="2608">
          <p15:clr>
            <a:srgbClr val="FF0000"/>
          </p15:clr>
        </p15:guide>
        <p15:guide id="18" orient="horz" pos="227">
          <p15:clr>
            <a:srgbClr val="FF0000"/>
          </p15:clr>
        </p15:guide>
        <p15:guide id="19" orient="horz" pos="6508">
          <p15:clr>
            <a:srgbClr val="E46962"/>
          </p15:clr>
        </p15:guide>
      </p15:sldGuideLst>
    </p:ext>
  </p:extLst>
</p:sldLayout>
</file>

<file path=ppt/slideMasters/_rels/slideMaster1.xml.rels>&#65279;<?xml version="1.0" encoding="utf-8" standalone="yes"?><Relationships xmlns="http://schemas.openxmlformats.org/package/2006/relationships"><Relationship Id="rId1" Type="http://schemas.openxmlformats.org/officeDocument/2006/relationships/slideLayout" Target="../slideLayouts/slideLayout1.xml" /><Relationship Id="rId2" Type="http://schemas.openxmlformats.org/officeDocument/2006/relationships/slideLayout" Target="../slideLayouts/slideLayout2.xml" /><Relationship Id="rId3" Type="http://schemas.openxmlformats.org/officeDocument/2006/relationships/slideLayout" Target="../slideLayouts/slideLayout3.xml" /><Relationship Id="rId4" Type="http://schemas.openxmlformats.org/officeDocument/2006/relationships/slideLayout" Target="../slideLayouts/slideLayout4.xml" /><Relationship Id="rId5" Type="http://schemas.openxmlformats.org/officeDocument/2006/relationships/slideLayout" Target="../slideLayouts/slideLayout5.xml" /><Relationship Id="rId6" Type="http://schemas.openxmlformats.org/officeDocument/2006/relationships/slideLayout" Target="../slideLayouts/slideLayout6.xml" /><Relationship Id="rId7" Type="http://schemas.openxmlformats.org/officeDocument/2006/relationships/slideLayout" Target="../slideLayouts/slideLayout7.xml" /><Relationship Id="rId8" Type="http://schemas.openxmlformats.org/officeDocument/2006/relationships/theme" Target="../theme/theme1.xml" /></Relationships>
</file>

<file path=ppt/slideMasters/_rels/slideMaster2.xml.rels>&#65279;<?xml version="1.0" encoding="utf-8" standalone="yes"?><Relationships xmlns="http://schemas.openxmlformats.org/package/2006/relationships"><Relationship Id="rId1" Type="http://schemas.openxmlformats.org/officeDocument/2006/relationships/slideLayout" Target="../slideLayouts/slideLayout8.xml" /><Relationship Id="rId10" Type="http://schemas.openxmlformats.org/officeDocument/2006/relationships/slideLayout" Target="../slideLayouts/slideLayout17.xml" /><Relationship Id="rId11" Type="http://schemas.openxmlformats.org/officeDocument/2006/relationships/theme" Target="../theme/theme2.xml" /><Relationship Id="rId2" Type="http://schemas.openxmlformats.org/officeDocument/2006/relationships/slideLayout" Target="../slideLayouts/slideLayout9.xml" /><Relationship Id="rId3" Type="http://schemas.openxmlformats.org/officeDocument/2006/relationships/slideLayout" Target="../slideLayouts/slideLayout10.xml" /><Relationship Id="rId4" Type="http://schemas.openxmlformats.org/officeDocument/2006/relationships/slideLayout" Target="../slideLayouts/slideLayout11.xml" /><Relationship Id="rId5" Type="http://schemas.openxmlformats.org/officeDocument/2006/relationships/slideLayout" Target="../slideLayouts/slideLayout12.xml" /><Relationship Id="rId6" Type="http://schemas.openxmlformats.org/officeDocument/2006/relationships/slideLayout" Target="../slideLayouts/slideLayout13.xml" /><Relationship Id="rId7" Type="http://schemas.openxmlformats.org/officeDocument/2006/relationships/slideLayout" Target="../slideLayouts/slideLayout14.xml" /><Relationship Id="rId8" Type="http://schemas.openxmlformats.org/officeDocument/2006/relationships/slideLayout" Target="../slideLayouts/slideLayout15.xml" /><Relationship Id="rId9" Type="http://schemas.openxmlformats.org/officeDocument/2006/relationships/slideLayout" Target="../slideLayouts/slideLayout16.xml" /></Relationships>
</file>

<file path=ppt/slideMasters/slideMaster1.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5" name="Shape 5"/>
        <p:cNvGrpSpPr/>
        <p:nvPr/>
      </p:nvGrpSpPr>
      <p:grpSpPr>
        <a:xfrm>
          <a:off x="0" y="0"/>
          <a:ext cx="0" cy="0"/>
        </a:xfrm>
      </p:grpSpPr>
      <p:sp>
        <p:nvSpPr>
          <p:cNvPr id="6" name="Google Shape;6;p1"/>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7" name="Google Shape;7;p1"/>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8" name="Google Shape;8;p1"/>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p:bg>
      <p:bgPr>
        <a:solidFill>
          <a:schemeClr val="lt1"/>
        </a:solidFill>
      </p:bgPr>
    </p:bg>
    <p:spTree>
      <p:nvGrpSpPr>
        <p:cNvPr id="61" name="Shape 61"/>
        <p:cNvGrpSpPr/>
        <p:nvPr/>
      </p:nvGrpSpPr>
      <p:grpSpPr>
        <a:xfrm>
          <a:off x="0" y="0"/>
          <a:ext cx="0" cy="0"/>
        </a:xfrm>
      </p:grpSpPr>
      <p:sp>
        <p:nvSpPr>
          <p:cNvPr id="62" name="Google Shape;62;p9"/>
          <p:cNvSpPr txBox="1"/>
          <p:nvPr>
            <p:ph type="title"/>
          </p:nvPr>
        </p:nvSpPr>
        <p:spPr>
          <a:xfrm>
            <a:off x="257705" y="925091"/>
            <a:ext cx="7044600" cy="11904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ct val="0"/>
              </a:spcBef>
              <a:spcAft>
                <a:spcPct val="0"/>
              </a:spcAft>
              <a:buClr>
                <a:schemeClr val="dk1"/>
              </a:buClr>
              <a:buSzPts val="2200"/>
              <a:buFont typeface="Lexend"/>
              <a:buNone/>
              <a:defRPr sz="2200" b="1" i="0" u="none" strike="noStrike" cap="none">
                <a:solidFill>
                  <a:schemeClr val="dk1"/>
                </a:solidFill>
                <a:latin typeface="Lexend"/>
                <a:ea typeface="Lexend"/>
                <a:cs typeface="Lexend"/>
                <a:sym typeface="Lexend"/>
              </a:defRPr>
            </a:lvl1pPr>
            <a:lvl2pPr marR="0" lvl="1"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2pPr>
            <a:lvl3pPr marR="0" lvl="2"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3pPr>
            <a:lvl4pPr marR="0" lvl="3"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4pPr>
            <a:lvl5pPr marR="0" lvl="4"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5pPr>
            <a:lvl6pPr marR="0" lvl="5"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6pPr>
            <a:lvl7pPr marR="0" lvl="6"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7pPr>
            <a:lvl8pPr marR="0" lvl="7"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8pPr>
            <a:lvl9pPr marR="0" lvl="8" algn="l" rtl="0">
              <a:lnSpc>
                <a:spcPct val="100000"/>
              </a:lnSpc>
              <a:spcBef>
                <a:spcPct val="0"/>
              </a:spcBef>
              <a:spcAft>
                <a:spcPct val="0"/>
              </a:spcAft>
              <a:buClr>
                <a:schemeClr val="dk1"/>
              </a:buClr>
              <a:buSzPts val="2800"/>
              <a:buFont typeface="Lexend"/>
              <a:buNone/>
              <a:defRPr sz="2800" i="0" u="none" strike="noStrike" cap="none">
                <a:solidFill>
                  <a:schemeClr val="dk1"/>
                </a:solidFill>
                <a:latin typeface="Lexend"/>
                <a:ea typeface="Lexend"/>
                <a:cs typeface="Lexend"/>
                <a:sym typeface="Lexend"/>
              </a:defRPr>
            </a:lvl9pPr>
          </a:lstStyle>
          <a:p/>
        </p:txBody>
      </p:sp>
      <p:sp>
        <p:nvSpPr>
          <p:cNvPr id="63" name="Google Shape;63;p9"/>
          <p:cNvSpPr txBox="1"/>
          <p:nvPr>
            <p:ph type="body" idx="1"/>
          </p:nvPr>
        </p:nvSpPr>
        <p:spPr>
          <a:xfrm>
            <a:off x="257705" y="2395696"/>
            <a:ext cx="7044600" cy="7101900"/>
          </a:xfrm>
          <a:prstGeom prst="rect">
            <a:avLst/>
          </a:prstGeom>
          <a:noFill/>
          <a:ln>
            <a:noFill/>
          </a:ln>
        </p:spPr>
        <p:txBody>
          <a:bodyPr spcFirstLastPara="1" wrap="square" lIns="0" tIns="0" rIns="0" bIns="0" anchor="t" anchorCtr="0">
            <a:normAutofit/>
          </a:bodyPr>
          <a:lstStyle>
            <a:lvl1pPr marL="457200" marR="0" lvl="0" indent="-342900" algn="l" rtl="0">
              <a:lnSpc>
                <a:spcPct val="115000"/>
              </a:lnSpc>
              <a:spcBef>
                <a:spcPct val="0"/>
              </a:spcBef>
              <a:spcAft>
                <a:spcPct val="0"/>
              </a:spcAft>
              <a:buClr>
                <a:schemeClr val="dk2"/>
              </a:buClr>
              <a:buSzPts val="1800"/>
              <a:buFont typeface="Lexend"/>
              <a:buChar char="●"/>
              <a:defRPr sz="1800" i="0" u="none" strike="noStrike" cap="none">
                <a:solidFill>
                  <a:schemeClr val="dk2"/>
                </a:solidFill>
                <a:latin typeface="Lexend"/>
                <a:ea typeface="Lexend"/>
                <a:cs typeface="Lexend"/>
                <a:sym typeface="Lexend"/>
              </a:defRPr>
            </a:lvl1pPr>
            <a:lvl2pPr marL="914400" marR="0" lvl="1"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2pPr>
            <a:lvl3pPr marL="1371600" marR="0" lvl="2"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3pPr>
            <a:lvl4pPr marL="1828800" marR="0" lvl="3"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4pPr>
            <a:lvl5pPr marL="2286000" marR="0" lvl="4"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5pPr>
            <a:lvl6pPr marL="2743200" marR="0" lvl="5"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6pPr>
            <a:lvl7pPr marL="3200400" marR="0" lvl="6"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7pPr>
            <a:lvl8pPr marL="3657600" marR="0" lvl="7" indent="-317500" algn="l" rtl="0">
              <a:lnSpc>
                <a:spcPct val="115000"/>
              </a:lnSpc>
              <a:spcBef>
                <a:spcPct val="0"/>
              </a:spcBef>
              <a:spcAft>
                <a:spcPct val="0"/>
              </a:spcAft>
              <a:buClr>
                <a:schemeClr val="dk2"/>
              </a:buClr>
              <a:buSzPts val="1400"/>
              <a:buFont typeface="Lexend"/>
              <a:buChar char="○"/>
              <a:defRPr sz="1400" i="0" u="none" strike="noStrike" cap="none">
                <a:solidFill>
                  <a:schemeClr val="dk2"/>
                </a:solidFill>
                <a:latin typeface="Lexend"/>
                <a:ea typeface="Lexend"/>
                <a:cs typeface="Lexend"/>
                <a:sym typeface="Lexend"/>
              </a:defRPr>
            </a:lvl8pPr>
            <a:lvl9pPr marL="4114800" marR="0" lvl="8" indent="-317500" algn="l" rtl="0">
              <a:lnSpc>
                <a:spcPct val="115000"/>
              </a:lnSpc>
              <a:spcBef>
                <a:spcPct val="0"/>
              </a:spcBef>
              <a:spcAft>
                <a:spcPct val="0"/>
              </a:spcAft>
              <a:buClr>
                <a:schemeClr val="dk2"/>
              </a:buClr>
              <a:buSzPts val="1400"/>
              <a:buFont typeface="Kalam"/>
              <a:buChar char="■"/>
              <a:defRPr sz="1400" i="0" u="none" strike="noStrike" cap="none">
                <a:solidFill>
                  <a:schemeClr val="dk2"/>
                </a:solidFill>
                <a:latin typeface="Kalam"/>
                <a:ea typeface="Kalam"/>
                <a:cs typeface="Kalam"/>
                <a:sym typeface="Kalam"/>
              </a:defRPr>
            </a:lvl9pPr>
          </a:lstStyle>
          <a:p/>
        </p:txBody>
      </p:sp>
      <p:sp>
        <p:nvSpPr>
          <p:cNvPr id="64" name="Google Shape;64;p9"/>
          <p:cNvSpPr txBox="1"/>
          <p:nvPr>
            <p:ph type="sldNum" idx="12"/>
          </p:nvPr>
        </p:nvSpPr>
        <p:spPr>
          <a:xfrm>
            <a:off x="7004788" y="9693616"/>
            <a:ext cx="453600" cy="8181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1pPr>
            <a:lvl2pPr marL="0" marR="0" lvl="1"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2pPr>
            <a:lvl3pPr marL="0" marR="0" lvl="2"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3pPr>
            <a:lvl4pPr marL="0" marR="0" lvl="3"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4pPr>
            <a:lvl5pPr marL="0" marR="0" lvl="4"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5pPr>
            <a:lvl6pPr marL="0" marR="0" lvl="5"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6pPr>
            <a:lvl7pPr marL="0" marR="0" lvl="6"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7pPr>
            <a:lvl8pPr marL="0" marR="0" lvl="7"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8pPr>
            <a:lvl9pPr marL="0" marR="0" lvl="8" indent="0" algn="r" rtl="0">
              <a:lnSpc>
                <a:spcPct val="100000"/>
              </a:lnSpc>
              <a:spcBef>
                <a:spcPct val="0"/>
              </a:spcBef>
              <a:spcAft>
                <a:spcPct val="0"/>
              </a:spcAft>
              <a:buClr>
                <a:srgbClr val="000000"/>
              </a:buClr>
              <a:buSzPts val="1000"/>
              <a:buFont typeface="Arial"/>
              <a:buNone/>
              <a:defRPr sz="1000" i="0" u="none" strike="noStrike" cap="none">
                <a:solidFill>
                  <a:schemeClr val="dk2"/>
                </a:solidFill>
                <a:latin typeface="Lexend"/>
                <a:ea typeface="Lexend"/>
                <a:cs typeface="Lexend"/>
                <a:sym typeface="Lexend"/>
              </a:defRPr>
            </a:lvl9pPr>
          </a:lstStyle>
          <a:p>
            <a:pPr marL="0" lvl="0" indent="0" algn="r" rtl="0">
              <a:spcBef>
                <a:spcPct val="0"/>
              </a:spcBef>
              <a:spcAft>
                <a:spcPct val="0"/>
              </a:spcAft>
              <a:buNone/>
            </a:pPr>
            <a:fld id="{00000000-1234-1234-1234-123412341234}" type="slidenum">
              <a:rPr lang="en-GB"/>
              <a:t>0</a:t>
            </a:fld>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Lst>
  <p:transition/>
  <p:timing/>
  <p:txStyles>
    <p:title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ct val="0"/>
        </a:spcBef>
        <a:spcAft>
          <a:spcPct val="0"/>
        </a:spcAft>
      </a:defPPr>
      <a:lvl1pPr marR="0" lvl="0"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ct val="0"/>
        </a:spcBef>
        <a:spcAft>
          <a:spcPct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&#65279;<?xml version="1.0" encoding="utf-8" standalone="yes"?><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notesSlide" Target="../notesSlides/notesSlide1.xml" /><Relationship Id="rId3" Type="http://schemas.openxmlformats.org/officeDocument/2006/relationships/image" Target="../media/image7.png" /><Relationship Id="rId4" Type="http://schemas.openxmlformats.org/officeDocument/2006/relationships/image" Target="../media/image8.png" /></Relationships>
</file>

<file path=ppt/slides/_rels/slide2.xml.rels>&#65279;<?xml version="1.0" encoding="utf-8" standalone="yes"?><Relationships xmlns="http://schemas.openxmlformats.org/package/2006/relationships"><Relationship Id="rId1" Type="http://schemas.openxmlformats.org/officeDocument/2006/relationships/slideLayout" Target="../slideLayouts/slideLayout11.xml" /><Relationship Id="rId2" Type="http://schemas.openxmlformats.org/officeDocument/2006/relationships/notesSlide" Target="../notesSlides/notesSlide2.xml" /><Relationship Id="rId3" Type="http://schemas.openxmlformats.org/officeDocument/2006/relationships/image" Target="../media/image9.png" /></Relationships>
</file>

<file path=ppt/slides/slide1.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170" name="Shape 170"/>
        <p:cNvGrpSpPr/>
        <p:nvPr/>
      </p:nvGrpSpPr>
      <p:grpSpPr>
        <a:xfrm>
          <a:off x="0" y="0"/>
          <a:ext cx="0" cy="0"/>
        </a:xfrm>
      </p:grpSpPr>
      <p:sp>
        <p:nvSpPr>
          <p:cNvPr id="171" name="Google Shape;171;p20"/>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1</a:t>
            </a:fld>
            <a:endParaRPr/>
          </a:p>
        </p:txBody>
      </p:sp>
      <p:sp>
        <p:nvSpPr>
          <p:cNvPr id="172" name="Google Shape;172;p20"/>
          <p:cNvSpPr txBox="1"/>
          <p:nvPr>
            <p:ph type="title"/>
          </p:nvPr>
        </p:nvSpPr>
        <p:spPr>
          <a:xfrm>
            <a:off x="468000" y="864000"/>
            <a:ext cx="6624000" cy="277200"/>
          </a:xfrm>
          <a:prstGeom prst="rect">
            <a:avLst/>
          </a:prstGeom>
        </p:spPr>
        <p:txBody>
          <a:bodyPr spcFirstLastPara="1" wrap="square" lIns="0" tIns="0" rIns="0" bIns="0" anchor="ctr" anchorCtr="0">
            <a:spAutoFit/>
          </a:bodyPr>
          <a:lstStyle/>
          <a:p>
            <a:pPr marL="0" lvl="0" indent="0" algn="l" rtl="0">
              <a:spcBef>
                <a:spcPct val="0"/>
              </a:spcBef>
              <a:spcAft>
                <a:spcPct val="0"/>
              </a:spcAft>
              <a:buClr>
                <a:schemeClr val="dk1"/>
              </a:buClr>
              <a:buSzPts val="1100"/>
              <a:buFont typeface="Arial"/>
              <a:buNone/>
            </a:pPr>
            <a:r>
              <a:rPr lang="en-GB"/>
              <a:t>Problem solving with graphing linear relationships</a:t>
            </a:r>
            <a:endParaRPr/>
          </a:p>
        </p:txBody>
      </p:sp>
      <p:sp>
        <p:nvSpPr>
          <p:cNvPr id="173" name="Google Shape;173;p20"/>
          <p:cNvSpPr txBox="1"/>
          <p:nvPr/>
        </p:nvSpPr>
        <p:spPr>
          <a:xfrm>
            <a:off x="475218" y="1714025"/>
            <a:ext cx="3996000" cy="11781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Andeep and Jun fill a bucket each from two different taps. This is graphed here.</a:t>
            </a:r>
            <a:endParaRPr sz="1200">
              <a:solidFill>
                <a:srgbClr val="000000"/>
              </a:solidFill>
              <a:latin typeface="Lexend"/>
              <a:ea typeface="Lexend"/>
              <a:cs typeface="Lexend"/>
              <a:sym typeface="Lexend"/>
            </a:endParaRPr>
          </a:p>
        </p:txBody>
      </p:sp>
      <p:sp>
        <p:nvSpPr>
          <p:cNvPr id="174" name="Google Shape;174;p20"/>
          <p:cNvSpPr txBox="1"/>
          <p:nvPr/>
        </p:nvSpPr>
        <p:spPr>
          <a:xfrm>
            <a:off x="468000" y="1376825"/>
            <a:ext cx="6624000" cy="337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solidFill>
                  <a:schemeClr val="dk1"/>
                </a:solidFill>
                <a:latin typeface="Lexend"/>
                <a:ea typeface="Lexend"/>
                <a:cs typeface="Lexend"/>
                <a:sym typeface="Lexend"/>
              </a:rPr>
              <a:t>Task A: Problems involving linear relationships</a:t>
            </a:r>
            <a:endParaRPr b="1">
              <a:solidFill>
                <a:schemeClr val="dk1"/>
              </a:solidFill>
              <a:latin typeface="Lexend"/>
              <a:ea typeface="Lexend"/>
              <a:cs typeface="Lexend"/>
              <a:sym typeface="Lexend"/>
            </a:endParaRPr>
          </a:p>
        </p:txBody>
      </p:sp>
      <p:pic>
        <p:nvPicPr>
          <p:cNvPr id="175" name="Google Shape;175;p20"/>
          <p:cNvPicPr preferRelativeResize="0"/>
          <p:nvPr/>
        </p:nvPicPr>
        <p:blipFill>
          <a:blip r:embed="rId3">
            <a:alphaModFix/>
          </a:blip>
          <a:stretch>
            <a:fillRect/>
          </a:stretch>
        </p:blipFill>
        <p:spPr>
          <a:xfrm>
            <a:off x="4336588" y="1741200"/>
            <a:ext cx="1876222" cy="2424911"/>
          </a:xfrm>
          <a:prstGeom prst="rect">
            <a:avLst/>
          </a:prstGeom>
          <a:noFill/>
          <a:ln w="19050" cap="flat" cmpd="sng">
            <a:solidFill>
              <a:srgbClr val="000000"/>
            </a:solidFill>
            <a:prstDash val="solid"/>
            <a:round/>
            <a:headEnd type="none" w="sm" len="sm"/>
            <a:tailEnd type="none" w="sm" len="sm"/>
          </a:ln>
        </p:spPr>
      </p:pic>
      <p:sp>
        <p:nvSpPr>
          <p:cNvPr id="176" name="Google Shape;176;p20"/>
          <p:cNvSpPr txBox="1"/>
          <p:nvPr/>
        </p:nvSpPr>
        <p:spPr>
          <a:xfrm rot="-5400000">
            <a:off x="3747150" y="2293277"/>
            <a:ext cx="991800" cy="2061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Lexend"/>
                <a:ea typeface="Lexend"/>
                <a:cs typeface="Lexend"/>
                <a:sym typeface="Lexend"/>
              </a:rPr>
              <a:t>Volume in ml </a:t>
            </a:r>
            <a:r>
              <a:rPr lang="en-GB" sz="1200">
                <a:solidFill>
                  <a:srgbClr val="000000"/>
                </a:solidFill>
                <a:latin typeface="Times New Roman"/>
                <a:ea typeface="Times New Roman"/>
                <a:cs typeface="Times New Roman"/>
                <a:sym typeface="Times New Roman"/>
              </a:rPr>
              <a:t>(</a:t>
            </a:r>
            <a:r>
              <a:rPr lang="en-GB" sz="1200" i="1">
                <a:solidFill>
                  <a:srgbClr val="000000"/>
                </a:solidFill>
                <a:latin typeface="Times New Roman"/>
                <a:ea typeface="Times New Roman"/>
                <a:cs typeface="Times New Roman"/>
                <a:sym typeface="Times New Roman"/>
              </a:rPr>
              <a:t>v</a:t>
            </a:r>
            <a:r>
              <a:rPr lang="en-GB" sz="1200">
                <a:solidFill>
                  <a:srgbClr val="000000"/>
                </a:solidFill>
                <a:latin typeface="Times New Roman"/>
                <a:ea typeface="Times New Roman"/>
                <a:cs typeface="Times New Roman"/>
                <a:sym typeface="Times New Roman"/>
              </a:rPr>
              <a:t>)</a:t>
            </a:r>
            <a:endParaRPr sz="1200">
              <a:solidFill>
                <a:srgbClr val="000000"/>
              </a:solidFill>
              <a:latin typeface="Times New Roman"/>
              <a:ea typeface="Times New Roman"/>
              <a:cs typeface="Times New Roman"/>
              <a:sym typeface="Times New Roman"/>
            </a:endParaRPr>
          </a:p>
        </p:txBody>
      </p:sp>
      <p:sp>
        <p:nvSpPr>
          <p:cNvPr id="177" name="Google Shape;177;p20"/>
          <p:cNvSpPr txBox="1"/>
          <p:nvPr/>
        </p:nvSpPr>
        <p:spPr>
          <a:xfrm>
            <a:off x="5469754" y="3849750"/>
            <a:ext cx="1057500" cy="2061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Seconds </a:t>
            </a:r>
            <a:r>
              <a:rPr lang="en-GB" sz="1200">
                <a:solidFill>
                  <a:srgbClr val="000000"/>
                </a:solidFill>
                <a:highlight>
                  <a:srgbClr val="FFFFFF"/>
                </a:highlight>
                <a:latin typeface="Times New Roman"/>
                <a:ea typeface="Times New Roman"/>
                <a:cs typeface="Times New Roman"/>
                <a:sym typeface="Times New Roman"/>
              </a:rPr>
              <a:t>(</a:t>
            </a:r>
            <a:r>
              <a:rPr lang="en-GB" sz="1200" i="1">
                <a:solidFill>
                  <a:srgbClr val="000000"/>
                </a:solidFill>
                <a:highlight>
                  <a:srgbClr val="FFFFFF"/>
                </a:highlight>
                <a:latin typeface="Times New Roman"/>
                <a:ea typeface="Times New Roman"/>
                <a:cs typeface="Times New Roman"/>
                <a:sym typeface="Times New Roman"/>
              </a:rPr>
              <a:t>s</a:t>
            </a:r>
            <a:r>
              <a:rPr lang="en-GB" sz="1200">
                <a:solidFill>
                  <a:srgbClr val="000000"/>
                </a:solidFill>
                <a:highlight>
                  <a:srgbClr val="FFFFFF"/>
                </a:highlight>
                <a:latin typeface="Times New Roman"/>
                <a:ea typeface="Times New Roman"/>
                <a:cs typeface="Times New Roman"/>
                <a:sym typeface="Times New Roman"/>
              </a:rPr>
              <a:t>)</a:t>
            </a:r>
            <a:endParaRPr sz="1200">
              <a:solidFill>
                <a:srgbClr val="000000"/>
              </a:solidFill>
              <a:highlight>
                <a:srgbClr val="FFFFFF"/>
              </a:highlight>
              <a:latin typeface="Times New Roman"/>
              <a:ea typeface="Times New Roman"/>
              <a:cs typeface="Times New Roman"/>
              <a:sym typeface="Times New Roman"/>
            </a:endParaRPr>
          </a:p>
        </p:txBody>
      </p:sp>
      <p:sp>
        <p:nvSpPr>
          <p:cNvPr id="178" name="Google Shape;178;p20"/>
          <p:cNvSpPr txBox="1"/>
          <p:nvPr/>
        </p:nvSpPr>
        <p:spPr>
          <a:xfrm rot="-2089064">
            <a:off x="4612229" y="2830925"/>
            <a:ext cx="727186" cy="169852"/>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Andeep</a:t>
            </a:r>
            <a:endParaRPr sz="1200">
              <a:solidFill>
                <a:srgbClr val="000000"/>
              </a:solidFill>
              <a:highlight>
                <a:srgbClr val="FFFFFF"/>
              </a:highlight>
              <a:latin typeface="Times New Roman"/>
              <a:ea typeface="Times New Roman"/>
              <a:cs typeface="Times New Roman"/>
              <a:sym typeface="Times New Roman"/>
            </a:endParaRPr>
          </a:p>
        </p:txBody>
      </p:sp>
      <p:sp>
        <p:nvSpPr>
          <p:cNvPr id="179" name="Google Shape;179;p20"/>
          <p:cNvSpPr txBox="1"/>
          <p:nvPr/>
        </p:nvSpPr>
        <p:spPr>
          <a:xfrm rot="-3316773">
            <a:off x="4683466" y="3774903"/>
            <a:ext cx="300752" cy="170099"/>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Jun</a:t>
            </a:r>
            <a:endParaRPr sz="1200">
              <a:solidFill>
                <a:srgbClr val="000000"/>
              </a:solidFill>
              <a:highlight>
                <a:srgbClr val="FFFFFF"/>
              </a:highlight>
              <a:latin typeface="Times New Roman"/>
              <a:ea typeface="Times New Roman"/>
              <a:cs typeface="Times New Roman"/>
              <a:sym typeface="Times New Roman"/>
            </a:endParaRPr>
          </a:p>
        </p:txBody>
      </p:sp>
      <p:sp>
        <p:nvSpPr>
          <p:cNvPr id="180" name="Google Shape;180;p20"/>
          <p:cNvSpPr txBox="1"/>
          <p:nvPr/>
        </p:nvSpPr>
        <p:spPr>
          <a:xfrm>
            <a:off x="468000" y="2191908"/>
            <a:ext cx="3564000" cy="474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a) Who started with some water in their bucket already?</a:t>
            </a:r>
            <a:endParaRPr sz="1200">
              <a:solidFill>
                <a:srgbClr val="000000"/>
              </a:solidFill>
              <a:latin typeface="Lexend"/>
              <a:ea typeface="Lexend"/>
              <a:cs typeface="Lexend"/>
              <a:sym typeface="Lexend"/>
            </a:endParaRPr>
          </a:p>
        </p:txBody>
      </p:sp>
      <p:sp>
        <p:nvSpPr>
          <p:cNvPr id="181" name="Google Shape;181;p20"/>
          <p:cNvSpPr txBox="1"/>
          <p:nvPr/>
        </p:nvSpPr>
        <p:spPr>
          <a:xfrm>
            <a:off x="468000" y="2860666"/>
            <a:ext cx="3270300" cy="3609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b) Who had the smaller bucket?</a:t>
            </a:r>
            <a:endParaRPr sz="1200">
              <a:solidFill>
                <a:srgbClr val="000000"/>
              </a:solidFill>
              <a:latin typeface="Lexend"/>
              <a:ea typeface="Lexend"/>
              <a:cs typeface="Lexend"/>
              <a:sym typeface="Lexend"/>
            </a:endParaRPr>
          </a:p>
        </p:txBody>
      </p:sp>
      <p:sp>
        <p:nvSpPr>
          <p:cNvPr id="182" name="Google Shape;182;p20"/>
          <p:cNvSpPr txBox="1"/>
          <p:nvPr/>
        </p:nvSpPr>
        <p:spPr>
          <a:xfrm>
            <a:off x="475223" y="3372463"/>
            <a:ext cx="3270300" cy="35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c) Whose tap has the faster rate of flow?</a:t>
            </a:r>
            <a:endParaRPr sz="1200">
              <a:solidFill>
                <a:srgbClr val="000000"/>
              </a:solidFill>
              <a:latin typeface="Lexend"/>
              <a:ea typeface="Lexend"/>
              <a:cs typeface="Lexend"/>
              <a:sym typeface="Lexend"/>
            </a:endParaRPr>
          </a:p>
        </p:txBody>
      </p:sp>
      <p:sp>
        <p:nvSpPr>
          <p:cNvPr id="183" name="Google Shape;183;p20"/>
          <p:cNvSpPr txBox="1"/>
          <p:nvPr/>
        </p:nvSpPr>
        <p:spPr>
          <a:xfrm>
            <a:off x="475223" y="3878063"/>
            <a:ext cx="3304800" cy="359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d) When was Andeep’s bucket half full?</a:t>
            </a:r>
            <a:endParaRPr sz="1200">
              <a:solidFill>
                <a:srgbClr val="000000"/>
              </a:solidFill>
              <a:latin typeface="Lexend"/>
              <a:ea typeface="Lexend"/>
              <a:cs typeface="Lexend"/>
              <a:sym typeface="Lexend"/>
            </a:endParaRPr>
          </a:p>
        </p:txBody>
      </p:sp>
      <p:sp>
        <p:nvSpPr>
          <p:cNvPr id="184" name="Google Shape;184;p20"/>
          <p:cNvSpPr txBox="1"/>
          <p:nvPr/>
        </p:nvSpPr>
        <p:spPr>
          <a:xfrm>
            <a:off x="468000" y="2626670"/>
            <a:ext cx="3270300" cy="347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Kalam"/>
                <a:ea typeface="Kalam"/>
                <a:cs typeface="Kalam"/>
                <a:sym typeface="Kalam"/>
              </a:rPr>
              <a:t>Andeep starts with </a:t>
            </a:r>
            <a:r>
              <a:rPr lang="en-GB" sz="1200">
                <a:solidFill>
                  <a:srgbClr val="000000"/>
                </a:solidFill>
                <a:latin typeface="Times New Roman"/>
                <a:ea typeface="Times New Roman"/>
                <a:cs typeface="Times New Roman"/>
                <a:sym typeface="Times New Roman"/>
              </a:rPr>
              <a:t>300ml</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185" name="Google Shape;185;p20"/>
          <p:cNvSpPr txBox="1"/>
          <p:nvPr/>
        </p:nvSpPr>
        <p:spPr>
          <a:xfrm>
            <a:off x="475216" y="3090373"/>
            <a:ext cx="3564000" cy="347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Kalam"/>
                <a:ea typeface="Kalam"/>
                <a:cs typeface="Kalam"/>
                <a:sym typeface="Kalam"/>
              </a:rPr>
              <a:t>Andeep. His is full at </a:t>
            </a:r>
            <a:r>
              <a:rPr lang="en-GB" sz="1200">
                <a:solidFill>
                  <a:srgbClr val="000000"/>
                </a:solidFill>
                <a:latin typeface="Times New Roman"/>
                <a:ea typeface="Times New Roman"/>
                <a:cs typeface="Times New Roman"/>
                <a:sym typeface="Times New Roman"/>
              </a:rPr>
              <a:t>800 ml</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sp>
        <p:nvSpPr>
          <p:cNvPr id="186" name="Google Shape;186;p20"/>
          <p:cNvSpPr/>
          <p:nvPr/>
        </p:nvSpPr>
        <p:spPr>
          <a:xfrm>
            <a:off x="4343222" y="3253909"/>
            <a:ext cx="286200" cy="260400"/>
          </a:xfrm>
          <a:prstGeom prst="ellipse">
            <a:avLst/>
          </a:prstGeom>
          <a:noFill/>
          <a:ln w="38100" cap="flat" cmpd="sng">
            <a:solidFill>
              <a:srgbClr val="845A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87" name="Google Shape;187;p20"/>
          <p:cNvSpPr/>
          <p:nvPr/>
        </p:nvSpPr>
        <p:spPr>
          <a:xfrm>
            <a:off x="5991758" y="2133397"/>
            <a:ext cx="286200" cy="260400"/>
          </a:xfrm>
          <a:prstGeom prst="ellipse">
            <a:avLst/>
          </a:prstGeom>
          <a:noFill/>
          <a:ln w="38100" cap="flat" cmpd="sng">
            <a:solidFill>
              <a:srgbClr val="845A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88" name="Google Shape;188;p20"/>
          <p:cNvSpPr txBox="1"/>
          <p:nvPr/>
        </p:nvSpPr>
        <p:spPr>
          <a:xfrm>
            <a:off x="475218" y="3611603"/>
            <a:ext cx="4500000" cy="347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Kalam"/>
                <a:ea typeface="Kalam"/>
                <a:cs typeface="Kalam"/>
                <a:sym typeface="Kalam"/>
              </a:rPr>
              <a:t>Jun. His flows at </a:t>
            </a:r>
            <a:r>
              <a:rPr lang="en-GB" sz="1200">
                <a:solidFill>
                  <a:srgbClr val="000000"/>
                </a:solidFill>
                <a:latin typeface="Times New Roman"/>
                <a:ea typeface="Times New Roman"/>
                <a:cs typeface="Times New Roman"/>
                <a:sym typeface="Times New Roman"/>
              </a:rPr>
              <a:t>200 ml</a:t>
            </a:r>
            <a:r>
              <a:rPr lang="en-GB" sz="1200">
                <a:solidFill>
                  <a:srgbClr val="000000"/>
                </a:solidFill>
                <a:latin typeface="Kalam"/>
                <a:ea typeface="Kalam"/>
                <a:cs typeface="Kalam"/>
                <a:sym typeface="Kalam"/>
              </a:rPr>
              <a:t> per </a:t>
            </a:r>
            <a:r>
              <a:rPr lang="en-GB" sz="1200">
                <a:solidFill>
                  <a:srgbClr val="000000"/>
                </a:solidFill>
                <a:latin typeface="Times New Roman"/>
                <a:ea typeface="Times New Roman"/>
                <a:cs typeface="Times New Roman"/>
                <a:sym typeface="Times New Roman"/>
              </a:rPr>
              <a:t>5 sec</a:t>
            </a:r>
            <a:r>
              <a:rPr lang="en-GB" sz="1200">
                <a:solidFill>
                  <a:srgbClr val="000000"/>
                </a:solidFill>
                <a:latin typeface="Kalam"/>
                <a:ea typeface="Kalam"/>
                <a:cs typeface="Kalam"/>
                <a:sym typeface="Kalam"/>
              </a:rPr>
              <a:t>.</a:t>
            </a:r>
            <a:endParaRPr sz="1200">
              <a:solidFill>
                <a:srgbClr val="000000"/>
              </a:solidFill>
              <a:latin typeface="Kalam"/>
              <a:ea typeface="Kalam"/>
              <a:cs typeface="Kalam"/>
              <a:sym typeface="Kalam"/>
            </a:endParaRPr>
          </a:p>
        </p:txBody>
      </p:sp>
      <p:grpSp>
        <p:nvGrpSpPr>
          <p:cNvPr id="189" name="Google Shape;189;p20"/>
          <p:cNvGrpSpPr/>
          <p:nvPr/>
        </p:nvGrpSpPr>
        <p:grpSpPr>
          <a:xfrm>
            <a:off x="4864408" y="3182040"/>
            <a:ext cx="320799" cy="437487"/>
            <a:chOff x="6225575" y="3158575"/>
            <a:chExt cx="522900" cy="713100"/>
          </a:xfrm>
        </p:grpSpPr>
        <p:cxnSp>
          <p:nvCxnSpPr>
            <p:cNvPr id="190" name="Google Shape;190;p20"/>
            <p:cNvCxnSpPr/>
            <p:nvPr/>
          </p:nvCxnSpPr>
          <p:spPr>
            <a:xfrm>
              <a:off x="6225575" y="3871675"/>
              <a:ext cx="522900" cy="0"/>
            </a:xfrm>
            <a:prstGeom prst="straightConnector1">
              <a:avLst/>
            </a:prstGeom>
            <a:noFill/>
            <a:ln w="38100" cap="flat" cmpd="sng">
              <a:solidFill>
                <a:srgbClr val="845AD9"/>
              </a:solidFill>
              <a:prstDash val="solid"/>
              <a:round/>
              <a:headEnd type="none" w="med" len="med"/>
              <a:tailEnd type="triangle" w="med" len="med"/>
            </a:ln>
          </p:spPr>
        </p:cxnSp>
        <p:cxnSp>
          <p:nvCxnSpPr>
            <p:cNvPr id="191" name="Google Shape;191;p20"/>
            <p:cNvCxnSpPr/>
            <p:nvPr/>
          </p:nvCxnSpPr>
          <p:spPr>
            <a:xfrm rot="10800000">
              <a:off x="6729550" y="3158575"/>
              <a:ext cx="300" cy="705300"/>
            </a:xfrm>
            <a:prstGeom prst="straightConnector1">
              <a:avLst/>
            </a:prstGeom>
            <a:noFill/>
            <a:ln w="38100" cap="flat" cmpd="sng">
              <a:solidFill>
                <a:srgbClr val="845AD9"/>
              </a:solidFill>
              <a:prstDash val="solid"/>
              <a:round/>
              <a:headEnd type="none" w="med" len="med"/>
              <a:tailEnd type="triangle" w="med" len="med"/>
            </a:ln>
          </p:spPr>
        </p:cxnSp>
      </p:grpSp>
      <p:sp>
        <p:nvSpPr>
          <p:cNvPr id="192" name="Google Shape;192;p20"/>
          <p:cNvSpPr txBox="1"/>
          <p:nvPr/>
        </p:nvSpPr>
        <p:spPr>
          <a:xfrm>
            <a:off x="475218" y="4120685"/>
            <a:ext cx="4500000" cy="347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latin typeface="Kalam"/>
                <a:ea typeface="Kalam"/>
                <a:cs typeface="Kalam"/>
                <a:sym typeface="Kalam"/>
              </a:rPr>
              <a:t>After </a:t>
            </a:r>
            <a:r>
              <a:rPr lang="en-GB" sz="1200">
                <a:solidFill>
                  <a:srgbClr val="000000"/>
                </a:solidFill>
                <a:latin typeface="Times New Roman"/>
                <a:ea typeface="Times New Roman"/>
                <a:cs typeface="Times New Roman"/>
                <a:sym typeface="Times New Roman"/>
              </a:rPr>
              <a:t>5 </a:t>
            </a:r>
            <a:r>
              <a:rPr lang="en-GB" sz="1200">
                <a:solidFill>
                  <a:srgbClr val="000000"/>
                </a:solidFill>
                <a:latin typeface="Kalam"/>
                <a:ea typeface="Kalam"/>
                <a:cs typeface="Kalam"/>
                <a:sym typeface="Kalam"/>
              </a:rPr>
              <a:t>seconds.</a:t>
            </a:r>
            <a:endParaRPr sz="1200">
              <a:solidFill>
                <a:srgbClr val="000000"/>
              </a:solidFill>
              <a:latin typeface="Kalam"/>
              <a:ea typeface="Kalam"/>
              <a:cs typeface="Kalam"/>
              <a:sym typeface="Kalam"/>
            </a:endParaRPr>
          </a:p>
        </p:txBody>
      </p:sp>
      <p:sp>
        <p:nvSpPr>
          <p:cNvPr id="193" name="Google Shape;193;p20"/>
          <p:cNvSpPr/>
          <p:nvPr/>
        </p:nvSpPr>
        <p:spPr>
          <a:xfrm>
            <a:off x="4717219" y="3032633"/>
            <a:ext cx="286200" cy="260400"/>
          </a:xfrm>
          <a:prstGeom prst="ellipse">
            <a:avLst/>
          </a:prstGeom>
          <a:noFill/>
          <a:ln w="38100" cap="flat" cmpd="sng">
            <a:solidFill>
              <a:srgbClr val="845A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194" name="Google Shape;194;p20"/>
          <p:cNvSpPr txBox="1"/>
          <p:nvPr/>
        </p:nvSpPr>
        <p:spPr>
          <a:xfrm>
            <a:off x="468000" y="4481150"/>
            <a:ext cx="5360400" cy="33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In your town there are three taxi companies.</a:t>
            </a:r>
            <a:endParaRPr sz="1200">
              <a:solidFill>
                <a:srgbClr val="000000"/>
              </a:solidFill>
              <a:latin typeface="Lexend"/>
              <a:ea typeface="Lexend"/>
              <a:cs typeface="Lexend"/>
              <a:sym typeface="Lexend"/>
            </a:endParaRPr>
          </a:p>
        </p:txBody>
      </p:sp>
      <p:sp>
        <p:nvSpPr>
          <p:cNvPr id="195" name="Google Shape;195;p20"/>
          <p:cNvSpPr txBox="1"/>
          <p:nvPr/>
        </p:nvSpPr>
        <p:spPr>
          <a:xfrm>
            <a:off x="468000" y="4728225"/>
            <a:ext cx="3270300" cy="642600"/>
          </a:xfrm>
          <a:prstGeom prst="rect">
            <a:avLst/>
          </a:prstGeom>
          <a:noFill/>
          <a:ln>
            <a:noFill/>
          </a:ln>
        </p:spPr>
        <p:txBody>
          <a:bodyPr spcFirstLastPara="1" wrap="square" lIns="0" tIns="0" rIns="0" bIns="0" anchor="t" anchorCtr="0">
            <a:noAutofit/>
          </a:bodyPr>
          <a:lstStyle/>
          <a:p>
            <a:pPr marL="457200" lvl="0" indent="-304800" algn="l" rtl="0">
              <a:lnSpc>
                <a:spcPct val="115000"/>
              </a:lnSpc>
              <a:spcBef>
                <a:spcPct val="0"/>
              </a:spcBef>
              <a:spcAft>
                <a:spcPct val="0"/>
              </a:spcAft>
              <a:buClr>
                <a:srgbClr val="000000"/>
              </a:buClr>
              <a:buSzPts val="1200"/>
              <a:buFont typeface="Lexend"/>
              <a:buChar char="●"/>
            </a:pPr>
            <a:r>
              <a:rPr lang="en-GB" sz="1200">
                <a:solidFill>
                  <a:srgbClr val="000000"/>
                </a:solidFill>
                <a:latin typeface="Lexend"/>
                <a:ea typeface="Lexend"/>
                <a:cs typeface="Lexend"/>
                <a:sym typeface="Lexend"/>
              </a:rPr>
              <a:t>Company A charge a flat rate of </a:t>
            </a:r>
            <a:r>
              <a:rPr lang="en-GB" sz="1200">
                <a:solidFill>
                  <a:srgbClr val="000000"/>
                </a:solidFill>
                <a:latin typeface="Times New Roman"/>
                <a:ea typeface="Times New Roman"/>
                <a:cs typeface="Times New Roman"/>
                <a:sym typeface="Times New Roman"/>
              </a:rPr>
              <a:t>£4</a:t>
            </a:r>
            <a:r>
              <a:rPr lang="en-GB" sz="1200">
                <a:solidFill>
                  <a:srgbClr val="000000"/>
                </a:solidFill>
                <a:latin typeface="Lexend"/>
                <a:ea typeface="Lexend"/>
                <a:cs typeface="Lexend"/>
                <a:sym typeface="Lexend"/>
              </a:rPr>
              <a:t> then </a:t>
            </a:r>
            <a:r>
              <a:rPr lang="en-GB" sz="1200">
                <a:solidFill>
                  <a:srgbClr val="000000"/>
                </a:solidFill>
                <a:latin typeface="Times New Roman"/>
                <a:ea typeface="Times New Roman"/>
                <a:cs typeface="Times New Roman"/>
                <a:sym typeface="Times New Roman"/>
              </a:rPr>
              <a:t>£2</a:t>
            </a:r>
            <a:r>
              <a:rPr lang="en-GB" sz="1200">
                <a:solidFill>
                  <a:srgbClr val="000000"/>
                </a:solidFill>
                <a:latin typeface="Lexend"/>
                <a:ea typeface="Lexend"/>
                <a:cs typeface="Lexend"/>
                <a:sym typeface="Lexend"/>
              </a:rPr>
              <a:t> for every mile travelled.</a:t>
            </a:r>
            <a:endParaRPr sz="1200">
              <a:solidFill>
                <a:srgbClr val="000000"/>
              </a:solidFill>
              <a:latin typeface="Lexend"/>
              <a:ea typeface="Lexend"/>
              <a:cs typeface="Lexend"/>
              <a:sym typeface="Lexend"/>
            </a:endParaRPr>
          </a:p>
        </p:txBody>
      </p:sp>
      <p:sp>
        <p:nvSpPr>
          <p:cNvPr id="196" name="Google Shape;196;p20"/>
          <p:cNvSpPr txBox="1"/>
          <p:nvPr/>
        </p:nvSpPr>
        <p:spPr>
          <a:xfrm>
            <a:off x="468000" y="5434350"/>
            <a:ext cx="3304800" cy="642600"/>
          </a:xfrm>
          <a:prstGeom prst="rect">
            <a:avLst/>
          </a:prstGeom>
          <a:noFill/>
          <a:ln>
            <a:noFill/>
          </a:ln>
        </p:spPr>
        <p:txBody>
          <a:bodyPr spcFirstLastPara="1" wrap="square" lIns="0" tIns="0" rIns="0" bIns="0" anchor="t" anchorCtr="0">
            <a:noAutofit/>
          </a:bodyPr>
          <a:lstStyle/>
          <a:p>
            <a:pPr marL="457200" lvl="0" indent="-304800" algn="l" rtl="0">
              <a:lnSpc>
                <a:spcPct val="115000"/>
              </a:lnSpc>
              <a:spcBef>
                <a:spcPct val="0"/>
              </a:spcBef>
              <a:spcAft>
                <a:spcPct val="0"/>
              </a:spcAft>
              <a:buClr>
                <a:srgbClr val="000000"/>
              </a:buClr>
              <a:buSzPts val="1200"/>
              <a:buFont typeface="Lexend"/>
              <a:buChar char="●"/>
            </a:pPr>
            <a:r>
              <a:rPr lang="en-GB" sz="1200">
                <a:solidFill>
                  <a:srgbClr val="000000"/>
                </a:solidFill>
                <a:latin typeface="Lexend"/>
                <a:ea typeface="Lexend"/>
                <a:cs typeface="Lexend"/>
                <a:sym typeface="Lexend"/>
              </a:rPr>
              <a:t>Company B charge a flat rate of </a:t>
            </a:r>
            <a:r>
              <a:rPr lang="en-GB" sz="1200">
                <a:solidFill>
                  <a:srgbClr val="000000"/>
                </a:solidFill>
                <a:latin typeface="Times New Roman"/>
                <a:ea typeface="Times New Roman"/>
                <a:cs typeface="Times New Roman"/>
                <a:sym typeface="Times New Roman"/>
              </a:rPr>
              <a:t>£8</a:t>
            </a:r>
            <a:r>
              <a:rPr lang="en-GB" sz="1200">
                <a:solidFill>
                  <a:srgbClr val="000000"/>
                </a:solidFill>
                <a:latin typeface="Lexend"/>
                <a:ea typeface="Lexend"/>
                <a:cs typeface="Lexend"/>
                <a:sym typeface="Lexend"/>
              </a:rPr>
              <a:t> then </a:t>
            </a:r>
            <a:r>
              <a:rPr lang="en-GB" sz="1200">
                <a:solidFill>
                  <a:srgbClr val="000000"/>
                </a:solidFill>
                <a:latin typeface="Times New Roman"/>
                <a:ea typeface="Times New Roman"/>
                <a:cs typeface="Times New Roman"/>
                <a:sym typeface="Times New Roman"/>
              </a:rPr>
              <a:t>£1</a:t>
            </a:r>
            <a:r>
              <a:rPr lang="en-GB" sz="1200">
                <a:solidFill>
                  <a:srgbClr val="000000"/>
                </a:solidFill>
                <a:latin typeface="Lexend"/>
                <a:ea typeface="Lexend"/>
                <a:cs typeface="Lexend"/>
                <a:sym typeface="Lexend"/>
              </a:rPr>
              <a:t> for every mile travelled.</a:t>
            </a:r>
            <a:endParaRPr sz="1200">
              <a:solidFill>
                <a:srgbClr val="000000"/>
              </a:solidFill>
              <a:latin typeface="Lexend"/>
              <a:ea typeface="Lexend"/>
              <a:cs typeface="Lexend"/>
              <a:sym typeface="Lexend"/>
            </a:endParaRPr>
          </a:p>
        </p:txBody>
      </p:sp>
      <p:sp>
        <p:nvSpPr>
          <p:cNvPr id="197" name="Google Shape;197;p20"/>
          <p:cNvSpPr txBox="1"/>
          <p:nvPr/>
        </p:nvSpPr>
        <p:spPr>
          <a:xfrm>
            <a:off x="468000" y="6135375"/>
            <a:ext cx="3141600" cy="642600"/>
          </a:xfrm>
          <a:prstGeom prst="rect">
            <a:avLst/>
          </a:prstGeom>
          <a:noFill/>
          <a:ln>
            <a:noFill/>
          </a:ln>
        </p:spPr>
        <p:txBody>
          <a:bodyPr spcFirstLastPara="1" wrap="square" lIns="0" tIns="0" rIns="0" bIns="0" anchor="t" anchorCtr="0">
            <a:noAutofit/>
          </a:bodyPr>
          <a:lstStyle/>
          <a:p>
            <a:pPr marL="457200" lvl="0" indent="-304800" algn="l" rtl="0">
              <a:lnSpc>
                <a:spcPct val="115000"/>
              </a:lnSpc>
              <a:spcBef>
                <a:spcPct val="0"/>
              </a:spcBef>
              <a:spcAft>
                <a:spcPct val="0"/>
              </a:spcAft>
              <a:buClr>
                <a:srgbClr val="000000"/>
              </a:buClr>
              <a:buSzPts val="1200"/>
              <a:buFont typeface="Lexend"/>
              <a:buChar char="●"/>
            </a:pPr>
            <a:r>
              <a:rPr lang="en-GB" sz="1200">
                <a:solidFill>
                  <a:srgbClr val="000000"/>
                </a:solidFill>
                <a:latin typeface="Lexend"/>
                <a:ea typeface="Lexend"/>
                <a:cs typeface="Lexend"/>
                <a:sym typeface="Lexend"/>
              </a:rPr>
              <a:t>Company C charge no flat rate and </a:t>
            </a:r>
            <a:r>
              <a:rPr lang="en-GB" sz="1200">
                <a:solidFill>
                  <a:srgbClr val="000000"/>
                </a:solidFill>
                <a:latin typeface="Times New Roman"/>
                <a:ea typeface="Times New Roman"/>
                <a:cs typeface="Times New Roman"/>
                <a:sym typeface="Times New Roman"/>
              </a:rPr>
              <a:t>£4</a:t>
            </a:r>
            <a:r>
              <a:rPr lang="en-GB" sz="1200">
                <a:solidFill>
                  <a:srgbClr val="000000"/>
                </a:solidFill>
                <a:latin typeface="Lexend"/>
                <a:ea typeface="Lexend"/>
                <a:cs typeface="Lexend"/>
                <a:sym typeface="Lexend"/>
              </a:rPr>
              <a:t> for every mile travelled.</a:t>
            </a:r>
            <a:endParaRPr sz="1200">
              <a:solidFill>
                <a:srgbClr val="000000"/>
              </a:solidFill>
              <a:latin typeface="Lexend"/>
              <a:ea typeface="Lexend"/>
              <a:cs typeface="Lexend"/>
              <a:sym typeface="Lexend"/>
            </a:endParaRPr>
          </a:p>
        </p:txBody>
      </p:sp>
      <p:graphicFrame>
        <p:nvGraphicFramePr>
          <p:cNvPr id="198" name="Google Shape;198;p20"/>
          <p:cNvGraphicFramePr>
            <a:graphicFrameLocks noGrp="1"/>
          </p:cNvGraphicFramePr>
          <p:nvPr/>
        </p:nvGraphicFramePr>
        <p:xfrm>
          <a:off x="3609533" y="4769444"/>
          <a:ext cx="3474700" cy="604150"/>
        </p:xfrm>
        <a:graphic>
          <a:graphicData uri="http://schemas.openxmlformats.org/drawingml/2006/table">
            <a:tbl>
              <a:tblPr>
                <a:noFill/>
                <a:tableStyleId>{A2F31177-A36D-4614-B306-CC9D26A4579F}</a:tableStyleId>
              </a:tblPr>
              <a:tblGrid>
                <a:gridCol w="1055950"/>
                <a:gridCol w="403125"/>
                <a:gridCol w="403125"/>
                <a:gridCol w="403125"/>
                <a:gridCol w="403125"/>
                <a:gridCol w="403125"/>
                <a:gridCol w="403125"/>
              </a:tblGrid>
              <a:tr h="302075">
                <a:tc>
                  <a:txBody>
                    <a:bodyPr vert="horz" wrap="square"/>
                    <a:lstStyle/>
                    <a:p>
                      <a:pPr marL="0" lvl="0" indent="0" algn="ctr" rtl="0">
                        <a:spcBef>
                          <a:spcPct val="0"/>
                        </a:spcBef>
                        <a:spcAft>
                          <a:spcPct val="0"/>
                        </a:spcAft>
                        <a:buNone/>
                      </a:pPr>
                      <a:r>
                        <a:rPr lang="en-GB" sz="1200">
                          <a:latin typeface="Lexend"/>
                          <a:ea typeface="Lexend"/>
                          <a:cs typeface="Lexend"/>
                          <a:sym typeface="Lexend"/>
                        </a:rPr>
                        <a:t>miles (</a:t>
                      </a:r>
                      <a:r>
                        <a:rPr lang="en-GB" sz="1200" i="1">
                          <a:latin typeface="Times New Roman"/>
                          <a:ea typeface="Times New Roman"/>
                          <a:cs typeface="Times New Roman"/>
                          <a:sym typeface="Times New Roman"/>
                        </a:rPr>
                        <a:t>m</a:t>
                      </a:r>
                      <a:r>
                        <a:rPr lang="en-GB" sz="1200">
                          <a:latin typeface="Lexend"/>
                          <a:ea typeface="Lexend"/>
                          <a:cs typeface="Lexend"/>
                          <a:sym typeface="Lexend"/>
                        </a:rPr>
                        <a:t>)</a:t>
                      </a:r>
                      <a:endParaRPr sz="1200">
                        <a:latin typeface="Lexend"/>
                        <a:ea typeface="Lexend"/>
                        <a:cs typeface="Lexend"/>
                        <a:sym typeface="Lexend"/>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0</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1</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2</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4</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r h="302075">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cost in </a:t>
                      </a:r>
                      <a:r>
                        <a:rPr lang="en-GB" sz="1200">
                          <a:latin typeface="Times New Roman"/>
                          <a:ea typeface="Times New Roman"/>
                          <a:cs typeface="Times New Roman"/>
                          <a:sym typeface="Times New Roman"/>
                        </a:rPr>
                        <a:t>£</a:t>
                      </a:r>
                      <a:r>
                        <a:rPr lang="en-GB" sz="1200">
                          <a:latin typeface="Lexend"/>
                          <a:ea typeface="Lexend"/>
                          <a:cs typeface="Lexend"/>
                          <a:sym typeface="Lexend"/>
                        </a:rPr>
                        <a:t> (</a:t>
                      </a:r>
                      <a:r>
                        <a:rPr lang="en-GB" sz="1200" i="1">
                          <a:latin typeface="Times New Roman"/>
                          <a:ea typeface="Times New Roman"/>
                          <a:cs typeface="Times New Roman"/>
                          <a:sym typeface="Times New Roman"/>
                        </a:rPr>
                        <a:t>s</a:t>
                      </a:r>
                      <a:r>
                        <a:rPr lang="en-GB" sz="1200">
                          <a:latin typeface="Lexend"/>
                          <a:ea typeface="Lexend"/>
                          <a:cs typeface="Lexend"/>
                          <a:sym typeface="Lexend"/>
                        </a:rPr>
                        <a:t>)</a:t>
                      </a:r>
                      <a:endParaRPr sz="1200">
                        <a:latin typeface="Lexend"/>
                        <a:ea typeface="Lexend"/>
                        <a:cs typeface="Lexend"/>
                        <a:sym typeface="Lexend"/>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Times New Roman"/>
                          <a:ea typeface="Times New Roman"/>
                          <a:cs typeface="Times New Roman"/>
                          <a:sym typeface="Times New Roman"/>
                        </a:rPr>
                        <a:t>4</a:t>
                      </a:r>
                      <a:endParaRPr sz="1200">
                        <a:solidFill>
                          <a:srgbClr val="000000"/>
                        </a:solidFill>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Times New Roman"/>
                          <a:ea typeface="Times New Roman"/>
                          <a:cs typeface="Times New Roman"/>
                          <a:sym typeface="Times New Roman"/>
                        </a:rPr>
                        <a:t>6</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Clr>
                          <a:srgbClr val="000000"/>
                        </a:buClr>
                        <a:buSzPts val="1100"/>
                        <a:buFont typeface="Arial"/>
                        <a:buNone/>
                      </a:pPr>
                      <a:r>
                        <a:rPr lang="en-GB" sz="1200">
                          <a:solidFill>
                            <a:srgbClr val="000000"/>
                          </a:solidFill>
                          <a:latin typeface="Times New Roman"/>
                          <a:ea typeface="Times New Roman"/>
                          <a:cs typeface="Times New Roman"/>
                          <a:sym typeface="Times New Roman"/>
                        </a:rPr>
                        <a:t>8</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Clr>
                          <a:srgbClr val="000000"/>
                        </a:buClr>
                        <a:buSzPts val="1100"/>
                        <a:buFont typeface="Arial"/>
                        <a:buNone/>
                      </a:pPr>
                      <a:r>
                        <a:rPr lang="en-GB" sz="1200">
                          <a:solidFill>
                            <a:srgbClr val="000000"/>
                          </a:solidFill>
                          <a:latin typeface="Times New Roman"/>
                          <a:ea typeface="Times New Roman"/>
                          <a:cs typeface="Times New Roman"/>
                          <a:sym typeface="Times New Roman"/>
                        </a:rPr>
                        <a:t>10</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Clr>
                          <a:srgbClr val="000000"/>
                        </a:buClr>
                        <a:buSzPts val="1100"/>
                        <a:buFont typeface="Arial"/>
                        <a:buNone/>
                      </a:pPr>
                      <a:r>
                        <a:rPr lang="en-GB" sz="1200">
                          <a:solidFill>
                            <a:srgbClr val="000000"/>
                          </a:solidFill>
                          <a:latin typeface="Times New Roman"/>
                          <a:ea typeface="Times New Roman"/>
                          <a:cs typeface="Times New Roman"/>
                          <a:sym typeface="Times New Roman"/>
                        </a:rPr>
                        <a:t>12</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Clr>
                          <a:srgbClr val="000000"/>
                        </a:buClr>
                        <a:buSzPts val="1100"/>
                        <a:buFont typeface="Arial"/>
                        <a:buNone/>
                      </a:pPr>
                      <a:r>
                        <a:rPr lang="en-GB" sz="1200">
                          <a:solidFill>
                            <a:srgbClr val="000000"/>
                          </a:solidFill>
                          <a:latin typeface="Times New Roman"/>
                          <a:ea typeface="Times New Roman"/>
                          <a:cs typeface="Times New Roman"/>
                          <a:sym typeface="Times New Roman"/>
                        </a:rPr>
                        <a:t>14</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bl>
          </a:graphicData>
        </a:graphic>
      </p:graphicFrame>
      <p:graphicFrame>
        <p:nvGraphicFramePr>
          <p:cNvPr id="199" name="Google Shape;199;p20"/>
          <p:cNvGraphicFramePr>
            <a:graphicFrameLocks noGrp="1"/>
          </p:cNvGraphicFramePr>
          <p:nvPr/>
        </p:nvGraphicFramePr>
        <p:xfrm>
          <a:off x="3609528" y="5447944"/>
          <a:ext cx="3474725" cy="604150"/>
        </p:xfrm>
        <a:graphic>
          <a:graphicData uri="http://schemas.openxmlformats.org/drawingml/2006/table">
            <a:tbl>
              <a:tblPr>
                <a:noFill/>
                <a:tableStyleId>{A2F31177-A36D-4614-B306-CC9D26A4579F}</a:tableStyleId>
              </a:tblPr>
              <a:tblGrid>
                <a:gridCol w="1055975"/>
                <a:gridCol w="403125"/>
                <a:gridCol w="403125"/>
                <a:gridCol w="403125"/>
                <a:gridCol w="403125"/>
                <a:gridCol w="403125"/>
                <a:gridCol w="403125"/>
              </a:tblGrid>
              <a:tr h="302075">
                <a:tc>
                  <a:txBody>
                    <a:bodyPr vert="horz" wrap="square"/>
                    <a:lstStyle/>
                    <a:p>
                      <a:pPr marL="0" lvl="0" indent="0" algn="ctr" rtl="0">
                        <a:spcBef>
                          <a:spcPct val="0"/>
                        </a:spcBef>
                        <a:spcAft>
                          <a:spcPct val="0"/>
                        </a:spcAft>
                        <a:buNone/>
                      </a:pPr>
                      <a:r>
                        <a:rPr lang="en-GB" sz="1200">
                          <a:latin typeface="Lexend"/>
                          <a:ea typeface="Lexend"/>
                          <a:cs typeface="Lexend"/>
                          <a:sym typeface="Lexend"/>
                        </a:rPr>
                        <a:t>miles (</a:t>
                      </a:r>
                      <a:r>
                        <a:rPr lang="en-GB" sz="1200" i="1">
                          <a:latin typeface="Times New Roman"/>
                          <a:ea typeface="Times New Roman"/>
                          <a:cs typeface="Times New Roman"/>
                          <a:sym typeface="Times New Roman"/>
                        </a:rPr>
                        <a:t>m</a:t>
                      </a:r>
                      <a:r>
                        <a:rPr lang="en-GB" sz="1200">
                          <a:latin typeface="Lexend"/>
                          <a:ea typeface="Lexend"/>
                          <a:cs typeface="Lexend"/>
                          <a:sym typeface="Lexend"/>
                        </a:rPr>
                        <a:t>)</a:t>
                      </a:r>
                      <a:endParaRPr sz="1200">
                        <a:latin typeface="Lexend"/>
                        <a:ea typeface="Lexend"/>
                        <a:cs typeface="Lexend"/>
                        <a:sym typeface="Lexend"/>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0</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1</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2</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4</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r h="302075">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cost in </a:t>
                      </a:r>
                      <a:r>
                        <a:rPr lang="en-GB" sz="1200">
                          <a:latin typeface="Times New Roman"/>
                          <a:ea typeface="Times New Roman"/>
                          <a:cs typeface="Times New Roman"/>
                          <a:sym typeface="Times New Roman"/>
                        </a:rPr>
                        <a:t>£</a:t>
                      </a:r>
                      <a:r>
                        <a:rPr lang="en-GB" sz="1200">
                          <a:latin typeface="Lexend"/>
                          <a:ea typeface="Lexend"/>
                          <a:cs typeface="Lexend"/>
                          <a:sym typeface="Lexend"/>
                        </a:rPr>
                        <a:t> (</a:t>
                      </a:r>
                      <a:r>
                        <a:rPr lang="en-GB" sz="1200" i="1">
                          <a:latin typeface="Times New Roman"/>
                          <a:ea typeface="Times New Roman"/>
                          <a:cs typeface="Times New Roman"/>
                          <a:sym typeface="Times New Roman"/>
                        </a:rPr>
                        <a:t>s</a:t>
                      </a:r>
                      <a:r>
                        <a:rPr lang="en-GB" sz="1200">
                          <a:latin typeface="Lexend"/>
                          <a:ea typeface="Lexend"/>
                          <a:cs typeface="Lexend"/>
                          <a:sym typeface="Lexend"/>
                        </a:rPr>
                        <a:t>)</a:t>
                      </a:r>
                      <a:endParaRPr sz="1200">
                        <a:latin typeface="Lexend"/>
                        <a:ea typeface="Lexend"/>
                        <a:cs typeface="Lexend"/>
                        <a:sym typeface="Lexend"/>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Times New Roman"/>
                          <a:ea typeface="Times New Roman"/>
                          <a:cs typeface="Times New Roman"/>
                          <a:sym typeface="Times New Roman"/>
                        </a:rPr>
                        <a:t>8</a:t>
                      </a:r>
                      <a:endParaRPr sz="1200">
                        <a:solidFill>
                          <a:srgbClr val="000000"/>
                        </a:solidFill>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Times New Roman"/>
                          <a:ea typeface="Times New Roman"/>
                          <a:cs typeface="Times New Roman"/>
                          <a:sym typeface="Times New Roman"/>
                        </a:rPr>
                        <a:t>9</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Times New Roman"/>
                          <a:ea typeface="Times New Roman"/>
                          <a:cs typeface="Times New Roman"/>
                          <a:sym typeface="Times New Roman"/>
                        </a:rPr>
                        <a:t>10</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Times New Roman"/>
                          <a:ea typeface="Times New Roman"/>
                          <a:cs typeface="Times New Roman"/>
                          <a:sym typeface="Times New Roman"/>
                        </a:rPr>
                        <a:t>11</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Times New Roman"/>
                          <a:ea typeface="Times New Roman"/>
                          <a:cs typeface="Times New Roman"/>
                          <a:sym typeface="Times New Roman"/>
                        </a:rPr>
                        <a:t>12</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solidFill>
                            <a:srgbClr val="000000"/>
                          </a:solidFill>
                          <a:latin typeface="Times New Roman"/>
                          <a:ea typeface="Times New Roman"/>
                          <a:cs typeface="Times New Roman"/>
                          <a:sym typeface="Times New Roman"/>
                        </a:rPr>
                        <a:t>13</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bl>
          </a:graphicData>
        </a:graphic>
      </p:graphicFrame>
      <p:graphicFrame>
        <p:nvGraphicFramePr>
          <p:cNvPr id="200" name="Google Shape;200;p20"/>
          <p:cNvGraphicFramePr>
            <a:graphicFrameLocks noGrp="1"/>
          </p:cNvGraphicFramePr>
          <p:nvPr/>
        </p:nvGraphicFramePr>
        <p:xfrm>
          <a:off x="3609528" y="6123706"/>
          <a:ext cx="3474725" cy="604150"/>
        </p:xfrm>
        <a:graphic>
          <a:graphicData uri="http://schemas.openxmlformats.org/drawingml/2006/table">
            <a:tbl>
              <a:tblPr>
                <a:noFill/>
                <a:tableStyleId>{A2F31177-A36D-4614-B306-CC9D26A4579F}</a:tableStyleId>
              </a:tblPr>
              <a:tblGrid>
                <a:gridCol w="1055975"/>
                <a:gridCol w="403125"/>
                <a:gridCol w="403125"/>
                <a:gridCol w="403125"/>
                <a:gridCol w="403125"/>
                <a:gridCol w="403125"/>
                <a:gridCol w="403125"/>
              </a:tblGrid>
              <a:tr h="302075">
                <a:tc>
                  <a:txBody>
                    <a:bodyPr vert="horz" wrap="square"/>
                    <a:lstStyle/>
                    <a:p>
                      <a:pPr marL="0" lvl="0" indent="0" algn="ctr" rtl="0">
                        <a:spcBef>
                          <a:spcPct val="0"/>
                        </a:spcBef>
                        <a:spcAft>
                          <a:spcPct val="0"/>
                        </a:spcAft>
                        <a:buNone/>
                      </a:pPr>
                      <a:r>
                        <a:rPr lang="en-GB" sz="1200">
                          <a:latin typeface="Lexend"/>
                          <a:ea typeface="Lexend"/>
                          <a:cs typeface="Lexend"/>
                          <a:sym typeface="Lexend"/>
                        </a:rPr>
                        <a:t>miles (</a:t>
                      </a:r>
                      <a:r>
                        <a:rPr lang="en-GB" sz="1200" i="1">
                          <a:latin typeface="Times New Roman"/>
                          <a:ea typeface="Times New Roman"/>
                          <a:cs typeface="Times New Roman"/>
                          <a:sym typeface="Times New Roman"/>
                        </a:rPr>
                        <a:t>m</a:t>
                      </a:r>
                      <a:r>
                        <a:rPr lang="en-GB" sz="1200">
                          <a:latin typeface="Lexend"/>
                          <a:ea typeface="Lexend"/>
                          <a:cs typeface="Lexend"/>
                          <a:sym typeface="Lexend"/>
                        </a:rPr>
                        <a:t>)</a:t>
                      </a:r>
                      <a:endParaRPr sz="1200">
                        <a:latin typeface="Lexend"/>
                        <a:ea typeface="Lexend"/>
                        <a:cs typeface="Lexend"/>
                        <a:sym typeface="Lexend"/>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0</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1</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2</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3</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4</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5</a:t>
                      </a:r>
                      <a:endParaRPr sz="1200">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r h="302075">
                <a:tc>
                  <a:txBody>
                    <a:bodyPr vert="horz" wrap="square"/>
                    <a:lstStyle/>
                    <a:p>
                      <a:pPr marL="0" lvl="0" indent="0" algn="ctr" rtl="0">
                        <a:spcBef>
                          <a:spcPct val="0"/>
                        </a:spcBef>
                        <a:spcAft>
                          <a:spcPct val="0"/>
                        </a:spcAft>
                        <a:buNone/>
                      </a:pPr>
                      <a:r>
                        <a:rPr lang="en-GB" sz="1200">
                          <a:solidFill>
                            <a:srgbClr val="000000"/>
                          </a:solidFill>
                          <a:latin typeface="Lexend"/>
                          <a:ea typeface="Lexend"/>
                          <a:cs typeface="Lexend"/>
                          <a:sym typeface="Lexend"/>
                        </a:rPr>
                        <a:t>cost in </a:t>
                      </a:r>
                      <a:r>
                        <a:rPr lang="en-GB" sz="1200">
                          <a:latin typeface="Times New Roman"/>
                          <a:ea typeface="Times New Roman"/>
                          <a:cs typeface="Times New Roman"/>
                          <a:sym typeface="Times New Roman"/>
                        </a:rPr>
                        <a:t>£</a:t>
                      </a:r>
                      <a:r>
                        <a:rPr lang="en-GB" sz="1200">
                          <a:latin typeface="Lexend"/>
                          <a:ea typeface="Lexend"/>
                          <a:cs typeface="Lexend"/>
                          <a:sym typeface="Lexend"/>
                        </a:rPr>
                        <a:t> (</a:t>
                      </a:r>
                      <a:r>
                        <a:rPr lang="en-GB" sz="1200" i="1">
                          <a:latin typeface="Times New Roman"/>
                          <a:ea typeface="Times New Roman"/>
                          <a:cs typeface="Times New Roman"/>
                          <a:sym typeface="Times New Roman"/>
                        </a:rPr>
                        <a:t>s</a:t>
                      </a:r>
                      <a:r>
                        <a:rPr lang="en-GB" sz="1200">
                          <a:latin typeface="Lexend"/>
                          <a:ea typeface="Lexend"/>
                          <a:cs typeface="Lexend"/>
                          <a:sym typeface="Lexend"/>
                        </a:rPr>
                        <a:t>)</a:t>
                      </a:r>
                      <a:endParaRPr sz="1200">
                        <a:latin typeface="Lexend"/>
                        <a:ea typeface="Lexend"/>
                        <a:cs typeface="Lexend"/>
                        <a:sym typeface="Lexend"/>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0</a:t>
                      </a:r>
                      <a:endParaRPr sz="1200">
                        <a:solidFill>
                          <a:srgbClr val="000000"/>
                        </a:solidFill>
                        <a:latin typeface="Times New Roman"/>
                        <a:ea typeface="Times New Roman"/>
                        <a:cs typeface="Times New Roman"/>
                        <a:sym typeface="Times New Roman"/>
                      </a:endParaRPr>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4</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8</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12</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16</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c>
                  <a:txBody>
                    <a:bodyPr vert="horz" wrap="square"/>
                    <a:lstStyle/>
                    <a:p>
                      <a:pPr marL="0" lvl="0" indent="0" algn="ctr" rtl="0">
                        <a:spcBef>
                          <a:spcPct val="0"/>
                        </a:spcBef>
                        <a:spcAft>
                          <a:spcPct val="0"/>
                        </a:spcAft>
                        <a:buNone/>
                      </a:pPr>
                      <a:r>
                        <a:rPr lang="en-GB" sz="1200">
                          <a:latin typeface="Times New Roman"/>
                          <a:ea typeface="Times New Roman"/>
                          <a:cs typeface="Times New Roman"/>
                          <a:sym typeface="Times New Roman"/>
                        </a:rPr>
                        <a:t>20</a:t>
                      </a:r>
                      <a:endParaRPr sz="1200"/>
                    </a:p>
                  </a:txBody>
                  <a:tcPr marL="36000" marR="36000" marT="36000" marB="36000">
                    <a:lnL w="19050" cap="flat" cmpd="sng">
                      <a:solidFill>
                        <a:srgbClr val="000000"/>
                      </a:solidFill>
                      <a:prstDash val="solid"/>
                      <a:round/>
                      <a:headEnd type="none" w="sm" len="sm"/>
                      <a:tailEnd type="none" w="sm" len="sm"/>
                    </a:lnL>
                    <a:lnR w="19050" cap="flat" cmpd="sng">
                      <a:solidFill>
                        <a:srgbClr val="000000"/>
                      </a:solidFill>
                      <a:prstDash val="solid"/>
                      <a:round/>
                      <a:headEnd type="none" w="sm" len="sm"/>
                      <a:tailEnd type="none" w="sm" len="sm"/>
                    </a:lnR>
                    <a:lnT w="19050" cap="flat" cmpd="sng">
                      <a:solidFill>
                        <a:srgbClr val="000000"/>
                      </a:solidFill>
                      <a:prstDash val="solid"/>
                      <a:round/>
                      <a:headEnd type="none" w="sm" len="sm"/>
                      <a:tailEnd type="none" w="sm" len="sm"/>
                    </a:lnT>
                    <a:lnB w="19050" cap="flat" cmpd="sng">
                      <a:solidFill>
                        <a:srgbClr val="000000"/>
                      </a:solidFill>
                      <a:prstDash val="solid"/>
                      <a:round/>
                      <a:headEnd type="none" w="sm" len="sm"/>
                      <a:tailEnd type="none" w="sm" len="sm"/>
                    </a:lnB>
                  </a:tcPr>
                </a:tc>
              </a:tr>
            </a:tbl>
          </a:graphicData>
        </a:graphic>
      </p:graphicFrame>
      <p:sp>
        <p:nvSpPr>
          <p:cNvPr id="201" name="Google Shape;201;p20"/>
          <p:cNvSpPr txBox="1"/>
          <p:nvPr/>
        </p:nvSpPr>
        <p:spPr>
          <a:xfrm>
            <a:off x="468001" y="8930150"/>
            <a:ext cx="6624000" cy="3246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ct val="0"/>
              </a:spcAft>
              <a:buNone/>
            </a:pPr>
            <a:r>
              <a:rPr lang="en-GB" sz="1200">
                <a:solidFill>
                  <a:srgbClr val="000000"/>
                </a:solidFill>
                <a:latin typeface="Kalam"/>
                <a:ea typeface="Kalam"/>
                <a:cs typeface="Kalam"/>
                <a:sym typeface="Kalam"/>
              </a:rPr>
              <a:t>You might have written:</a:t>
            </a:r>
            <a:endParaRPr sz="1200">
              <a:solidFill>
                <a:srgbClr val="000000"/>
              </a:solidFill>
              <a:latin typeface="Kalam"/>
              <a:ea typeface="Kalam"/>
              <a:cs typeface="Kalam"/>
              <a:sym typeface="Kalam"/>
            </a:endParaRPr>
          </a:p>
          <a:p>
            <a:pPr marL="0" lvl="0" indent="0" algn="l" rtl="0">
              <a:lnSpc>
                <a:spcPct val="130000"/>
              </a:lnSpc>
              <a:spcBef>
                <a:spcPts val="1000"/>
              </a:spcBef>
              <a:spcAft>
                <a:spcPts val="1000"/>
              </a:spcAft>
              <a:buNone/>
            </a:pPr>
            <a:r>
              <a:rPr lang="en-GB" sz="1200">
                <a:solidFill>
                  <a:srgbClr val="000000"/>
                </a:solidFill>
                <a:latin typeface="Kalam"/>
                <a:ea typeface="Kalam"/>
                <a:cs typeface="Kalam"/>
                <a:sym typeface="Kalam"/>
              </a:rPr>
              <a:t>Initially company B are the most expensive and C the cheapest but, after </a:t>
            </a:r>
            <a:r>
              <a:rPr lang="en-GB" sz="1200">
                <a:solidFill>
                  <a:srgbClr val="000000"/>
                </a:solidFill>
                <a:latin typeface="Times New Roman"/>
                <a:ea typeface="Times New Roman"/>
                <a:cs typeface="Times New Roman"/>
                <a:sym typeface="Times New Roman"/>
              </a:rPr>
              <a:t>2</a:t>
            </a:r>
            <a:r>
              <a:rPr lang="en-GB" sz="1200">
                <a:solidFill>
                  <a:srgbClr val="000000"/>
                </a:solidFill>
                <a:latin typeface="Kalam"/>
                <a:ea typeface="Kalam"/>
                <a:cs typeface="Kalam"/>
                <a:sym typeface="Kalam"/>
              </a:rPr>
              <a:t> miles C become more expensive than A who are now cheapest. At </a:t>
            </a:r>
            <a:r>
              <a:rPr lang="en-GB" sz="1200">
                <a:solidFill>
                  <a:srgbClr val="000000"/>
                </a:solidFill>
                <a:latin typeface="Times New Roman"/>
                <a:ea typeface="Times New Roman"/>
                <a:cs typeface="Times New Roman"/>
                <a:sym typeface="Times New Roman"/>
              </a:rPr>
              <a:t>4</a:t>
            </a:r>
            <a:r>
              <a:rPr lang="en-GB" sz="1200">
                <a:solidFill>
                  <a:srgbClr val="000000"/>
                </a:solidFill>
                <a:latin typeface="Kalam"/>
                <a:ea typeface="Kalam"/>
                <a:cs typeface="Kalam"/>
                <a:sym typeface="Kalam"/>
              </a:rPr>
              <a:t> miles A becomes more expensive than B who are now the cheapest, and will remain cheaper for any further journeys because their rate per mile is lowest.</a:t>
            </a:r>
            <a:endParaRPr sz="1200">
              <a:solidFill>
                <a:srgbClr val="000000"/>
              </a:solidFill>
              <a:latin typeface="Kalam"/>
              <a:ea typeface="Kalam"/>
              <a:cs typeface="Kalam"/>
              <a:sym typeface="Kalam"/>
            </a:endParaRPr>
          </a:p>
        </p:txBody>
      </p:sp>
      <p:pic>
        <p:nvPicPr>
          <p:cNvPr id="202" name="Google Shape;202;p20"/>
          <p:cNvPicPr preferRelativeResize="0"/>
          <p:nvPr/>
        </p:nvPicPr>
        <p:blipFill>
          <a:blip r:embed="rId4">
            <a:alphaModFix/>
          </a:blip>
          <a:stretch>
            <a:fillRect/>
          </a:stretch>
        </p:blipFill>
        <p:spPr>
          <a:xfrm>
            <a:off x="1828988" y="6777975"/>
            <a:ext cx="1540746" cy="1829151"/>
          </a:xfrm>
          <a:prstGeom prst="rect">
            <a:avLst/>
          </a:prstGeom>
          <a:noFill/>
          <a:ln w="19050" cap="flat" cmpd="sng">
            <a:solidFill>
              <a:srgbClr val="000000"/>
            </a:solidFill>
            <a:prstDash val="solid"/>
            <a:round/>
            <a:headEnd type="none" w="sm" len="sm"/>
            <a:tailEnd type="none" w="sm" len="sm"/>
          </a:ln>
        </p:spPr>
      </p:pic>
      <p:sp>
        <p:nvSpPr>
          <p:cNvPr id="203" name="Google Shape;203;p20"/>
          <p:cNvSpPr txBox="1"/>
          <p:nvPr/>
        </p:nvSpPr>
        <p:spPr>
          <a:xfrm>
            <a:off x="468000" y="8680125"/>
            <a:ext cx="6624000" cy="3372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2) b) Write a paragraph explaining the conditions in which each firm is best.</a:t>
            </a:r>
            <a:endParaRPr sz="1200">
              <a:solidFill>
                <a:srgbClr val="000000"/>
              </a:solidFill>
              <a:latin typeface="Lexend"/>
              <a:ea typeface="Lexend"/>
              <a:cs typeface="Lexend"/>
              <a:sym typeface="Lexend"/>
            </a:endParaRPr>
          </a:p>
        </p:txBody>
      </p:sp>
      <p:sp>
        <p:nvSpPr>
          <p:cNvPr id="204" name="Google Shape;204;p20"/>
          <p:cNvSpPr txBox="1"/>
          <p:nvPr/>
        </p:nvSpPr>
        <p:spPr>
          <a:xfrm rot="-5400000">
            <a:off x="1557850" y="6954724"/>
            <a:ext cx="904500" cy="1707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Cost in </a:t>
            </a:r>
            <a:r>
              <a:rPr lang="en-GB" sz="1200">
                <a:solidFill>
                  <a:srgbClr val="000000"/>
                </a:solidFill>
                <a:highlight>
                  <a:srgbClr val="FFFFFF"/>
                </a:highlight>
                <a:latin typeface="Times New Roman"/>
                <a:ea typeface="Times New Roman"/>
                <a:cs typeface="Times New Roman"/>
                <a:sym typeface="Times New Roman"/>
              </a:rPr>
              <a:t>£</a:t>
            </a:r>
            <a:r>
              <a:rPr lang="en-GB" sz="1200">
                <a:solidFill>
                  <a:srgbClr val="000000"/>
                </a:solidFill>
                <a:highlight>
                  <a:srgbClr val="FFFFFF"/>
                </a:highlight>
                <a:latin typeface="Lexend"/>
                <a:ea typeface="Lexend"/>
                <a:cs typeface="Lexend"/>
                <a:sym typeface="Lexend"/>
              </a:rPr>
              <a:t> </a:t>
            </a:r>
            <a:r>
              <a:rPr lang="en-GB" sz="1200">
                <a:solidFill>
                  <a:srgbClr val="000000"/>
                </a:solidFill>
                <a:highlight>
                  <a:srgbClr val="FFFFFF"/>
                </a:highlight>
                <a:latin typeface="Times New Roman"/>
                <a:ea typeface="Times New Roman"/>
                <a:cs typeface="Times New Roman"/>
                <a:sym typeface="Times New Roman"/>
              </a:rPr>
              <a:t>(</a:t>
            </a:r>
            <a:r>
              <a:rPr lang="en-GB" sz="1200" i="1">
                <a:solidFill>
                  <a:srgbClr val="000000"/>
                </a:solidFill>
                <a:highlight>
                  <a:srgbClr val="FFFFFF"/>
                </a:highlight>
                <a:latin typeface="Times New Roman"/>
                <a:ea typeface="Times New Roman"/>
                <a:cs typeface="Times New Roman"/>
                <a:sym typeface="Times New Roman"/>
              </a:rPr>
              <a:t>c</a:t>
            </a:r>
            <a:r>
              <a:rPr lang="en-GB" sz="1200">
                <a:solidFill>
                  <a:srgbClr val="000000"/>
                </a:solidFill>
                <a:highlight>
                  <a:srgbClr val="FFFFFF"/>
                </a:highlight>
                <a:latin typeface="Times New Roman"/>
                <a:ea typeface="Times New Roman"/>
                <a:cs typeface="Times New Roman"/>
                <a:sym typeface="Times New Roman"/>
              </a:rPr>
              <a:t>)</a:t>
            </a:r>
            <a:endParaRPr sz="1200">
              <a:solidFill>
                <a:srgbClr val="000000"/>
              </a:solidFill>
              <a:highlight>
                <a:srgbClr val="FFFFFF"/>
              </a:highlight>
              <a:latin typeface="Times New Roman"/>
              <a:ea typeface="Times New Roman"/>
              <a:cs typeface="Times New Roman"/>
              <a:sym typeface="Times New Roman"/>
            </a:endParaRPr>
          </a:p>
        </p:txBody>
      </p:sp>
      <p:sp>
        <p:nvSpPr>
          <p:cNvPr id="205" name="Google Shape;205;p20"/>
          <p:cNvSpPr txBox="1"/>
          <p:nvPr/>
        </p:nvSpPr>
        <p:spPr>
          <a:xfrm>
            <a:off x="2910128" y="8362975"/>
            <a:ext cx="699600" cy="1707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Miles </a:t>
            </a:r>
            <a:r>
              <a:rPr lang="en-GB" sz="1200">
                <a:solidFill>
                  <a:srgbClr val="000000"/>
                </a:solidFill>
                <a:highlight>
                  <a:srgbClr val="FFFFFF"/>
                </a:highlight>
                <a:latin typeface="Times New Roman"/>
                <a:ea typeface="Times New Roman"/>
                <a:cs typeface="Times New Roman"/>
                <a:sym typeface="Times New Roman"/>
              </a:rPr>
              <a:t>(</a:t>
            </a:r>
            <a:r>
              <a:rPr lang="en-GB" sz="1200" i="1">
                <a:solidFill>
                  <a:srgbClr val="000000"/>
                </a:solidFill>
                <a:highlight>
                  <a:srgbClr val="FFFFFF"/>
                </a:highlight>
                <a:latin typeface="Times New Roman"/>
                <a:ea typeface="Times New Roman"/>
                <a:cs typeface="Times New Roman"/>
                <a:sym typeface="Times New Roman"/>
              </a:rPr>
              <a:t>m</a:t>
            </a:r>
            <a:r>
              <a:rPr lang="en-GB" sz="1200">
                <a:solidFill>
                  <a:srgbClr val="000000"/>
                </a:solidFill>
                <a:highlight>
                  <a:srgbClr val="FFFFFF"/>
                </a:highlight>
                <a:latin typeface="Times New Roman"/>
                <a:ea typeface="Times New Roman"/>
                <a:cs typeface="Times New Roman"/>
                <a:sym typeface="Times New Roman"/>
              </a:rPr>
              <a:t>)</a:t>
            </a:r>
            <a:endParaRPr sz="1200">
              <a:solidFill>
                <a:srgbClr val="000000"/>
              </a:solidFill>
              <a:highlight>
                <a:srgbClr val="FFFFFF"/>
              </a:highlight>
              <a:latin typeface="Times New Roman"/>
              <a:ea typeface="Times New Roman"/>
              <a:cs typeface="Times New Roman"/>
              <a:sym typeface="Times New Roman"/>
            </a:endParaRPr>
          </a:p>
        </p:txBody>
      </p:sp>
      <p:sp>
        <p:nvSpPr>
          <p:cNvPr id="206" name="Google Shape;206;p20"/>
          <p:cNvSpPr txBox="1"/>
          <p:nvPr/>
        </p:nvSpPr>
        <p:spPr>
          <a:xfrm>
            <a:off x="3065038" y="6825435"/>
            <a:ext cx="101400" cy="1410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C</a:t>
            </a:r>
            <a:endParaRPr sz="1200">
              <a:solidFill>
                <a:srgbClr val="000000"/>
              </a:solidFill>
              <a:highlight>
                <a:srgbClr val="FFFFFF"/>
              </a:highlight>
              <a:latin typeface="Times New Roman"/>
              <a:ea typeface="Times New Roman"/>
              <a:cs typeface="Times New Roman"/>
              <a:sym typeface="Times New Roman"/>
            </a:endParaRPr>
          </a:p>
        </p:txBody>
      </p:sp>
      <p:sp>
        <p:nvSpPr>
          <p:cNvPr id="207" name="Google Shape;207;p20"/>
          <p:cNvSpPr txBox="1"/>
          <p:nvPr/>
        </p:nvSpPr>
        <p:spPr>
          <a:xfrm>
            <a:off x="3219945" y="7483793"/>
            <a:ext cx="101400" cy="1410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B</a:t>
            </a:r>
            <a:endParaRPr sz="1200">
              <a:solidFill>
                <a:srgbClr val="000000"/>
              </a:solidFill>
              <a:highlight>
                <a:srgbClr val="FFFFFF"/>
              </a:highlight>
              <a:latin typeface="Times New Roman"/>
              <a:ea typeface="Times New Roman"/>
              <a:cs typeface="Times New Roman"/>
              <a:sym typeface="Times New Roman"/>
            </a:endParaRPr>
          </a:p>
        </p:txBody>
      </p:sp>
      <p:sp>
        <p:nvSpPr>
          <p:cNvPr id="208" name="Google Shape;208;p20"/>
          <p:cNvSpPr txBox="1"/>
          <p:nvPr/>
        </p:nvSpPr>
        <p:spPr>
          <a:xfrm>
            <a:off x="3142491" y="7251432"/>
            <a:ext cx="101400" cy="1410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A</a:t>
            </a:r>
            <a:endParaRPr sz="1200">
              <a:solidFill>
                <a:srgbClr val="000000"/>
              </a:solidFill>
              <a:highlight>
                <a:srgbClr val="FFFFFF"/>
              </a:highlight>
              <a:latin typeface="Times New Roman"/>
              <a:ea typeface="Times New Roman"/>
              <a:cs typeface="Times New Roman"/>
              <a:sym typeface="Times New Roman"/>
            </a:endParaRPr>
          </a:p>
        </p:txBody>
      </p:sp>
      <p:sp>
        <p:nvSpPr>
          <p:cNvPr id="209" name="Google Shape;209;p20"/>
          <p:cNvSpPr/>
          <p:nvPr/>
        </p:nvSpPr>
        <p:spPr>
          <a:xfrm>
            <a:off x="1829750" y="7755818"/>
            <a:ext cx="170700" cy="851400"/>
          </a:xfrm>
          <a:prstGeom prst="ellipse">
            <a:avLst/>
          </a:prstGeom>
          <a:noFill/>
          <a:ln w="38100" cap="flat" cmpd="sng">
            <a:solidFill>
              <a:srgbClr val="845A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0" name="Google Shape;210;p20"/>
          <p:cNvSpPr/>
          <p:nvPr/>
        </p:nvSpPr>
        <p:spPr>
          <a:xfrm>
            <a:off x="2361589" y="7755818"/>
            <a:ext cx="208800" cy="207000"/>
          </a:xfrm>
          <a:prstGeom prst="ellipse">
            <a:avLst/>
          </a:prstGeom>
          <a:noFill/>
          <a:ln w="38100" cap="flat" cmpd="sng">
            <a:solidFill>
              <a:srgbClr val="845A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sp>
        <p:nvSpPr>
          <p:cNvPr id="211" name="Google Shape;211;p20"/>
          <p:cNvSpPr/>
          <p:nvPr/>
        </p:nvSpPr>
        <p:spPr>
          <a:xfrm>
            <a:off x="2919261" y="7417608"/>
            <a:ext cx="208800" cy="207000"/>
          </a:xfrm>
          <a:prstGeom prst="ellipse">
            <a:avLst/>
          </a:prstGeom>
          <a:noFill/>
          <a:ln w="38100" cap="flat" cmpd="sng">
            <a:solidFill>
              <a:srgbClr val="845AD9"/>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ct val="0"/>
              </a:spcBef>
              <a:spcAft>
                <a:spcPct val="0"/>
              </a:spcAft>
              <a:buNone/>
            </a:pPr>
            <a:endParaRPr>
              <a:latin typeface="Lexend"/>
              <a:ea typeface="Lexend"/>
              <a:cs typeface="Lexend"/>
              <a:sym typeface="Lexend"/>
            </a:endParaRPr>
          </a:p>
        </p:txBody>
      </p:sp>
      <p:cxnSp>
        <p:nvCxnSpPr>
          <p:cNvPr id="212" name="Google Shape;212;p20"/>
          <p:cNvCxnSpPr/>
          <p:nvPr/>
        </p:nvCxnSpPr>
        <p:spPr>
          <a:xfrm>
            <a:off x="474757" y="9971988"/>
            <a:ext cx="6610500" cy="0"/>
          </a:xfrm>
          <a:prstGeom prst="straightConnector1">
            <a:avLst/>
          </a:prstGeom>
          <a:noFill/>
          <a:ln w="38100" cap="flat" cmpd="sng">
            <a:solidFill>
              <a:srgbClr val="000000"/>
            </a:solidFill>
            <a:prstDash val="solid"/>
            <a:round/>
            <a:headEnd type="none" w="med" len="med"/>
            <a:tailEnd type="none" w="med" len="med"/>
          </a:ln>
        </p:spPr>
      </p:cxnSp>
    </p:spTree>
  </p:cSld>
  <p:clrMapOvr>
    <a:masterClrMapping/>
  </p:clrMapOvr>
  <p:transition/>
  <p:timing/>
</p:sld>
</file>

<file path=ppt/slides/slide2.xml><?xml version="1.0" encoding="utf-8"?>
<p:sld xmlns:a="http://schemas.openxmlformats.org/drawingml/2006/main" xmlns:r="http://schemas.openxmlformats.org/officeDocument/2006/relationships" xmlns:m="http://schemas.openxmlformats.org/officeDocument/2006/math" xmlns:w="http://schemas.openxmlformats.org/wordprocessingml/2006/main" xmlns:wp="http://schemas.openxmlformats.org/drawingml/2006/wordprocessingDrawing" xmlns:a14="http://schemas.microsoft.com/office/drawing/2010/main" xmlns:mc="http://schemas.openxmlformats.org/markup-compatibility/2006" xmlns:p14="http://schemas.microsoft.com/office/powerpoint/2010/main" xmlns:p15="http://schemas.microsoft.com/office/powerpoint/2012/main" xmlns:p159="http://schemas.microsoft.com/office/powerpoint/2015/09/main" xmlns:p="http://schemas.openxmlformats.org/presentationml/2006/main">
  <p:cSld name="">
    <p:spTree>
      <p:nvGrpSpPr>
        <p:cNvPr id="216" name="Shape 216"/>
        <p:cNvGrpSpPr/>
        <p:nvPr/>
      </p:nvGrpSpPr>
      <p:grpSpPr>
        <a:xfrm>
          <a:off x="0" y="0"/>
          <a:ext cx="0" cy="0"/>
        </a:xfrm>
      </p:grpSpPr>
      <p:sp>
        <p:nvSpPr>
          <p:cNvPr id="217" name="Google Shape;217;p21"/>
          <p:cNvSpPr txBox="1"/>
          <p:nvPr>
            <p:ph type="sldNum" idx="12"/>
          </p:nvPr>
        </p:nvSpPr>
        <p:spPr>
          <a:xfrm>
            <a:off x="6352325" y="9972000"/>
            <a:ext cx="483300" cy="277200"/>
          </a:xfrm>
          <a:prstGeom prst="rect">
            <a:avLst/>
          </a:prstGeom>
        </p:spPr>
        <p:txBody>
          <a:bodyPr spcFirstLastPara="1" wrap="square" lIns="91425" tIns="91425" rIns="91425" bIns="91425" anchor="ctr" anchorCtr="0">
            <a:noAutofit/>
          </a:bodyPr>
          <a:lstStyle/>
          <a:p>
            <a:pPr marL="0" lvl="0" indent="0" algn="r" rtl="0">
              <a:spcBef>
                <a:spcPct val="0"/>
              </a:spcBef>
              <a:spcAft>
                <a:spcPct val="0"/>
              </a:spcAft>
              <a:buNone/>
            </a:pPr>
            <a:fld id="{00000000-1234-1234-1234-123412341234}" type="slidenum">
              <a:rPr lang="en-GB"/>
              <a:t>2</a:t>
            </a:fld>
            <a:endParaRPr/>
          </a:p>
        </p:txBody>
      </p:sp>
      <p:sp>
        <p:nvSpPr>
          <p:cNvPr id="218" name="Google Shape;218;p21"/>
          <p:cNvSpPr txBox="1"/>
          <p:nvPr>
            <p:ph type="subTitle" idx="1"/>
          </p:nvPr>
        </p:nvSpPr>
        <p:spPr>
          <a:xfrm>
            <a:off x="1463400" y="360000"/>
            <a:ext cx="4782600" cy="138600"/>
          </a:xfrm>
          <a:prstGeom prst="rect">
            <a:avLst/>
          </a:prstGeom>
        </p:spPr>
        <p:txBody>
          <a:bodyPr spcFirstLastPara="1" wrap="square" lIns="0" tIns="0" rIns="0" bIns="0" anchor="t" anchorCtr="0">
            <a:spAutoFit/>
          </a:bodyPr>
          <a:lstStyle/>
          <a:p>
            <a:pPr marL="0" lvl="0" indent="0" algn="l" rtl="0">
              <a:lnSpc>
                <a:spcPct val="100000"/>
              </a:lnSpc>
              <a:spcBef>
                <a:spcPct val="0"/>
              </a:spcBef>
              <a:spcAft>
                <a:spcPct val="0"/>
              </a:spcAft>
              <a:buClr>
                <a:schemeClr val="dk1"/>
              </a:buClr>
              <a:buSzPts val="1100"/>
              <a:buFont typeface="Arial"/>
              <a:buNone/>
            </a:pPr>
            <a:r>
              <a:rPr lang="en-GB">
                <a:solidFill>
                  <a:schemeClr val="dk1"/>
                </a:solidFill>
              </a:rPr>
              <a:t>Problem solving with graphing linear relationships</a:t>
            </a:r>
            <a:endParaRPr/>
          </a:p>
        </p:txBody>
      </p:sp>
      <p:sp>
        <p:nvSpPr>
          <p:cNvPr id="219" name="Google Shape;219;p21"/>
          <p:cNvSpPr txBox="1"/>
          <p:nvPr/>
        </p:nvSpPr>
        <p:spPr>
          <a:xfrm>
            <a:off x="6744600" y="10447800"/>
            <a:ext cx="815400" cy="244200"/>
          </a:xfrm>
          <a:prstGeom prst="rect">
            <a:avLst/>
          </a:prstGeom>
          <a:noFill/>
          <a:ln>
            <a:noFill/>
          </a:ln>
        </p:spPr>
        <p:txBody>
          <a:bodyPr spcFirstLastPara="1" wrap="square" lIns="91425" tIns="91425" rIns="91425" bIns="91425" anchor="ctr" anchorCtr="0">
            <a:noAutofit/>
          </a:bodyPr>
          <a:lstStyle/>
          <a:p>
            <a:pPr marL="0" lvl="0" indent="0" algn="r" rtl="0">
              <a:spcBef>
                <a:spcPct val="0"/>
              </a:spcBef>
              <a:spcAft>
                <a:spcPct val="0"/>
              </a:spcAft>
              <a:buNone/>
            </a:pPr>
            <a:r>
              <a:rPr lang="en-GB" sz="1000">
                <a:solidFill>
                  <a:schemeClr val="lt1"/>
                </a:solidFill>
                <a:latin typeface="Lexend"/>
                <a:ea typeface="Lexend"/>
                <a:cs typeface="Lexend"/>
                <a:sym typeface="Lexend"/>
              </a:rPr>
              <a:t>v2.2</a:t>
            </a:r>
            <a:endParaRPr sz="1000">
              <a:solidFill>
                <a:schemeClr val="lt1"/>
              </a:solidFill>
              <a:latin typeface="Lexend"/>
              <a:ea typeface="Lexend"/>
              <a:cs typeface="Lexend"/>
              <a:sym typeface="Lexend"/>
            </a:endParaRPr>
          </a:p>
        </p:txBody>
      </p:sp>
      <p:sp>
        <p:nvSpPr>
          <p:cNvPr id="220" name="Google Shape;220;p21"/>
          <p:cNvSpPr txBox="1"/>
          <p:nvPr>
            <p:ph type="subTitle" idx="2"/>
          </p:nvPr>
        </p:nvSpPr>
        <p:spPr>
          <a:xfrm>
            <a:off x="3903375" y="9972000"/>
            <a:ext cx="2722800" cy="161100"/>
          </a:xfrm>
          <a:prstGeom prst="rect">
            <a:avLst/>
          </a:prstGeom>
        </p:spPr>
        <p:txBody>
          <a:bodyPr spcFirstLastPara="1" wrap="square" lIns="0" tIns="0" rIns="0" bIns="0" anchor="b" anchorCtr="0">
            <a:normAutofit/>
          </a:bodyPr>
          <a:lstStyle/>
          <a:p>
            <a:pPr marL="0" lvl="0" indent="0" algn="l" rtl="0">
              <a:spcBef>
                <a:spcPct val="0"/>
              </a:spcBef>
              <a:spcAft>
                <a:spcPct val="0"/>
              </a:spcAft>
              <a:buNone/>
            </a:pPr>
            <a:r>
              <a:rPr lang="en-GB"/>
              <a:t>Mathematics in Education and Industry</a:t>
            </a:r>
            <a:endParaRPr/>
          </a:p>
        </p:txBody>
      </p:sp>
      <p:sp>
        <p:nvSpPr>
          <p:cNvPr id="221" name="Google Shape;221;p21"/>
          <p:cNvSpPr txBox="1"/>
          <p:nvPr/>
        </p:nvSpPr>
        <p:spPr>
          <a:xfrm>
            <a:off x="468000" y="1057200"/>
            <a:ext cx="6624000" cy="383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1) Write a commentary to describe this race.</a:t>
            </a:r>
            <a:endParaRPr sz="1200">
              <a:solidFill>
                <a:srgbClr val="000000"/>
              </a:solidFill>
              <a:latin typeface="Lexend"/>
              <a:ea typeface="Lexend"/>
              <a:cs typeface="Lexend"/>
              <a:sym typeface="Lexend"/>
            </a:endParaRPr>
          </a:p>
        </p:txBody>
      </p:sp>
      <p:sp>
        <p:nvSpPr>
          <p:cNvPr id="222" name="Google Shape;222;p21"/>
          <p:cNvSpPr txBox="1"/>
          <p:nvPr/>
        </p:nvSpPr>
        <p:spPr>
          <a:xfrm>
            <a:off x="468000" y="720000"/>
            <a:ext cx="6624000" cy="3372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b="1">
                <a:solidFill>
                  <a:schemeClr val="dk1"/>
                </a:solidFill>
                <a:latin typeface="Lexend"/>
                <a:ea typeface="Lexend"/>
                <a:cs typeface="Lexend"/>
                <a:sym typeface="Lexend"/>
              </a:rPr>
              <a:t>Task B: Interpreting more complex linear graphs</a:t>
            </a:r>
            <a:endParaRPr b="1">
              <a:solidFill>
                <a:schemeClr val="dk1"/>
              </a:solidFill>
              <a:latin typeface="Lexend"/>
              <a:ea typeface="Lexend"/>
              <a:cs typeface="Lexend"/>
              <a:sym typeface="Lexend"/>
            </a:endParaRPr>
          </a:p>
        </p:txBody>
      </p:sp>
      <p:pic>
        <p:nvPicPr>
          <p:cNvPr id="223" name="Google Shape;223;p21"/>
          <p:cNvPicPr preferRelativeResize="0"/>
          <p:nvPr/>
        </p:nvPicPr>
        <p:blipFill>
          <a:blip r:embed="rId3">
            <a:alphaModFix/>
          </a:blip>
          <a:stretch>
            <a:fillRect/>
          </a:stretch>
        </p:blipFill>
        <p:spPr>
          <a:xfrm>
            <a:off x="2770183" y="1361552"/>
            <a:ext cx="4180347" cy="3063837"/>
          </a:xfrm>
          <a:prstGeom prst="rect">
            <a:avLst/>
          </a:prstGeom>
          <a:noFill/>
          <a:ln>
            <a:noFill/>
          </a:ln>
        </p:spPr>
      </p:pic>
      <p:sp>
        <p:nvSpPr>
          <p:cNvPr id="224" name="Google Shape;224;p21"/>
          <p:cNvSpPr txBox="1"/>
          <p:nvPr/>
        </p:nvSpPr>
        <p:spPr>
          <a:xfrm>
            <a:off x="468000" y="1663887"/>
            <a:ext cx="2061000" cy="383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The distance units are metres. The time is in seconds.</a:t>
            </a:r>
            <a:endParaRPr sz="1200">
              <a:solidFill>
                <a:srgbClr val="000000"/>
              </a:solidFill>
              <a:latin typeface="Lexend"/>
              <a:ea typeface="Lexend"/>
              <a:cs typeface="Lexend"/>
              <a:sym typeface="Lexend"/>
            </a:endParaRPr>
          </a:p>
        </p:txBody>
      </p:sp>
      <p:sp>
        <p:nvSpPr>
          <p:cNvPr id="225" name="Google Shape;225;p21"/>
          <p:cNvSpPr txBox="1"/>
          <p:nvPr/>
        </p:nvSpPr>
        <p:spPr>
          <a:xfrm>
            <a:off x="2636701" y="1354852"/>
            <a:ext cx="204300" cy="2751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i="1">
                <a:solidFill>
                  <a:srgbClr val="000000"/>
                </a:solidFill>
                <a:highlight>
                  <a:srgbClr val="FFFFFF"/>
                </a:highlight>
                <a:latin typeface="Times New Roman"/>
                <a:ea typeface="Times New Roman"/>
                <a:cs typeface="Times New Roman"/>
                <a:sym typeface="Times New Roman"/>
              </a:rPr>
              <a:t>d</a:t>
            </a:r>
            <a:endParaRPr sz="1200">
              <a:solidFill>
                <a:srgbClr val="000000"/>
              </a:solidFill>
              <a:highlight>
                <a:srgbClr val="FFFFFF"/>
              </a:highlight>
              <a:latin typeface="Times New Roman"/>
              <a:ea typeface="Times New Roman"/>
              <a:cs typeface="Times New Roman"/>
              <a:sym typeface="Times New Roman"/>
            </a:endParaRPr>
          </a:p>
        </p:txBody>
      </p:sp>
      <p:sp>
        <p:nvSpPr>
          <p:cNvPr id="226" name="Google Shape;226;p21"/>
          <p:cNvSpPr txBox="1"/>
          <p:nvPr/>
        </p:nvSpPr>
        <p:spPr>
          <a:xfrm>
            <a:off x="6969804" y="4173467"/>
            <a:ext cx="122100" cy="2751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800" i="1">
                <a:solidFill>
                  <a:srgbClr val="000000"/>
                </a:solidFill>
                <a:highlight>
                  <a:srgbClr val="FFFFFF"/>
                </a:highlight>
                <a:latin typeface="Times New Roman"/>
                <a:ea typeface="Times New Roman"/>
                <a:cs typeface="Times New Roman"/>
                <a:sym typeface="Times New Roman"/>
              </a:rPr>
              <a:t>t</a:t>
            </a:r>
            <a:endParaRPr sz="1800">
              <a:solidFill>
                <a:srgbClr val="000000"/>
              </a:solidFill>
              <a:highlight>
                <a:srgbClr val="FFFFFF"/>
              </a:highlight>
              <a:latin typeface="Times New Roman"/>
              <a:ea typeface="Times New Roman"/>
              <a:cs typeface="Times New Roman"/>
              <a:sym typeface="Times New Roman"/>
            </a:endParaRPr>
          </a:p>
        </p:txBody>
      </p:sp>
      <p:sp>
        <p:nvSpPr>
          <p:cNvPr id="227" name="Google Shape;227;p21"/>
          <p:cNvSpPr txBox="1"/>
          <p:nvPr/>
        </p:nvSpPr>
        <p:spPr>
          <a:xfrm rot="-1871339">
            <a:off x="3151794" y="3593807"/>
            <a:ext cx="772213" cy="266254"/>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Andeep</a:t>
            </a:r>
            <a:endParaRPr sz="1200">
              <a:solidFill>
                <a:srgbClr val="000000"/>
              </a:solidFill>
              <a:highlight>
                <a:srgbClr val="FFFFFF"/>
              </a:highlight>
              <a:latin typeface="Lexend"/>
              <a:ea typeface="Lexend"/>
              <a:cs typeface="Lexend"/>
              <a:sym typeface="Lexend"/>
            </a:endParaRPr>
          </a:p>
        </p:txBody>
      </p:sp>
      <p:sp>
        <p:nvSpPr>
          <p:cNvPr id="228" name="Google Shape;228;p21"/>
          <p:cNvSpPr txBox="1"/>
          <p:nvPr/>
        </p:nvSpPr>
        <p:spPr>
          <a:xfrm rot="-1716947">
            <a:off x="3189202" y="2503153"/>
            <a:ext cx="772341" cy="266218"/>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Sofia</a:t>
            </a:r>
            <a:endParaRPr sz="1200">
              <a:solidFill>
                <a:srgbClr val="000000"/>
              </a:solidFill>
              <a:highlight>
                <a:srgbClr val="FFFFFF"/>
              </a:highlight>
              <a:latin typeface="Lexend"/>
              <a:ea typeface="Lexend"/>
              <a:cs typeface="Lexend"/>
              <a:sym typeface="Lexend"/>
            </a:endParaRPr>
          </a:p>
        </p:txBody>
      </p:sp>
      <p:sp>
        <p:nvSpPr>
          <p:cNvPr id="229" name="Google Shape;229;p21"/>
          <p:cNvSpPr txBox="1"/>
          <p:nvPr/>
        </p:nvSpPr>
        <p:spPr>
          <a:xfrm rot="1741">
            <a:off x="4375769" y="4001885"/>
            <a:ext cx="592500" cy="266400"/>
          </a:xfrm>
          <a:prstGeom prst="rect">
            <a:avLst/>
          </a:prstGeom>
          <a:noFill/>
          <a:ln>
            <a:noFill/>
          </a:ln>
        </p:spPr>
        <p:txBody>
          <a:bodyPr spcFirstLastPara="1" wrap="square" lIns="0" tIns="0" rIns="0" bIns="0" anchor="t" anchorCtr="0">
            <a:noAutofit/>
          </a:bodyPr>
          <a:lstStyle/>
          <a:p>
            <a:pPr marL="0" lvl="0" indent="0" algn="l" rtl="0">
              <a:lnSpc>
                <a:spcPct val="130000"/>
              </a:lnSpc>
              <a:spcBef>
                <a:spcPct val="0"/>
              </a:spcBef>
              <a:spcAft>
                <a:spcPts val="1000"/>
              </a:spcAft>
              <a:buNone/>
            </a:pPr>
            <a:r>
              <a:rPr lang="en-GB" sz="1200">
                <a:solidFill>
                  <a:srgbClr val="000000"/>
                </a:solidFill>
                <a:highlight>
                  <a:srgbClr val="FFFFFF"/>
                </a:highlight>
                <a:latin typeface="Lexend"/>
                <a:ea typeface="Lexend"/>
                <a:cs typeface="Lexend"/>
                <a:sym typeface="Lexend"/>
              </a:rPr>
              <a:t>Laura</a:t>
            </a:r>
            <a:endParaRPr sz="1200">
              <a:solidFill>
                <a:srgbClr val="000000"/>
              </a:solidFill>
              <a:highlight>
                <a:srgbClr val="FFFFFF"/>
              </a:highlight>
              <a:latin typeface="Lexend"/>
              <a:ea typeface="Lexend"/>
              <a:cs typeface="Lexend"/>
              <a:sym typeface="Lexend"/>
            </a:endParaRPr>
          </a:p>
        </p:txBody>
      </p:sp>
      <p:sp>
        <p:nvSpPr>
          <p:cNvPr id="230" name="Google Shape;230;p21"/>
          <p:cNvSpPr txBox="1"/>
          <p:nvPr/>
        </p:nvSpPr>
        <p:spPr>
          <a:xfrm>
            <a:off x="468000" y="3050599"/>
            <a:ext cx="2168700" cy="3834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Lexend"/>
                <a:ea typeface="Lexend"/>
                <a:cs typeface="Lexend"/>
                <a:sym typeface="Lexend"/>
              </a:rPr>
              <a:t>Keep your commentary in chronological (time) order.</a:t>
            </a:r>
            <a:endParaRPr sz="1200">
              <a:solidFill>
                <a:srgbClr val="000000"/>
              </a:solidFill>
              <a:latin typeface="Lexend"/>
              <a:ea typeface="Lexend"/>
              <a:cs typeface="Lexend"/>
              <a:sym typeface="Lexend"/>
            </a:endParaRPr>
          </a:p>
        </p:txBody>
      </p:sp>
      <p:sp>
        <p:nvSpPr>
          <p:cNvPr id="231" name="Google Shape;231;p21"/>
          <p:cNvSpPr txBox="1"/>
          <p:nvPr/>
        </p:nvSpPr>
        <p:spPr>
          <a:xfrm>
            <a:off x="468000" y="4609800"/>
            <a:ext cx="6624000" cy="46377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ts val="1000"/>
              </a:spcAft>
              <a:buNone/>
            </a:pPr>
            <a:r>
              <a:rPr lang="en-GB" sz="1200">
                <a:solidFill>
                  <a:srgbClr val="000000"/>
                </a:solidFill>
                <a:latin typeface="Kalam"/>
                <a:ea typeface="Kalam"/>
                <a:cs typeface="Kalam"/>
                <a:sym typeface="Kalam"/>
              </a:rPr>
              <a:t>You might have written</a:t>
            </a:r>
            <a:r>
              <a:rPr lang="en-GB" sz="1200">
                <a:latin typeface="Kalam"/>
                <a:ea typeface="Kalam"/>
                <a:cs typeface="Kalam"/>
                <a:sym typeface="Kalam"/>
              </a:rPr>
              <a:t>:</a:t>
            </a:r>
            <a:endParaRPr sz="1200">
              <a:solidFill>
                <a:srgbClr val="000000"/>
              </a:solidFill>
              <a:latin typeface="Lexend"/>
              <a:ea typeface="Lexend"/>
              <a:cs typeface="Lexend"/>
              <a:sym typeface="Lexend"/>
            </a:endParaRPr>
          </a:p>
        </p:txBody>
      </p:sp>
      <p:sp>
        <p:nvSpPr>
          <p:cNvPr id="232" name="Google Shape;232;p21"/>
          <p:cNvSpPr txBox="1"/>
          <p:nvPr/>
        </p:nvSpPr>
        <p:spPr>
          <a:xfrm>
            <a:off x="468000" y="5257200"/>
            <a:ext cx="6609600" cy="3489600"/>
          </a:xfrm>
          <a:prstGeom prst="rect">
            <a:avLst/>
          </a:prstGeom>
          <a:noFill/>
          <a:ln>
            <a:noFill/>
          </a:ln>
        </p:spPr>
        <p:txBody>
          <a:bodyPr spcFirstLastPara="1" wrap="square" lIns="0" tIns="0" rIns="0" bIns="0" anchor="t" anchorCtr="0">
            <a:noAutofit/>
          </a:bodyPr>
          <a:lstStyle/>
          <a:p>
            <a:pPr marL="0" lvl="0" indent="0" algn="l" rtl="0">
              <a:lnSpc>
                <a:spcPct val="115000"/>
              </a:lnSpc>
              <a:spcBef>
                <a:spcPct val="0"/>
              </a:spcBef>
              <a:spcAft>
                <a:spcPct val="0"/>
              </a:spcAft>
              <a:buNone/>
            </a:pPr>
            <a:r>
              <a:rPr lang="en-GB" sz="1200">
                <a:solidFill>
                  <a:srgbClr val="000000"/>
                </a:solidFill>
                <a:latin typeface="Kalam"/>
                <a:ea typeface="Kalam"/>
                <a:cs typeface="Kalam"/>
                <a:sym typeface="Kalam"/>
              </a:rPr>
              <a:t>And they’re off! Andeep and Sofia start at a constant speed, Sofia with her </a:t>
            </a:r>
            <a:r>
              <a:rPr lang="en-GB" sz="1200">
                <a:solidFill>
                  <a:srgbClr val="000000"/>
                </a:solidFill>
                <a:latin typeface="Times New Roman"/>
                <a:ea typeface="Times New Roman"/>
                <a:cs typeface="Times New Roman"/>
                <a:sym typeface="Times New Roman"/>
              </a:rPr>
              <a:t>40</a:t>
            </a:r>
            <a:r>
              <a:rPr lang="en-GB" sz="1200">
                <a:solidFill>
                  <a:srgbClr val="000000"/>
                </a:solidFill>
                <a:latin typeface="Kalam"/>
                <a:ea typeface="Kalam"/>
                <a:cs typeface="Kalam"/>
                <a:sym typeface="Kalam"/>
              </a:rPr>
              <a:t> metre headstart. </a:t>
            </a:r>
            <a:r>
              <a:rPr lang="en-GB" sz="1200">
                <a:solidFill>
                  <a:srgbClr val="000000"/>
                </a:solidFill>
                <a:latin typeface="Times New Roman"/>
                <a:ea typeface="Times New Roman"/>
                <a:cs typeface="Times New Roman"/>
                <a:sym typeface="Times New Roman"/>
              </a:rPr>
              <a:t>2</a:t>
            </a:r>
            <a:r>
              <a:rPr lang="en-GB" sz="1200">
                <a:solidFill>
                  <a:srgbClr val="000000"/>
                </a:solidFill>
                <a:latin typeface="Kalam"/>
                <a:ea typeface="Kalam"/>
                <a:cs typeface="Kalam"/>
                <a:sym typeface="Kalam"/>
              </a:rPr>
              <a:t> seconds in and Sofia has passed the </a:t>
            </a:r>
            <a:r>
              <a:rPr lang="en-GB" sz="1200">
                <a:solidFill>
                  <a:srgbClr val="000000"/>
                </a:solidFill>
                <a:latin typeface="Times New Roman"/>
                <a:ea typeface="Times New Roman"/>
                <a:cs typeface="Times New Roman"/>
                <a:sym typeface="Times New Roman"/>
              </a:rPr>
              <a:t>50</a:t>
            </a:r>
            <a:r>
              <a:rPr lang="en-GB" sz="1200">
                <a:solidFill>
                  <a:srgbClr val="000000"/>
                </a:solidFill>
                <a:latin typeface="Kalam"/>
                <a:ea typeface="Kalam"/>
                <a:cs typeface="Kalam"/>
                <a:sym typeface="Kalam"/>
              </a:rPr>
              <a:t> metre mark but Laura hasn’t even started yet; what is she doing!</a:t>
            </a:r>
            <a:endParaRPr sz="1200">
              <a:solidFill>
                <a:srgbClr val="000000"/>
              </a:solidFill>
              <a:latin typeface="Kalam"/>
              <a:ea typeface="Kalam"/>
              <a:cs typeface="Kalam"/>
              <a:sym typeface="Kalam"/>
            </a:endParaRPr>
          </a:p>
          <a:p>
            <a:pPr marL="0" lvl="0" indent="0" algn="l" rtl="0">
              <a:lnSpc>
                <a:spcPct val="115000"/>
              </a:lnSpc>
              <a:spcBef>
                <a:spcPts val="1000"/>
              </a:spcBef>
              <a:spcAft>
                <a:spcPct val="0"/>
              </a:spcAft>
              <a:buNone/>
            </a:pPr>
            <a:r>
              <a:rPr lang="en-GB" sz="1200">
                <a:solidFill>
                  <a:srgbClr val="000000"/>
                </a:solidFill>
                <a:latin typeface="Kalam"/>
                <a:ea typeface="Kalam"/>
                <a:cs typeface="Kalam"/>
                <a:sym typeface="Kalam"/>
              </a:rPr>
              <a:t>Finally, after </a:t>
            </a:r>
            <a:r>
              <a:rPr lang="en-GB" sz="1200">
                <a:solidFill>
                  <a:srgbClr val="000000"/>
                </a:solidFill>
                <a:latin typeface="Times New Roman"/>
                <a:ea typeface="Times New Roman"/>
                <a:cs typeface="Times New Roman"/>
                <a:sym typeface="Times New Roman"/>
              </a:rPr>
              <a:t>4</a:t>
            </a:r>
            <a:r>
              <a:rPr lang="en-GB" sz="1200">
                <a:solidFill>
                  <a:srgbClr val="000000"/>
                </a:solidFill>
                <a:latin typeface="Kalam"/>
                <a:ea typeface="Kalam"/>
                <a:cs typeface="Kalam"/>
                <a:sym typeface="Kalam"/>
              </a:rPr>
              <a:t> seconds Laura starts and </a:t>
            </a:r>
            <a:r>
              <a:rPr lang="en-GB" sz="1200">
                <a:solidFill>
                  <a:srgbClr val="037B7D"/>
                </a:solidFill>
                <a:latin typeface="Kalam"/>
                <a:ea typeface="Kalam"/>
                <a:cs typeface="Kalam"/>
                <a:sym typeface="Kalam"/>
              </a:rPr>
              <a:t>wow,</a:t>
            </a:r>
            <a:r>
              <a:rPr lang="en-GB" sz="1200">
                <a:solidFill>
                  <a:srgbClr val="000000"/>
                </a:solidFill>
                <a:latin typeface="Kalam"/>
                <a:ea typeface="Kalam"/>
                <a:cs typeface="Kalam"/>
                <a:sym typeface="Kalam"/>
              </a:rPr>
              <a:t> does she start! That is the fastest speed we’ve seen yet in this race! Within a second of her starting she overtakes Andeep, within </a:t>
            </a:r>
            <a:r>
              <a:rPr lang="en-GB" sz="1200">
                <a:solidFill>
                  <a:srgbClr val="000000"/>
                </a:solidFill>
                <a:latin typeface="Times New Roman"/>
                <a:ea typeface="Times New Roman"/>
                <a:cs typeface="Times New Roman"/>
                <a:sym typeface="Times New Roman"/>
              </a:rPr>
              <a:t>2</a:t>
            </a:r>
            <a:r>
              <a:rPr lang="en-GB" sz="1200">
                <a:solidFill>
                  <a:srgbClr val="000000"/>
                </a:solidFill>
                <a:latin typeface="Kalam"/>
                <a:ea typeface="Kalam"/>
                <a:cs typeface="Kalam"/>
                <a:sym typeface="Kalam"/>
              </a:rPr>
              <a:t> seconds she is passed Sofia. But then she stops! She must think the race is over!</a:t>
            </a:r>
            <a:endParaRPr sz="1200">
              <a:solidFill>
                <a:srgbClr val="000000"/>
              </a:solidFill>
              <a:latin typeface="Kalam"/>
              <a:ea typeface="Kalam"/>
              <a:cs typeface="Kalam"/>
              <a:sym typeface="Kalam"/>
            </a:endParaRPr>
          </a:p>
          <a:p>
            <a:pPr marL="0" lvl="0" indent="0" algn="l" rtl="0">
              <a:lnSpc>
                <a:spcPct val="115000"/>
              </a:lnSpc>
              <a:spcBef>
                <a:spcPts val="1000"/>
              </a:spcBef>
              <a:spcAft>
                <a:spcPct val="0"/>
              </a:spcAft>
              <a:buClr>
                <a:schemeClr val="dk1"/>
              </a:buClr>
              <a:buSzPts val="1100"/>
              <a:buFont typeface="Arial"/>
              <a:buNone/>
            </a:pPr>
            <a:r>
              <a:rPr lang="en-GB" sz="1200">
                <a:solidFill>
                  <a:schemeClr val="dk1"/>
                </a:solidFill>
                <a:latin typeface="Times New Roman"/>
                <a:ea typeface="Times New Roman"/>
                <a:cs typeface="Times New Roman"/>
                <a:sym typeface="Times New Roman"/>
              </a:rPr>
              <a:t>8</a:t>
            </a:r>
            <a:r>
              <a:rPr lang="en-GB" sz="1200">
                <a:solidFill>
                  <a:schemeClr val="dk1"/>
                </a:solidFill>
                <a:latin typeface="Kalam"/>
                <a:ea typeface="Kalam"/>
                <a:cs typeface="Kalam"/>
                <a:sym typeface="Kalam"/>
              </a:rPr>
              <a:t> seconds in, Sofia is still moving at the same, constant speed. She’s overtaken Laura who looks like she might be asleep but, Andeep speeds up slightly to try and catch Sofia; will it be enough!</a:t>
            </a:r>
            <a:endParaRPr sz="1200">
              <a:solidFill>
                <a:schemeClr val="dk1"/>
              </a:solidFill>
              <a:latin typeface="Kalam"/>
              <a:ea typeface="Kalam"/>
              <a:cs typeface="Kalam"/>
              <a:sym typeface="Kalam"/>
            </a:endParaRPr>
          </a:p>
          <a:p>
            <a:pPr marL="0" lvl="0" indent="0" algn="l" rtl="0">
              <a:lnSpc>
                <a:spcPct val="115000"/>
              </a:lnSpc>
              <a:spcBef>
                <a:spcPts val="1000"/>
              </a:spcBef>
              <a:spcAft>
                <a:spcPct val="0"/>
              </a:spcAft>
              <a:buClr>
                <a:schemeClr val="dk1"/>
              </a:buClr>
              <a:buSzPts val="1100"/>
              <a:buFont typeface="Arial"/>
              <a:buNone/>
            </a:pPr>
            <a:r>
              <a:rPr lang="en-GB" sz="1200">
                <a:solidFill>
                  <a:schemeClr val="dk1"/>
                </a:solidFill>
                <a:latin typeface="Kalam"/>
                <a:ea typeface="Kalam"/>
                <a:cs typeface="Kalam"/>
                <a:sym typeface="Kalam"/>
              </a:rPr>
              <a:t>It’s not! After </a:t>
            </a:r>
            <a:r>
              <a:rPr lang="en-GB" sz="1200">
                <a:solidFill>
                  <a:schemeClr val="dk1"/>
                </a:solidFill>
                <a:latin typeface="Times New Roman"/>
                <a:ea typeface="Times New Roman"/>
                <a:cs typeface="Times New Roman"/>
                <a:sym typeface="Times New Roman"/>
              </a:rPr>
              <a:t>10</a:t>
            </a:r>
            <a:r>
              <a:rPr lang="en-GB" sz="1200">
                <a:solidFill>
                  <a:schemeClr val="dk1"/>
                </a:solidFill>
                <a:latin typeface="Kalam"/>
                <a:ea typeface="Kalam"/>
                <a:cs typeface="Kalam"/>
                <a:sym typeface="Kalam"/>
              </a:rPr>
              <a:t> seconds Sofia hits the finish line for the gold medal. Andeep joins her </a:t>
            </a:r>
            <a:r>
              <a:rPr lang="en-GB" sz="1200">
                <a:solidFill>
                  <a:schemeClr val="dk1"/>
                </a:solidFill>
                <a:latin typeface="Times New Roman"/>
                <a:ea typeface="Times New Roman"/>
                <a:cs typeface="Times New Roman"/>
                <a:sym typeface="Times New Roman"/>
              </a:rPr>
              <a:t>2</a:t>
            </a:r>
            <a:r>
              <a:rPr lang="en-GB" sz="1200">
                <a:solidFill>
                  <a:schemeClr val="dk1"/>
                </a:solidFill>
                <a:latin typeface="Kalam"/>
                <a:ea typeface="Kalam"/>
                <a:cs typeface="Kalam"/>
                <a:sym typeface="Kalam"/>
              </a:rPr>
              <a:t> seconds later in silver position. Laura finally woke up and started running again but didn’t even even get to the finish line.</a:t>
            </a:r>
            <a:endParaRPr sz="1200">
              <a:latin typeface="Kalam"/>
              <a:ea typeface="Kalam"/>
              <a:cs typeface="Kalam"/>
              <a:sym typeface="Kalam"/>
            </a:endParaRPr>
          </a:p>
          <a:p>
            <a:pPr marL="0" lvl="0" indent="0" algn="l" rtl="0">
              <a:lnSpc>
                <a:spcPct val="115000"/>
              </a:lnSpc>
              <a:spcBef>
                <a:spcPts val="1000"/>
              </a:spcBef>
              <a:spcAft>
                <a:spcPts val="1000"/>
              </a:spcAft>
              <a:buNone/>
            </a:pPr>
            <a:endParaRPr sz="1200">
              <a:solidFill>
                <a:srgbClr val="000000"/>
              </a:solidFill>
              <a:latin typeface="Kalam"/>
              <a:ea typeface="Kalam"/>
              <a:cs typeface="Kalam"/>
              <a:sym typeface="Kalam"/>
            </a:endParaRPr>
          </a:p>
        </p:txBody>
      </p:sp>
    </p:spTree>
  </p:cSld>
  <p:clrMapOvr>
    <a:masterClrMapping/>
  </p:clrMapOvr>
  <p:transition/>
  <p:timing/>
</p:sld>
</file>

<file path=ppt/tags/tag1.xml><?xml version="1.0" encoding="utf-8"?>
<p:tagLst xmlns:p="http://schemas.openxmlformats.org/presentationml/2006/main">
  <p:tag name="AS_NET" val="3.1.32"/>
  <p:tag name="AS_OS" val="Microsoft Windows NT 6.2.9200.0"/>
  <p:tag name="AS_RELEASE_DATE" val="2023.12.14"/>
  <p:tag name="AS_TITLE" val="Aspose.Slides for .NET Standard 2.0"/>
  <p:tag name="AS_VERSION" val="23.12"/>
</p:tagLst>
</file>

<file path=ppt/theme/theme1.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r="http://schemas.openxmlformats.org/officeDocument/2006/relationships" xmlns:a="http://schemas.openxmlformats.org/drawingml/2006/main" name="simple-light-2">
  <a:themeElements>
    <a:clrScheme name="Simple Light">
      <a:dk1>
        <a:srgbClr val="000000"/>
      </a:dk1>
      <a:lt1>
        <a:srgbClr val="FFFFFF"/>
      </a:lt1>
      <a:dk2>
        <a:srgbClr val="000000"/>
      </a:dk2>
      <a:lt2>
        <a:srgbClr val="F0F0F0"/>
      </a:lt2>
      <a:accent1>
        <a:srgbClr val="25AB38"/>
      </a:accent1>
      <a:accent2>
        <a:srgbClr val="374CF1"/>
      </a:accent2>
      <a:accent3>
        <a:srgbClr val="D02AA7"/>
      </a:accent3>
      <a:accent4>
        <a:srgbClr val="845AD9"/>
      </a:accent4>
      <a:accent5>
        <a:srgbClr val="037B7D"/>
      </a:accent5>
      <a:accent6>
        <a:srgbClr val="E51D4D"/>
      </a:accent6>
      <a:hlink>
        <a:srgbClr val="25AB38"/>
      </a:hlink>
      <a:folHlink>
        <a:srgbClr val="0097A7"/>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r="http://schemas.openxmlformats.org/officeDocument/2006/relationships" xmlns:a="http://schemas.openxmlformats.org/drawingml/2006/main" name="simple-light-2 override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vt="http://schemas.openxmlformats.org/officeDocument/2006/docPropsVTypes" xmlns="http://schemas.openxmlformats.org/officeDocument/2006/extended-properties">
  <Company/>
  <Paragraphs>46</Paragraphs>
  <Slides>2</Slides>
  <Notes>2</Notes>
  <TotalTime>0</TotalTime>
  <HiddenSlides>0</HiddenSlides>
  <MMClips>0</MMClips>
  <ScaleCrop>0</ScaleCrop>
  <HeadingPairs>
    <vt:vector baseType="variant" size="6">
      <vt:variant>
        <vt:lpstr>Fonts used</vt:lpstr>
      </vt:variant>
      <vt:variant>
        <vt:i4>7</vt:i4>
      </vt:variant>
      <vt:variant>
        <vt:lpstr>Theme</vt:lpstr>
      </vt:variant>
      <vt:variant>
        <vt:i4>1</vt:i4>
      </vt:variant>
      <vt:variant>
        <vt:lpstr>Slide Titles</vt:lpstr>
      </vt:variant>
      <vt:variant>
        <vt:i4>2</vt:i4>
      </vt:variant>
    </vt:vector>
  </HeadingPairs>
  <TitlesOfParts>
    <vt:vector baseType="lpstr" size="10">
      <vt:lpstr>Arial</vt:lpstr>
      <vt:lpstr>Lexend</vt:lpstr>
      <vt:lpstr>Kalam</vt:lpstr>
      <vt:lpstr>Lexend Medium</vt:lpstr>
      <vt:lpstr>Lexend Light</vt:lpstr>
      <vt:lpstr>Calibri</vt:lpstr>
      <vt:lpstr>Times New Roman</vt:lpstr>
      <vt:lpstr>simple-light-2</vt:lpstr>
      <vt:lpstr>Problem solving with graphing linear relationships</vt:lpstr>
      <vt:lpstr>PowerPoint Presentation</vt:lpstr>
    </vt:vector>
  </TitlesOfParts>
  <LinksUpToDate>0</LinksUpToDate>
  <SharedDoc>0</SharedDoc>
  <HyperlinksChanged>0</HyperlinksChanged>
  <Application>Aspose.Slides for .NET</Application>
  <AppVersion>23.1200</AppVersion>
</Properties>
</file>

<file path=docProps/core.xml><?xml version="1.0" encoding="utf-8"?>
<cp:coreProperties xmlns:dc="http://purl.org/dc/elements/1.1/" xmlns:dcterms="http://purl.org/dc/terms/" xmlns:dcmitype="http://purl.org/dc/dcmitype/" xmlns:xsi="http://www.w3.org/2001/XMLSchema-instance" xmlns:cp="http://schemas.openxmlformats.org/package/2006/metadata/core-properties">
  <cp:revision>1</cp:revision>
  <cp:lastPrinted>2024-01-08T16:52:46.581</cp:lastPrinted>
  <dcterms:created xsi:type="dcterms:W3CDTF">2024-01-08T16:52:46Z</dcterms:created>
  <dcterms:modified xsi:type="dcterms:W3CDTF">2024-01-08T16:52:41Z</dcterms:modified>
</cp:coreProperties>
</file>