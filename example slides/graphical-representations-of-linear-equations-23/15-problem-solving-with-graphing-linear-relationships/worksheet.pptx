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85CB1408-FB87-4FC0-BE87-397E9A9796BB}">
  <a:tblStyle styleId="{85CB1408-FB87-4FC0-BE87-397E9A9796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4" name="Shape 184"/>
        <p:cNvGrpSpPr/>
        <p:nvPr/>
      </p:nvGrpSpPr>
      <p:grpSpPr>
        <a:xfrm>
          <a:off x="0" y="0"/>
          <a:ext cx="0" cy="0"/>
        </a:xfrm>
      </p:grpSpPr>
      <p:sp>
        <p:nvSpPr>
          <p:cNvPr id="185" name="Google Shape;18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graphing linear relationships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75218" y="1714025"/>
            <a:ext cx="3996000" cy="11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Andeep and Jun fill a bucket each from two different taps. This is graphed here.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376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Problems involving linear relationships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588" y="1741200"/>
            <a:ext cx="1876222" cy="242491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64" name="Google Shape;164;p20"/>
          <p:cNvSpPr txBox="1"/>
          <p:nvPr/>
        </p:nvSpPr>
        <p:spPr>
          <a:xfrm rot="-5400000">
            <a:off x="3747150" y="2293277"/>
            <a:ext cx="9918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in ml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5469754" y="3849750"/>
            <a:ext cx="10575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Seconds </a:t>
            </a: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 rot="-2089064">
            <a:off x="4612229" y="2830925"/>
            <a:ext cx="727186" cy="169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 rot="-3316773">
            <a:off x="4683466" y="3774903"/>
            <a:ext cx="300752" cy="17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68000" y="2191908"/>
            <a:ext cx="3564000" cy="4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Who started with some water in their bucket already?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2860666"/>
            <a:ext cx="3270300" cy="36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 had the smaller bucket?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5223" y="3372463"/>
            <a:ext cx="32703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Whose tap has the faster rate of flow?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75223" y="3878063"/>
            <a:ext cx="3304800" cy="3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When was Andeep’s bucket half full?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68000" y="4481150"/>
            <a:ext cx="53604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In your town there are three taxi companies.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three tables f values and plot three lines.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5000788"/>
            <a:ext cx="16275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Company A charge a flat rate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every mile travelled.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968875" y="5000788"/>
            <a:ext cx="16275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Company B charge a flat rate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then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every mile travelled.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5469750" y="5000788"/>
            <a:ext cx="16275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Company C charge no flat rate and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£4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 every mile travelled.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3537346" y="6089845"/>
          <a:ext cx="3474700" cy="604150"/>
        </p:xfrm>
        <a:graphic>
          <a:graphicData uri="http://schemas.openxmlformats.org/drawingml/2006/table">
            <a:tbl>
              <a:tblPr>
                <a:noFill/>
                <a:tableStyleId>{85CB1408-FB87-4FC0-BE87-397E9A9796BB}</a:tableStyleId>
              </a:tblPr>
              <a:tblGrid>
                <a:gridCol w="1055950"/>
                <a:gridCol w="403125"/>
                <a:gridCol w="403125"/>
                <a:gridCol w="403125"/>
                <a:gridCol w="403125"/>
                <a:gridCol w="403125"/>
                <a:gridCol w="403125"/>
              </a:tblGrid>
              <a:tr h="302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in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3537340" y="6768344"/>
          <a:ext cx="3474725" cy="604150"/>
        </p:xfrm>
        <a:graphic>
          <a:graphicData uri="http://schemas.openxmlformats.org/drawingml/2006/table">
            <a:tbl>
              <a:tblPr>
                <a:noFill/>
                <a:tableStyleId>{85CB1408-FB87-4FC0-BE87-397E9A9796BB}</a:tableStyleId>
              </a:tblPr>
              <a:tblGrid>
                <a:gridCol w="1055975"/>
                <a:gridCol w="403125"/>
                <a:gridCol w="403125"/>
                <a:gridCol w="403125"/>
                <a:gridCol w="272000"/>
                <a:gridCol w="534250"/>
                <a:gridCol w="403125"/>
              </a:tblGrid>
              <a:tr h="302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in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8" name="Google Shape;178;p20"/>
          <p:cNvGraphicFramePr>
            <a:graphicFrameLocks noGrp="1"/>
          </p:cNvGraphicFramePr>
          <p:nvPr/>
        </p:nvGraphicFramePr>
        <p:xfrm>
          <a:off x="3537340" y="7444106"/>
          <a:ext cx="3474725" cy="604150"/>
        </p:xfrm>
        <a:graphic>
          <a:graphicData uri="http://schemas.openxmlformats.org/drawingml/2006/table">
            <a:tbl>
              <a:tblPr>
                <a:noFill/>
                <a:tableStyleId>{85CB1408-FB87-4FC0-BE87-397E9A9796BB}</a:tableStyleId>
              </a:tblPr>
              <a:tblGrid>
                <a:gridCol w="1055975"/>
                <a:gridCol w="403125"/>
                <a:gridCol w="403125"/>
                <a:gridCol w="403125"/>
                <a:gridCol w="403125"/>
                <a:gridCol w="403125"/>
                <a:gridCol w="403125"/>
              </a:tblGrid>
              <a:tr h="302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miles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20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cost in </a:t>
                      </a:r>
                      <a:r>
                        <a:rPr lang="en-GB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£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</a:t>
                      </a:r>
                      <a:r>
                        <a:rPr lang="en-GB" sz="1200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36000" marT="36000" marB="3600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 txBox="1"/>
          <p:nvPr/>
        </p:nvSpPr>
        <p:spPr>
          <a:xfrm>
            <a:off x="468000" y="86801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b) Write a paragraph explaining the conditions in which each firm is best.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998" y="5825848"/>
            <a:ext cx="2307229" cy="2742135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20"/>
          <p:cNvSpPr txBox="1"/>
          <p:nvPr/>
        </p:nvSpPr>
        <p:spPr>
          <a:xfrm rot="-5400000">
            <a:off x="246127" y="6192923"/>
            <a:ext cx="9849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Cost in </a:t>
            </a: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£</a:t>
            </a: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047180" y="8206218"/>
            <a:ext cx="7536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Miles </a:t>
            </a: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GB" sz="1200" i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7" name="Shape 187"/>
        <p:cNvGrpSpPr/>
        <p:nvPr/>
      </p:nvGrpSpPr>
      <p:grpSpPr>
        <a:xfrm>
          <a:off x="0" y="0"/>
          <a:ext cx="0" cy="0"/>
        </a:xfrm>
      </p:grpSpPr>
      <p:sp>
        <p:nvSpPr>
          <p:cNvPr id="188" name="Google Shape;18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9" name="Google Shape;18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graphing linear relationships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68000" y="1057200"/>
            <a:ext cx="66240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a commentary to describe this race.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Interpreting more complex linear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183" y="1361552"/>
            <a:ext cx="4180347" cy="306383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468000" y="1663887"/>
            <a:ext cx="20610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distance units are metres. The time is in seconds.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636701" y="1354852"/>
            <a:ext cx="2043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969804" y="4173467"/>
            <a:ext cx="1221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 rot="-1871339">
            <a:off x="3151794" y="3593807"/>
            <a:ext cx="772213" cy="26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 rot="-1716947">
            <a:off x="3189202" y="2503153"/>
            <a:ext cx="772341" cy="26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 rot="1741">
            <a:off x="4375769" y="4001885"/>
            <a:ext cx="5925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solidFill>
                <a:srgbClr val="000000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3050599"/>
            <a:ext cx="2168700" cy="3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Keep your commentary in chronological (time)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Problem solving with graphing linear relationships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2024-01-08T16:52:21.764</cp:lastPrinted>
  <dcterms:created xsi:type="dcterms:W3CDTF">2024-01-08T16:52:21Z</dcterms:created>
  <dcterms:modified xsi:type="dcterms:W3CDTF">2024-01-08T16:52:48Z</dcterms:modified>
</cp:coreProperties>
</file>