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3725B41-FF10-4B6B-AF6F-64F14A540F72}">
  <a:tblStyle styleId="{23725B41-FF10-4B6B-AF6F-64F14A540F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2.png" /><Relationship Id="rId11" Type="http://schemas.openxmlformats.org/officeDocument/2006/relationships/image" Target="../media/image23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8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0.png" /><Relationship Id="rId7" Type="http://schemas.openxmlformats.org/officeDocument/2006/relationships/image" Target="../media/image19.png" /><Relationship Id="rId8" Type="http://schemas.openxmlformats.org/officeDocument/2006/relationships/image" Target="../media/image20.png" /><Relationship Id="rId9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pic>
        <p:nvPicPr>
          <p:cNvPr id="171" name="Google Shape;171;p20" descr="&lt;math xmlns=&quot;http://www.w3.org/1998/Math/MathML&quot; data-is-equatio=&quot;1&quot; data-equatio-url=&quot;https://equatio-api.texthelp.com/desmos/get/09-11-2023/225fba2d-dee7-4665-bba1-5a8b4c29958b&quot; data-equatio-type=&quot;desmos&quot;&gt;&lt;mglyph src=&quot;https://equatio-api.texthelp.com/desmos/get/09-11-2023/225fba2d-dee7-4665-bba1-5a8b4c29958b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36843" t="6813" r="34738" b="6501"/>
          <a:stretch>
            <a:fillRect/>
          </a:stretch>
        </p:blipFill>
        <p:spPr>
          <a:xfrm>
            <a:off x="4152307" y="5507300"/>
            <a:ext cx="897318" cy="20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plotting a relationship</a:t>
            </a:r>
            <a:endParaRPr/>
          </a:p>
        </p:txBody>
      </p:sp>
      <p:pic>
        <p:nvPicPr>
          <p:cNvPr id="174" name="Google Shape;174;p20" descr="&lt;math xmlns=&quot;http://www.w3.org/1998/Math/MathML&quot; data-is-equatio=&quot;1&quot; data-equatio-url=&quot;https://equatio-api.texthelp.com/desmos/get/09-11-2023/de693b11-d95a-4434-a79f-3e65d0c596c8&quot; data-equatio-type=&quot;desmos&quot;&gt;&lt;mglyph src=&quot;https://equatio-api.texthelp.com/desmos/get/09-11-2023/de693b11-d95a-4434-a79f-3e65d0c596c8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7981" t="12426" r="20224"/>
          <a:stretch>
            <a:fillRect/>
          </a:stretch>
        </p:blipFill>
        <p:spPr>
          <a:xfrm>
            <a:off x="3770787" y="2176043"/>
            <a:ext cx="2259940" cy="2455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&lt;math xmlns=&quot;http://www.w3.org/1998/Math/MathML&quot; data-is-equatio=&quot;1&quot; data-equatio-url=&quot;https://equatio-api.texthelp.com/desmos/get/09-11-2023/4dbe7419-97ad-40f6-910b-760a2b3b94dd&quot; data-equatio-type=&quot;desmos&quot;&gt;&lt;mglyph src=&quot;https://equatio-api.texthelp.com/desmos/get/09-11-2023/4dbe7419-97ad-40f6-910b-760a2b3b94dd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17981" t="12426" r="20224"/>
          <a:stretch>
            <a:fillRect/>
          </a:stretch>
        </p:blipFill>
        <p:spPr>
          <a:xfrm>
            <a:off x="3770787" y="2176043"/>
            <a:ext cx="2259940" cy="2455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>
            <a:off x="468000" y="2118950"/>
            <a:ext cx="1911327" cy="1355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14259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Checking understanding of plotting a coordinate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1703150"/>
            <a:ext cx="6624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Laura says...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6420" y="3879732"/>
            <a:ext cx="555116" cy="67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2127606" y="3329050"/>
            <a:ext cx="568775" cy="699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68000" y="4136475"/>
            <a:ext cx="2952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some points to graphically represent this relationship.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60800" y="2166150"/>
            <a:ext cx="16218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Whatever number Andeep chooses I’m going to subtract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 rot="10800000" flipH="1">
            <a:off x="3860357" y="2350628"/>
            <a:ext cx="2164200" cy="22260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4" name="Google Shape;184;p20" descr="&lt;math xmlns=&quot;http://www.w3.org/1998/Math/MathML&quot; data-is-equatio=&quot;1&quot; data-equatio-url=&quot;https://equatio-api.texthelp.com/desmos/get/09-11-2023/448aba76-93e2-4f8d-885e-b93b7db68f6e&quot; data-equatio-type=&quot;desmos&quot;&gt;&lt;mglyph src=&quot;https://equatio-api.texthelp.com/desmos/get/09-11-2023/448aba76-93e2-4f8d-885e-b93b7db68f6e&quot; alt=&quot;Equatio Desmos Graph&quot;/&gt;&lt;/math&gt;" title="Equatio Desmos Graph"/>
          <p:cNvPicPr preferRelativeResize="0"/>
          <p:nvPr/>
        </p:nvPicPr>
        <p:blipFill>
          <a:blip r:embed="rId9">
            <a:alphaModFix/>
          </a:blip>
          <a:srcRect l="15407" t="12429" r="32819" b="13276"/>
          <a:stretch>
            <a:fillRect/>
          </a:stretch>
        </p:blipFill>
        <p:spPr>
          <a:xfrm>
            <a:off x="3763925" y="2186929"/>
            <a:ext cx="2281634" cy="24555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0"/>
          <p:cNvCxnSpPr/>
          <p:nvPr/>
        </p:nvCxnSpPr>
        <p:spPr>
          <a:xfrm rot="10800000" flipH="1">
            <a:off x="3860357" y="2350628"/>
            <a:ext cx="2164200" cy="22260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0"/>
          <p:cNvSpPr txBox="1"/>
          <p:nvPr/>
        </p:nvSpPr>
        <p:spPr>
          <a:xfrm rot="-5400000">
            <a:off x="3191075" y="1849501"/>
            <a:ext cx="225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Laura’s number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348628" y="3219200"/>
            <a:ext cx="191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51263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tables of values and plot these relationships.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98964" y="5788136"/>
            <a:ext cx="12828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98964" y="6711197"/>
            <a:ext cx="12828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1" name="Google Shape;191;p20"/>
          <p:cNvGraphicFramePr>
            <a:graphicFrameLocks noGrp="1"/>
          </p:cNvGraphicFramePr>
          <p:nvPr/>
        </p:nvGraphicFramePr>
        <p:xfrm>
          <a:off x="1453179" y="5603164"/>
          <a:ext cx="2326900" cy="509760"/>
        </p:xfrm>
        <a:graphic>
          <a:graphicData uri="http://schemas.openxmlformats.org/drawingml/2006/table">
            <a:tbl>
              <a:tblPr>
                <a:noFill/>
                <a:tableStyleId>{23725B41-FF10-4B6B-AF6F-64F14A540F72}</a:tableStyleId>
              </a:tblPr>
              <a:tblGrid>
                <a:gridCol w="331900"/>
                <a:gridCol w="285000"/>
                <a:gridCol w="285000"/>
                <a:gridCol w="285000"/>
                <a:gridCol w="285000"/>
                <a:gridCol w="285000"/>
                <a:gridCol w="285000"/>
                <a:gridCol w="285000"/>
              </a:tblGrid>
              <a:tr h="25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0"/>
          <p:cNvSpPr txBox="1"/>
          <p:nvPr/>
        </p:nvSpPr>
        <p:spPr>
          <a:xfrm>
            <a:off x="468000" y="5507300"/>
            <a:ext cx="3072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68000" y="6421700"/>
            <a:ext cx="3072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 rot="10800000" flipH="1">
            <a:off x="4159242" y="5746914"/>
            <a:ext cx="882300" cy="17775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5" name="Google Shape;195;p20"/>
          <p:cNvGraphicFramePr>
            <a:graphicFrameLocks noGrp="1"/>
          </p:cNvGraphicFramePr>
          <p:nvPr/>
        </p:nvGraphicFramePr>
        <p:xfrm>
          <a:off x="1453179" y="6568364"/>
          <a:ext cx="2328350" cy="509760"/>
        </p:xfrm>
        <a:graphic>
          <a:graphicData uri="http://schemas.openxmlformats.org/drawingml/2006/table">
            <a:tbl>
              <a:tblPr>
                <a:noFill/>
                <a:tableStyleId>{23725B41-FF10-4B6B-AF6F-64F14A540F72}</a:tableStyleId>
              </a:tblPr>
              <a:tblGrid>
                <a:gridCol w="332125"/>
                <a:gridCol w="285175"/>
                <a:gridCol w="285175"/>
                <a:gridCol w="285175"/>
                <a:gridCol w="285175"/>
                <a:gridCol w="285175"/>
                <a:gridCol w="285175"/>
                <a:gridCol w="285175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6" name="Google Shape;196;p20" descr="&lt;math xmlns=&quot;http://www.w3.org/1998/Math/MathML&quot; data-is-equatio=&quot;1&quot; data-equatio-url=&quot;https://equatio-api.texthelp.com/desmos/get/09-11-2023/0c4f24f8-56f0-4cdd-a9bc-3c042dba28ce&quot; data-equatio-type=&quot;desmos&quot;&gt;&lt;mglyph src=&quot;https://equatio-api.texthelp.com/desmos/get/09-11-2023/0c4f24f8-56f0-4cdd-a9bc-3c042dba28ce&quot; alt=&quot;Equatio Desmos Graph&quot;/&gt;&lt;/math&gt;" title="Equatio Desmos Graph"/>
          <p:cNvPicPr preferRelativeResize="0"/>
          <p:nvPr/>
        </p:nvPicPr>
        <p:blipFill>
          <a:blip r:embed="rId10">
            <a:alphaModFix/>
          </a:blip>
          <a:srcRect l="36336" t="5915" r="34739" b="13158"/>
          <a:stretch>
            <a:fillRect/>
          </a:stretch>
        </p:blipFill>
        <p:spPr>
          <a:xfrm>
            <a:off x="5221336" y="5510878"/>
            <a:ext cx="868790" cy="18230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0"/>
          <p:cNvCxnSpPr/>
          <p:nvPr/>
        </p:nvCxnSpPr>
        <p:spPr>
          <a:xfrm rot="10800000">
            <a:off x="5225279" y="5759533"/>
            <a:ext cx="869700" cy="8571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" name="Google Shape;198;p20"/>
          <p:cNvSpPr txBox="1"/>
          <p:nvPr/>
        </p:nvSpPr>
        <p:spPr>
          <a:xfrm>
            <a:off x="687432" y="8975874"/>
            <a:ext cx="14601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p20" descr="&lt;math xmlns=&quot;http://www.w3.org/1998/Math/MathML&quot; display=&quot;block&quot; data-is-equatio=&quot;1&quot; data-latex=&quot;y=\frac{1}{2}x+3&quot;&gt;&lt;mi&gt;y&lt;/mi&gt;&lt;mo&gt;=&lt;/mo&gt;&lt;mfrac&gt;&lt;mn&gt;1&lt;/mn&gt;&lt;mn&gt;2&lt;/mn&gt;&lt;/mfrac&gt;&lt;mi&gt;x&lt;/mi&gt;&lt;mo&gt;+&lt;/mo&gt;&lt;mn&gt;3&lt;/mn&gt;&lt;/math&gt;" title="y equals one half x plus 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7475" y="7915100"/>
            <a:ext cx="841029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468000" y="7725263"/>
            <a:ext cx="3072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8000" y="8670898"/>
            <a:ext cx="3072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0"/>
          <p:cNvGraphicFramePr>
            <a:graphicFrameLocks noGrp="1"/>
          </p:cNvGraphicFramePr>
          <p:nvPr/>
        </p:nvGraphicFramePr>
        <p:xfrm>
          <a:off x="1453175" y="7725276"/>
          <a:ext cx="2328350" cy="509760"/>
        </p:xfrm>
        <a:graphic>
          <a:graphicData uri="http://schemas.openxmlformats.org/drawingml/2006/table">
            <a:tbl>
              <a:tblPr>
                <a:noFill/>
                <a:tableStyleId>{23725B41-FF10-4B6B-AF6F-64F14A540F72}</a:tableStyleId>
              </a:tblPr>
              <a:tblGrid>
                <a:gridCol w="332125"/>
                <a:gridCol w="285175"/>
                <a:gridCol w="285175"/>
                <a:gridCol w="285175"/>
                <a:gridCol w="285175"/>
                <a:gridCol w="285175"/>
                <a:gridCol w="285175"/>
                <a:gridCol w="285175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3" name="Google Shape;203;p20" descr="&lt;math xmlns=&quot;http://www.w3.org/1998/Math/MathML&quot; data-is-equatio=&quot;1&quot; data-equatio-url=&quot;https://equatio-api.texthelp.com/desmos/get/09-11-2023/48f27817-8067-40c8-97b6-0f74d9166316&quot; data-equatio-type=&quot;desmos&quot;&gt;&lt;mglyph src=&quot;https://equatio-api.texthelp.com/desmos/get/09-11-2023/48f27817-8067-40c8-97b6-0f74d9166316&quot; alt=&quot;Equatio Desmos Graph&quot;/&gt;&lt;/math&gt;" title="Equatio Desmos Graph"/>
          <p:cNvPicPr preferRelativeResize="0"/>
          <p:nvPr/>
        </p:nvPicPr>
        <p:blipFill>
          <a:blip r:embed="rId12">
            <a:alphaModFix/>
          </a:blip>
          <a:srcRect l="29948" t="9181" r="38436"/>
          <a:stretch>
            <a:fillRect/>
          </a:stretch>
        </p:blipFill>
        <p:spPr>
          <a:xfrm>
            <a:off x="4142178" y="7675341"/>
            <a:ext cx="842298" cy="18147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20"/>
          <p:cNvCxnSpPr/>
          <p:nvPr/>
        </p:nvCxnSpPr>
        <p:spPr>
          <a:xfrm rot="10800000" flipH="1">
            <a:off x="4135785" y="8078083"/>
            <a:ext cx="857400" cy="4305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5" name="Google Shape;205;p20" descr="&lt;math xmlns=&quot;http://www.w3.org/1998/Math/MathML&quot; data-is-equatio=&quot;1&quot; data-equatio-url=&quot;https://equatio-api.texthelp.com/desmos/get/09-11-2023/e203c8d8-5b82-41bb-b065-f033a724ecc1&quot; data-equatio-type=&quot;desmos&quot;&gt;&lt;mglyph src=&quot;https://equatio-api.texthelp.com/desmos/get/09-11-2023/e203c8d8-5b82-41bb-b065-f033a724ecc1&quot; alt=&quot;Equatio Desmos Graph&quot;/&gt;&lt;/math&gt;" title="Equatio Desmos Graph"/>
          <p:cNvPicPr preferRelativeResize="0"/>
          <p:nvPr/>
        </p:nvPicPr>
        <p:blipFill>
          <a:blip r:embed="rId13">
            <a:alphaModFix/>
          </a:blip>
          <a:srcRect l="37346" t="6367" r="35771" b="6280"/>
          <a:stretch>
            <a:fillRect/>
          </a:stretch>
        </p:blipFill>
        <p:spPr>
          <a:xfrm>
            <a:off x="5302250" y="7663804"/>
            <a:ext cx="842294" cy="20527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0"/>
          <p:cNvGraphicFramePr>
            <a:graphicFrameLocks noGrp="1"/>
          </p:cNvGraphicFramePr>
          <p:nvPr/>
        </p:nvGraphicFramePr>
        <p:xfrm>
          <a:off x="1453175" y="8690476"/>
          <a:ext cx="2328350" cy="509760"/>
        </p:xfrm>
        <a:graphic>
          <a:graphicData uri="http://schemas.openxmlformats.org/drawingml/2006/table">
            <a:tbl>
              <a:tblPr>
                <a:noFill/>
                <a:tableStyleId>{23725B41-FF10-4B6B-AF6F-64F14A540F72}</a:tableStyleId>
              </a:tblPr>
              <a:tblGrid>
                <a:gridCol w="332125"/>
                <a:gridCol w="285175"/>
                <a:gridCol w="285175"/>
                <a:gridCol w="285175"/>
                <a:gridCol w="285175"/>
                <a:gridCol w="285175"/>
                <a:gridCol w="285175"/>
                <a:gridCol w="285175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7" name="Google Shape;207;p20"/>
          <p:cNvCxnSpPr/>
          <p:nvPr/>
        </p:nvCxnSpPr>
        <p:spPr>
          <a:xfrm>
            <a:off x="5340385" y="7680349"/>
            <a:ext cx="789000" cy="15843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sp>
        <p:nvSpPr>
          <p:cNvPr id="212" name="Google Shape;21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3" name="Google Shape;21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plotting a relationship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216" name="Google Shape;216;p21" descr="&lt;math xmlns=&quot;http://www.w3.org/1998/Math/MathML&quot; data-is-equatio=&quot;1&quot; data-equatio-url=&quot;https://equatio-api.texthelp.com/desmos/get/09-11-2023/297ac0a4-9680-4eaf-abc4-d618500fee82&quot; data-equatio-type=&quot;desmos&quot;&gt;&lt;mglyph src=&quot;https://equatio-api.texthelp.com/desmos/get/09-11-2023/297ac0a4-9680-4eaf-abc4-d618500fee82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3043" t="1207" r="42809" b="8653"/>
          <a:stretch>
            <a:fillRect/>
          </a:stretch>
        </p:blipFill>
        <p:spPr>
          <a:xfrm>
            <a:off x="4140000" y="720000"/>
            <a:ext cx="1766350" cy="22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468000" y="720000"/>
            <a:ext cx="2952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tables of values for this relationship.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75000" y="1186012"/>
            <a:ext cx="19314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1.5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− 0.8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9" name="Google Shape;219;p21"/>
          <p:cNvGraphicFramePr>
            <a:graphicFrameLocks noGrp="1"/>
          </p:cNvGraphicFramePr>
          <p:nvPr/>
        </p:nvGraphicFramePr>
        <p:xfrm>
          <a:off x="538779" y="14510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{23725B41-FF10-4B6B-AF6F-64F14A540F72}</a:tableStyleId>
              </a:tblPr>
              <a:tblGrid>
                <a:gridCol w="421775"/>
                <a:gridCol w="469900"/>
                <a:gridCol w="469900"/>
                <a:gridCol w="469900"/>
                <a:gridCol w="469900"/>
                <a:gridCol w="469900"/>
                <a:gridCol w="469900"/>
              </a:tblGrid>
              <a:tr h="36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−0.8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−0.5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21"/>
          <p:cNvSpPr txBox="1"/>
          <p:nvPr/>
        </p:nvSpPr>
        <p:spPr>
          <a:xfrm>
            <a:off x="468000" y="2327825"/>
            <a:ext cx="3312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suitable axes to graphically represent the coordinates.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1"/>
          <p:cNvCxnSpPr/>
          <p:nvPr/>
        </p:nvCxnSpPr>
        <p:spPr>
          <a:xfrm flipH="1">
            <a:off x="4563421" y="908902"/>
            <a:ext cx="1334100" cy="19944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1"/>
          <p:cNvCxnSpPr/>
          <p:nvPr/>
        </p:nvCxnSpPr>
        <p:spPr>
          <a:xfrm>
            <a:off x="474757" y="30400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3" name="Google Shape;2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1029" y="4119942"/>
            <a:ext cx="529101" cy="682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053" y="4085725"/>
            <a:ext cx="542122" cy="71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rot="10800000">
            <a:off x="1037404" y="4430958"/>
            <a:ext cx="341673" cy="287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1150608" y="4471379"/>
            <a:ext cx="188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rot="10800000" flipH="1">
            <a:off x="1438887" y="4530341"/>
            <a:ext cx="341673" cy="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1037404" y="4119755"/>
            <a:ext cx="341673" cy="287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468000" y="31550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Securing understanding of plotting a  relationship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>
            <a:off x="1438887" y="4209665"/>
            <a:ext cx="341673" cy="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1486049" y="4560859"/>
            <a:ext cx="341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486049" y="4195627"/>
            <a:ext cx="2706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68000" y="3479475"/>
            <a:ext cx="27327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time Andeep is squaring Laura’s number and adding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3050" y="4982200"/>
            <a:ext cx="2576700" cy="6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table of values and plot the relationship.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5" name="Google Shape;235;p21"/>
          <p:cNvGraphicFramePr>
            <a:graphicFrameLocks noGrp="1"/>
          </p:cNvGraphicFramePr>
          <p:nvPr/>
        </p:nvGraphicFramePr>
        <p:xfrm>
          <a:off x="2991317" y="34750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{23725B41-FF10-4B6B-AF6F-64F14A540F72}</a:tableStyleId>
              </a:tblPr>
              <a:tblGrid>
                <a:gridCol w="991075"/>
                <a:gridCol w="272000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</a:tblGrid>
              <a:tr h="181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21"/>
          <p:cNvSpPr txBox="1"/>
          <p:nvPr/>
        </p:nvSpPr>
        <p:spPr>
          <a:xfrm rot="-5400000">
            <a:off x="3123701" y="4801976"/>
            <a:ext cx="171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" name="Google Shape;237;p21" descr="&lt;math xmlns=&quot;http://www.w3.org/1998/Math/MathML&quot; data-is-equatio=&quot;1&quot; data-equatio-url=&quot;https://equatio-api.texthelp.com/desmos/get/10-11-2023/0e637b72-d611-4ef0-b3eb-826c304a5890&quot; data-equatio-type=&quot;desmos&quot;&gt;&lt;mglyph src=&quot;https://equatio-api.texthelp.com/desmos/get/10-11-2023/0e637b72-d611-4ef0-b3eb-826c304a5890&quot; alt=&quot;Equatio Desmos Graph&quot;/&gt;&lt;/math&gt;" title="Equatio Desmos Graph"/>
          <p:cNvPicPr preferRelativeResize="0"/>
          <p:nvPr/>
        </p:nvPicPr>
        <p:blipFill>
          <a:blip r:embed="rId7">
            <a:alphaModFix/>
          </a:blip>
          <a:srcRect l="7899" r="38359"/>
          <a:stretch>
            <a:fillRect/>
          </a:stretch>
        </p:blipFill>
        <p:spPr>
          <a:xfrm>
            <a:off x="4169861" y="4119949"/>
            <a:ext cx="1785272" cy="2491474"/>
          </a:xfrm>
          <a:prstGeom prst="rect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8" name="Google Shape;238;p21" descr="&lt;math xmlns=&quot;http://www.w3.org/1998/Math/MathML&quot; data-is-equatio=&quot;1&quot; data-equatio-url=&quot;https://equatio-api.texthelp.com/desmos/get/10-11-2023/f7082b5a-9011-4baf-9452-d0455df48bdd&quot; data-equatio-type=&quot;desmos&quot;&gt;&lt;mglyph src=&quot;https://equatio-api.texthelp.com/desmos/get/10-11-2023/f7082b5a-9011-4baf-9452-d0455df48bdd&quot; alt=&quot;Equatio Desmos Graph&quot;/&gt;&lt;/math&gt;" title="Equatio Desmos Graph"/>
          <p:cNvPicPr preferRelativeResize="0"/>
          <p:nvPr/>
        </p:nvPicPr>
        <p:blipFill>
          <a:blip r:embed="rId8">
            <a:alphaModFix/>
          </a:blip>
          <a:srcRect l="8188" r="38361"/>
          <a:stretch>
            <a:fillRect/>
          </a:stretch>
        </p:blipFill>
        <p:spPr>
          <a:xfrm>
            <a:off x="4149668" y="4119949"/>
            <a:ext cx="1775670" cy="2491474"/>
          </a:xfrm>
          <a:prstGeom prst="rect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9" name="Google Shape;239;p21"/>
          <p:cNvSpPr txBox="1"/>
          <p:nvPr/>
        </p:nvSpPr>
        <p:spPr>
          <a:xfrm>
            <a:off x="4554911" y="6156296"/>
            <a:ext cx="155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Laura’s number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3050" y="5603030"/>
            <a:ext cx="26685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(5,25)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not on this curve.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63050" y="6430000"/>
            <a:ext cx="25767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Write this relationship algebraically.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1150608" y="4098437"/>
            <a:ext cx="188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63050" y="5981277"/>
            <a:ext cx="2952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does not fit the relationship.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+ 10 ≠ 25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1516337" y="6611425"/>
            <a:ext cx="10128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+ 10</a:t>
            </a:r>
            <a:endParaRPr sz="12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63050" y="7068225"/>
            <a:ext cx="66105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time our Oak children are sharing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3050" y="7396225"/>
            <a:ext cx="2952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table of values and plot the relationship.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63050" y="7999225"/>
            <a:ext cx="30960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this relationship algebraically.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8" name="Google Shape;248;p21"/>
          <p:cNvGraphicFramePr>
            <a:graphicFrameLocks noGrp="1"/>
          </p:cNvGraphicFramePr>
          <p:nvPr/>
        </p:nvGraphicFramePr>
        <p:xfrm>
          <a:off x="3415058" y="73962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{23725B41-FF10-4B6B-AF6F-64F14A540F72}</a:tableStyleId>
              </a:tblPr>
              <a:tblGrid>
                <a:gridCol w="1005150"/>
                <a:gridCol w="331675"/>
                <a:gridCol w="331675"/>
                <a:gridCol w="331675"/>
                <a:gridCol w="331675"/>
                <a:gridCol w="331675"/>
                <a:gridCol w="331675"/>
                <a:gridCol w="331675"/>
                <a:gridCol w="331675"/>
              </a:tblGrid>
              <a:tr h="301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1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Apples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21"/>
          <p:cNvSpPr txBox="1"/>
          <p:nvPr/>
        </p:nvSpPr>
        <p:spPr>
          <a:xfrm rot="-5400000">
            <a:off x="3139500" y="8507538"/>
            <a:ext cx="777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" name="Google Shape;250;p21" descr="&lt;math xmlns=&quot;http://www.w3.org/1998/Math/MathML&quot; data-is-equatio=&quot;1&quot; data-equatio-url=&quot;https://equatio-api.texthelp.com/desmos/get/10-11-2023/1194b9c4-598a-4afc-8ec5-6fd6aaf561b3&quot; data-equatio-type=&quot;desmos&quot;&gt;&lt;mglyph src=&quot;https://equatio-api.texthelp.com/desmos/get/10-11-2023/1194b9c4-598a-4afc-8ec5-6fd6aaf561b3&quot; alt=&quot;Equatio Desmos Graph&quot;/&gt;&lt;/math&gt;" title="Equatio Desmos Graph"/>
          <p:cNvPicPr preferRelativeResize="0"/>
          <p:nvPr/>
        </p:nvPicPr>
        <p:blipFill>
          <a:blip r:embed="rId9">
            <a:alphaModFix/>
          </a:blip>
          <a:srcRect l="5631" t="2924" r="33941" b="17164"/>
          <a:stretch>
            <a:fillRect/>
          </a:stretch>
        </p:blipFill>
        <p:spPr>
          <a:xfrm>
            <a:off x="3698746" y="8089475"/>
            <a:ext cx="1774474" cy="167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&lt;math xmlns=&quot;http://www.w3.org/1998/Math/MathML&quot; data-is-equatio=&quot;1&quot; data-equatio-url=&quot;https://equatio-api.texthelp.com/desmos/get/10-11-2023/c32a10c2-ea22-4457-b042-0cbf83cca403&quot; data-equatio-type=&quot;desmos&quot;&gt;&lt;mglyph src=&quot;https://equatio-api.texthelp.com/desmos/get/10-11-2023/c32a10c2-ea22-4457-b042-0cbf83cca403&quot; alt=&quot;Equatio Desmos Graph&quot;/&gt;&lt;/math&gt;" title="Equatio Desmos Graph"/>
          <p:cNvPicPr preferRelativeResize="0"/>
          <p:nvPr/>
        </p:nvPicPr>
        <p:blipFill>
          <a:blip r:embed="rId10">
            <a:alphaModFix/>
          </a:blip>
          <a:srcRect l="5631" t="2924" r="33941" b="18248"/>
          <a:stretch>
            <a:fillRect/>
          </a:stretch>
        </p:blipFill>
        <p:spPr>
          <a:xfrm>
            <a:off x="3690006" y="8089475"/>
            <a:ext cx="1774474" cy="1652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&lt;math xmlns=&quot;http://www.w3.org/1998/Math/MathML&quot; display=&quot;block&quot; data-is-equatio=&quot;1&quot; data-latex=&quot;\frac{24}{p}=a&quot;&gt;&lt;mfrac&gt;&lt;mn&gt;24&lt;/mn&gt;&lt;mi&gt;p&lt;/mi&gt;&lt;/mfrac&gt;&lt;mo&gt;=&lt;/mo&gt;&lt;mi&gt;a&lt;/mi&gt;&lt;/math&gt;" title="24 over p equals a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24097" y="8467726"/>
            <a:ext cx="542125" cy="41002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4982885" y="9698181"/>
            <a:ext cx="777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People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plotting a relationship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2024-01-08T16:47:15.724</cp:lastPrinted>
  <dcterms:created xsi:type="dcterms:W3CDTF">2024-01-08T16:47:15Z</dcterms:created>
  <dcterms:modified xsi:type="dcterms:W3CDTF">2024-01-08T16:47:42Z</dcterms:modified>
</cp:coreProperties>
</file>