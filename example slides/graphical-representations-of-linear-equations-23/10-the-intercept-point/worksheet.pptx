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39F671D-2B05-4403-AED1-5529F5FBD559}">
  <a:tblStyle styleId="{439F671D-2B05-4403-AED1-5529F5FBD5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g2a11a26ac21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a11a26ac2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grpSp>
        <p:nvGrpSpPr>
          <p:cNvPr id="159" name="Google Shape;159;p20"/>
          <p:cNvGrpSpPr/>
          <p:nvPr/>
        </p:nvGrpSpPr>
        <p:grpSpPr>
          <a:xfrm>
            <a:off x="2978864" y="9439449"/>
            <a:ext cx="1614125" cy="389100"/>
            <a:chOff x="4350464" y="9439449"/>
            <a:chExt cx="1614125" cy="389100"/>
          </a:xfrm>
        </p:grpSpPr>
        <p:sp>
          <p:nvSpPr>
            <p:cNvPr id="160" name="Google Shape;160;p20"/>
            <p:cNvSpPr txBox="1"/>
            <p:nvPr/>
          </p:nvSpPr>
          <p:spPr>
            <a:xfrm>
              <a:off x="4552489" y="9439449"/>
              <a:ext cx="14121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+ 12 = </a:t>
              </a: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" name="Google Shape;161;p20"/>
            <p:cNvSpPr txBox="1"/>
            <p:nvPr/>
          </p:nvSpPr>
          <p:spPr>
            <a:xfrm>
              <a:off x="4350464" y="9448835"/>
              <a:ext cx="3441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K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62" name="Google Shape;162;p20"/>
          <p:cNvSpPr txBox="1"/>
          <p:nvPr/>
        </p:nvSpPr>
        <p:spPr>
          <a:xfrm>
            <a:off x="5579275" y="9477386"/>
            <a:ext cx="23352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− 12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268600" y="9491213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sp>
        <p:nvSpPr>
          <p:cNvPr id="165" name="Google Shape;165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3076389" y="2375948"/>
          <a:ext cx="1577000" cy="45535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15400"/>
                <a:gridCol w="315400"/>
                <a:gridCol w="315400"/>
                <a:gridCol w="315400"/>
                <a:gridCol w="31540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>
            <a:graphicFrameLocks noGrp="1"/>
          </p:cNvGraphicFramePr>
          <p:nvPr/>
        </p:nvGraphicFramePr>
        <p:xfrm>
          <a:off x="5300964" y="2375948"/>
          <a:ext cx="1577000" cy="45535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15400"/>
                <a:gridCol w="315400"/>
                <a:gridCol w="315400"/>
                <a:gridCol w="315400"/>
                <a:gridCol w="31540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761" y="3152398"/>
            <a:ext cx="1456118" cy="159182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rcRect t="14093" b="4678"/>
          <a:stretch>
            <a:fillRect/>
          </a:stretch>
        </p:blipFill>
        <p:spPr>
          <a:xfrm>
            <a:off x="3221600" y="3152398"/>
            <a:ext cx="1332700" cy="161825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5543" y="3152398"/>
            <a:ext cx="1409190" cy="161826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851850" y="2375948"/>
          <a:ext cx="1577000" cy="45535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15400"/>
                <a:gridCol w="315400"/>
                <a:gridCol w="315400"/>
                <a:gridCol w="315400"/>
                <a:gridCol w="31540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/>
        </p:nvSpPr>
        <p:spPr>
          <a:xfrm>
            <a:off x="468000" y="1482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Identifying the </a:t>
            </a:r>
            <a:r>
              <a:rPr lang="en-GB" b="1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820025"/>
            <a:ext cx="66240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question, circle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on the graph and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5346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Write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for each as a coordinate.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68000" y="2140725"/>
          <a:ext cx="6624000" cy="381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2208000"/>
                <a:gridCol w="2208000"/>
                <a:gridCol w="2208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756876" y="8820998"/>
          <a:ext cx="1577000" cy="45535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94250"/>
                <a:gridCol w="394250"/>
                <a:gridCol w="394250"/>
                <a:gridCol w="39425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3313390" y="8820998"/>
          <a:ext cx="1577000" cy="45535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94250"/>
                <a:gridCol w="394250"/>
                <a:gridCol w="394250"/>
                <a:gridCol w="39425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5509800" y="8810360"/>
          <a:ext cx="1577000" cy="45535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94250"/>
                <a:gridCol w="394250"/>
                <a:gridCol w="394250"/>
                <a:gridCol w="394250"/>
              </a:tblGrid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463525" y="6412950"/>
            <a:ext cx="6628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Match each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to a graph, a table and an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6693950"/>
            <a:ext cx="11043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(0,6)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104143" y="6693950"/>
            <a:ext cx="11043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(0,12)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40285" y="6693950"/>
            <a:ext cx="13563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(0,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043" y="6961136"/>
            <a:ext cx="1686090" cy="16382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5714" y="6961136"/>
            <a:ext cx="1746285" cy="16660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3176" y="6961136"/>
            <a:ext cx="1502936" cy="166609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6" name="Google Shape;186;p20"/>
          <p:cNvSpPr txBox="1"/>
          <p:nvPr/>
        </p:nvSpPr>
        <p:spPr>
          <a:xfrm>
            <a:off x="464043" y="6961125"/>
            <a:ext cx="2943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384538" y="6961125"/>
            <a:ext cx="2943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411883" y="6961125"/>
            <a:ext cx="2943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3525" y="8824026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975725" y="8824026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285425" y="8824026"/>
            <a:ext cx="344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92" name="Google Shape;192;p20"/>
          <p:cNvGrpSpPr/>
          <p:nvPr/>
        </p:nvGrpSpPr>
        <p:grpSpPr>
          <a:xfrm>
            <a:off x="461844" y="9404325"/>
            <a:ext cx="1756250" cy="389100"/>
            <a:chOff x="2961300" y="9404325"/>
            <a:chExt cx="1756250" cy="389100"/>
          </a:xfrm>
        </p:grpSpPr>
        <p:sp>
          <p:nvSpPr>
            <p:cNvPr id="193" name="Google Shape;193;p20"/>
            <p:cNvSpPr txBox="1"/>
            <p:nvPr/>
          </p:nvSpPr>
          <p:spPr>
            <a:xfrm>
              <a:off x="3305450" y="9404325"/>
              <a:ext cx="14121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+ 12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2961300" y="9430635"/>
              <a:ext cx="3441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J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195" name="Google Shape;195;p20"/>
          <p:cNvCxnSpPr/>
          <p:nvPr/>
        </p:nvCxnSpPr>
        <p:spPr>
          <a:xfrm>
            <a:off x="4725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" name="Shape 199"/>
        <p:cNvGrpSpPr/>
        <p:nvPr/>
      </p:nvGrpSpPr>
      <p:grpSpPr>
        <a:xfrm>
          <a:off x="0" y="0"/>
          <a:ext cx="0" cy="0"/>
        </a:xfrm>
      </p:grpSpPr>
      <p:sp>
        <p:nvSpPr>
          <p:cNvPr id="200" name="Google Shape;20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Calculating the </a:t>
            </a:r>
            <a:r>
              <a:rPr lang="en-GB" b="1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from tables of values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table of values, work out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3" name="Google Shape;203;p21"/>
          <p:cNvGraphicFramePr>
            <a:graphicFrameLocks noGrp="1"/>
          </p:cNvGraphicFramePr>
          <p:nvPr/>
        </p:nvGraphicFramePr>
        <p:xfrm>
          <a:off x="866638" y="155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21"/>
          <p:cNvGraphicFramePr>
            <a:graphicFrameLocks noGrp="1"/>
          </p:cNvGraphicFramePr>
          <p:nvPr/>
        </p:nvGraphicFramePr>
        <p:xfrm>
          <a:off x="866638" y="280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5" name="Google Shape;205;p21"/>
          <p:cNvGraphicFramePr>
            <a:graphicFrameLocks noGrp="1"/>
          </p:cNvGraphicFramePr>
          <p:nvPr/>
        </p:nvGraphicFramePr>
        <p:xfrm>
          <a:off x="866638" y="405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849413" y="531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7" name="Google Shape;207;p21"/>
          <p:cNvGraphicFramePr>
            <a:graphicFrameLocks noGrp="1"/>
          </p:cNvGraphicFramePr>
          <p:nvPr/>
        </p:nvGraphicFramePr>
        <p:xfrm>
          <a:off x="849413" y="656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8" name="Google Shape;208;p21"/>
          <p:cNvGraphicFramePr>
            <a:graphicFrameLocks noGrp="1"/>
          </p:cNvGraphicFramePr>
          <p:nvPr/>
        </p:nvGraphicFramePr>
        <p:xfrm>
          <a:off x="849413" y="782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21"/>
          <p:cNvGraphicFramePr>
            <a:graphicFrameLocks noGrp="1"/>
          </p:cNvGraphicFramePr>
          <p:nvPr/>
        </p:nvGraphicFramePr>
        <p:xfrm>
          <a:off x="468000" y="139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559950"/>
              </a:tblGrid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21"/>
          <p:cNvGraphicFramePr>
            <a:graphicFrameLocks noGrp="1"/>
          </p:cNvGraphicFramePr>
          <p:nvPr/>
        </p:nvGraphicFramePr>
        <p:xfrm>
          <a:off x="468000" y="51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559950"/>
              </a:tblGrid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90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11" name="Google Shape;211;p21"/>
          <p:cNvCxnSpPr/>
          <p:nvPr/>
        </p:nvCxnSpPr>
        <p:spPr>
          <a:xfrm>
            <a:off x="4725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7" name="Google Shape;21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Calculating the </a:t>
            </a:r>
            <a:r>
              <a:rPr lang="en-GB" b="1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from two coordinates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68000" y="1033825"/>
            <a:ext cx="6624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pair of coordinates, work out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for the line which passes through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2"/>
          <p:cNvGraphicFramePr>
            <a:graphicFrameLocks noGrp="1"/>
          </p:cNvGraphicFramePr>
          <p:nvPr/>
        </p:nvGraphicFramePr>
        <p:xfrm>
          <a:off x="468000" y="164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2096025"/>
                <a:gridCol w="2319975"/>
                <a:gridCol w="2208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   (5, 20) and (8,29)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  (12,52) and (18,82)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  (4,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10) and (6,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23" name="Google Shape;223;p22"/>
          <p:cNvPicPr preferRelativeResize="0"/>
          <p:nvPr/>
        </p:nvPicPr>
        <p:blipFill>
          <a:blip r:embed="rId3">
            <a:alphaModFix/>
          </a:blip>
          <a:srcRect r="25467"/>
          <a:stretch>
            <a:fillRect/>
          </a:stretch>
        </p:blipFill>
        <p:spPr>
          <a:xfrm>
            <a:off x="497775" y="2057528"/>
            <a:ext cx="1197288" cy="15639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24" name="Google Shape;224;p22"/>
          <p:cNvGraphicFramePr>
            <a:graphicFrameLocks noGrp="1"/>
          </p:cNvGraphicFramePr>
          <p:nvPr/>
        </p:nvGraphicFramePr>
        <p:xfrm>
          <a:off x="1775586" y="2173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16075"/>
                <a:gridCol w="348875"/>
              </a:tblGrid>
              <a:tr h="190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05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2"/>
          <p:cNvSpPr txBox="1"/>
          <p:nvPr/>
        </p:nvSpPr>
        <p:spPr>
          <a:xfrm>
            <a:off x="1813211" y="2866375"/>
            <a:ext cx="6651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22"/>
          <p:cNvGraphicFramePr>
            <a:graphicFrameLocks noGrp="1"/>
          </p:cNvGraphicFramePr>
          <p:nvPr/>
        </p:nvGraphicFramePr>
        <p:xfrm>
          <a:off x="467988" y="383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2"/>
          <p:cNvSpPr txBox="1"/>
          <p:nvPr/>
        </p:nvSpPr>
        <p:spPr>
          <a:xfrm>
            <a:off x="468000" y="4542770"/>
            <a:ext cx="2644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(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8" name="Google Shape;228;p22"/>
          <p:cNvGraphicFramePr>
            <a:graphicFrameLocks noGrp="1"/>
          </p:cNvGraphicFramePr>
          <p:nvPr/>
        </p:nvGraphicFramePr>
        <p:xfrm>
          <a:off x="4155000" y="2158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16150"/>
                <a:gridCol w="348950"/>
              </a:tblGrid>
              <a:tr h="19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0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2"/>
          <p:cNvSpPr txBox="1"/>
          <p:nvPr/>
        </p:nvSpPr>
        <p:spPr>
          <a:xfrm>
            <a:off x="4140000" y="2813575"/>
            <a:ext cx="665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0" name="Google Shape;230;p22"/>
          <p:cNvGraphicFramePr>
            <a:graphicFrameLocks noGrp="1"/>
          </p:cNvGraphicFramePr>
          <p:nvPr/>
        </p:nvGraphicFramePr>
        <p:xfrm>
          <a:off x="2662410" y="383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1" name="Google Shape;23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2874" y="2057528"/>
            <a:ext cx="1405398" cy="15639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5">
            <a:alphaModFix/>
          </a:blip>
          <a:srcRect b="2950"/>
          <a:stretch>
            <a:fillRect/>
          </a:stretch>
        </p:blipFill>
        <p:spPr>
          <a:xfrm>
            <a:off x="4952867" y="2057525"/>
            <a:ext cx="1405394" cy="156396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3" name="Google Shape;233;p22"/>
          <p:cNvSpPr txBox="1"/>
          <p:nvPr/>
        </p:nvSpPr>
        <p:spPr>
          <a:xfrm>
            <a:off x="2662875" y="4542775"/>
            <a:ext cx="19410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34" name="Google Shape;234;p22"/>
          <p:cNvGraphicFramePr>
            <a:graphicFrameLocks noGrp="1"/>
          </p:cNvGraphicFramePr>
          <p:nvPr/>
        </p:nvGraphicFramePr>
        <p:xfrm>
          <a:off x="6430583" y="2158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16150"/>
                <a:gridCol w="348950"/>
              </a:tblGrid>
              <a:tr h="190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0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5" name="Google Shape;235;p22"/>
          <p:cNvGraphicFramePr>
            <a:graphicFrameLocks noGrp="1"/>
          </p:cNvGraphicFramePr>
          <p:nvPr/>
        </p:nvGraphicFramePr>
        <p:xfrm>
          <a:off x="4978699" y="383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2"/>
          <p:cNvSpPr txBox="1"/>
          <p:nvPr/>
        </p:nvSpPr>
        <p:spPr>
          <a:xfrm>
            <a:off x="4986911" y="4542775"/>
            <a:ext cx="20748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2"/>
          <p:cNvCxnSpPr/>
          <p:nvPr/>
        </p:nvCxnSpPr>
        <p:spPr>
          <a:xfrm flipH="1">
            <a:off x="2578650" y="1513900"/>
            <a:ext cx="0" cy="333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2"/>
          <p:cNvCxnSpPr/>
          <p:nvPr/>
        </p:nvCxnSpPr>
        <p:spPr>
          <a:xfrm flipH="1">
            <a:off x="4880525" y="1513900"/>
            <a:ext cx="0" cy="333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39" name="Google Shape;239;p22"/>
          <p:cNvGraphicFramePr>
            <a:graphicFrameLocks noGrp="1"/>
          </p:cNvGraphicFramePr>
          <p:nvPr/>
        </p:nvGraphicFramePr>
        <p:xfrm>
          <a:off x="455406" y="537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2213425"/>
                <a:gridCol w="2213425"/>
                <a:gridCol w="22134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  (10,8) and (18,0)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  (7,54) and (10,75)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f)  (6,13) and (9,22)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40" name="Google Shape;240;p22"/>
          <p:cNvGraphicFramePr>
            <a:graphicFrameLocks noGrp="1"/>
          </p:cNvGraphicFramePr>
          <p:nvPr/>
        </p:nvGraphicFramePr>
        <p:xfrm>
          <a:off x="1769625" y="5981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16150"/>
                <a:gridCol w="348950"/>
              </a:tblGrid>
              <a:tr h="190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0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41" name="Google Shape;241;p22"/>
          <p:cNvGraphicFramePr>
            <a:graphicFrameLocks noGrp="1"/>
          </p:cNvGraphicFramePr>
          <p:nvPr/>
        </p:nvGraphicFramePr>
        <p:xfrm>
          <a:off x="455393" y="756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2"/>
          <p:cNvSpPr txBox="1"/>
          <p:nvPr/>
        </p:nvSpPr>
        <p:spPr>
          <a:xfrm>
            <a:off x="455406" y="8268120"/>
            <a:ext cx="2644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2662808" y="6667550"/>
            <a:ext cx="16476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44" name="Google Shape;244;p22"/>
          <p:cNvGraphicFramePr>
            <a:graphicFrameLocks noGrp="1"/>
          </p:cNvGraphicFramePr>
          <p:nvPr/>
        </p:nvGraphicFramePr>
        <p:xfrm>
          <a:off x="2634193" y="756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{439F671D-2B05-4403-AED1-5529F5FBD559}</a:tableStyleId>
              </a:tblPr>
              <a:tblGrid>
                <a:gridCol w="335975"/>
                <a:gridCol w="335975"/>
                <a:gridCol w="335975"/>
                <a:gridCol w="335975"/>
                <a:gridCol w="335975"/>
                <a:gridCol w="335975"/>
              </a:tblGrid>
              <a:tr h="234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22"/>
          <p:cNvSpPr txBox="1"/>
          <p:nvPr/>
        </p:nvSpPr>
        <p:spPr>
          <a:xfrm>
            <a:off x="2642406" y="8268120"/>
            <a:ext cx="2644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940401" y="8296636"/>
            <a:ext cx="21552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=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50" y="5883775"/>
            <a:ext cx="1197299" cy="11791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48" name="Google Shape;248;p22"/>
          <p:cNvCxnSpPr/>
          <p:nvPr/>
        </p:nvCxnSpPr>
        <p:spPr>
          <a:xfrm flipH="1">
            <a:off x="2582155" y="5239250"/>
            <a:ext cx="0" cy="333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2"/>
          <p:cNvCxnSpPr/>
          <p:nvPr/>
        </p:nvCxnSpPr>
        <p:spPr>
          <a:xfrm flipH="1">
            <a:off x="4867131" y="5239250"/>
            <a:ext cx="0" cy="333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The intercept point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2024-01-08T16:49:53.075</cp:lastPrinted>
  <dcterms:created xsi:type="dcterms:W3CDTF">2024-01-08T16:49:53Z</dcterms:created>
  <dcterms:modified xsi:type="dcterms:W3CDTF">2024-01-08T16:50:18Z</dcterms:modified>
</cp:coreProperties>
</file>