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2C670A0-867A-42E2-9D64-E5AED4AF655F}">
  <a:tblStyle styleId="{82C670A0-867A-42E2-9D64-E5AED4AF65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1ec49222290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c4922229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plotting coordinates generated from a rule</a:t>
            </a:r>
            <a:endParaRPr sz="2300"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2072150"/>
            <a:ext cx="5014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and plot the first five terms of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Plotting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696848" y="2710104"/>
          <a:ext cx="2879000" cy="663775"/>
        </p:xfrm>
        <a:graphic>
          <a:graphicData uri="http://schemas.openxmlformats.org/drawingml/2006/table">
            <a:tbl>
              <a:tblPr>
                <a:noFill/>
                <a:tableStyleId>{82C670A0-867A-42E2-9D64-E5AED4AF655F}</a:tableStyleId>
              </a:tblPr>
              <a:tblGrid>
                <a:gridCol w="1414375"/>
                <a:gridCol w="292925"/>
                <a:gridCol w="292925"/>
                <a:gridCol w="292925"/>
                <a:gridCol w="292925"/>
                <a:gridCol w="292925"/>
              </a:tblGrid>
              <a:tr h="338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113848" y="2710129"/>
          <a:ext cx="2878975" cy="663725"/>
        </p:xfrm>
        <a:graphic>
          <a:graphicData uri="http://schemas.openxmlformats.org/drawingml/2006/table">
            <a:tbl>
              <a:tblPr>
                <a:noFill/>
                <a:tableStyleId>{82C670A0-867A-42E2-9D64-E5AED4AF655F}</a:tableStyleId>
              </a:tblPr>
              <a:tblGrid>
                <a:gridCol w="1414350"/>
                <a:gridCol w="292925"/>
                <a:gridCol w="292925"/>
                <a:gridCol w="292925"/>
                <a:gridCol w="292925"/>
                <a:gridCol w="292925"/>
              </a:tblGrid>
              <a:tr h="338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237162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779950" y="236247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48275" y="2406203"/>
            <a:ext cx="12699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260225" y="2397053"/>
            <a:ext cx="12699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 descr="&lt;math xmlns=&quot;http://www.w3.org/1998/Math/MathML&quot; data-is-equatio=&quot;1&quot; data-equatio-url=&quot;https://equatio-api.texthelp.com/desmos/get/07-11-2023/2e1a733c-e5a1-429c-a785-a4d5032c8312&quot; data-equatio-type=&quot;desmos&quot;&gt;&lt;mglyph src=&quot;https://equatio-api.texthelp.com/desmos/get/07-11-2023/2e1a733c-e5a1-429c-a785-a4d5032c83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218" t="9182" r="59592" b="5164"/>
          <a:stretch>
            <a:fillRect/>
          </a:stretch>
        </p:blipFill>
        <p:spPr>
          <a:xfrm>
            <a:off x="4984006" y="3534166"/>
            <a:ext cx="1018852" cy="262421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046606" y="4960561"/>
            <a:ext cx="2004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51800" y="3497925"/>
            <a:ext cx="1440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ata-is-equatio=&quot;1&quot; data-equatio-url=&quot;https://equatio-api.texthelp.com/desmos/get/07-11-2023/60e631c0-39a9-436c-8e12-4a467a23a99d&quot; data-equatio-type=&quot;desmos&quot;&gt;&lt;mglyph src=&quot;https://equatio-api.texthelp.com/desmos/get/07-11-2023/60e631c0-39a9-436c-8e12-4a467a23a99d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1571" t="15746" r="57675" b="8621"/>
          <a:stretch>
            <a:fillRect/>
          </a:stretch>
        </p:blipFill>
        <p:spPr>
          <a:xfrm>
            <a:off x="4980925" y="3527347"/>
            <a:ext cx="1018852" cy="262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ata-is-equatio=&quot;1&quot; data-equatio-url=&quot;https://equatio-api.texthelp.com/desmos/get/07-11-2023/8f6aa1fe-987b-469a-bac4-3450415f5ccf&quot; data-equatio-type=&quot;desmos&quot;&gt;&lt;mglyph src=&quot;https://equatio-api.texthelp.com/desmos/get/07-11-2023/8f6aa1fe-987b-469a-bac4-3450415f5ccf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1776" t="15547" r="57727" b="8423"/>
          <a:stretch>
            <a:fillRect/>
          </a:stretch>
        </p:blipFill>
        <p:spPr>
          <a:xfrm>
            <a:off x="1651388" y="3497921"/>
            <a:ext cx="1032924" cy="26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695345" y="4989986"/>
            <a:ext cx="2004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500539" y="3527350"/>
            <a:ext cx="1440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6295775"/>
            <a:ext cx="4173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sequences to their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156728" y="6654829"/>
            <a:ext cx="762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233947" y="6649477"/>
            <a:ext cx="795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+ 10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601806" y="6646713"/>
            <a:ext cx="9900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0" descr="&lt;math xmlns=&quot;http://www.w3.org/1998/Math/MathML&quot; data-is-equatio=&quot;1&quot; data-equatio-url=&quot;https://equatio-api.texthelp.com/desmos/get/07-11-2023/8e14fbc8-eed0-4e31-8fae-6c7c4486d2e9&quot; data-equatio-type=&quot;desmos&quot;&gt;&lt;mglyph src=&quot;https://equatio-api.texthelp.com/desmos/get/07-11-2023/8e14fbc8-eed0-4e31-8fae-6c7c4486d2e9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26329" t="28351" r="56666" b="18744"/>
          <a:stretch>
            <a:fillRect/>
          </a:stretch>
        </p:blipFill>
        <p:spPr>
          <a:xfrm>
            <a:off x="2539643" y="6662478"/>
            <a:ext cx="1040172" cy="2390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ata-is-equatio=&quot;1&quot; data-equatio-url=&quot;https://equatio-api.texthelp.com/desmos/get/07-11-2023/b87e4a55-d739-4df1-a2d9-9129c4dabeb9&quot; data-equatio-type=&quot;desmos&quot;&gt;&lt;mglyph src=&quot;https://equatio-api.texthelp.com/desmos/get/07-11-2023/b87e4a55-d739-4df1-a2d9-9129c4dabeb9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24812" t="25587" r="56670" b="16535"/>
          <a:stretch>
            <a:fillRect/>
          </a:stretch>
        </p:blipFill>
        <p:spPr>
          <a:xfrm>
            <a:off x="5089361" y="6670018"/>
            <a:ext cx="1040178" cy="240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ata-is-equatio=&quot;1&quot; data-equatio-url=&quot;https://equatio-api.texthelp.com/desmos/get/07-11-2023/ed19a968-d62c-4265-9eda-a1c4f7617d28&quot; data-equatio-type=&quot;desmos&quot;&gt;&lt;mglyph src=&quot;https://equatio-api.texthelp.com/desmos/get/07-11-2023/ed19a968-d62c-4265-9eda-a1c4f7617d28&quot; alt=&quot;Equatio Desmos Graph&quot;/&gt;&lt;/math&gt;" title="Equatio Desmos Graph"/>
          <p:cNvPicPr preferRelativeResize="0"/>
          <p:nvPr/>
        </p:nvPicPr>
        <p:blipFill>
          <a:blip r:embed="rId8">
            <a:alphaModFix/>
          </a:blip>
          <a:srcRect l="27240" t="6358" r="56818"/>
          <a:stretch>
            <a:fillRect/>
          </a:stretch>
        </p:blipFill>
        <p:spPr>
          <a:xfrm>
            <a:off x="561919" y="6663234"/>
            <a:ext cx="631560" cy="23906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474828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612813" y="7917675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71177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243872" y="8733158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096916" y="6632427"/>
            <a:ext cx="1713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194313" y="7571928"/>
            <a:ext cx="238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930033" y="7546860"/>
            <a:ext cx="12477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Increasing sequence, all positive terms.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163696" y="7012185"/>
            <a:ext cx="17592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Decreasing sequence, starting with positive terms.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696370" y="7946484"/>
            <a:ext cx="1395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Increasing sequence, starting with negative terms.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generated from a rule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57950" y="1003950"/>
            <a:ext cx="66240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verbal rule to the simplified algebraic rule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Plotting coordinates that follow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57961" y="1946045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57961" y="2348233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57961" y="2750420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3 − 5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57961" y="3076407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57961" y="1620058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961" y="1308738"/>
            <a:ext cx="13608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3275550" y="1663175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to 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275550" y="2407875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subtracted from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275500" y="1343575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subtracted from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275550" y="3152600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3 add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275550" y="2818350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subtract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275550" y="1997425"/>
            <a:ext cx="38163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-coordinate multiplied by 5 add 3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1"/>
          <p:cNvCxnSpPr>
            <a:stCxn id="220" idx="3"/>
            <a:endCxn id="221" idx="1"/>
          </p:cNvCxnSpPr>
          <p:nvPr/>
        </p:nvCxnSpPr>
        <p:spPr>
          <a:xfrm>
            <a:off x="1818761" y="1503138"/>
            <a:ext cx="1456800" cy="354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1"/>
          <p:cNvCxnSpPr>
            <a:stCxn id="219" idx="3"/>
            <a:endCxn id="224" idx="1"/>
          </p:cNvCxnSpPr>
          <p:nvPr/>
        </p:nvCxnSpPr>
        <p:spPr>
          <a:xfrm>
            <a:off x="1818761" y="1814458"/>
            <a:ext cx="1456800" cy="1532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21"/>
          <p:cNvCxnSpPr>
            <a:stCxn id="215" idx="3"/>
            <a:endCxn id="225" idx="1"/>
          </p:cNvCxnSpPr>
          <p:nvPr/>
        </p:nvCxnSpPr>
        <p:spPr>
          <a:xfrm>
            <a:off x="1818761" y="2140445"/>
            <a:ext cx="1456800" cy="872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1"/>
          <p:cNvCxnSpPr>
            <a:stCxn id="216" idx="3"/>
            <a:endCxn id="226" idx="1"/>
          </p:cNvCxnSpPr>
          <p:nvPr/>
        </p:nvCxnSpPr>
        <p:spPr>
          <a:xfrm rot="10800000" flipH="1">
            <a:off x="1818761" y="2191933"/>
            <a:ext cx="1456800" cy="350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1"/>
          <p:cNvCxnSpPr>
            <a:stCxn id="217" idx="3"/>
            <a:endCxn id="223" idx="1"/>
          </p:cNvCxnSpPr>
          <p:nvPr/>
        </p:nvCxnSpPr>
        <p:spPr>
          <a:xfrm rot="10800000" flipH="1">
            <a:off x="1818761" y="1538120"/>
            <a:ext cx="1456800" cy="1406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1"/>
          <p:cNvCxnSpPr>
            <a:stCxn id="218" idx="3"/>
            <a:endCxn id="222" idx="1"/>
          </p:cNvCxnSpPr>
          <p:nvPr/>
        </p:nvCxnSpPr>
        <p:spPr>
          <a:xfrm rot="10800000" flipH="1">
            <a:off x="1818761" y="2602407"/>
            <a:ext cx="1456800" cy="668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33" name="Google Shape;233;p21"/>
          <p:cNvGraphicFramePr>
            <a:graphicFrameLocks noGrp="1"/>
          </p:cNvGraphicFramePr>
          <p:nvPr/>
        </p:nvGraphicFramePr>
        <p:xfrm>
          <a:off x="466258" y="42687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{82C670A0-867A-42E2-9D64-E5AED4AF655F}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1"/>
          <p:cNvSpPr txBox="1"/>
          <p:nvPr/>
        </p:nvSpPr>
        <p:spPr>
          <a:xfrm>
            <a:off x="457950" y="3616038"/>
            <a:ext cx="6729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of values and plot the rules: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57950" y="3844638"/>
            <a:ext cx="187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− 5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57950" y="5063838"/>
            <a:ext cx="187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7" name="Google Shape;237;p21"/>
          <p:cNvGraphicFramePr>
            <a:graphicFrameLocks noGrp="1"/>
          </p:cNvGraphicFramePr>
          <p:nvPr/>
        </p:nvGraphicFramePr>
        <p:xfrm>
          <a:off x="466258" y="55641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{82C670A0-867A-42E2-9D64-E5AED4AF655F}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8" name="Google Shape;238;p21" descr="&lt;math xmlns=&quot;http://www.w3.org/1998/Math/MathML&quot; data-is-equatio=&quot;1&quot; data-equatio-url=&quot;https://equatio-api.texthelp.com/desmos/get/07-11-2023/84443559-ebb1-47bf-bcc0-4fd713311949&quot; data-equatio-type=&quot;desmos&quot;&gt;&lt;mglyph src=&quot;https://equatio-api.texthelp.com/desmos/get/07-11-2023/84443559-ebb1-47bf-bcc0-4fd71331194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326" t="7715" r="48863"/>
          <a:stretch>
            <a:fillRect/>
          </a:stretch>
        </p:blipFill>
        <p:spPr>
          <a:xfrm>
            <a:off x="4510992" y="3733301"/>
            <a:ext cx="1411796" cy="28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4975500" y="3541401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937767" y="4510053"/>
            <a:ext cx="1656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 descr="&lt;math xmlns=&quot;http://www.w3.org/1998/Math/MathML&quot; data-is-equatio=&quot;1&quot; data-equatio-url=&quot;https://equatio-api.texthelp.com/desmos/get/07-11-2023/8523def6-c7be-4c25-83e1-cc5444913bde&quot; data-equatio-type=&quot;desmos&quot;&gt;&lt;mglyph src=&quot;https://equatio-api.texthelp.com/desmos/get/07-11-2023/8523def6-c7be-4c25-83e1-cc5444913bde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0698" t="10501" r="51412" b="17170"/>
          <a:stretch>
            <a:fillRect/>
          </a:stretch>
        </p:blipFill>
        <p:spPr>
          <a:xfrm>
            <a:off x="4505148" y="3742935"/>
            <a:ext cx="1411796" cy="27947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21"/>
          <p:cNvCxnSpPr/>
          <p:nvPr/>
        </p:nvCxnSpPr>
        <p:spPr>
          <a:xfrm rot="10800000">
            <a:off x="4516711" y="3942540"/>
            <a:ext cx="1422900" cy="14112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1"/>
          <p:cNvCxnSpPr/>
          <p:nvPr/>
        </p:nvCxnSpPr>
        <p:spPr>
          <a:xfrm flipH="1">
            <a:off x="4575542" y="3807071"/>
            <a:ext cx="1338000" cy="271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1"/>
          <p:cNvSpPr txBox="1"/>
          <p:nvPr/>
        </p:nvSpPr>
        <p:spPr>
          <a:xfrm>
            <a:off x="4233267" y="6732423"/>
            <a:ext cx="1572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176570" y="8666126"/>
            <a:ext cx="1572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 descr="&lt;math xmlns=&quot;http://www.w3.org/1998/Math/MathML&quot; data-is-equatio=&quot;1&quot; data-equatio-url=&quot;https://equatio-api.texthelp.com/desmos/get/07-11-2023/3e4b8366-7f37-4387-a465-eca1f88ffc2b&quot; data-equatio-type=&quot;desmos&quot;&gt;&lt;mglyph src=&quot;https://equatio-api.texthelp.com/desmos/get/07-11-2023/3e4b8366-7f37-4387-a465-eca1f88ffc2b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4732" t="20042" r="52229" b="17849"/>
          <a:stretch>
            <a:fillRect/>
          </a:stretch>
        </p:blipFill>
        <p:spPr>
          <a:xfrm>
            <a:off x="3806701" y="6953427"/>
            <a:ext cx="1325534" cy="2680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21"/>
          <p:cNvCxnSpPr/>
          <p:nvPr/>
        </p:nvCxnSpPr>
        <p:spPr>
          <a:xfrm rot="10800000">
            <a:off x="3997787" y="7138312"/>
            <a:ext cx="429000" cy="13362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1"/>
          <p:cNvCxnSpPr/>
          <p:nvPr/>
        </p:nvCxnSpPr>
        <p:spPr>
          <a:xfrm rot="10800000">
            <a:off x="4436911" y="8482189"/>
            <a:ext cx="151800" cy="147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1"/>
          <p:cNvCxnSpPr/>
          <p:nvPr/>
        </p:nvCxnSpPr>
        <p:spPr>
          <a:xfrm rot="10800000">
            <a:off x="4585134" y="8633525"/>
            <a:ext cx="140400" cy="7443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1"/>
          <p:cNvSpPr/>
          <p:nvPr/>
        </p:nvSpPr>
        <p:spPr>
          <a:xfrm>
            <a:off x="4465962" y="8513789"/>
            <a:ext cx="247500" cy="2412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614525" y="7264475"/>
            <a:ext cx="345900" cy="6684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9525" y="8145625"/>
            <a:ext cx="3255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5 − 3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is a linear rule, this should make a straight line.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6250" y="8661853"/>
            <a:ext cx="331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coordinate (2, 1) does not fit the rule. 5 − 3(2) = −1, plot (2, −1) instead.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79525" y="9212425"/>
            <a:ext cx="331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Also, continue your lines to the edge of your grid.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637725" y="9175907"/>
            <a:ext cx="247500" cy="4104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879848" y="6892058"/>
            <a:ext cx="247500" cy="410400"/>
          </a:xfrm>
          <a:prstGeom prst="ellipse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1" descr="&lt;math xmlns=&quot;http://www.w3.org/1998/Math/MathML&quot; data-is-equatio=&quot;1&quot; data-equatio-url=&quot;https://equatio-api.texthelp.com/desmos/get/07-11-2023/28d59b39-f99d-43ab-86ce-55a2557e56d5&quot; data-equatio-type=&quot;desmos&quot;&gt;&lt;mglyph src=&quot;https://equatio-api.texthelp.com/desmos/get/07-11-2023/28d59b39-f99d-43ab-86ce-55a2557e56d5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22542" t="15792" r="51602" b="13893"/>
          <a:stretch>
            <a:fillRect/>
          </a:stretch>
        </p:blipFill>
        <p:spPr>
          <a:xfrm>
            <a:off x="5333775" y="6941144"/>
            <a:ext cx="1328684" cy="268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760786" y="6732423"/>
            <a:ext cx="1575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Kalam"/>
                <a:ea typeface="Kalam"/>
                <a:cs typeface="Kalam"/>
                <a:sym typeface="Kalam"/>
              </a:rPr>
              <a:t>y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706325" y="8670705"/>
            <a:ext cx="157500" cy="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Kalam"/>
                <a:ea typeface="Kalam"/>
                <a:cs typeface="Kalam"/>
                <a:sym typeface="Kalam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 rot="10800000">
            <a:off x="5524864" y="7139138"/>
            <a:ext cx="429900" cy="1339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1"/>
          <p:cNvCxnSpPr/>
          <p:nvPr/>
        </p:nvCxnSpPr>
        <p:spPr>
          <a:xfrm rot="10800000">
            <a:off x="5454213" y="6945846"/>
            <a:ext cx="893400" cy="2720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62" name="Google Shape;262;p21"/>
          <p:cNvGraphicFramePr>
            <a:graphicFrameLocks noGrp="1"/>
          </p:cNvGraphicFramePr>
          <p:nvPr/>
        </p:nvGraphicFramePr>
        <p:xfrm>
          <a:off x="537363" y="72743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{82C670A0-867A-42E2-9D64-E5AED4AF655F}</a:tableStyleId>
              </a:tblPr>
              <a:tblGrid>
                <a:gridCol w="464375"/>
                <a:gridCol w="398700"/>
                <a:gridCol w="398700"/>
                <a:gridCol w="398700"/>
                <a:gridCol w="398700"/>
                <a:gridCol w="398700"/>
                <a:gridCol w="398700"/>
              </a:tblGrid>
              <a:tr h="313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1"/>
          <p:cNvSpPr txBox="1"/>
          <p:nvPr/>
        </p:nvSpPr>
        <p:spPr>
          <a:xfrm>
            <a:off x="468000" y="6638525"/>
            <a:ext cx="4337400" cy="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plots the rule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5 − 3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Mark his work and give him feedback.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plotting coordinates generated from a rule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2024-01-08T16:46:54.865</cp:lastPrinted>
  <dcterms:created xsi:type="dcterms:W3CDTF">2024-01-08T16:46:54Z</dcterms:created>
  <dcterms:modified xsi:type="dcterms:W3CDTF">2024-01-08T16:47:03Z</dcterms:modified>
</cp:coreProperties>
</file>