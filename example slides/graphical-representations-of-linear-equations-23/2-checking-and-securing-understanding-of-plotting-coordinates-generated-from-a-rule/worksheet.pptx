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20DB54A-88CE-4D45-9A81-E9C045AB4136}">
  <a:tblStyle styleId="{520DB54A-88CE-4D45-9A81-E9C045AB41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pic>
        <p:nvPicPr>
          <p:cNvPr id="159" name="Google Shape;159;p20" descr="&lt;math xmlns=&quot;http://www.w3.org/1998/Math/MathML&quot; data-is-equatio=&quot;1&quot; data-equatio-url=&quot;https://equatio-api.texthelp.com/desmos/get/07-11-2023/2e1a733c-e5a1-429c-a785-a4d5032c8312&quot; data-equatio-type=&quot;desmos&quot;&gt;&lt;mglyph src=&quot;https://equatio-api.texthelp.com/desmos/get/07-11-2023/2e1a733c-e5a1-429c-a785-a4d5032c8312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7218" t="9182" r="59592" b="5164"/>
          <a:stretch>
            <a:fillRect/>
          </a:stretch>
        </p:blipFill>
        <p:spPr>
          <a:xfrm>
            <a:off x="1657778" y="3534179"/>
            <a:ext cx="1018852" cy="262421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>
            <p:ph type="title"/>
          </p:nvPr>
        </p:nvSpPr>
        <p:spPr>
          <a:xfrm>
            <a:off x="468000" y="864000"/>
            <a:ext cx="6624000" cy="8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and securing understanding of plotting coordinates generated from a rule</a:t>
            </a:r>
            <a:endParaRPr sz="23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" name="Google Shape;16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2072150"/>
            <a:ext cx="50142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and plot the first five terms of these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arithmetic sequences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30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Plotting arithmetic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728348" y="2733016"/>
          <a:ext cx="2879000" cy="663775"/>
        </p:xfrm>
        <a:graphic>
          <a:graphicData uri="http://schemas.openxmlformats.org/drawingml/2006/table">
            <a:tbl>
              <a:tblPr>
                <a:noFill/>
                <a:tableStyleId>{520DB54A-88CE-4D45-9A81-E9C045AB4136}</a:tableStyleId>
              </a:tblPr>
              <a:tblGrid>
                <a:gridCol w="1414375"/>
                <a:gridCol w="292925"/>
                <a:gridCol w="292925"/>
                <a:gridCol w="292925"/>
                <a:gridCol w="292925"/>
                <a:gridCol w="292925"/>
              </a:tblGrid>
              <a:tr h="338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5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4145349" y="2733041"/>
          <a:ext cx="2878975" cy="663725"/>
        </p:xfrm>
        <a:graphic>
          <a:graphicData uri="http://schemas.openxmlformats.org/drawingml/2006/table">
            <a:tbl>
              <a:tblPr>
                <a:noFill/>
                <a:tableStyleId>{520DB54A-88CE-4D45-9A81-E9C045AB4136}</a:tableStyleId>
              </a:tblPr>
              <a:tblGrid>
                <a:gridCol w="1414350"/>
                <a:gridCol w="292925"/>
                <a:gridCol w="292925"/>
                <a:gridCol w="292925"/>
                <a:gridCol w="292925"/>
                <a:gridCol w="292925"/>
              </a:tblGrid>
              <a:tr h="33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0"/>
          <p:cNvSpPr txBox="1"/>
          <p:nvPr/>
        </p:nvSpPr>
        <p:spPr>
          <a:xfrm>
            <a:off x="468000" y="2371625"/>
            <a:ext cx="3654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779950" y="2362475"/>
            <a:ext cx="3654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948275" y="2406203"/>
            <a:ext cx="12699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− 10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260225" y="2397053"/>
            <a:ext cx="12699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10 −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" name="Google Shape;170;p20" descr="&lt;math xmlns=&quot;http://www.w3.org/1998/Math/MathML&quot; data-is-equatio=&quot;1&quot; data-equatio-url=&quot;https://equatio-api.texthelp.com/desmos/get/07-11-2023/2e1a733c-e5a1-429c-a785-a4d5032c8312&quot; data-equatio-type=&quot;desmos&quot;&gt;&lt;mglyph src=&quot;https://equatio-api.texthelp.com/desmos/get/07-11-2023/2e1a733c-e5a1-429c-a785-a4d5032c8312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7218" t="9182" r="59592" b="5164"/>
          <a:stretch>
            <a:fillRect/>
          </a:stretch>
        </p:blipFill>
        <p:spPr>
          <a:xfrm>
            <a:off x="4984006" y="3534166"/>
            <a:ext cx="1018852" cy="262421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6046606" y="4960561"/>
            <a:ext cx="2004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851800" y="3497925"/>
            <a:ext cx="1440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2695345" y="4989986"/>
            <a:ext cx="2004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1500539" y="3527350"/>
            <a:ext cx="1440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6295775"/>
            <a:ext cx="41730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sequences to their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728353" y="7024816"/>
            <a:ext cx="7620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− 10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728353" y="7550740"/>
            <a:ext cx="795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+ 10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728353" y="8067726"/>
            <a:ext cx="9900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10 − 3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0" descr="&lt;math xmlns=&quot;http://www.w3.org/1998/Math/MathML&quot; data-is-equatio=&quot;1&quot; data-equatio-url=&quot;https://equatio-api.texthelp.com/desmos/get/07-11-2023/8e14fbc8-eed0-4e31-8fae-6c7c4486d2e9&quot; data-equatio-type=&quot;desmos&quot;&gt;&lt;mglyph src=&quot;https://equatio-api.texthelp.com/desmos/get/07-11-2023/8e14fbc8-eed0-4e31-8fae-6c7c4486d2e9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26329" t="28351" r="56666" b="18744"/>
          <a:stretch>
            <a:fillRect/>
          </a:stretch>
        </p:blipFill>
        <p:spPr>
          <a:xfrm>
            <a:off x="4276621" y="6662478"/>
            <a:ext cx="1040172" cy="2390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&lt;math xmlns=&quot;http://www.w3.org/1998/Math/MathML&quot; data-is-equatio=&quot;1&quot; data-equatio-url=&quot;https://equatio-api.texthelp.com/desmos/get/07-11-2023/b87e4a55-d739-4df1-a2d9-9129c4dabeb9&quot; data-equatio-type=&quot;desmos&quot;&gt;&lt;mglyph src=&quot;https://equatio-api.texthelp.com/desmos/get/07-11-2023/b87e4a55-d739-4df1-a2d9-9129c4dabeb9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24812" t="25587" r="56670" b="16535"/>
          <a:stretch>
            <a:fillRect/>
          </a:stretch>
        </p:blipFill>
        <p:spPr>
          <a:xfrm>
            <a:off x="5759539" y="6670018"/>
            <a:ext cx="1040178" cy="2401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&lt;math xmlns=&quot;http://www.w3.org/1998/Math/MathML&quot; data-is-equatio=&quot;1&quot; data-equatio-url=&quot;https://equatio-api.texthelp.com/desmos/get/07-11-2023/ed19a968-d62c-4265-9eda-a1c4f7617d28&quot; data-equatio-type=&quot;desmos&quot;&gt;&lt;mglyph src=&quot;https://equatio-api.texthelp.com/desmos/get/07-11-2023/ed19a968-d62c-4265-9eda-a1c4f7617d28&quot; alt=&quot;Equatio Desmos Graph&quot;/&gt;&lt;/math&gt;" title="Equatio Desmos Graph"/>
          <p:cNvPicPr preferRelativeResize="0"/>
          <p:nvPr/>
        </p:nvPicPr>
        <p:blipFill>
          <a:blip r:embed="rId6">
            <a:alphaModFix/>
          </a:blip>
          <a:srcRect l="27240" t="6358" r="56818"/>
          <a:stretch>
            <a:fillRect/>
          </a:stretch>
        </p:blipFill>
        <p:spPr>
          <a:xfrm>
            <a:off x="2984697" y="6663234"/>
            <a:ext cx="631560" cy="239064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4211806" y="6632427"/>
            <a:ext cx="171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349791" y="7917675"/>
            <a:ext cx="2382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893955" y="6632427"/>
            <a:ext cx="171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666650" y="8733158"/>
            <a:ext cx="2382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767094" y="6632427"/>
            <a:ext cx="171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864491" y="7571928"/>
            <a:ext cx="2382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" name="Shape 192"/>
        <p:cNvGrpSpPr/>
        <p:nvPr/>
      </p:nvGrpSpPr>
      <p:grpSpPr>
        <a:xfrm>
          <a:off x="0" y="0"/>
          <a:ext cx="0" cy="0"/>
        </a:xfrm>
      </p:grpSpPr>
      <p:sp>
        <p:nvSpPr>
          <p:cNvPr id="193" name="Google Shape;19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4" name="Google Shape;19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understanding of plotting coordinates generated from a rule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57950" y="1003950"/>
            <a:ext cx="66240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verbal rule to the simplified algebraic rule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Plotting coordinates that follow a rule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57961" y="1946045"/>
            <a:ext cx="1360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5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− 3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57961" y="2348233"/>
            <a:ext cx="1360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5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+ 3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57961" y="2750420"/>
            <a:ext cx="1360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3 − 5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57961" y="3076407"/>
            <a:ext cx="1360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3 −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57961" y="1620058"/>
            <a:ext cx="1360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3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+ 5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57961" y="1308738"/>
            <a:ext cx="1360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+ 3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3267925" y="1663175"/>
            <a:ext cx="3823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to the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-coordinate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3268050" y="2407875"/>
            <a:ext cx="3823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-coordinate subtracted from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3267975" y="1343575"/>
            <a:ext cx="3823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-coordinate multiplied by 5 subtracted from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3268050" y="3152600"/>
            <a:ext cx="3823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-coordinate multiplied by 3 add 5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268050" y="2818350"/>
            <a:ext cx="3823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-coordinate multiplied by 5 subtract 3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268050" y="1997425"/>
            <a:ext cx="3823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-coordinate multiplied by 5 add 3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1" name="Google Shape;211;p21"/>
          <p:cNvGraphicFramePr>
            <a:graphicFrameLocks noGrp="1"/>
          </p:cNvGraphicFramePr>
          <p:nvPr/>
        </p:nvGraphicFramePr>
        <p:xfrm>
          <a:off x="466258" y="42687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{520DB54A-88CE-4D45-9A81-E9C045AB4136}</a:tableStyleId>
              </a:tblPr>
              <a:tblGrid>
                <a:gridCol w="464375"/>
                <a:gridCol w="398700"/>
                <a:gridCol w="398700"/>
                <a:gridCol w="398700"/>
                <a:gridCol w="398700"/>
                <a:gridCol w="398700"/>
                <a:gridCol w="398700"/>
                <a:gridCol w="398700"/>
              </a:tblGrid>
              <a:tr h="313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21"/>
          <p:cNvSpPr txBox="1"/>
          <p:nvPr/>
        </p:nvSpPr>
        <p:spPr>
          <a:xfrm>
            <a:off x="457950" y="3616038"/>
            <a:ext cx="67293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table of values and plot the rules: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57950" y="3844638"/>
            <a:ext cx="1873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− 5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57950" y="5063838"/>
            <a:ext cx="1873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5" name="Google Shape;215;p21"/>
          <p:cNvGraphicFramePr>
            <a:graphicFrameLocks noGrp="1"/>
          </p:cNvGraphicFramePr>
          <p:nvPr/>
        </p:nvGraphicFramePr>
        <p:xfrm>
          <a:off x="466258" y="55641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{520DB54A-88CE-4D45-9A81-E9C045AB4136}</a:tableStyleId>
              </a:tblPr>
              <a:tblGrid>
                <a:gridCol w="464375"/>
                <a:gridCol w="398700"/>
                <a:gridCol w="398700"/>
                <a:gridCol w="398700"/>
                <a:gridCol w="398700"/>
                <a:gridCol w="398700"/>
                <a:gridCol w="398700"/>
                <a:gridCol w="398700"/>
              </a:tblGrid>
              <a:tr h="313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16" name="Google Shape;216;p21" descr="&lt;math xmlns=&quot;http://www.w3.org/1998/Math/MathML&quot; data-is-equatio=&quot;1&quot; data-equatio-url=&quot;https://equatio-api.texthelp.com/desmos/get/07-11-2023/84443559-ebb1-47bf-bcc0-4fd713311949&quot; data-equatio-type=&quot;desmos&quot;&gt;&lt;mglyph src=&quot;https://equatio-api.texthelp.com/desmos/get/07-11-2023/84443559-ebb1-47bf-bcc0-4fd713311949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6326" t="7715" r="48863"/>
          <a:stretch>
            <a:fillRect/>
          </a:stretch>
        </p:blipFill>
        <p:spPr>
          <a:xfrm>
            <a:off x="4510992" y="3733301"/>
            <a:ext cx="1411796" cy="280722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4975500" y="3541401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y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937767" y="4510053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9" name="Google Shape;219;p21"/>
          <p:cNvGraphicFramePr>
            <a:graphicFrameLocks noGrp="1"/>
          </p:cNvGraphicFramePr>
          <p:nvPr/>
        </p:nvGraphicFramePr>
        <p:xfrm>
          <a:off x="537363" y="72743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{520DB54A-88CE-4D45-9A81-E9C045AB4136}</a:tableStyleId>
              </a:tblPr>
              <a:tblGrid>
                <a:gridCol w="464375"/>
                <a:gridCol w="398700"/>
                <a:gridCol w="398700"/>
                <a:gridCol w="398700"/>
                <a:gridCol w="398700"/>
                <a:gridCol w="398700"/>
                <a:gridCol w="398700"/>
              </a:tblGrid>
              <a:tr h="313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0" name="Google Shape;220;p21"/>
          <p:cNvSpPr txBox="1"/>
          <p:nvPr/>
        </p:nvSpPr>
        <p:spPr>
          <a:xfrm>
            <a:off x="468000" y="6638525"/>
            <a:ext cx="43374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plots the rule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5 − 3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Mark his work and give him feedback.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233267" y="6732423"/>
            <a:ext cx="1572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y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176570" y="8666126"/>
            <a:ext cx="1572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" name="Google Shape;223;p21" descr="&lt;math xmlns=&quot;http://www.w3.org/1998/Math/MathML&quot; data-is-equatio=&quot;1&quot; data-equatio-url=&quot;https://equatio-api.texthelp.com/desmos/get/07-11-2023/3e4b8366-7f37-4387-a465-eca1f88ffc2b&quot; data-equatio-type=&quot;desmos&quot;&gt;&lt;mglyph src=&quot;https://equatio-api.texthelp.com/desmos/get/07-11-2023/3e4b8366-7f37-4387-a465-eca1f88ffc2b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24732" t="20042" r="52229" b="17849"/>
          <a:stretch>
            <a:fillRect/>
          </a:stretch>
        </p:blipFill>
        <p:spPr>
          <a:xfrm>
            <a:off x="3806701" y="6953427"/>
            <a:ext cx="1325534" cy="26801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21"/>
          <p:cNvCxnSpPr/>
          <p:nvPr/>
        </p:nvCxnSpPr>
        <p:spPr>
          <a:xfrm rot="10800000">
            <a:off x="3997787" y="7138312"/>
            <a:ext cx="429000" cy="13362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21"/>
          <p:cNvCxnSpPr/>
          <p:nvPr/>
        </p:nvCxnSpPr>
        <p:spPr>
          <a:xfrm rot="10800000">
            <a:off x="4436911" y="8482189"/>
            <a:ext cx="151800" cy="147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21"/>
          <p:cNvCxnSpPr/>
          <p:nvPr/>
        </p:nvCxnSpPr>
        <p:spPr>
          <a:xfrm rot="10800000">
            <a:off x="4585134" y="8633525"/>
            <a:ext cx="140400" cy="744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7" name="Google Shape;22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4825" y="6957299"/>
            <a:ext cx="815400" cy="267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and securing understanding of plotting coordinates generated from a rule
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2024-01-08T16:46:25.525</cp:lastPrinted>
  <dcterms:created xsi:type="dcterms:W3CDTF">2024-01-08T16:46:25Z</dcterms:created>
  <dcterms:modified xsi:type="dcterms:W3CDTF">2024-01-08T16:46:50Z</dcterms:modified>
</cp:coreProperties>
</file>