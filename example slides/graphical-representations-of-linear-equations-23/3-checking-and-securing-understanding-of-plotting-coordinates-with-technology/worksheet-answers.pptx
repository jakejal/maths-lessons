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7" name="Shape 187"/>
        <p:cNvGrpSpPr/>
        <p:nvPr/>
      </p:nvGrpSpPr>
      <p:grpSpPr>
        <a:xfrm>
          <a:off x="0" y="0"/>
          <a:ext cx="0" cy="0"/>
        </a:xfrm>
      </p:grpSpPr>
      <p:sp>
        <p:nvSpPr>
          <p:cNvPr id="188" name="Google Shape;188;g2a0a9b02770_0_2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a0a9b02770_0_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5" name="Shape 225"/>
        <p:cNvGrpSpPr/>
        <p:nvPr/>
      </p:nvGrpSpPr>
      <p:grpSpPr>
        <a:xfrm>
          <a:off x="0" y="0"/>
          <a:ext cx="0" cy="0"/>
        </a:xfrm>
      </p:grpSpPr>
      <p:sp>
        <p:nvSpPr>
          <p:cNvPr id="226" name="Google Shape;226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10" Type="http://schemas.openxmlformats.org/officeDocument/2006/relationships/image" Target="../media/image18.png" /><Relationship Id="rId11" Type="http://schemas.openxmlformats.org/officeDocument/2006/relationships/image" Target="../media/image19.png" /><Relationship Id="rId12" Type="http://schemas.openxmlformats.org/officeDocument/2006/relationships/image" Target="../media/image20.png" /><Relationship Id="rId13" Type="http://schemas.openxmlformats.org/officeDocument/2006/relationships/image" Target="../media/image21.png" /><Relationship Id="rId14" Type="http://schemas.openxmlformats.org/officeDocument/2006/relationships/image" Target="../media/image22.png" /><Relationship Id="rId15" Type="http://schemas.openxmlformats.org/officeDocument/2006/relationships/image" Target="../media/image23.png" /><Relationship Id="rId16" Type="http://schemas.openxmlformats.org/officeDocument/2006/relationships/image" Target="../media/image24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Relationship Id="rId5" Type="http://schemas.openxmlformats.org/officeDocument/2006/relationships/image" Target="../media/image13.png" /><Relationship Id="rId6" Type="http://schemas.openxmlformats.org/officeDocument/2006/relationships/image" Target="../media/image14.png" /><Relationship Id="rId7" Type="http://schemas.openxmlformats.org/officeDocument/2006/relationships/image" Target="../media/image15.png" /><Relationship Id="rId8" Type="http://schemas.openxmlformats.org/officeDocument/2006/relationships/image" Target="../media/image16.png" /><Relationship Id="rId9" Type="http://schemas.openxmlformats.org/officeDocument/2006/relationships/image" Target="../media/image17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25.png" /><Relationship Id="rId4" Type="http://schemas.openxmlformats.org/officeDocument/2006/relationships/image" Target="../media/image26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understanding of plotting coordinates with technology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2016900"/>
            <a:ext cx="6624000" cy="8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the table function in Desmos to generate the first ten terms of the arithmetic sequence 20 − 4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2462250"/>
            <a:ext cx="4679997" cy="2024645"/>
          </a:xfrm>
          <a:prstGeom prst="rect">
            <a:avLst/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5" name="Google Shape;175;p20"/>
          <p:cNvSpPr txBox="1"/>
          <p:nvPr/>
        </p:nvSpPr>
        <p:spPr>
          <a:xfrm>
            <a:off x="468000" y="16797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Plotting sequences and rules using technology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4768825"/>
            <a:ext cx="6271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the table function to generate the first ten terms of the arithmetic sequence 2.65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− 17.5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your graphical representation to identify the first positive term.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7" name="Google Shape;17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5802949"/>
            <a:ext cx="4679997" cy="1409953"/>
          </a:xfrm>
          <a:prstGeom prst="rect">
            <a:avLst/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8" name="Google Shape;178;p20"/>
          <p:cNvSpPr/>
          <p:nvPr/>
        </p:nvSpPr>
        <p:spPr>
          <a:xfrm>
            <a:off x="3698212" y="6214228"/>
            <a:ext cx="260700" cy="248700"/>
          </a:xfrm>
          <a:prstGeom prst="ellipse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68000" y="5450738"/>
            <a:ext cx="4572000" cy="3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7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term is the first positive one.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68000" y="733037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Use Desmos to explore if the sequences 5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− 40 and 56 − 3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share a common term.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2868600" y="7822075"/>
            <a:ext cx="1662900" cy="3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Zoom in and click on the shared coordinate.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2" name="Google Shape;18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000" y="7822074"/>
            <a:ext cx="2266802" cy="195020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3" name="Google Shape;18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59200" y="7822075"/>
            <a:ext cx="2146048" cy="195019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4" name="Google Shape;184;p20"/>
          <p:cNvSpPr txBox="1"/>
          <p:nvPr/>
        </p:nvSpPr>
        <p:spPr>
          <a:xfrm>
            <a:off x="470000" y="7560000"/>
            <a:ext cx="4061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Use the table function to plot multiple terms.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2868600" y="8484800"/>
            <a:ext cx="1662900" cy="3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coordinates are in the form (</a:t>
            </a:r>
            <a:r>
              <a:rPr lang="en-GB" sz="1200" i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, </a:t>
            </a:r>
            <a:r>
              <a:rPr lang="en-GB" sz="1200" i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) so this is the 12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term with a value of 20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2868600" y="9484610"/>
            <a:ext cx="2266800" cy="3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 is a shared term.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0" name="Shape 190"/>
        <p:cNvGrpSpPr/>
        <p:nvPr/>
      </p:nvGrpSpPr>
      <p:grpSpPr>
        <a:xfrm>
          <a:off x="0" y="0"/>
          <a:ext cx="0" cy="0"/>
        </a:xfrm>
      </p:grpSpPr>
      <p:sp>
        <p:nvSpPr>
          <p:cNvPr id="191" name="Google Shape;191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Checking and securing understanding of plotting coordinates with technology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4953600" y="1799175"/>
            <a:ext cx="1885500" cy="3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They intersect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 the second quadrant.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468000" y="720000"/>
            <a:ext cx="66438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Use Desmos to graphically represent the rules                          and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3.26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+ 18.7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Identify the quadrant in which they intersect.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4" name="Google Shape;194;p21" descr="&lt;math xmlns=&quot;http://www.w3.org/1998/Math/MathML&quot; display=&quot;block&quot; data-is-equatio=&quot;1&quot; data-latex=&quot;y=6\frac{1}{2}-\frac{1}{4}x&quot;&gt;&lt;mi&gt;y&lt;/mi&gt;&lt;mo&gt;=&lt;/mo&gt;&lt;mn&gt;6&lt;/mn&gt;&lt;mfrac&gt;&lt;mn&gt;1&lt;/mn&gt;&lt;mn&gt;2&lt;/mn&gt;&lt;/mfrac&gt;&lt;mo&gt;−&lt;/mo&gt;&lt;mfrac&gt;&lt;mn&gt;1&lt;/mn&gt;&lt;mn&gt;4&lt;/mn&gt;&lt;/mfrac&gt;&lt;mi&gt;x&lt;/mi&gt;&lt;/math&gt;" title="y equals 6 and one half minus one fourth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0005" y="637175"/>
            <a:ext cx="953743" cy="35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331825"/>
            <a:ext cx="1597265" cy="102767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6" name="Google Shape;19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12004" y="1320298"/>
            <a:ext cx="2151401" cy="173786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7" name="Google Shape;197;p21"/>
          <p:cNvSpPr/>
          <p:nvPr/>
        </p:nvSpPr>
        <p:spPr>
          <a:xfrm>
            <a:off x="3039191" y="1624137"/>
            <a:ext cx="369000" cy="352200"/>
          </a:xfrm>
          <a:prstGeom prst="ellipse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8" name="Google Shape;198;p21"/>
          <p:cNvCxnSpPr/>
          <p:nvPr/>
        </p:nvCxnSpPr>
        <p:spPr>
          <a:xfrm>
            <a:off x="474757" y="31460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9" name="Google Shape;199;p21"/>
          <p:cNvSpPr txBox="1"/>
          <p:nvPr/>
        </p:nvSpPr>
        <p:spPr>
          <a:xfrm>
            <a:off x="468000" y="3623550"/>
            <a:ext cx="7135200" cy="7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Desmos to find which coordinate does not fit the same rule as the others.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468000" y="3308250"/>
            <a:ext cx="6610500" cy="3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Identifying if points fit a rule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479525" y="3909800"/>
            <a:ext cx="998700" cy="24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(−5, 23)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(1, 5)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(−1,−11)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(0, 8)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(4, 4)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(−3, 17)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(6,−10)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2" name="Google Shape;20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45856" y="3970584"/>
            <a:ext cx="2544396" cy="2467617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3" name="Google Shape;203;p21"/>
          <p:cNvSpPr txBox="1"/>
          <p:nvPr/>
        </p:nvSpPr>
        <p:spPr>
          <a:xfrm>
            <a:off x="1463400" y="3953875"/>
            <a:ext cx="2316600" cy="3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Plot using a table for speed and switch on ‘lines’.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6059846" y="5246709"/>
            <a:ext cx="269700" cy="248700"/>
          </a:xfrm>
          <a:prstGeom prst="ellipse">
            <a:avLst/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1478225" y="4636400"/>
            <a:ext cx="2316600" cy="3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(4, 4) looks out of line.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06" name="Google Shape;206;p21"/>
          <p:cNvGrpSpPr/>
          <p:nvPr/>
        </p:nvGrpSpPr>
        <p:grpSpPr>
          <a:xfrm>
            <a:off x="4159059" y="3953870"/>
            <a:ext cx="2531138" cy="2496881"/>
            <a:chOff x="4952725" y="1367710"/>
            <a:chExt cx="3494599" cy="3447302"/>
          </a:xfrm>
        </p:grpSpPr>
        <p:pic>
          <p:nvPicPr>
            <p:cNvPr id="207" name="Google Shape;207;p2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952725" y="1367710"/>
              <a:ext cx="3494599" cy="3447302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208" name="Google Shape;208;p2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969047" y="1632325"/>
              <a:ext cx="1084650" cy="25976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9" name="Google Shape;209;p21"/>
          <p:cNvSpPr txBox="1"/>
          <p:nvPr/>
        </p:nvSpPr>
        <p:spPr>
          <a:xfrm>
            <a:off x="1463400" y="5113850"/>
            <a:ext cx="2316600" cy="3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Plot it separately to confirm that it does not fit the same rule.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68000" y="6742912"/>
            <a:ext cx="71352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Which coordinates fit the rule   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1" name="Google Shape;211;p21" descr="&lt;math xmlns=&quot;http://www.w3.org/1998/Math/MathML&quot; display=&quot;block&quot; data-is-equatio=&quot;1&quot; data-latex=&quot;y=\frac{7}{4}x-\frac{2}{3}&quot;&gt;&lt;mi&gt;y&lt;/mi&gt;&lt;mo&gt;=&lt;/mo&gt;&lt;mfrac&gt;&lt;mn&gt;7&lt;/mn&gt;&lt;mn&gt;4&lt;/mn&gt;&lt;/mfrac&gt;&lt;mi&gt;x&lt;/mi&gt;&lt;mo&gt;−&lt;/mo&gt;&lt;mfrac&gt;&lt;mn&gt;2&lt;/mn&gt;&lt;mn&gt;3&lt;/mn&gt;&lt;/mfrac&gt;&lt;/math&gt;" title="y equals seven fourths x minus two third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15575" y="6683532"/>
            <a:ext cx="756714" cy="31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 descr="&lt;math xmlns=&quot;http://www.w3.org/1998/Math/MathML&quot; display=&quot;block&quot; data-is-equatio=&quot;1&quot; data-latex=&quot;\left(2,\frac{17}{6}\right)&quot;&gt;&lt;mrow data-mjx-texclass=&quot;INNER&quot;&gt;&lt;mo data-mjx-texclass=&quot;OPEN&quot;&gt;(&lt;/mo&gt;&lt;mn&gt;2&lt;/mn&gt;&lt;mo&gt;,&lt;/mo&gt;&lt;mfrac&gt;&lt;mn&gt;17&lt;/mn&gt;&lt;mn&gt;6&lt;/mn&gt;&lt;/mfrac&gt;&lt;mo data-mjx-texclass=&quot;CLOSE&quot;&gt;)&lt;/mo&gt;&lt;/mrow&gt;&lt;/math&gt;" title="open paren 2 comma seventeen sixths close paren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68000" y="7613126"/>
            <a:ext cx="729960" cy="526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&lt;math xmlns=&quot;http://www.w3.org/1998/Math/MathML&quot; display=&quot;block&quot; data-is-equatio=&quot;1&quot; data-latex=&quot;\left(-2,-\frac{25}{6}\right)&quot;&gt;&lt;mrow data-mjx-texclass=&quot;INNER&quot;&gt;&lt;mo data-mjx-texclass=&quot;OPEN&quot;&gt;(&lt;/mo&gt;&lt;mo&gt;−&lt;/mo&gt;&lt;mn&gt;2&lt;/mn&gt;&lt;mo&gt;,&lt;/mo&gt;&lt;mo&gt;−&lt;/mo&gt;&lt;mfrac&gt;&lt;mn&gt;25&lt;/mn&gt;&lt;mn&gt;6&lt;/mn&gt;&lt;/mfrac&gt;&lt;mo data-mjx-texclass=&quot;CLOSE&quot;&gt;)&lt;/mo&gt;&lt;/mrow&gt;&lt;/math&gt;" title="open paren negative 2 comma negative 25 over 6 close paren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68000" y="8227427"/>
            <a:ext cx="1020652" cy="526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&lt;math xmlns=&quot;http://www.w3.org/1998/Math/MathML&quot; display=&quot;block&quot; data-is-equatio=&quot;1&quot; data-latex=&quot;\left(\frac{2}{3},2\right)&quot;&gt;&lt;mrow data-mjx-texclass=&quot;INNER&quot;&gt;&lt;mo data-mjx-texclass=&quot;OPEN&quot;&gt;(&lt;/mo&gt;&lt;mfrac&gt;&lt;mn&gt;2&lt;/mn&gt;&lt;mn&gt;3&lt;/mn&gt;&lt;/mfrac&gt;&lt;mo&gt;,&lt;/mo&gt;&lt;mn&gt;2&lt;/mn&gt;&lt;mo data-mjx-texclass=&quot;CLOSE&quot;&gt;)&lt;/mo&gt;&lt;/mrow&gt;&lt;/math&gt;" title="open paren two thirds comma 2 close paren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68000" y="8841729"/>
            <a:ext cx="623373" cy="526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&lt;math xmlns=&quot;http://www.w3.org/1998/Math/MathML&quot; display=&quot;block&quot; data-is-equatio=&quot;1&quot; data-latex=&quot;\left(\frac{1}{2},\frac{5}{24}\right)&quot;&gt;&lt;mrow data-mjx-texclass=&quot;INNER&quot;&gt;&lt;mo data-mjx-texclass=&quot;OPEN&quot;&gt;(&lt;/mo&gt;&lt;mfrac&gt;&lt;mn&gt;1&lt;/mn&gt;&lt;mn&gt;2&lt;/mn&gt;&lt;/mfrac&gt;&lt;mo&gt;,&lt;/mo&gt;&lt;mfrac&gt;&lt;mn&gt;5&lt;/mn&gt;&lt;mn&gt;24&lt;/mn&gt;&lt;/mfrac&gt;&lt;mo data-mjx-texclass=&quot;CLOSE&quot;&gt;)&lt;/mo&gt;&lt;/mrow&gt;&lt;/math&gt;" title="open paren one half comma 5 over 24 close paren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68000" y="6998825"/>
            <a:ext cx="807478" cy="526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338014" y="7112435"/>
            <a:ext cx="295982" cy="313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286296" y="7721691"/>
            <a:ext cx="295982" cy="313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565831" y="8348186"/>
            <a:ext cx="295982" cy="3132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" name="Google Shape;219;p21"/>
          <p:cNvGrpSpPr/>
          <p:nvPr/>
        </p:nvGrpSpPr>
        <p:grpSpPr>
          <a:xfrm>
            <a:off x="4145814" y="7013713"/>
            <a:ext cx="2544317" cy="2290929"/>
            <a:chOff x="3789478" y="1517425"/>
            <a:chExt cx="3662996" cy="3298199"/>
          </a:xfrm>
        </p:grpSpPr>
        <p:pic>
          <p:nvPicPr>
            <p:cNvPr id="220" name="Google Shape;220;p21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3789478" y="1517425"/>
              <a:ext cx="3662996" cy="3298199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221" name="Google Shape;221;p21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3827326" y="1811150"/>
              <a:ext cx="1080350" cy="259046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2" name="Google Shape;222;p21"/>
          <p:cNvSpPr/>
          <p:nvPr/>
        </p:nvSpPr>
        <p:spPr>
          <a:xfrm>
            <a:off x="5948981" y="7445463"/>
            <a:ext cx="258600" cy="238800"/>
          </a:xfrm>
          <a:prstGeom prst="ellipse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4287272" y="7950721"/>
            <a:ext cx="579300" cy="238800"/>
          </a:xfrm>
          <a:prstGeom prst="ellipse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1192782" y="8984971"/>
            <a:ext cx="18195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does not fit the rule.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8" name="Shape 228"/>
        <p:cNvGrpSpPr/>
        <p:nvPr/>
      </p:nvGrpSpPr>
      <p:grpSpPr>
        <a:xfrm>
          <a:off x="0" y="0"/>
          <a:ext cx="0" cy="0"/>
        </a:xfrm>
      </p:grpSpPr>
      <p:sp>
        <p:nvSpPr>
          <p:cNvPr id="229" name="Google Shape;229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30" name="Google Shape;230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Checking and securing understanding of plotting coordinates with technology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grpSp>
        <p:nvGrpSpPr>
          <p:cNvPr id="233" name="Google Shape;233;p22"/>
          <p:cNvGrpSpPr/>
          <p:nvPr/>
        </p:nvGrpSpPr>
        <p:grpSpPr>
          <a:xfrm>
            <a:off x="1698914" y="1629409"/>
            <a:ext cx="4162168" cy="2825199"/>
            <a:chOff x="76136" y="3145825"/>
            <a:chExt cx="3546798" cy="2150076"/>
          </a:xfrm>
        </p:grpSpPr>
        <p:pic>
          <p:nvPicPr>
            <p:cNvPr id="234" name="Google Shape;234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6136" y="3145825"/>
              <a:ext cx="3546798" cy="2150076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235" name="Google Shape;235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5611" y="3332815"/>
              <a:ext cx="856438" cy="18327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6" name="Google Shape;236;p22"/>
          <p:cNvSpPr txBox="1"/>
          <p:nvPr/>
        </p:nvSpPr>
        <p:spPr>
          <a:xfrm>
            <a:off x="468000" y="720000"/>
            <a:ext cx="6624000" cy="16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Use Desmos to graphically represent the rules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− 13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17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Identify which of these three coordinates fits both rules.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(5, 7)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(6, 5)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(7, 8)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468000" y="4692825"/>
            <a:ext cx="6624000" cy="3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coordinate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(6, 5)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fits both rules.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4556334" y="2680882"/>
            <a:ext cx="282900" cy="244200"/>
          </a:xfrm>
          <a:prstGeom prst="ellipse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41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Checking and securing understanding of plotting coordinates with technology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2024-01-08T16:47:02.927</cp:lastPrinted>
  <dcterms:created xsi:type="dcterms:W3CDTF">2024-01-08T16:47:02Z</dcterms:created>
  <dcterms:modified xsi:type="dcterms:W3CDTF">2024-01-08T16:47:30Z</dcterms:modified>
</cp:coreProperties>
</file>