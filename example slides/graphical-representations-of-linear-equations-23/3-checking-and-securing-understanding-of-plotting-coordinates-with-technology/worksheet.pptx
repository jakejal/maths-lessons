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  <p:sldId id="258" r:id="rId6"/>
  </p:sldIdLst>
  <p:sldSz cx="7560000" cy="10692000"/>
  <p:notesSz cx="6858000" cy="9144000"/>
  <p:embeddedFontLst>
    <p:embeddedFont>
      <p:font typeface="Lexend" panose="00000000000000000000"/>
      <p:regular r:id="rId8"/>
    </p:embeddedFont>
    <p:embeddedFont>
      <p:font typeface="Kalam" panose="02000000000000000000"/>
      <p:regular r:id="rId9"/>
    </p:embeddedFont>
    <p:embeddedFont>
      <p:font typeface="Lexend Medium" panose="00000000000000000000"/>
      <p:regular r:id="rId10"/>
    </p:embeddedFont>
    <p:embeddedFont>
      <p:font typeface="Lexend Light" panose="00000000000000000000"/>
      <p:regular r:id="rId11"/>
    </p:embeddedFont>
  </p:embeddedFontLst>
  <p:custDataLst>
    <p:tags r:id="rId7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3.fntdata" /><Relationship Id="rId11" Type="http://schemas.openxmlformats.org/officeDocument/2006/relationships/font" Target="fonts/font4.fntdata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tags" Target="tags/tag1.xml" /><Relationship Id="rId8" Type="http://schemas.openxmlformats.org/officeDocument/2006/relationships/font" Target="fonts/font1.fntdata" /><Relationship Id="rId9" Type="http://schemas.openxmlformats.org/officeDocument/2006/relationships/font" Target="fonts/font2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g2a0526e754f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a0526e754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2" name="Shape 182"/>
        <p:cNvGrpSpPr/>
        <p:nvPr/>
      </p:nvGrpSpPr>
      <p:grpSpPr>
        <a:xfrm>
          <a:off x="0" y="0"/>
          <a:ext cx="0" cy="0"/>
        </a:xfrm>
      </p:grpSpPr>
      <p:sp>
        <p:nvSpPr>
          <p:cNvPr id="183" name="Google Shape;183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Checking and securing understanding of plotting coordinates with technology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2016900"/>
            <a:ext cx="6624000" cy="8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the table function in Desmos to generate the first ten terms of the arithmetic sequence 20 − 4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b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Once plotted resize your axes so that all ten terms are visible.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6797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Plotting sequences and rules using technology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4768825"/>
            <a:ext cx="627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table function to generate the first ten terms of the arithmetic sequence 2.65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− 17.5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your graphical representation to identify the first positive term.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73303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Desmos to explore if the sequences 5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− 40 and 56 − 3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share a common term.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sp>
        <p:nvSpPr>
          <p:cNvPr id="169" name="Google Shape;16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plotting coordinates with technology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468000" y="720000"/>
            <a:ext cx="66438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Use Desmos to graphically represent the rules                          and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3.26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+ 18.7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quadrant in which they intersect.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21" descr="&lt;math xmlns=&quot;http://www.w3.org/1998/Math/MathML&quot; display=&quot;block&quot; data-is-equatio=&quot;1&quot; data-latex=&quot;y=6\frac{1}{2}-\frac{1}{4}x&quot;&gt;&lt;mi&gt;y&lt;/mi&gt;&lt;mo&gt;=&lt;/mo&gt;&lt;mn&gt;6&lt;/mn&gt;&lt;mfrac&gt;&lt;mn&gt;1&lt;/mn&gt;&lt;mn&gt;2&lt;/mn&gt;&lt;/mfrac&gt;&lt;mo&gt;−&lt;/mo&gt;&lt;mfrac&gt;&lt;mn&gt;1&lt;/mn&gt;&lt;mn&gt;4&lt;/mn&gt;&lt;/mfrac&gt;&lt;mi&gt;x&lt;/mi&gt;&lt;/math&gt;" title="y equals 6 and one half minus one fourth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005" y="637175"/>
            <a:ext cx="953743" cy="352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21"/>
          <p:cNvCxnSpPr/>
          <p:nvPr/>
        </p:nvCxnSpPr>
        <p:spPr>
          <a:xfrm>
            <a:off x="474757" y="31460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" name="Google Shape;173;p21"/>
          <p:cNvSpPr txBox="1"/>
          <p:nvPr/>
        </p:nvSpPr>
        <p:spPr>
          <a:xfrm>
            <a:off x="468000" y="3623550"/>
            <a:ext cx="7135200" cy="7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Use Desmos to find which coordinate does not fit the same rule as the others.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68000" y="3308250"/>
            <a:ext cx="66105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Identifying if points fit a rule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479525" y="3909800"/>
            <a:ext cx="998700" cy="24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(−5, 23)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(1, 5)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(−1,−11)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(0, 8)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(−3, 17)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(6,−10)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1"/>
          <p:cNvSpPr txBox="1"/>
          <p:nvPr/>
        </p:nvSpPr>
        <p:spPr>
          <a:xfrm>
            <a:off x="468000" y="6742912"/>
            <a:ext cx="71352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Which coordinates fit the rule   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1" descr="&lt;math xmlns=&quot;http://www.w3.org/1998/Math/MathML&quot; display=&quot;block&quot; data-is-equatio=&quot;1&quot; data-latex=&quot;y=\frac{7}{4}x-\frac{2}{3}&quot;&gt;&lt;mi&gt;y&lt;/mi&gt;&lt;mo&gt;=&lt;/mo&gt;&lt;mfrac&gt;&lt;mn&gt;7&lt;/mn&gt;&lt;mn&gt;4&lt;/mn&gt;&lt;/mfrac&gt;&lt;mi&gt;x&lt;/mi&gt;&lt;mo&gt;−&lt;/mo&gt;&lt;mfrac&gt;&lt;mn&gt;2&lt;/mn&gt;&lt;mn&gt;3&lt;/mn&gt;&lt;/mfrac&gt;&lt;/math&gt;" title="y equals seven fourths x minus 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5575" y="6683532"/>
            <a:ext cx="756714" cy="3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 descr="&lt;math xmlns=&quot;http://www.w3.org/1998/Math/MathML&quot; display=&quot;block&quot; data-is-equatio=&quot;1&quot; data-latex=&quot;\left(2,\frac{17}{6}\right)&quot;&gt;&lt;mrow data-mjx-texclass=&quot;INNER&quot;&gt;&lt;mo data-mjx-texclass=&quot;OPEN&quot;&gt;(&lt;/mo&gt;&lt;mn&gt;2&lt;/mn&gt;&lt;mo&gt;,&lt;/mo&gt;&lt;mfrac&gt;&lt;mn&gt;17&lt;/mn&gt;&lt;mn&gt;6&lt;/mn&gt;&lt;/mfrac&gt;&lt;mo data-mjx-texclass=&quot;CLOSE&quot;&gt;)&lt;/mo&gt;&lt;/mrow&gt;&lt;/math&gt;" title="open paren 2 comma seventeen sixths close paren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000" y="7613126"/>
            <a:ext cx="729960" cy="526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 descr="&lt;math xmlns=&quot;http://www.w3.org/1998/Math/MathML&quot; display=&quot;block&quot; data-is-equatio=&quot;1&quot; data-latex=&quot;\left(-2,-\frac{25}{6}\right)&quot;&gt;&lt;mrow data-mjx-texclass=&quot;INNER&quot;&gt;&lt;mo data-mjx-texclass=&quot;OPEN&quot;&gt;(&lt;/mo&gt;&lt;mo&gt;−&lt;/mo&gt;&lt;mn&gt;2&lt;/mn&gt;&lt;mo&gt;,&lt;/mo&gt;&lt;mo&gt;−&lt;/mo&gt;&lt;mfrac&gt;&lt;mn&gt;25&lt;/mn&gt;&lt;mn&gt;6&lt;/mn&gt;&lt;/mfrac&gt;&lt;mo data-mjx-texclass=&quot;CLOSE&quot;&gt;)&lt;/mo&gt;&lt;/mrow&gt;&lt;/math&gt;" title="open paren negative 2 comma negative 25 over 6 close paren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000" y="8227427"/>
            <a:ext cx="1020652" cy="526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descr="&lt;math xmlns=&quot;http://www.w3.org/1998/Math/MathML&quot; display=&quot;block&quot; data-is-equatio=&quot;1&quot; data-latex=&quot;\left(\frac{2}{3},2\right)&quot;&gt;&lt;mrow data-mjx-texclass=&quot;INNER&quot;&gt;&lt;mo data-mjx-texclass=&quot;OPEN&quot;&gt;(&lt;/mo&gt;&lt;mfrac&gt;&lt;mn&gt;2&lt;/mn&gt;&lt;mn&gt;3&lt;/mn&gt;&lt;/mfrac&gt;&lt;mo&gt;,&lt;/mo&gt;&lt;mn&gt;2&lt;/mn&gt;&lt;mo data-mjx-texclass=&quot;CLOSE&quot;&gt;)&lt;/mo&gt;&lt;/mrow&gt;&lt;/math&gt;" title="open paren two thirds comma 2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8000" y="8841729"/>
            <a:ext cx="623373" cy="526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 descr="&lt;math xmlns=&quot;http://www.w3.org/1998/Math/MathML&quot; display=&quot;block&quot; data-is-equatio=&quot;1&quot; data-latex=&quot;\left(\frac{1}{2},\frac{5}{24}\right)&quot;&gt;&lt;mrow data-mjx-texclass=&quot;INNER&quot;&gt;&lt;mo data-mjx-texclass=&quot;OPEN&quot;&gt;(&lt;/mo&gt;&lt;mfrac&gt;&lt;mn&gt;1&lt;/mn&gt;&lt;mn&gt;2&lt;/mn&gt;&lt;/mfrac&gt;&lt;mo&gt;,&lt;/mo&gt;&lt;mfrac&gt;&lt;mn&gt;5&lt;/mn&gt;&lt;mn&gt;24&lt;/mn&gt;&lt;/mfrac&gt;&lt;mo data-mjx-texclass=&quot;CLOSE&quot;&gt;)&lt;/mo&gt;&lt;/mrow&gt;&lt;/math&gt;" title="open paren one half comma 5 over 24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000" y="6998825"/>
            <a:ext cx="807478" cy="526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5" name="Shape 185"/>
        <p:cNvGrpSpPr/>
        <p:nvPr/>
      </p:nvGrpSpPr>
      <p:grpSpPr>
        <a:xfrm>
          <a:off x="0" y="0"/>
          <a:ext cx="0" cy="0"/>
        </a:xfrm>
      </p:grpSpPr>
      <p:sp>
        <p:nvSpPr>
          <p:cNvPr id="186" name="Google Shape;186;p2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187" name="Google Shape;187;p22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Checking and securing understanding of plotting coordinates with technology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2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468000" y="720000"/>
            <a:ext cx="6624000" cy="16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Desmos to graphically represent the rules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− 13 and 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y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17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− 2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x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which of these three coordinates fits both rules.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(5, 7)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(6, 5)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(7, 8)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30</Paragraphs>
  <Slides>3</Slides>
  <Notes>3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simple-light-2</vt:lpstr>
      <vt:lpstr>Checking and securing understanding of plotting coordinates with technology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2024-01-08T16:47:06.591</cp:lastPrinted>
  <dcterms:created xsi:type="dcterms:W3CDTF">2024-01-08T16:47:06Z</dcterms:created>
  <dcterms:modified xsi:type="dcterms:W3CDTF">2024-01-08T16:47:14Z</dcterms:modified>
</cp:coreProperties>
</file>