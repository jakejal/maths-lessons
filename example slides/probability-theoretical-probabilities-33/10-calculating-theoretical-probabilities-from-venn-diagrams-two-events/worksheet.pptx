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8" name="Shape 228"/>
        <p:cNvGrpSpPr/>
        <p:nvPr/>
      </p:nvGrpSpPr>
      <p:grpSpPr>
        <a:xfrm>
          <a:off x="0" y="0"/>
          <a:ext cx="0" cy="0"/>
        </a:xfrm>
      </p:grpSpPr>
      <p:sp>
        <p:nvSpPr>
          <p:cNvPr id="229" name="Google Shape;229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Calculating theoretical probabilities from Venn diagrams (two events)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cxnSp>
        <p:nvCxnSpPr>
          <p:cNvPr id="161" name="Google Shape;161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2" name="Google Shape;162;p20"/>
          <p:cNvSpPr txBox="1"/>
          <p:nvPr/>
        </p:nvSpPr>
        <p:spPr>
          <a:xfrm>
            <a:off x="476401" y="1563650"/>
            <a:ext cx="64281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 Theoretical probabilities of combined events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76400" y="1988747"/>
            <a:ext cx="6610500" cy="24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Use the Venn diagram to find the probabilities.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4276354" y="2524782"/>
            <a:ext cx="2367300" cy="14289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138147" y="2286322"/>
            <a:ext cx="27111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= {1, 2, 3, 4, 5, 6, 7, 8}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4537930" y="2681238"/>
            <a:ext cx="1107300" cy="11169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4575412" y="2647533"/>
            <a:ext cx="1728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5220762" y="2681238"/>
            <a:ext cx="1107300" cy="11169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6162999" y="2647538"/>
            <a:ext cx="1728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4827290" y="2828938"/>
            <a:ext cx="172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5363540" y="2876306"/>
            <a:ext cx="172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6335882" y="3647363"/>
            <a:ext cx="172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5396383" y="3105806"/>
            <a:ext cx="172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6441537" y="3175530"/>
            <a:ext cx="172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6032103" y="3086357"/>
            <a:ext cx="172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462334" y="3687934"/>
            <a:ext cx="172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5396383" y="3307120"/>
            <a:ext cx="172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76400" y="2408840"/>
            <a:ext cx="21405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P(A and B)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76400" y="2850788"/>
            <a:ext cx="21093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P(A and not B)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476400" y="3292737"/>
            <a:ext cx="22341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P(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 and not 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476400" y="3734686"/>
            <a:ext cx="20568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P(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not A and not 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4445934" y="4669391"/>
            <a:ext cx="2436000" cy="22230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476400" y="4340700"/>
            <a:ext cx="6610500" cy="24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Use the Venn diagram to write the probabilities.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476400" y="4760793"/>
            <a:ext cx="16167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P(A and C)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476400" y="5202741"/>
            <a:ext cx="17664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P(B and not C)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476400" y="5644690"/>
            <a:ext cx="22464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P(not C a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nd not 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476400" y="6086639"/>
            <a:ext cx="20844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P(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 and not 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4603559" y="4849460"/>
            <a:ext cx="1288800" cy="12888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4647193" y="4810560"/>
            <a:ext cx="2013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0" name="Google Shape;190;p20"/>
          <p:cNvGrpSpPr/>
          <p:nvPr/>
        </p:nvGrpSpPr>
        <p:grpSpPr>
          <a:xfrm>
            <a:off x="5009868" y="4849514"/>
            <a:ext cx="1677646" cy="1922630"/>
            <a:chOff x="1248950" y="1774293"/>
            <a:chExt cx="2090525" cy="2395800"/>
          </a:xfrm>
        </p:grpSpPr>
        <p:sp>
          <p:nvSpPr>
            <p:cNvPr id="191" name="Google Shape;191;p20"/>
            <p:cNvSpPr/>
            <p:nvPr/>
          </p:nvSpPr>
          <p:spPr>
            <a:xfrm>
              <a:off x="1248950" y="2563893"/>
              <a:ext cx="1606200" cy="16062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2" name="Google Shape;192;p20"/>
            <p:cNvSpPr/>
            <p:nvPr/>
          </p:nvSpPr>
          <p:spPr>
            <a:xfrm>
              <a:off x="1733275" y="1774293"/>
              <a:ext cx="1606200" cy="16062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3" name="Google Shape;193;p20"/>
          <p:cNvSpPr txBox="1"/>
          <p:nvPr/>
        </p:nvSpPr>
        <p:spPr>
          <a:xfrm>
            <a:off x="5889810" y="5778300"/>
            <a:ext cx="201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5535815" y="5170059"/>
            <a:ext cx="201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4573752" y="6623940"/>
            <a:ext cx="201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5534966" y="5586293"/>
            <a:ext cx="28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6004710" y="4995655"/>
            <a:ext cx="28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4886996" y="5057559"/>
            <a:ext cx="201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4507087" y="6016330"/>
            <a:ext cx="201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5198454" y="5786824"/>
            <a:ext cx="201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4775005" y="5464710"/>
            <a:ext cx="28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4330659" y="4625015"/>
            <a:ext cx="118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 sz="1200"/>
          </a:p>
        </p:txBody>
      </p:sp>
      <p:sp>
        <p:nvSpPr>
          <p:cNvPr id="203" name="Google Shape;203;p20"/>
          <p:cNvSpPr txBox="1"/>
          <p:nvPr/>
        </p:nvSpPr>
        <p:spPr>
          <a:xfrm>
            <a:off x="5009829" y="6508249"/>
            <a:ext cx="2013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476400" y="6560772"/>
            <a:ext cx="22839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P(not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 and 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6448059" y="6508244"/>
            <a:ext cx="201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5535812" y="6220157"/>
            <a:ext cx="201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6486152" y="4791321"/>
            <a:ext cx="2013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476400" y="7160100"/>
            <a:ext cx="6610500" cy="2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This Venn diagram shows the number of outcomes in each event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There are 40 outcomes in the sample space.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Complete the Venn diagram given these 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probabilities.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5125886" y="7546609"/>
            <a:ext cx="1861500" cy="17301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5281766" y="7672878"/>
            <a:ext cx="972600" cy="9726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5846724" y="7672878"/>
            <a:ext cx="972600" cy="9726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5582451" y="8163066"/>
            <a:ext cx="972600" cy="9726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5250570" y="7605445"/>
            <a:ext cx="2013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6666253" y="7605450"/>
            <a:ext cx="2013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4948962" y="7545044"/>
            <a:ext cx="118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 sz="1200"/>
          </a:p>
        </p:txBody>
      </p:sp>
      <p:sp>
        <p:nvSpPr>
          <p:cNvPr id="216" name="Google Shape;216;p20"/>
          <p:cNvSpPr txBox="1"/>
          <p:nvPr/>
        </p:nvSpPr>
        <p:spPr>
          <a:xfrm>
            <a:off x="5582458" y="8999660"/>
            <a:ext cx="2013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6417942" y="7916060"/>
            <a:ext cx="2013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5530190" y="7916060"/>
            <a:ext cx="2013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5968118" y="8728279"/>
            <a:ext cx="2013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6281069" y="8356335"/>
            <a:ext cx="2013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782141" y="8497415"/>
            <a:ext cx="10062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P(not A)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782141" y="9030615"/>
            <a:ext cx="16227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P(A and not C)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782141" y="9563816"/>
            <a:ext cx="10062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P(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5974066" y="7890401"/>
            <a:ext cx="2013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6000908" y="8182239"/>
            <a:ext cx="2013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5713872" y="8365684"/>
            <a:ext cx="2013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5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6753391" y="8977165"/>
            <a:ext cx="2013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5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31" name="Shape 231"/>
        <p:cNvGrpSpPr/>
        <p:nvPr/>
      </p:nvGrpSpPr>
      <p:grpSpPr>
        <a:xfrm>
          <a:off x="0" y="0"/>
          <a:ext cx="0" cy="0"/>
        </a:xfrm>
      </p:grpSpPr>
      <p:sp>
        <p:nvSpPr>
          <p:cNvPr id="232" name="Google Shape;232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33" name="Google Shape;233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Calculating theoretical probabilities from Venn diagrams (two events)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36" name="Google Shape;236;p21"/>
          <p:cNvSpPr/>
          <p:nvPr/>
        </p:nvSpPr>
        <p:spPr>
          <a:xfrm>
            <a:off x="4629117" y="1358111"/>
            <a:ext cx="2463000" cy="15990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468000" y="573050"/>
            <a:ext cx="6241200" cy="2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 Further combinations of events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476400" y="980601"/>
            <a:ext cx="64098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Use the Venn diagram to answer the following questions.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476400" y="1286585"/>
            <a:ext cx="35013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List the outcomes that are in event A.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476400" y="1879488"/>
            <a:ext cx="35013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List the outcomes that are not in event B.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476400" y="2514772"/>
            <a:ext cx="35013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Hence, list the outcomes that are in event A or not in event B.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476400" y="3285547"/>
            <a:ext cx="35013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Find P(A or not B)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4833909" y="1533194"/>
            <a:ext cx="1249800" cy="12498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4876218" y="1495476"/>
            <a:ext cx="1950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5604684" y="1533194"/>
            <a:ext cx="1249800" cy="12498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6668272" y="1495482"/>
            <a:ext cx="1950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6157851" y="1650297"/>
            <a:ext cx="195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5762981" y="1857356"/>
            <a:ext cx="195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6352996" y="2350343"/>
            <a:ext cx="195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6287083" y="2000325"/>
            <a:ext cx="381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5762990" y="2217776"/>
            <a:ext cx="195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6782967" y="2664613"/>
            <a:ext cx="195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4799659" y="2664613"/>
            <a:ext cx="195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5172985" y="2217776"/>
            <a:ext cx="195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5791304" y="2700249"/>
            <a:ext cx="195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5092652" y="1752535"/>
            <a:ext cx="274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4497055" y="1287266"/>
            <a:ext cx="1626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476400" y="3959700"/>
            <a:ext cx="6409800" cy="23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Use the Venn diagram to answer the following questions.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476400" y="4265684"/>
            <a:ext cx="35013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Find P(A or 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476400" y="4957407"/>
            <a:ext cx="35013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Find P(A or not 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476400" y="5649130"/>
            <a:ext cx="35013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Find P(not A or not 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476400" y="6340852"/>
            <a:ext cx="35013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Find P(only A or only B)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4629117" y="4337210"/>
            <a:ext cx="2463000" cy="15990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1"/>
          <p:cNvSpPr/>
          <p:nvPr/>
        </p:nvSpPr>
        <p:spPr>
          <a:xfrm>
            <a:off x="4833909" y="4512295"/>
            <a:ext cx="1249800" cy="12498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4876218" y="4474577"/>
            <a:ext cx="1950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1"/>
          <p:cNvSpPr/>
          <p:nvPr/>
        </p:nvSpPr>
        <p:spPr>
          <a:xfrm>
            <a:off x="5604684" y="4512295"/>
            <a:ext cx="1249800" cy="12498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6668272" y="4474582"/>
            <a:ext cx="1950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6157851" y="4629397"/>
            <a:ext cx="195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5762981" y="4836457"/>
            <a:ext cx="195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6273624" y="5329451"/>
            <a:ext cx="274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6287083" y="4979427"/>
            <a:ext cx="381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5762990" y="5196878"/>
            <a:ext cx="195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6782967" y="5643716"/>
            <a:ext cx="195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1"/>
          <p:cNvSpPr txBox="1"/>
          <p:nvPr/>
        </p:nvSpPr>
        <p:spPr>
          <a:xfrm>
            <a:off x="5361224" y="5469735"/>
            <a:ext cx="195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5071360" y="5108123"/>
            <a:ext cx="274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5791304" y="5679353"/>
            <a:ext cx="195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1"/>
          <p:cNvSpPr txBox="1"/>
          <p:nvPr/>
        </p:nvSpPr>
        <p:spPr>
          <a:xfrm>
            <a:off x="5092652" y="4731636"/>
            <a:ext cx="274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>
            <a:off x="4497055" y="4266365"/>
            <a:ext cx="1626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1"/>
          <p:cNvSpPr txBox="1"/>
          <p:nvPr/>
        </p:nvSpPr>
        <p:spPr>
          <a:xfrm>
            <a:off x="476400" y="7007700"/>
            <a:ext cx="6615600" cy="24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Use the Venn diagram to answer the following questions.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1"/>
          <p:cNvSpPr txBox="1"/>
          <p:nvPr/>
        </p:nvSpPr>
        <p:spPr>
          <a:xfrm>
            <a:off x="476400" y="7323520"/>
            <a:ext cx="36141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Find P(A or 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1"/>
          <p:cNvSpPr txBox="1"/>
          <p:nvPr/>
        </p:nvSpPr>
        <p:spPr>
          <a:xfrm>
            <a:off x="476400" y="8017081"/>
            <a:ext cx="36141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Find P(not A or 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476400" y="8710641"/>
            <a:ext cx="36141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Find P(not A or not 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476400" y="9404201"/>
            <a:ext cx="36141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Find P(only C or not B)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1"/>
          <p:cNvSpPr/>
          <p:nvPr/>
        </p:nvSpPr>
        <p:spPr>
          <a:xfrm>
            <a:off x="5057777" y="8078362"/>
            <a:ext cx="1220700" cy="12207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1"/>
          <p:cNvSpPr/>
          <p:nvPr/>
        </p:nvSpPr>
        <p:spPr>
          <a:xfrm>
            <a:off x="4484227" y="7345947"/>
            <a:ext cx="2358600" cy="21195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1"/>
          <p:cNvSpPr txBox="1"/>
          <p:nvPr/>
        </p:nvSpPr>
        <p:spPr>
          <a:xfrm>
            <a:off x="4363260" y="7328701"/>
            <a:ext cx="1224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1"/>
          <p:cNvSpPr/>
          <p:nvPr/>
        </p:nvSpPr>
        <p:spPr>
          <a:xfrm>
            <a:off x="4654915" y="7502157"/>
            <a:ext cx="1220700" cy="12207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4692948" y="7480101"/>
            <a:ext cx="1905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1"/>
          <p:cNvSpPr/>
          <p:nvPr/>
        </p:nvSpPr>
        <p:spPr>
          <a:xfrm>
            <a:off x="5413156" y="7502157"/>
            <a:ext cx="1220700" cy="12207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1"/>
          <p:cNvSpPr txBox="1"/>
          <p:nvPr/>
        </p:nvSpPr>
        <p:spPr>
          <a:xfrm>
            <a:off x="6443142" y="7480106"/>
            <a:ext cx="1905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1"/>
          <p:cNvSpPr txBox="1"/>
          <p:nvPr/>
        </p:nvSpPr>
        <p:spPr>
          <a:xfrm>
            <a:off x="5445194" y="8101537"/>
            <a:ext cx="489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Sam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1"/>
          <p:cNvSpPr txBox="1"/>
          <p:nvPr/>
        </p:nvSpPr>
        <p:spPr>
          <a:xfrm>
            <a:off x="6143866" y="9150803"/>
            <a:ext cx="57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1"/>
          <p:cNvSpPr txBox="1"/>
          <p:nvPr/>
        </p:nvSpPr>
        <p:spPr>
          <a:xfrm>
            <a:off x="6091381" y="8021288"/>
            <a:ext cx="54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1"/>
          <p:cNvSpPr txBox="1"/>
          <p:nvPr/>
        </p:nvSpPr>
        <p:spPr>
          <a:xfrm>
            <a:off x="5848406" y="8442035"/>
            <a:ext cx="350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Jun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1"/>
          <p:cNvSpPr txBox="1"/>
          <p:nvPr/>
        </p:nvSpPr>
        <p:spPr>
          <a:xfrm>
            <a:off x="5057782" y="9057897"/>
            <a:ext cx="190500" cy="2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1"/>
          <p:cNvSpPr txBox="1"/>
          <p:nvPr/>
        </p:nvSpPr>
        <p:spPr>
          <a:xfrm>
            <a:off x="5450467" y="7867046"/>
            <a:ext cx="57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1"/>
          <p:cNvSpPr txBox="1"/>
          <p:nvPr/>
        </p:nvSpPr>
        <p:spPr>
          <a:xfrm>
            <a:off x="5873341" y="7761054"/>
            <a:ext cx="694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1"/>
          <p:cNvSpPr txBox="1"/>
          <p:nvPr/>
        </p:nvSpPr>
        <p:spPr>
          <a:xfrm>
            <a:off x="5134416" y="8442052"/>
            <a:ext cx="411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1"/>
          <p:cNvSpPr txBox="1"/>
          <p:nvPr/>
        </p:nvSpPr>
        <p:spPr>
          <a:xfrm>
            <a:off x="4787576" y="7867032"/>
            <a:ext cx="731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Aisha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1"/>
          <p:cNvSpPr txBox="1"/>
          <p:nvPr/>
        </p:nvSpPr>
        <p:spPr>
          <a:xfrm>
            <a:off x="5266878" y="8846190"/>
            <a:ext cx="57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1"/>
          <p:cNvSpPr txBox="1"/>
          <p:nvPr/>
        </p:nvSpPr>
        <p:spPr>
          <a:xfrm>
            <a:off x="4561746" y="8835282"/>
            <a:ext cx="489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118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Calculating theoretical probabilities from Venn diagrams (two events)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2024-03-05T13:41:49.302</cp:lastPrinted>
  <dcterms:created xsi:type="dcterms:W3CDTF">2024-03-05T13:41:49Z</dcterms:created>
  <dcterms:modified xsi:type="dcterms:W3CDTF">2024-03-05T13:41:58Z</dcterms:modified>
</cp:coreProperties>
</file>