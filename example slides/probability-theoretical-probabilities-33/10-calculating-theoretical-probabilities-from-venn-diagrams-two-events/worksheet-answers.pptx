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6" name="Shape 256"/>
        <p:cNvGrpSpPr/>
        <p:nvPr/>
      </p:nvGrpSpPr>
      <p:grpSpPr>
        <a:xfrm>
          <a:off x="0" y="0"/>
          <a:ext cx="0" cy="0"/>
        </a:xfrm>
      </p:grpSpPr>
      <p:sp>
        <p:nvSpPr>
          <p:cNvPr id="257" name="Google Shape;25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10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Relationship Id="rId7" Type="http://schemas.openxmlformats.org/officeDocument/2006/relationships/image" Target="../media/image19.png" /><Relationship Id="rId8" Type="http://schemas.openxmlformats.org/officeDocument/2006/relationships/image" Target="../media/image20.png" /><Relationship Id="rId9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(two events)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1" y="1563650"/>
            <a:ext cx="6428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Theoretical probabilities of combined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988747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Venn diagram to find the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276354" y="2524782"/>
            <a:ext cx="2367300" cy="1428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138147" y="2286322"/>
            <a:ext cx="27111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537930" y="2681238"/>
            <a:ext cx="1107300" cy="1116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575412" y="2647533"/>
            <a:ext cx="172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220762" y="2681238"/>
            <a:ext cx="1107300" cy="1116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162999" y="2647538"/>
            <a:ext cx="172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827290" y="2828938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363540" y="2876306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335882" y="3647363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396383" y="3105806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441537" y="3175530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032103" y="3086357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462334" y="3687934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396383" y="3307120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76400" y="2408840"/>
            <a:ext cx="2140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 and 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6400" y="2850788"/>
            <a:ext cx="21093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P(A and not 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400" y="3292737"/>
            <a:ext cx="2234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 and not 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76400" y="3734686"/>
            <a:ext cx="20568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A and not 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499" y="2332525"/>
            <a:ext cx="91384" cy="345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frac{1}{8}&quot;&gt;&lt;mfrac&gt;&lt;mn&gt;1&lt;/mn&gt;&lt;mn&gt;8&lt;/mn&gt;&lt;/mfrac&gt;&lt;/math&gt;" title="one eigh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1739" y="2750556"/>
            <a:ext cx="91432" cy="345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frac{1}{8}&quot;&gt;&lt;mfrac&gt;&lt;mn&gt;1&lt;/mn&gt;&lt;mn&gt;8&lt;/mn&gt;&lt;/mfrac&gt;&lt;/math&gt;" title="one eigh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1739" y="3216736"/>
            <a:ext cx="91432" cy="345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814" y="3679464"/>
            <a:ext cx="91384" cy="34566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2365884" y="2877952"/>
            <a:ext cx="1867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12.5% = 0.125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365884" y="3275885"/>
            <a:ext cx="1867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12.5% = 0.125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076674" y="2402603"/>
            <a:ext cx="1867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.5% = 0.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797512" y="3717466"/>
            <a:ext cx="1867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.5% = 0.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445934" y="4669391"/>
            <a:ext cx="2436000" cy="2223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76400" y="4340700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Venn diagram to write the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76400" y="4760793"/>
            <a:ext cx="1616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 and 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76400" y="5202741"/>
            <a:ext cx="1766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P(B and not 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6400" y="5644690"/>
            <a:ext cx="2246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C 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nd not 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6400" y="6086639"/>
            <a:ext cx="2084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and not 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603559" y="4849460"/>
            <a:ext cx="1288800" cy="1288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647193" y="481056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0"/>
          <p:cNvGrpSpPr/>
          <p:nvPr/>
        </p:nvGrpSpPr>
        <p:grpSpPr>
          <a:xfrm>
            <a:off x="5009868" y="4849514"/>
            <a:ext cx="1677646" cy="1922630"/>
            <a:chOff x="1248950" y="1774293"/>
            <a:chExt cx="2090525" cy="2395800"/>
          </a:xfrm>
        </p:grpSpPr>
        <p:sp>
          <p:nvSpPr>
            <p:cNvPr id="211" name="Google Shape;211;p20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" name="Google Shape;213;p20"/>
          <p:cNvSpPr txBox="1"/>
          <p:nvPr/>
        </p:nvSpPr>
        <p:spPr>
          <a:xfrm>
            <a:off x="5889810" y="5778300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535815" y="5170059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573752" y="6623940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534966" y="5586293"/>
            <a:ext cx="28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004710" y="4995655"/>
            <a:ext cx="28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886996" y="5057559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507087" y="6016330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198454" y="5786824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775005" y="5464710"/>
            <a:ext cx="28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330659" y="4625015"/>
            <a:ext cx="11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23" name="Google Shape;223;p20"/>
          <p:cNvSpPr txBox="1"/>
          <p:nvPr/>
        </p:nvSpPr>
        <p:spPr>
          <a:xfrm>
            <a:off x="5009829" y="6508249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6400" y="6560772"/>
            <a:ext cx="22839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P(not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and 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448059" y="6508244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535812" y="6220157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0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1950" y="4732300"/>
            <a:ext cx="165420" cy="30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5428" y="5135199"/>
            <a:ext cx="165420" cy="30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&lt;math xmlns=&quot;http://www.w3.org/1998/Math/MathML&quot; display=&quot;block&quot; data-is-equatio=&quot;1&quot; data-latex=&quot;\frac{4}{11}&quot;&gt;&lt;mfrac&gt;&lt;mn&gt;4&lt;/mn&gt;&lt;mn&gt;11&lt;/mn&gt;&lt;/mfrac&gt;&lt;/math&gt;" title="4 ove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1635" y="5592314"/>
            <a:ext cx="164765" cy="301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0243" y="6072543"/>
            <a:ext cx="165333" cy="299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0199" y="6567512"/>
            <a:ext cx="165420" cy="30003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6486152" y="4791321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76400" y="7160100"/>
            <a:ext cx="66105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Venn diagram shows the number of outcomes in each event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There are 40 outcomes in the sample space.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Venn diagram given these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probabilities.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125886" y="7546609"/>
            <a:ext cx="1861500" cy="1730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281766" y="7672878"/>
            <a:ext cx="972600" cy="972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846724" y="7672878"/>
            <a:ext cx="972600" cy="972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582451" y="8163066"/>
            <a:ext cx="972600" cy="972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5250570" y="7605445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666253" y="760545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948962" y="7545044"/>
            <a:ext cx="11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41" name="Google Shape;241;p20"/>
          <p:cNvSpPr txBox="1"/>
          <p:nvPr/>
        </p:nvSpPr>
        <p:spPr>
          <a:xfrm>
            <a:off x="5582458" y="899966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417942" y="791606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530190" y="791606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5968118" y="8728279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6281069" y="8356335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782141" y="8497415"/>
            <a:ext cx="10062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P(not 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782141" y="9030615"/>
            <a:ext cx="1622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 and not 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0" descr="&lt;math xmlns=&quot;http://www.w3.org/1998/Math/MathML&quot; display=&quot;block&quot; data-is-equatio=&quot;1&quot; data-latex=&quot;\frac{21}{40}&quot;&gt;&lt;mfrac&gt;&lt;mn&gt;21&lt;/mn&gt;&lt;mn&gt;40&lt;/mn&gt;&lt;/mfrac&gt;&lt;/math&gt;" title="21 over 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34884" y="8429250"/>
            <a:ext cx="173257" cy="319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&lt;math xmlns=&quot;http://www.w3.org/1998/Math/MathML&quot; display=&quot;block&quot; data-is-equatio=&quot;1&quot; data-latex=&quot;\frac{3}{10}&quot;&gt;&lt;mfrac&gt;&lt;mn&gt;3&lt;/mn&gt;&lt;mn&gt;10&lt;/mn&gt;&lt;/mfrac&gt;&lt;/math&gt;" title="three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02843" y="8967087"/>
            <a:ext cx="173257" cy="31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782141" y="9563816"/>
            <a:ext cx="10062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p20" descr="&lt;math xmlns=&quot;http://www.w3.org/1998/Math/MathML&quot; display=&quot;block&quot; data-is-equatio=&quot;1&quot; data-latex=&quot;\frac{13}{40}&quot;&gt;&lt;mfrac&gt;&lt;mn&gt;13&lt;/mn&gt;&lt;mn&gt;40&lt;/mn&gt;&lt;/mfrac&gt;&lt;/math&gt;" title="13 over 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03500" y="9496856"/>
            <a:ext cx="173257" cy="31901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5974066" y="7890401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000908" y="8182239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713872" y="8365684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6753391" y="8977165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61" name="Google Shape;26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(two events)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4629117" y="1358111"/>
            <a:ext cx="2463000" cy="1599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68000" y="573050"/>
            <a:ext cx="624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Further combinations of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76400" y="980601"/>
            <a:ext cx="64098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Venn diagram to answer the following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76400" y="1286585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that are in event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76400" y="1879488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that are not in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76400" y="2514772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Hence, list the outcomes that are in event A or not in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76400" y="3285547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P(A or not 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833909" y="1533194"/>
            <a:ext cx="1249800" cy="1249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876218" y="1495476"/>
            <a:ext cx="195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604684" y="1533194"/>
            <a:ext cx="1249800" cy="1249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6668272" y="1495482"/>
            <a:ext cx="195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157851" y="1650297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762981" y="1857356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6352996" y="2350343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6287083" y="2000325"/>
            <a:ext cx="38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762990" y="2217776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782967" y="2664613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799659" y="2664613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172985" y="2217776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791304" y="2700249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092652" y="1752535"/>
            <a:ext cx="27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497055" y="1287266"/>
            <a:ext cx="1626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1040240" y="1547928"/>
            <a:ext cx="14067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{12, 15, 18, 20}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947133" y="2166300"/>
            <a:ext cx="1845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{16, 17, 18, 19, 20}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1099532" y="3013274"/>
            <a:ext cx="238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{12, 15, 16, 17, 18, 19, 20}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1158823" y="3606178"/>
            <a:ext cx="238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0.7 = 70%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90" name="Google Shape;290;p21" descr="&lt;math xmlns=&quot;http://www.w3.org/1998/Math/MathML&quot; display=&quot;block&quot; data-is-equatio=&quot;1&quot; data-latex=&quot;\frac{7}{10}&quot;&gt;&lt;mfrac&gt;&lt;mn&gt;7&lt;/mn&gt;&lt;mn&gt;10&lt;/mn&gt;&lt;/mfrac&gt;&lt;/math&gt;" title="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125" y="3511775"/>
            <a:ext cx="162600" cy="2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476400" y="3959700"/>
            <a:ext cx="6409800" cy="23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Venn diagram to answer the following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76400" y="4265684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P(A or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476400" y="4957407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P(A or 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76400" y="5649130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P(not A or 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76400" y="6340852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P(only A or only 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4629117" y="4337210"/>
            <a:ext cx="2463000" cy="1599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4833909" y="4512295"/>
            <a:ext cx="1249800" cy="1249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876218" y="4474577"/>
            <a:ext cx="195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604684" y="4512295"/>
            <a:ext cx="1249800" cy="1249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6668272" y="4474582"/>
            <a:ext cx="195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6157851" y="4629397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5762981" y="4836457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273624" y="5329451"/>
            <a:ext cx="27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6287083" y="4979427"/>
            <a:ext cx="38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5762990" y="5196878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6782967" y="5643716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5361224" y="5469735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5071360" y="5108123"/>
            <a:ext cx="27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5791304" y="5679353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5092652" y="4731636"/>
            <a:ext cx="27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497055" y="4266365"/>
            <a:ext cx="1626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1158823" y="4586316"/>
            <a:ext cx="238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   = 0.8 = 80%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13" name="Google Shape;313;p21" descr="&lt;math xmlns=&quot;http://www.w3.org/1998/Math/MathML&quot; display=&quot;block&quot; data-is-equatio=&quot;1&quot; data-latex=&quot;\frac{8}{10}&quot;&gt;&lt;mfrac&gt;&lt;mn&gt;8&lt;/mn&gt;&lt;mn&gt;10&lt;/mn&gt;&lt;/mfrac&gt;&lt;/math&gt;" title="eight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9124" y="4509582"/>
            <a:ext cx="163383" cy="338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1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6094" y="4508649"/>
            <a:ext cx="91716" cy="34074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 txBox="1"/>
          <p:nvPr/>
        </p:nvSpPr>
        <p:spPr>
          <a:xfrm>
            <a:off x="1158823" y="5295193"/>
            <a:ext cx="238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0.7 = 70%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1158823" y="5965525"/>
            <a:ext cx="238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   = 0.8 = 80%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17" name="Google Shape;317;p21" descr="&lt;math xmlns=&quot;http://www.w3.org/1998/Math/MathML&quot; display=&quot;block&quot; data-is-equatio=&quot;1&quot; data-latex=&quot;\frac{8}{10}&quot;&gt;&lt;mfrac&gt;&lt;mn&gt;8&lt;/mn&gt;&lt;mn&gt;10&lt;/mn&gt;&lt;/mfrac&gt;&lt;/math&gt;" title="eight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9124" y="5898925"/>
            <a:ext cx="163383" cy="33888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1"/>
          <p:cNvSpPr txBox="1"/>
          <p:nvPr/>
        </p:nvSpPr>
        <p:spPr>
          <a:xfrm>
            <a:off x="1158823" y="6677011"/>
            <a:ext cx="238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   = 0.6 = 60%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19" name="Google Shape;319;p21" descr="&lt;math xmlns=&quot;http://www.w3.org/1998/Math/MathML&quot; display=&quot;block&quot; data-is-equatio=&quot;1&quot; data-latex=&quot;\frac{7}{10}&quot;&gt;&lt;mfrac&gt;&lt;mn&gt;7&lt;/mn&gt;&lt;mn&gt;10&lt;/mn&gt;&lt;/mfrac&gt;&lt;/math&gt;" title="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129" y="5245757"/>
            <a:ext cx="186378" cy="340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6094" y="5884925"/>
            <a:ext cx="91716" cy="340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1" descr="&lt;math xmlns=&quot;http://www.w3.org/1998/Math/MathML&quot; display=&quot;block&quot; data-is-equatio=&quot;1&quot; data-latex=&quot;\frac{6}{10}&quot;&gt;&lt;mfrac&gt;&lt;mn&gt;6&lt;/mn&gt;&lt;mn&gt;10&lt;/mn&gt;&lt;/mfrac&gt;&lt;/math&gt;" title="six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9130" y="6591343"/>
            <a:ext cx="163378" cy="30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1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0168" y="6591344"/>
            <a:ext cx="91708" cy="30390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 txBox="1"/>
          <p:nvPr/>
        </p:nvSpPr>
        <p:spPr>
          <a:xfrm>
            <a:off x="476400" y="70077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the Venn diagram to answer the following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76400" y="7323520"/>
            <a:ext cx="36141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P(A or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476400" y="8017081"/>
            <a:ext cx="36141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P(not A or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476400" y="8710641"/>
            <a:ext cx="36141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P(not A or 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476400" y="9404201"/>
            <a:ext cx="36141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P(only C or not 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5057777" y="8078362"/>
            <a:ext cx="1220700" cy="122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4484227" y="7345947"/>
            <a:ext cx="2358600" cy="2119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363260" y="7328701"/>
            <a:ext cx="1224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4654915" y="7502157"/>
            <a:ext cx="1220700" cy="122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4692948" y="7480101"/>
            <a:ext cx="190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5413156" y="7502157"/>
            <a:ext cx="1220700" cy="122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6443142" y="7480106"/>
            <a:ext cx="190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5445194" y="8101537"/>
            <a:ext cx="48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6143866" y="9150803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6091381" y="8021288"/>
            <a:ext cx="54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5848406" y="8442035"/>
            <a:ext cx="3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5057782" y="9057897"/>
            <a:ext cx="190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5450467" y="7867046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5873341" y="7761054"/>
            <a:ext cx="69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5134416" y="8442052"/>
            <a:ext cx="41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4787576" y="7867032"/>
            <a:ext cx="73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5266878" y="8846190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561746" y="8835282"/>
            <a:ext cx="48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1180762" y="7651766"/>
            <a:ext cx="2460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0.7 = 70%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47" name="Google Shape;347;p21" descr="&lt;math xmlns=&quot;http://www.w3.org/1998/Math/MathML&quot; display=&quot;block&quot; data-is-equatio=&quot;1&quot; data-latex=&quot;\frac{7}{10}&quot;&gt;&lt;mfrac&gt;&lt;mn&gt;7&lt;/mn&gt;&lt;mn&gt;10&lt;/mn&gt;&lt;/mfrac&gt;&lt;/math&gt;" title="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599" y="7641374"/>
            <a:ext cx="167485" cy="306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1"/>
          <p:cNvSpPr txBox="1"/>
          <p:nvPr/>
        </p:nvSpPr>
        <p:spPr>
          <a:xfrm>
            <a:off x="1180762" y="8379884"/>
            <a:ext cx="2460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   = 0.8 = 80%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49" name="Google Shape;349;p21" descr="&lt;math xmlns=&quot;http://www.w3.org/1998/Math/MathML&quot; display=&quot;block&quot; data-is-equatio=&quot;1&quot; data-latex=&quot;\frac{8}{10}&quot;&gt;&lt;mfrac&gt;&lt;mn&gt;8&lt;/mn&gt;&lt;mn&gt;10&lt;/mn&gt;&lt;/mfrac&gt;&lt;/math&gt;" title="eight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8023" y="8256613"/>
            <a:ext cx="146821" cy="3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9684" y="8244032"/>
            <a:ext cx="82418" cy="30619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1"/>
          <p:cNvSpPr txBox="1"/>
          <p:nvPr/>
        </p:nvSpPr>
        <p:spPr>
          <a:xfrm>
            <a:off x="1180762" y="9040566"/>
            <a:ext cx="2460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   = 0.8 = 80%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52" name="Google Shape;352;p21" descr="&lt;math xmlns=&quot;http://www.w3.org/1998/Math/MathML&quot; display=&quot;block&quot; data-is-equatio=&quot;1&quot; data-latex=&quot;\frac{8}{10}&quot;&gt;&lt;mfrac&gt;&lt;mn&gt;8&lt;/mn&gt;&lt;mn&gt;10&lt;/mn&gt;&lt;/mfrac&gt;&lt;/math&gt;" title="eight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8023" y="8969296"/>
            <a:ext cx="146821" cy="3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9684" y="8956715"/>
            <a:ext cx="82418" cy="30619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1"/>
          <p:cNvSpPr txBox="1"/>
          <p:nvPr/>
        </p:nvSpPr>
        <p:spPr>
          <a:xfrm>
            <a:off x="1180762" y="9668726"/>
            <a:ext cx="2460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   = 0.5 = 50%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55" name="Google Shape;355;p21" descr="&lt;math xmlns=&quot;http://www.w3.org/1998/Math/MathML&quot; display=&quot;block&quot; data-is-equatio=&quot;1&quot; data-latex=&quot;\frac{5}{10}&quot;&gt;&lt;mfrac&gt;&lt;mn&gt;5&lt;/mn&gt;&lt;mn&gt;10&lt;/mn&gt;&lt;/mfrac&gt;&lt;/math&gt;" title="five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32820" y="9631472"/>
            <a:ext cx="167056" cy="307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24462" y="9640188"/>
            <a:ext cx="92862" cy="304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Venn diagrams (two events)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2024-03-05T13:44:20.465</cp:lastPrinted>
  <dcterms:created xsi:type="dcterms:W3CDTF">2024-03-05T13:44:20Z</dcterms:created>
  <dcterms:modified xsi:type="dcterms:W3CDTF">2024-03-05T13:44:34Z</dcterms:modified>
</cp:coreProperties>
</file>