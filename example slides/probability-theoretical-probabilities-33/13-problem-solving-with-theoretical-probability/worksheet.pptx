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CB41DF9F-C980-4139-9940-D06A46B48975}">
  <a:tblStyle styleId="{CB41DF9F-C980-4139-9940-D06A46B4897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2" name="Shape 172"/>
        <p:cNvGrpSpPr/>
        <p:nvPr/>
      </p:nvGrpSpPr>
      <p:grpSpPr>
        <a:xfrm>
          <a:off x="0" y="0"/>
          <a:ext cx="0" cy="0"/>
        </a:xfrm>
      </p:grpSpPr>
      <p:sp>
        <p:nvSpPr>
          <p:cNvPr id="173" name="Google Shape;173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theoretical probability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cxnSp>
        <p:nvCxnSpPr>
          <p:cNvPr id="161" name="Google Shape;161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2" name="Google Shape;16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5306" y="3767067"/>
            <a:ext cx="838686" cy="405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1986" y="2689853"/>
            <a:ext cx="765495" cy="349257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/>
        </p:nvSpPr>
        <p:spPr>
          <a:xfrm>
            <a:off x="476399" y="1258850"/>
            <a:ext cx="6232800" cy="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Using probability to inform decisions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76400" y="1666390"/>
            <a:ext cx="6610500" cy="6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Andeep is playing a game that involves choosing two dice, rolling them and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summing their numbers.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658508" y="2228372"/>
            <a:ext cx="25302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Two of the dice are cubes containing numbers 1 to 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658508" y="3316758"/>
            <a:ext cx="29271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Two of the dice are tetrahedrons containing numbers 1 to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76400" y="4874100"/>
            <a:ext cx="3109200" cy="6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Which combination of dice give the greatest probability of rolling a total of 8?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3976350" y="4873325"/>
            <a:ext cx="31092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Which combination of dice give the greatest probability of rolling a total of 6?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447300" y="7210150"/>
            <a:ext cx="3167400" cy="6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Which combination of dice give the greatest probability of rolling a total of 7?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4018925" y="7211675"/>
            <a:ext cx="3078300" cy="6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Write a summary that advises a player how to decide which pair of dice gives them the greatest probability of rolling the total they want.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5" name="Shape 175"/>
        <p:cNvGrpSpPr/>
        <p:nvPr/>
      </p:nvGrpSpPr>
      <p:grpSpPr>
        <a:xfrm>
          <a:off x="0" y="0"/>
          <a:ext cx="0" cy="0"/>
        </a:xfrm>
      </p:grpSpPr>
      <p:sp>
        <p:nvSpPr>
          <p:cNvPr id="176" name="Google Shape;176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77" name="Google Shape;177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theoretical probability</a:t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graphicFrame>
        <p:nvGraphicFramePr>
          <p:cNvPr id="180" name="Google Shape;180;p21"/>
          <p:cNvGraphicFramePr>
            <a:graphicFrameLocks noGrp="1"/>
          </p:cNvGraphicFramePr>
          <p:nvPr/>
        </p:nvGraphicFramePr>
        <p:xfrm>
          <a:off x="2530200" y="22132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{CB41DF9F-C980-4139-9940-D06A46B48975}</a:tableStyleId>
              </a:tblPr>
              <a:tblGrid>
                <a:gridCol w="1469275"/>
                <a:gridCol w="985450"/>
                <a:gridCol w="1005325"/>
                <a:gridCol w="1050425"/>
              </a:tblGrid>
              <a:tr h="405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Version A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Version B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difference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4620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 of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finding 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gem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20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expected gems per 100 turns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60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expected gems per 1000 turns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1" name="Google Shape;181;p21"/>
          <p:cNvSpPr txBox="1"/>
          <p:nvPr/>
        </p:nvSpPr>
        <p:spPr>
          <a:xfrm>
            <a:off x="476400" y="1292700"/>
            <a:ext cx="6615600" cy="7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Lucas creates two versions of the same video game: Version A and Version B.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In Version A, the probability that a player finds a gem is 0.02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Players are 10% more likely to find a gem in Version B than in Version 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476400" y="725450"/>
            <a:ext cx="66156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Number of trials required to observe a difference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476400" y="2347837"/>
            <a:ext cx="2058600" cy="1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Complete the table.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476400" y="4663950"/>
            <a:ext cx="2221200" cy="4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How many turns would it take to expect a difference of 1 gem between the two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versions of the game?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476400" y="6398100"/>
            <a:ext cx="6414600" cy="23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Sofia creates a video game where players have a 0.5% probability of getting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caught in a trap each turn.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She creates a new version of the game where players are now 20% more likely to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get caught in a trap each turn, compared to the original version of the game.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476400" y="7361824"/>
            <a:ext cx="6615600" cy="2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is the probability of getting caught in a trap in the new version of the game?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476400" y="8259972"/>
            <a:ext cx="6615600" cy="5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How many turns would it take to expect a difference of 1 extra trap between the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two versions of the game?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21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Problem solving with theoretical probability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2024-03-05T14:02:12.673</cp:lastPrinted>
  <dcterms:created xsi:type="dcterms:W3CDTF">2024-03-05T14:02:12Z</dcterms:created>
  <dcterms:modified xsi:type="dcterms:W3CDTF">2024-03-05T14:05:40Z</dcterms:modified>
</cp:coreProperties>
</file>