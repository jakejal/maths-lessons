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709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</p:sldIdLst>
  <p:sldSz cx="9144000" cy="5143500"/>
  <p:notesSz cx="6858000" cy="9144000"/>
  <p:embeddedFontLst>
    <p:embeddedFont>
      <p:font typeface="Lexend" panose="00000000000000000000"/>
      <p:regular r:id="rId43"/>
    </p:embeddedFont>
    <p:embeddedFont>
      <p:font typeface="Lexend Medium" panose="00000000000000000000"/>
      <p:regular r:id="rId44"/>
    </p:embeddedFont>
    <p:embeddedFont>
      <p:font typeface="Kalam" panose="02000000000000000000"/>
      <p:regular r:id="rId45"/>
    </p:embeddedFont>
    <p:embeddedFont>
      <p:font typeface="Lexend Light" panose="00000000000000000000"/>
      <p:regular r:id="rId46"/>
    </p:embeddedFont>
  </p:embeddedFontLst>
  <p:custDataLst>
    <p:tags r:id="rId42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704564EC-6E6A-4A4A-9541-3FAF3355DE73}">
  <a:tblStyle styleId="{704564EC-6E6A-4A4A-9541-3FAF3355DE7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slide" Target="slides/slide13.xml" /><Relationship Id="rId16" Type="http://schemas.openxmlformats.org/officeDocument/2006/relationships/slide" Target="slides/slide14.xml" /><Relationship Id="rId17" Type="http://schemas.openxmlformats.org/officeDocument/2006/relationships/slide" Target="slides/slide15.xml" /><Relationship Id="rId18" Type="http://schemas.openxmlformats.org/officeDocument/2006/relationships/slide" Target="slides/slide16.xml" /><Relationship Id="rId19" Type="http://schemas.openxmlformats.org/officeDocument/2006/relationships/slide" Target="slides/slide17.xml" /><Relationship Id="rId2" Type="http://schemas.openxmlformats.org/officeDocument/2006/relationships/notesMaster" Target="notesMasters/notesMaster1.xml" /><Relationship Id="rId20" Type="http://schemas.openxmlformats.org/officeDocument/2006/relationships/slide" Target="slides/slide18.xml" /><Relationship Id="rId21" Type="http://schemas.openxmlformats.org/officeDocument/2006/relationships/slide" Target="slides/slide19.xml" /><Relationship Id="rId22" Type="http://schemas.openxmlformats.org/officeDocument/2006/relationships/slide" Target="slides/slide20.xml" /><Relationship Id="rId23" Type="http://schemas.openxmlformats.org/officeDocument/2006/relationships/slide" Target="slides/slide21.xml" /><Relationship Id="rId24" Type="http://schemas.openxmlformats.org/officeDocument/2006/relationships/slide" Target="slides/slide22.xml" /><Relationship Id="rId25" Type="http://schemas.openxmlformats.org/officeDocument/2006/relationships/slide" Target="slides/slide23.xml" /><Relationship Id="rId26" Type="http://schemas.openxmlformats.org/officeDocument/2006/relationships/slide" Target="slides/slide24.xml" /><Relationship Id="rId27" Type="http://schemas.openxmlformats.org/officeDocument/2006/relationships/slide" Target="slides/slide25.xml" /><Relationship Id="rId28" Type="http://schemas.openxmlformats.org/officeDocument/2006/relationships/slide" Target="slides/slide26.xml" /><Relationship Id="rId29" Type="http://schemas.openxmlformats.org/officeDocument/2006/relationships/slide" Target="slides/slide27.xml" /><Relationship Id="rId3" Type="http://schemas.openxmlformats.org/officeDocument/2006/relationships/slide" Target="slides/slide1.xml" /><Relationship Id="rId30" Type="http://schemas.openxmlformats.org/officeDocument/2006/relationships/slide" Target="slides/slide28.xml" /><Relationship Id="rId31" Type="http://schemas.openxmlformats.org/officeDocument/2006/relationships/slide" Target="slides/slide29.xml" /><Relationship Id="rId32" Type="http://schemas.openxmlformats.org/officeDocument/2006/relationships/slide" Target="slides/slide30.xml" /><Relationship Id="rId33" Type="http://schemas.openxmlformats.org/officeDocument/2006/relationships/slide" Target="slides/slide31.xml" /><Relationship Id="rId34" Type="http://schemas.openxmlformats.org/officeDocument/2006/relationships/slide" Target="slides/slide32.xml" /><Relationship Id="rId35" Type="http://schemas.openxmlformats.org/officeDocument/2006/relationships/slide" Target="slides/slide33.xml" /><Relationship Id="rId36" Type="http://schemas.openxmlformats.org/officeDocument/2006/relationships/slide" Target="slides/slide34.xml" /><Relationship Id="rId37" Type="http://schemas.openxmlformats.org/officeDocument/2006/relationships/slide" Target="slides/slide35.xml" /><Relationship Id="rId38" Type="http://schemas.openxmlformats.org/officeDocument/2006/relationships/slide" Target="slides/slide36.xml" /><Relationship Id="rId39" Type="http://schemas.openxmlformats.org/officeDocument/2006/relationships/slide" Target="slides/slide37.xml" /><Relationship Id="rId4" Type="http://schemas.openxmlformats.org/officeDocument/2006/relationships/slide" Target="slides/slide2.xml" /><Relationship Id="rId40" Type="http://schemas.openxmlformats.org/officeDocument/2006/relationships/slide" Target="slides/slide38.xml" /><Relationship Id="rId41" Type="http://schemas.openxmlformats.org/officeDocument/2006/relationships/slide" Target="slides/slide39.xml" /><Relationship Id="rId42" Type="http://schemas.openxmlformats.org/officeDocument/2006/relationships/tags" Target="tags/tag1.xml" /><Relationship Id="rId43" Type="http://schemas.openxmlformats.org/officeDocument/2006/relationships/font" Target="fonts/font1.fntdata" /><Relationship Id="rId44" Type="http://schemas.openxmlformats.org/officeDocument/2006/relationships/font" Target="fonts/font2.fntdata" /><Relationship Id="rId45" Type="http://schemas.openxmlformats.org/officeDocument/2006/relationships/font" Target="fonts/font3.fntdata" /><Relationship Id="rId46" Type="http://schemas.openxmlformats.org/officeDocument/2006/relationships/font" Target="fonts/font4.fntdata" /><Relationship Id="rId47" Type="http://schemas.openxmlformats.org/officeDocument/2006/relationships/presProps" Target="presProps.xml" /><Relationship Id="rId48" Type="http://schemas.openxmlformats.org/officeDocument/2006/relationships/viewProps" Target="viewProps.xml" /><Relationship Id="rId49" Type="http://schemas.openxmlformats.org/officeDocument/2006/relationships/theme" Target="theme/theme1.xml" /><Relationship Id="rId5" Type="http://schemas.openxmlformats.org/officeDocument/2006/relationships/slide" Target="slides/slide3.xml" /><Relationship Id="rId50" Type="http://schemas.openxmlformats.org/officeDocument/2006/relationships/tableStyles" Target="tableStyles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1.xml" /><Relationship Id="rId2" Type="http://schemas.openxmlformats.org/officeDocument/2006/relationships/notesMaster" Target="../notesMasters/notesMaster1.xml" /></Relationships>
</file>

<file path=ppt/notesSlides/_rels/notesSlide2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2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2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_rels/notesSlide2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/Relationships>
</file>

<file path=ppt/notesSlides/_rels/notesSlide2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6.xml" /><Relationship Id="rId2" Type="http://schemas.openxmlformats.org/officeDocument/2006/relationships/notesMaster" Target="../notesMasters/notesMaster1.xml" /></Relationships>
</file>

<file path=ppt/notesSlides/_rels/notesSlide2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7.xml" /><Relationship Id="rId2" Type="http://schemas.openxmlformats.org/officeDocument/2006/relationships/notesMaster" Target="../notesMasters/notesMaster1.xml" /></Relationships>
</file>

<file path=ppt/notesSlides/_rels/notesSlide2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8.xml" /><Relationship Id="rId2" Type="http://schemas.openxmlformats.org/officeDocument/2006/relationships/notesMaster" Target="../notesMasters/notesMaster1.xml" /></Relationships>
</file>

<file path=ppt/notesSlides/_rels/notesSlide2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9.xml" /><Relationship Id="rId2" Type="http://schemas.openxmlformats.org/officeDocument/2006/relationships/notesMaster" Target="../notesMasters/notesMaster1.xml" /></Relationships>
</file>

<file path=ppt/notesSlides/_rels/notesSlide3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0.xml" /><Relationship Id="rId2" Type="http://schemas.openxmlformats.org/officeDocument/2006/relationships/notesMaster" Target="../notesMasters/notesMaster1.xml" /></Relationships>
</file>

<file path=ppt/notesSlides/_rels/notesSlide3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1.xml" /><Relationship Id="rId2" Type="http://schemas.openxmlformats.org/officeDocument/2006/relationships/notesMaster" Target="../notesMasters/notesMaster1.xml" /></Relationships>
</file>

<file path=ppt/notesSlides/_rels/notesSlide3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2.xml" /><Relationship Id="rId2" Type="http://schemas.openxmlformats.org/officeDocument/2006/relationships/notesMaster" Target="../notesMasters/notesMaster1.xml" /></Relationships>
</file>

<file path=ppt/notesSlides/_rels/notesSlide3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3.xml" /><Relationship Id="rId2" Type="http://schemas.openxmlformats.org/officeDocument/2006/relationships/notesMaster" Target="../notesMasters/notesMaster1.xml" /></Relationships>
</file>

<file path=ppt/notesSlides/_rels/notesSlide3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4.xml" /><Relationship Id="rId2" Type="http://schemas.openxmlformats.org/officeDocument/2006/relationships/notesMaster" Target="../notesMasters/notesMaster1.xml" /></Relationships>
</file>

<file path=ppt/notesSlides/_rels/notesSlide3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5.xml" /><Relationship Id="rId2" Type="http://schemas.openxmlformats.org/officeDocument/2006/relationships/notesMaster" Target="../notesMasters/notesMaster1.xml" /></Relationships>
</file>

<file path=ppt/notesSlides/_rels/notesSlide3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6.xml" /><Relationship Id="rId2" Type="http://schemas.openxmlformats.org/officeDocument/2006/relationships/notesMaster" Target="../notesMasters/notesMaster1.xml" /></Relationships>
</file>

<file path=ppt/notesSlides/_rels/notesSlide3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7.xml" /><Relationship Id="rId2" Type="http://schemas.openxmlformats.org/officeDocument/2006/relationships/notesMaster" Target="../notesMasters/notesMaster1.xml" /></Relationships>
</file>

<file path=ppt/notesSlides/_rels/notesSlide3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8.xml" /><Relationship Id="rId2" Type="http://schemas.openxmlformats.org/officeDocument/2006/relationships/notesMaster" Target="../notesMasters/notesMaster1.xml" /></Relationships>
</file>

<file path=ppt/notesSlides/_rels/notesSlide3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9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49" name="Shape 749"/>
        <p:cNvGrpSpPr/>
        <p:nvPr/>
      </p:nvGrpSpPr>
      <p:grpSpPr>
        <a:xfrm>
          <a:off x="0" y="0"/>
          <a:ext cx="0" cy="0"/>
        </a:xfrm>
      </p:grpSpPr>
      <p:sp>
        <p:nvSpPr>
          <p:cNvPr id="750" name="Google Shape;750;g279955a40ae_0_8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1" name="Google Shape;751;g279955a40ae_0_8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5" name="Shape 755"/>
        <p:cNvGrpSpPr/>
        <p:nvPr/>
      </p:nvGrpSpPr>
      <p:grpSpPr>
        <a:xfrm>
          <a:off x="0" y="0"/>
          <a:ext cx="0" cy="0"/>
        </a:xfrm>
      </p:grpSpPr>
      <p:sp>
        <p:nvSpPr>
          <p:cNvPr id="756" name="Google Shape;756;g279955a40ae_0_8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279955a40ae_0_8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0" name="Shape 760"/>
        <p:cNvGrpSpPr/>
        <p:nvPr/>
      </p:nvGrpSpPr>
      <p:grpSpPr>
        <a:xfrm>
          <a:off x="0" y="0"/>
          <a:ext cx="0" cy="0"/>
        </a:xfrm>
      </p:grpSpPr>
      <p:sp>
        <p:nvSpPr>
          <p:cNvPr id="761" name="Google Shape;761;g279955a40ae_0_8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279955a40ae_0_8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5" name="Shape 765"/>
        <p:cNvGrpSpPr/>
        <p:nvPr/>
      </p:nvGrpSpPr>
      <p:grpSpPr>
        <a:xfrm>
          <a:off x="0" y="0"/>
          <a:ext cx="0" cy="0"/>
        </a:xfrm>
      </p:grpSpPr>
      <p:sp>
        <p:nvSpPr>
          <p:cNvPr id="766" name="Google Shape;766;g2b9e3fae7d6_1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2b9e3fae7d6_1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70" name="Shape 770"/>
        <p:cNvGrpSpPr/>
        <p:nvPr/>
      </p:nvGrpSpPr>
      <p:grpSpPr>
        <a:xfrm>
          <a:off x="0" y="0"/>
          <a:ext cx="0" cy="0"/>
        </a:xfrm>
      </p:grpSpPr>
      <p:sp>
        <p:nvSpPr>
          <p:cNvPr id="771" name="Google Shape;771;g2b8b8c198f3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2" name="Google Shape;772;g2b8b8c198f3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78" name="Shape 778"/>
        <p:cNvGrpSpPr/>
        <p:nvPr/>
      </p:nvGrpSpPr>
      <p:grpSpPr>
        <a:xfrm>
          <a:off x="0" y="0"/>
          <a:ext cx="0" cy="0"/>
        </a:xfrm>
      </p:grpSpPr>
      <p:sp>
        <p:nvSpPr>
          <p:cNvPr id="779" name="Google Shape;779;g2b8b8c198f3_0_1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2b8b8c198f3_0_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26" name="Shape 826"/>
        <p:cNvGrpSpPr/>
        <p:nvPr/>
      </p:nvGrpSpPr>
      <p:grpSpPr>
        <a:xfrm>
          <a:off x="0" y="0"/>
          <a:ext cx="0" cy="0"/>
        </a:xfrm>
      </p:grpSpPr>
      <p:sp>
        <p:nvSpPr>
          <p:cNvPr id="827" name="Google Shape;827;g2b90ca15dc7_0_11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8" name="Google Shape;828;g2b90ca15dc7_0_11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94" name="Shape 894"/>
        <p:cNvGrpSpPr/>
        <p:nvPr/>
      </p:nvGrpSpPr>
      <p:grpSpPr>
        <a:xfrm>
          <a:off x="0" y="0"/>
          <a:ext cx="0" cy="0"/>
        </a:xfrm>
      </p:grpSpPr>
      <p:sp>
        <p:nvSpPr>
          <p:cNvPr id="895" name="Google Shape;895;g2b90ca15dc7_0_122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6" name="Google Shape;896;g2b90ca15dc7_0_122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62" name="Shape 962"/>
        <p:cNvGrpSpPr/>
        <p:nvPr/>
      </p:nvGrpSpPr>
      <p:grpSpPr>
        <a:xfrm>
          <a:off x="0" y="0"/>
          <a:ext cx="0" cy="0"/>
        </a:xfrm>
      </p:grpSpPr>
      <p:sp>
        <p:nvSpPr>
          <p:cNvPr id="963" name="Google Shape;963;g2b90ca15dc7_0_129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4" name="Google Shape;964;g2b90ca15dc7_0_129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28" name="Shape 1028"/>
        <p:cNvGrpSpPr/>
        <p:nvPr/>
      </p:nvGrpSpPr>
      <p:grpSpPr>
        <a:xfrm>
          <a:off x="0" y="0"/>
          <a:ext cx="0" cy="0"/>
        </a:xfrm>
      </p:grpSpPr>
      <p:sp>
        <p:nvSpPr>
          <p:cNvPr id="1029" name="Google Shape;1029;g2b90ca15dc7_0_143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0" name="Google Shape;1030;g2b90ca15dc7_0_143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87" name="Shape 1087"/>
        <p:cNvGrpSpPr/>
        <p:nvPr/>
      </p:nvGrpSpPr>
      <p:grpSpPr>
        <a:xfrm>
          <a:off x="0" y="0"/>
          <a:ext cx="0" cy="0"/>
        </a:xfrm>
      </p:grpSpPr>
      <p:sp>
        <p:nvSpPr>
          <p:cNvPr id="1088" name="Google Shape;1088;g2b90ca15dc7_0_20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2b90ca15dc7_0_20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25" name="Shape 1125"/>
        <p:cNvGrpSpPr/>
        <p:nvPr/>
      </p:nvGrpSpPr>
      <p:grpSpPr>
        <a:xfrm>
          <a:off x="0" y="0"/>
          <a:ext cx="0" cy="0"/>
        </a:xfrm>
      </p:grpSpPr>
      <p:sp>
        <p:nvSpPr>
          <p:cNvPr id="1126" name="Google Shape;1126;g2b90ca15dc7_0_139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7" name="Google Shape;1127;g2b90ca15dc7_0_139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63" name="Shape 1163"/>
        <p:cNvGrpSpPr/>
        <p:nvPr/>
      </p:nvGrpSpPr>
      <p:grpSpPr>
        <a:xfrm>
          <a:off x="0" y="0"/>
          <a:ext cx="0" cy="0"/>
        </a:xfrm>
      </p:grpSpPr>
      <p:sp>
        <p:nvSpPr>
          <p:cNvPr id="1164" name="Google Shape;1164;g1f1cdee8cce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5" name="Google Shape;1165;g1f1cdee8cce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73" name="Shape 1273"/>
        <p:cNvGrpSpPr/>
        <p:nvPr/>
      </p:nvGrpSpPr>
      <p:grpSpPr>
        <a:xfrm>
          <a:off x="0" y="0"/>
          <a:ext cx="0" cy="0"/>
        </a:xfrm>
      </p:grpSpPr>
      <p:sp>
        <p:nvSpPr>
          <p:cNvPr id="1274" name="Google Shape;1274;g2b90ca15dc7_0_199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5" name="Google Shape;1275;g2b90ca15dc7_0_199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02" name="Shape 1402"/>
        <p:cNvGrpSpPr/>
        <p:nvPr/>
      </p:nvGrpSpPr>
      <p:grpSpPr>
        <a:xfrm>
          <a:off x="0" y="0"/>
          <a:ext cx="0" cy="0"/>
        </a:xfrm>
      </p:grpSpPr>
      <p:sp>
        <p:nvSpPr>
          <p:cNvPr id="1403" name="Google Shape;1403;g2b90ca15dc7_0_21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4" name="Google Shape;1404;g2b90ca15dc7_0_21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54" name="Shape 1454"/>
        <p:cNvGrpSpPr/>
        <p:nvPr/>
      </p:nvGrpSpPr>
      <p:grpSpPr>
        <a:xfrm>
          <a:off x="0" y="0"/>
          <a:ext cx="0" cy="0"/>
        </a:xfrm>
      </p:grpSpPr>
      <p:sp>
        <p:nvSpPr>
          <p:cNvPr id="1455" name="Google Shape;1455;g2b90ca15dc7_0_227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6" name="Google Shape;1456;g2b90ca15dc7_0_227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93" name="Shape 1493"/>
        <p:cNvGrpSpPr/>
        <p:nvPr/>
      </p:nvGrpSpPr>
      <p:grpSpPr>
        <a:xfrm>
          <a:off x="0" y="0"/>
          <a:ext cx="0" cy="0"/>
        </a:xfrm>
      </p:grpSpPr>
      <p:sp>
        <p:nvSpPr>
          <p:cNvPr id="1494" name="Google Shape;1494;g2b90ca15dc7_0_231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5" name="Google Shape;1495;g2b90ca15dc7_0_231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32" name="Shape 1532"/>
        <p:cNvGrpSpPr/>
        <p:nvPr/>
      </p:nvGrpSpPr>
      <p:grpSpPr>
        <a:xfrm>
          <a:off x="0" y="0"/>
          <a:ext cx="0" cy="0"/>
        </a:xfrm>
      </p:grpSpPr>
      <p:sp>
        <p:nvSpPr>
          <p:cNvPr id="1533" name="Google Shape;1533;g2b8b8c198f3_0_2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4" name="Google Shape;1534;g2b8b8c198f3_0_2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5" name="Shape 1575"/>
        <p:cNvGrpSpPr/>
        <p:nvPr/>
      </p:nvGrpSpPr>
      <p:grpSpPr>
        <a:xfrm>
          <a:off x="0" y="0"/>
          <a:ext cx="0" cy="0"/>
        </a:xfrm>
      </p:grpSpPr>
      <p:sp>
        <p:nvSpPr>
          <p:cNvPr id="1576" name="Google Shape;1576;g2b96a4d2973_0_10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7" name="Google Shape;1577;g2b96a4d2973_0_10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28" name="Shape 1628"/>
        <p:cNvGrpSpPr/>
        <p:nvPr/>
      </p:nvGrpSpPr>
      <p:grpSpPr>
        <a:xfrm>
          <a:off x="0" y="0"/>
          <a:ext cx="0" cy="0"/>
        </a:xfrm>
      </p:grpSpPr>
      <p:sp>
        <p:nvSpPr>
          <p:cNvPr id="1629" name="Google Shape;1629;g2b96a4d2973_0_35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0" name="Google Shape;1630;g2b96a4d2973_0_35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63" name="Shape 1663"/>
        <p:cNvGrpSpPr/>
        <p:nvPr/>
      </p:nvGrpSpPr>
      <p:grpSpPr>
        <a:xfrm>
          <a:off x="0" y="0"/>
          <a:ext cx="0" cy="0"/>
        </a:xfrm>
      </p:grpSpPr>
      <p:sp>
        <p:nvSpPr>
          <p:cNvPr id="1664" name="Google Shape;1664;g2b96a4d2973_0_29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5" name="Google Shape;1665;g2b96a4d2973_0_29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24" name="Shape 1724"/>
        <p:cNvGrpSpPr/>
        <p:nvPr/>
      </p:nvGrpSpPr>
      <p:grpSpPr>
        <a:xfrm>
          <a:off x="0" y="0"/>
          <a:ext cx="0" cy="0"/>
        </a:xfrm>
      </p:grpSpPr>
      <p:sp>
        <p:nvSpPr>
          <p:cNvPr id="1725" name="Google Shape;1725;g2b96a4d2973_0_17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6" name="Google Shape;1726;g2b96a4d2973_0_17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07" name="Shape 1807"/>
        <p:cNvGrpSpPr/>
        <p:nvPr/>
      </p:nvGrpSpPr>
      <p:grpSpPr>
        <a:xfrm>
          <a:off x="0" y="0"/>
          <a:ext cx="0" cy="0"/>
        </a:xfrm>
      </p:grpSpPr>
      <p:sp>
        <p:nvSpPr>
          <p:cNvPr id="1808" name="Google Shape;1808;g2b96a4d2973_0_4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9" name="Google Shape;1809;g2b96a4d2973_0_4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44" name="Shape 1844"/>
        <p:cNvGrpSpPr/>
        <p:nvPr/>
      </p:nvGrpSpPr>
      <p:grpSpPr>
        <a:xfrm>
          <a:off x="0" y="0"/>
          <a:ext cx="0" cy="0"/>
        </a:xfrm>
      </p:grpSpPr>
      <p:sp>
        <p:nvSpPr>
          <p:cNvPr id="1845" name="Google Shape;1845;g2b8b8c198f3_0_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6" name="Google Shape;1846;g2b8b8c198f3_0_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52" name="Shape 1852"/>
        <p:cNvGrpSpPr/>
        <p:nvPr/>
      </p:nvGrpSpPr>
      <p:grpSpPr>
        <a:xfrm>
          <a:off x="0" y="0"/>
          <a:ext cx="0" cy="0"/>
        </a:xfrm>
      </p:grpSpPr>
      <p:sp>
        <p:nvSpPr>
          <p:cNvPr id="1853" name="Google Shape;1853;g2b8b8c198f3_0_3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4" name="Google Shape;1854;g2b8b8c198f3_0_3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92" name="Shape 1892"/>
        <p:cNvGrpSpPr/>
        <p:nvPr/>
      </p:nvGrpSpPr>
      <p:grpSpPr>
        <a:xfrm>
          <a:off x="0" y="0"/>
          <a:ext cx="0" cy="0"/>
        </a:xfrm>
      </p:grpSpPr>
      <p:sp>
        <p:nvSpPr>
          <p:cNvPr id="1893" name="Google Shape;1893;g2b90ca15dc7_0_239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4" name="Google Shape;1894;g2b90ca15dc7_0_239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32" name="Shape 1932"/>
        <p:cNvGrpSpPr/>
        <p:nvPr/>
      </p:nvGrpSpPr>
      <p:grpSpPr>
        <a:xfrm>
          <a:off x="0" y="0"/>
          <a:ext cx="0" cy="0"/>
        </a:xfrm>
      </p:grpSpPr>
      <p:sp>
        <p:nvSpPr>
          <p:cNvPr id="1933" name="Google Shape;1933;g2b90ca15dc7_0_243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4" name="Google Shape;1934;g2b90ca15dc7_0_24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72" name="Shape 1972"/>
        <p:cNvGrpSpPr/>
        <p:nvPr/>
      </p:nvGrpSpPr>
      <p:grpSpPr>
        <a:xfrm>
          <a:off x="0" y="0"/>
          <a:ext cx="0" cy="0"/>
        </a:xfrm>
      </p:grpSpPr>
      <p:sp>
        <p:nvSpPr>
          <p:cNvPr id="1973" name="Google Shape;1973;g2b8b8c198f3_0_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4" name="Google Shape;1974;g2b8b8c198f3_0_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16" name="Shape 2016"/>
        <p:cNvGrpSpPr/>
        <p:nvPr/>
      </p:nvGrpSpPr>
      <p:grpSpPr>
        <a:xfrm>
          <a:off x="0" y="0"/>
          <a:ext cx="0" cy="0"/>
        </a:xfrm>
      </p:grpSpPr>
      <p:sp>
        <p:nvSpPr>
          <p:cNvPr id="2017" name="Google Shape;2017;g2b90ca15dc7_0_253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8" name="Google Shape;2018;g2b90ca15dc7_0_25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60" name="Shape 2060"/>
        <p:cNvGrpSpPr/>
        <p:nvPr/>
      </p:nvGrpSpPr>
      <p:grpSpPr>
        <a:xfrm>
          <a:off x="0" y="0"/>
          <a:ext cx="0" cy="0"/>
        </a:xfrm>
      </p:grpSpPr>
      <p:sp>
        <p:nvSpPr>
          <p:cNvPr id="2061" name="Google Shape;2061;g2b90ca15dc7_0_257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2" name="Google Shape;2062;g2b90ca15dc7_0_257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05" name="Shape 2105"/>
        <p:cNvGrpSpPr/>
        <p:nvPr/>
      </p:nvGrpSpPr>
      <p:grpSpPr>
        <a:xfrm>
          <a:off x="0" y="0"/>
          <a:ext cx="0" cy="0"/>
        </a:xfrm>
      </p:grpSpPr>
      <p:sp>
        <p:nvSpPr>
          <p:cNvPr id="2106" name="Google Shape;2106;g2b90ca15dc7_0_267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7" name="Google Shape;2107;g2b90ca15dc7_0_267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55" name="Shape 2155"/>
        <p:cNvGrpSpPr/>
        <p:nvPr/>
      </p:nvGrpSpPr>
      <p:grpSpPr>
        <a:xfrm>
          <a:off x="0" y="0"/>
          <a:ext cx="0" cy="0"/>
        </a:xfrm>
      </p:grpSpPr>
      <p:sp>
        <p:nvSpPr>
          <p:cNvPr id="2156" name="Google Shape;2156;g2b90ca15dc7_0_276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7" name="Google Shape;2157;g2b90ca15dc7_0_276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68" name="Shape 2168"/>
        <p:cNvGrpSpPr/>
        <p:nvPr/>
      </p:nvGrpSpPr>
      <p:grpSpPr>
        <a:xfrm>
          <a:off x="0" y="0"/>
          <a:ext cx="0" cy="0"/>
        </a:xfrm>
      </p:grpSpPr>
      <p:sp>
        <p:nvSpPr>
          <p:cNvPr id="2169" name="Google Shape;2169;g2b90ca15dc7_0_278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0" name="Google Shape;2170;g2b90ca15dc7_0_278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217" name="Shape 2217"/>
        <p:cNvGrpSpPr/>
        <p:nvPr/>
      </p:nvGrpSpPr>
      <p:grpSpPr>
        <a:xfrm>
          <a:off x="0" y="0"/>
          <a:ext cx="0" cy="0"/>
        </a:xfrm>
      </p:grpSpPr>
      <p:sp>
        <p:nvSpPr>
          <p:cNvPr id="2218" name="Google Shape;2218;g2b90ca15dc7_0_283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9" name="Google Shape;2219;g2b90ca15dc7_0_283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268" name="Shape 2268"/>
        <p:cNvGrpSpPr/>
        <p:nvPr/>
      </p:nvGrpSpPr>
      <p:grpSpPr>
        <a:xfrm>
          <a:off x="0" y="0"/>
          <a:ext cx="0" cy="0"/>
        </a:xfrm>
      </p:grpSpPr>
      <p:sp>
        <p:nvSpPr>
          <p:cNvPr id="2269" name="Google Shape;2269;g2b90ca15dc7_0_289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0" name="Google Shape;2270;g2b90ca15dc7_0_289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301" name="Shape 2301"/>
        <p:cNvGrpSpPr/>
        <p:nvPr/>
      </p:nvGrpSpPr>
      <p:grpSpPr>
        <a:xfrm>
          <a:off x="0" y="0"/>
          <a:ext cx="0" cy="0"/>
        </a:xfrm>
      </p:grpSpPr>
      <p:sp>
        <p:nvSpPr>
          <p:cNvPr id="2302" name="Google Shape;2302;g2b8b8c198f3_0_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3" name="Google Shape;2303;g2b8b8c198f3_0_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330" name="Shape 2330"/>
        <p:cNvGrpSpPr/>
        <p:nvPr/>
      </p:nvGrpSpPr>
      <p:grpSpPr>
        <a:xfrm>
          <a:off x="0" y="0"/>
          <a:ext cx="0" cy="0"/>
        </a:xfrm>
      </p:grpSpPr>
      <p:sp>
        <p:nvSpPr>
          <p:cNvPr id="2331" name="Google Shape;2331;g2b96a4d2973_0_49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2" name="Google Shape;2332;g2b96a4d2973_0_49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363" name="Shape 2363"/>
        <p:cNvGrpSpPr/>
        <p:nvPr/>
      </p:nvGrpSpPr>
      <p:grpSpPr>
        <a:xfrm>
          <a:off x="0" y="0"/>
          <a:ext cx="0" cy="0"/>
        </a:xfrm>
      </p:grpSpPr>
      <p:sp>
        <p:nvSpPr>
          <p:cNvPr id="2364" name="Google Shape;2364;g279955a40ae_0_8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5" name="Google Shape;2365;g279955a40ae_0_8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369" name="Shape 2369"/>
        <p:cNvGrpSpPr/>
        <p:nvPr/>
      </p:nvGrpSpPr>
      <p:grpSpPr>
        <a:xfrm>
          <a:off x="0" y="0"/>
          <a:ext cx="0" cy="0"/>
        </a:xfrm>
      </p:grpSpPr>
      <p:sp>
        <p:nvSpPr>
          <p:cNvPr id="2370" name="Google Shape;2370;g279955a40ae_0_8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1" name="Google Shape;2371;g279955a40ae_0_8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1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1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4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4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1.xml" /></Relationships>
</file>

<file path=ppt/slideLayouts/_rels/slideLayout5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6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pic>
        <p:nvPicPr>
          <p:cNvPr id="18" name="Google Shape;18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</a:xfrm>
      </p:grpSpPr>
      <p:pic>
        <p:nvPicPr>
          <p:cNvPr id="26" name="Google Shape;26;p4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pic>
        <p:nvPicPr>
          <p:cNvPr id="34" name="Google Shape;34;p5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</a:xfrm>
      </p:grpSpPr>
      <p:pic>
        <p:nvPicPr>
          <p:cNvPr id="45" name="Google Shape;45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>
          <a:blip r:embed="rId2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</a:xfrm>
      </p:grpSpPr>
      <p:pic>
        <p:nvPicPr>
          <p:cNvPr id="64" name="Google Shape;64;p8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</a:xfrm>
      </p:grpSpPr>
      <p:pic>
        <p:nvPicPr>
          <p:cNvPr id="72" name="Google Shape;72;p9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</a:xfrm>
      </p:grpSpPr>
      <p:pic>
        <p:nvPicPr>
          <p:cNvPr id="83" name="Google Shape;83;p10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" name="Google Shape;99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0" name="Google Shape;100;p12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4" name="Google Shape;104;p12"/>
          <p:cNvPicPr preferRelativeResize="0"/>
          <p:nvPr/>
        </p:nvPicPr>
        <p:blipFill>
          <a:blip r:embed="rId5">
            <a:alphaModFix/>
          </a:blip>
          <a:srcRect l="3910" b="5222"/>
          <a:stretch>
            <a:fillRect/>
          </a:stretch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6" name="Google Shape;106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type="subTitle" idx="3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type="subTitle" idx="4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type="subTitle" idx="5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type="subTitle" idx="6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4)">
  <p:cSld name="CUSTOM_3_1_1">
    <p:spTree>
      <p:nvGrpSpPr>
        <p:cNvPr id="117" name="Shape 117"/>
        <p:cNvGrpSpPr/>
        <p:nvPr/>
      </p:nvGrpSpPr>
      <p:grpSpPr>
        <a:xfrm>
          <a:off x="0" y="0"/>
          <a:ext cx="0" cy="0"/>
        </a:xfrm>
      </p:grpSpPr>
      <p:sp>
        <p:nvSpPr>
          <p:cNvPr id="118" name="Google Shape;118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9" name="Google Shape;119;p14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4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type="subTitle" idx="3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type="subTitle" idx="4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type="subTitle" idx="5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type="subTitle" idx="6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type="subTitle" idx="7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type="subTitle" idx="8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5)">
  <p:cSld name="CUSTOM_3_1_1_1">
    <p:spTree>
      <p:nvGrpSpPr>
        <p:cNvPr id="129" name="Shape 129"/>
        <p:cNvGrpSpPr/>
        <p:nvPr/>
      </p:nvGrpSpPr>
      <p:grpSpPr>
        <a:xfrm>
          <a:off x="0" y="0"/>
          <a:ext cx="0" cy="0"/>
        </a:xfrm>
      </p:grpSpPr>
      <p:sp>
        <p:nvSpPr>
          <p:cNvPr id="130" name="Google Shape;13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5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type="subTitle" idx="3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type="subTitle" idx="4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type="subTitle" idx="5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type="subTitle" idx="6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type="subTitle" idx="7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type="subTitle" idx="8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type="subTitle" idx="9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type="subTitle" idx="13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p2, 2)">
  <p:cSld name="CUSTOM_3_1_1_1_1"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sp>
        <p:nvSpPr>
          <p:cNvPr id="144" name="Google Shape;144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" name="Google Shape;148;p16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type="subTitle" idx="3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type="subTitle" idx="4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151" name="Shape 151"/>
        <p:cNvGrpSpPr/>
        <p:nvPr/>
      </p:nvGrpSpPr>
      <p:grpSpPr>
        <a:xfrm>
          <a:off x="0" y="0"/>
          <a:ext cx="0" cy="0"/>
        </a:xfrm>
      </p:grpSpPr>
      <p:sp>
        <p:nvSpPr>
          <p:cNvPr id="152" name="Google Shape;152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>
          <a:blip r:embed="rId3">
            <a:alphaModFix/>
          </a:blip>
          <a:srcRect l="74623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7"/>
          <p:cNvCxnSpPr>
            <a:endCxn id="15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8" name="Google Shape;15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17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7" name="Google Shape;15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>
          <a:blip r:embed="rId6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7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164" name="Shape 164"/>
        <p:cNvGrpSpPr/>
        <p:nvPr/>
      </p:nvGrpSpPr>
      <p:grpSpPr>
        <a:xfrm>
          <a:off x="0" y="0"/>
          <a:ext cx="0" cy="0"/>
        </a:xfrm>
      </p:grpSpPr>
      <p:pic>
        <p:nvPicPr>
          <p:cNvPr id="165" name="Google Shape;165;p18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18"/>
          <p:cNvCxnSpPr>
            <a:endCxn id="172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2" name="Google Shape;172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5" name="Google Shape;175;p18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7" name="Google Shape;177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79" name="Google Shape;179;p18"/>
          <p:cNvPicPr preferRelativeResize="0"/>
          <p:nvPr/>
        </p:nvPicPr>
        <p:blipFill>
          <a:blip r:embed="rId8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8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182" name="Shape 182"/>
        <p:cNvGrpSpPr/>
        <p:nvPr/>
      </p:nvGrpSpPr>
      <p:grpSpPr>
        <a:xfrm>
          <a:off x="0" y="0"/>
          <a:ext cx="0" cy="0"/>
        </a:xfrm>
      </p:grpSpPr>
      <p:pic>
        <p:nvPicPr>
          <p:cNvPr id="183" name="Google Shape;183;p19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>
          <a:blip r:embed="rId3">
            <a:alphaModFix/>
          </a:blip>
          <a:srcRect t="4387" b="4396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2" name="Google Shape;192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6" name="Google Shape;196;p19"/>
          <p:cNvSpPr txBox="1"/>
          <p:nvPr>
            <p:ph type="title" idx="2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type="title" idx="3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type="title" idx="4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99" name="Google Shape;199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>
          <a:blip r:embed="rId10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9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204" name="Shape 204"/>
        <p:cNvGrpSpPr/>
        <p:nvPr/>
      </p:nvGrpSpPr>
      <p:grpSpPr>
        <a:xfrm>
          <a:off x="0" y="0"/>
          <a:ext cx="0" cy="0"/>
        </a:xfrm>
      </p:grpSpPr>
      <p:pic>
        <p:nvPicPr>
          <p:cNvPr id="205" name="Google Shape;205;p2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7" name="Google Shape;207;p2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9" name="Google Shape;209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211" name="Shape 211"/>
        <p:cNvGrpSpPr/>
        <p:nvPr/>
      </p:nvGrpSpPr>
      <p:grpSpPr>
        <a:xfrm>
          <a:off x="0" y="0"/>
          <a:ext cx="0" cy="0"/>
        </a:xfrm>
      </p:grpSpPr>
      <p:pic>
        <p:nvPicPr>
          <p:cNvPr id="212" name="Google Shape;212;p2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4" name="Google Shape;214;p2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" name="Google Shape;215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7" name="Google Shape;217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218" name="Shape 218"/>
        <p:cNvGrpSpPr/>
        <p:nvPr/>
      </p:nvGrpSpPr>
      <p:grpSpPr>
        <a:xfrm>
          <a:off x="0" y="0"/>
          <a:ext cx="0" cy="0"/>
        </a:xfrm>
      </p:grpSpPr>
      <p:pic>
        <p:nvPicPr>
          <p:cNvPr id="219" name="Google Shape;219;p2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1" name="Google Shape;221;p2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2" name="Google Shape;222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4" name="Google Shape;224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225" name="Shape 225"/>
        <p:cNvGrpSpPr/>
        <p:nvPr/>
      </p:nvGrpSpPr>
      <p:grpSpPr>
        <a:xfrm>
          <a:off x="0" y="0"/>
          <a:ext cx="0" cy="0"/>
        </a:xfrm>
      </p:grpSpPr>
      <p:pic>
        <p:nvPicPr>
          <p:cNvPr id="226" name="Google Shape;226;p2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8" name="Google Shape;228;p2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9" name="Google Shape;22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1" name="Google Shape;23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</a:xfrm>
      </p:grpSpPr>
      <p:sp>
        <p:nvSpPr>
          <p:cNvPr id="233" name="Google Shape;233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34" name="Google Shape;234;p2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6" name="Google Shape;236;p24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7" name="Google Shape;237;p24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9" name="Google Shape;239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0" name="Google Shape;240;p2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2" name="Google Shape;242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3" name="Google Shape;243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</a:xfrm>
      </p:grpSpPr>
      <p:sp>
        <p:nvSpPr>
          <p:cNvPr id="246" name="Google Shape;246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47" name="Google Shape;247;p2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9" name="Google Shape;249;p25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5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2" name="Google Shape;252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3" name="Google Shape;253;p2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5" name="Google Shape;255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6" name="Google Shape;256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</a:xfrm>
      </p:grpSpPr>
      <p:sp>
        <p:nvSpPr>
          <p:cNvPr id="259" name="Google Shape;259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60" name="Google Shape;260;p2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2" name="Google Shape;262;p26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" name="Google Shape;263;p26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5" name="Google Shape;265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6" name="Google Shape;266;p2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" name="Google Shape;268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9" name="Google Shape;269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</a:xfrm>
      </p:grpSpPr>
      <p:sp>
        <p:nvSpPr>
          <p:cNvPr id="272" name="Google Shape;272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73" name="Google Shape;273;p2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5" name="Google Shape;275;p27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" name="Google Shape;276;p27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8" name="Google Shape;278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9" name="Google Shape;279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" name="Google Shape;281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2" name="Google Shape;282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</a:xfrm>
      </p:grpSpPr>
      <p:pic>
        <p:nvPicPr>
          <p:cNvPr id="285" name="Google Shape;285;p2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5" name="Google Shape;295;p28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" name="Google Shape;29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1" name="Google Shape;301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2" name="Google Shape;302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4" name="Google Shape;304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5" name="Google Shape;305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</a:xfrm>
      </p:grpSpPr>
      <p:pic>
        <p:nvPicPr>
          <p:cNvPr id="308" name="Google Shape;308;p2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4" name="Google Shape;314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5" name="Google Shape;315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9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0" name="Google Shape;320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1" name="Google Shape;321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3" name="Google Shape;323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4" name="Google Shape;324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6" name="Google Shape;32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</a:xfrm>
      </p:grpSpPr>
      <p:pic>
        <p:nvPicPr>
          <p:cNvPr id="331" name="Google Shape;331;p3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7" name="Google Shape;337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8" name="Google Shape;338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1" name="Google Shape;341;p30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3" name="Google Shape;343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4" name="Google Shape;344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6" name="Google Shape;346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7" name="Google Shape;347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49" name="Google Shape;34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</a:xfrm>
      </p:grpSpPr>
      <p:pic>
        <p:nvPicPr>
          <p:cNvPr id="354" name="Google Shape;354;p3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1" name="Google Shape;361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6" name="Google Shape;366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7" name="Google Shape;367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9" name="Google Shape;369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0" name="Google Shape;370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2" name="Google Shape;37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</a:xfrm>
      </p:grpSpPr>
      <p:pic>
        <p:nvPicPr>
          <p:cNvPr id="377" name="Google Shape;377;p3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79" name="Google Shape;379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0" name="Google Shape;380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3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32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6" name="Google Shape;386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7" name="Google Shape;387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0" name="Google Shape;390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2" name="Google Shape;392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3" name="Google Shape;393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</a:xfrm>
      </p:grpSpPr>
      <p:pic>
        <p:nvPicPr>
          <p:cNvPr id="396" name="Google Shape;396;p3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98" name="Google Shape;398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9" name="Google Shape;399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3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33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5" name="Google Shape;405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6" name="Google Shape;406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8" name="Google Shape;408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09" name="Google Shape;409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1" name="Google Shape;411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2" name="Google Shape;412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</a:xfrm>
      </p:grpSpPr>
      <p:pic>
        <p:nvPicPr>
          <p:cNvPr id="415" name="Google Shape;415;p3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17" name="Google Shape;417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8" name="Google Shape;418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3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1" name="Google Shape;421;p34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4" name="Google Shape;424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5" name="Google Shape;425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7" name="Google Shape;427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8" name="Google Shape;428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0" name="Google Shape;430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1" name="Google Shape;431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</a:xfrm>
      </p:grpSpPr>
      <p:pic>
        <p:nvPicPr>
          <p:cNvPr id="434" name="Google Shape;434;p3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36" name="Google Shape;436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7" name="Google Shape;437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3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3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3" name="Google Shape;443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4" name="Google Shape;444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6" name="Google Shape;446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7" name="Google Shape;447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9" name="Google Shape;449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0" name="Google Shape;450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</a:xfrm>
      </p:grpSpPr>
      <p:pic>
        <p:nvPicPr>
          <p:cNvPr id="453" name="Google Shape;453;p3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55" name="Google Shape;455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3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9" name="Google Shape;459;p36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3" name="Google Shape;463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4" name="Google Shape;464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6" name="Google Shape;466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7" name="Google Shape;467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" name="Google Shape;468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9" name="Google Shape;469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0" name="Google Shape;470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2" name="Google Shape;472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3" name="Google Shape;473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</a:xfrm>
      </p:grpSpPr>
      <p:pic>
        <p:nvPicPr>
          <p:cNvPr id="476" name="Google Shape;476;p3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78" name="Google Shape;478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9" name="Google Shape;479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3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37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6" name="Google Shape;486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7" name="Google Shape;487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9" name="Google Shape;489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0" name="Google Shape;490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2" name="Google Shape;492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3" name="Google Shape;493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" name="Google Shape;494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5" name="Google Shape;495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6" name="Google Shape;496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</a:xfrm>
      </p:grpSpPr>
      <p:pic>
        <p:nvPicPr>
          <p:cNvPr id="499" name="Google Shape;499;p3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01" name="Google Shape;501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2" name="Google Shape;502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3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5" name="Google Shape;505;p38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9" name="Google Shape;509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0" name="Google Shape;510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1" name="Google Shape;51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2" name="Google Shape;512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3" name="Google Shape;513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4" name="Google Shape;514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5" name="Google Shape;515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6" name="Google Shape;516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8" name="Google Shape;518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19" name="Google Shape;519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" name="Google Shape;520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</a:xfrm>
      </p:grpSpPr>
      <p:pic>
        <p:nvPicPr>
          <p:cNvPr id="522" name="Google Shape;522;p3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24" name="Google Shape;524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5" name="Google Shape;525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7" name="Google Shape;527;p3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8" name="Google Shape;528;p3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3" name="Google Shape;533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6" name="Google Shape;536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39" name="Google Shape;539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1" name="Google Shape;541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2" name="Google Shape;542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</a:xfrm>
      </p:grpSpPr>
      <p:pic>
        <p:nvPicPr>
          <p:cNvPr id="545" name="Google Shape;545;p4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47" name="Google Shape;547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8" name="Google Shape;548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0" name="Google Shape;550;p4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1" name="Google Shape;551;p40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2" name="Google Shape;552;p40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3" name="Google Shape;553;p40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54" name="Google Shape;554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5" name="Google Shape;555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7" name="Google Shape;557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8" name="Google Shape;558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0" name="Google Shape;560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1" name="Google Shape;561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</a:xfrm>
      </p:grpSpPr>
      <p:pic>
        <p:nvPicPr>
          <p:cNvPr id="564" name="Google Shape;564;p4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66" name="Google Shape;566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7" name="Google Shape;567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4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41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1" name="Google Shape;571;p41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2" name="Google Shape;572;p41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73" name="Google Shape;573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4" name="Google Shape;574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" name="Google Shape;575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6" name="Google Shape;576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7" name="Google Shape;577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" name="Google Shape;57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9" name="Google Shape;579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0" name="Google Shape;580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</a:xfrm>
      </p:grpSpPr>
      <p:pic>
        <p:nvPicPr>
          <p:cNvPr id="583" name="Google Shape;583;p4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85" name="Google Shape;585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6" name="Google Shape;586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4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9" name="Google Shape;589;p42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0" name="Google Shape;590;p42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1" name="Google Shape;591;p42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92" name="Google Shape;592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3" name="Google Shape;593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5" name="Google Shape;595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6" name="Google Shape;596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8" name="Google Shape;598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9" name="Google Shape;599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</a:xfrm>
      </p:grpSpPr>
      <p:pic>
        <p:nvPicPr>
          <p:cNvPr id="602" name="Google Shape;602;p4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04" name="Google Shape;604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5" name="Google Shape;605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7" name="Google Shape;607;p4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8" name="Google Shape;608;p43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09" name="Google Shape;609;p43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0" name="Google Shape;610;p43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611" name="Google Shape;611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4" name="Google Shape;614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5" name="Google Shape;615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7" name="Google Shape;617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8" name="Google Shape;618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</a:xfrm>
      </p:grpSpPr>
      <p:pic>
        <p:nvPicPr>
          <p:cNvPr id="621" name="Google Shape;621;p4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23" name="Google Shape;623;p4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4" name="Google Shape;624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</a:xfrm>
      </p:grpSpPr>
      <p:pic>
        <p:nvPicPr>
          <p:cNvPr id="628" name="Google Shape;628;p4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0" name="Google Shape;630;p4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1" name="Google Shape;631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</a:xfrm>
      </p:grpSpPr>
      <p:pic>
        <p:nvPicPr>
          <p:cNvPr id="635" name="Google Shape;635;p4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7" name="Google Shape;637;p4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8" name="Google Shape;638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0" name="Google Shape;64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</a:xfrm>
      </p:grpSpPr>
      <p:pic>
        <p:nvPicPr>
          <p:cNvPr id="642" name="Google Shape;642;p4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4" name="Google Shape;644;p4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5" name="Google Shape;645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648" name="Shape 648"/>
        <p:cNvGrpSpPr/>
        <p:nvPr/>
      </p:nvGrpSpPr>
      <p:grpSpPr>
        <a:xfrm>
          <a:off x="0" y="0"/>
          <a:ext cx="0" cy="0"/>
        </a:xfrm>
      </p:grpSpPr>
      <p:pic>
        <p:nvPicPr>
          <p:cNvPr id="649" name="Google Shape;649;p4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1" name="Google Shape;651;p4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2" name="Google Shape;652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5" name="Google Shape;655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4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656" name="Shape 656"/>
        <p:cNvGrpSpPr/>
        <p:nvPr/>
      </p:nvGrpSpPr>
      <p:grpSpPr>
        <a:xfrm>
          <a:off x="0" y="0"/>
          <a:ext cx="0" cy="0"/>
        </a:xfrm>
      </p:grpSpPr>
      <p:pic>
        <p:nvPicPr>
          <p:cNvPr id="657" name="Google Shape;657;p4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9" name="Google Shape;659;p4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0" name="Google Shape;66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1" name="Google Shape;661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3" name="Google Shape;663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4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664" name="Shape 664"/>
        <p:cNvGrpSpPr/>
        <p:nvPr/>
      </p:nvGrpSpPr>
      <p:grpSpPr>
        <a:xfrm>
          <a:off x="0" y="0"/>
          <a:ext cx="0" cy="0"/>
        </a:xfrm>
      </p:grpSpPr>
      <p:pic>
        <p:nvPicPr>
          <p:cNvPr id="665" name="Google Shape;665;p5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7" name="Google Shape;667;p5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9" name="Google Shape;669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1" name="Google Shape;671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672" name="Shape 672"/>
        <p:cNvGrpSpPr/>
        <p:nvPr/>
      </p:nvGrpSpPr>
      <p:grpSpPr>
        <a:xfrm>
          <a:off x="0" y="0"/>
          <a:ext cx="0" cy="0"/>
        </a:xfrm>
      </p:grpSpPr>
      <p:pic>
        <p:nvPicPr>
          <p:cNvPr id="673" name="Google Shape;673;p5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5" name="Google Shape;675;p5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7" name="Google Shape;677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9" name="Google Shape;679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</a:xfrm>
      </p:grpSpPr>
      <p:pic>
        <p:nvPicPr>
          <p:cNvPr id="681" name="Google Shape;681;p5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83" name="Google Shape;683;p5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4" name="Google Shape;684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7" name="Google Shape;687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</a:xfrm>
      </p:grpSpPr>
      <p:pic>
        <p:nvPicPr>
          <p:cNvPr id="689" name="Google Shape;689;p5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1" name="Google Shape;691;p5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3" name="Google Shape;693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</a:xfrm>
      </p:grpSpPr>
      <p:pic>
        <p:nvPicPr>
          <p:cNvPr id="697" name="Google Shape;697;p5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9" name="Google Shape;699;p5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1" name="Google Shape;701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</a:xfrm>
      </p:grpSpPr>
      <p:pic>
        <p:nvPicPr>
          <p:cNvPr id="705" name="Google Shape;705;p5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7" name="Google Shape;707;p5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9" name="Google Shape;709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1" name="Google Shape;711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_1">
    <p:spTree>
      <p:nvGrpSpPr>
        <p:cNvPr id="712" name="Shape 712"/>
        <p:cNvGrpSpPr/>
        <p:nvPr/>
      </p:nvGrpSpPr>
      <p:grpSpPr>
        <a:xfrm>
          <a:off x="0" y="0"/>
          <a:ext cx="0" cy="0"/>
        </a:xfrm>
      </p:grpSpPr>
      <p:sp>
        <p:nvSpPr>
          <p:cNvPr id="713" name="Google Shape;713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14" name="Google Shape;714;p5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56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718" name="Shape 718"/>
        <p:cNvGrpSpPr/>
        <p:nvPr/>
      </p:nvGrpSpPr>
      <p:grpSpPr>
        <a:xfrm>
          <a:off x="0" y="0"/>
          <a:ext cx="0" cy="0"/>
        </a:xfrm>
      </p:grpSpPr>
      <p:sp>
        <p:nvSpPr>
          <p:cNvPr id="719" name="Google Shape;719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20" name="Google Shape;720;p57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7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2" name="Google Shape;722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3" name="Google Shape;723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</a:xfrm>
      </p:grpSpPr>
      <p:pic>
        <p:nvPicPr>
          <p:cNvPr id="725" name="Google Shape;725;p5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727" name="Shape 727"/>
        <p:cNvGrpSpPr/>
        <p:nvPr/>
      </p:nvGrpSpPr>
      <p:grpSpPr>
        <a:xfrm>
          <a:off x="0" y="0"/>
          <a:ext cx="0" cy="0"/>
        </a:xfrm>
      </p:grpSpPr>
      <p:sp>
        <p:nvSpPr>
          <p:cNvPr id="728" name="Google Shape;728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</a:xfrm>
      </p:grpSpPr>
      <p:pic>
        <p:nvPicPr>
          <p:cNvPr id="738" name="Google Shape;738;p6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60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740" name="Shape 740"/>
        <p:cNvGrpSpPr/>
        <p:nvPr/>
      </p:nvGrpSpPr>
      <p:grpSpPr>
        <a:xfrm>
          <a:off x="0" y="0"/>
          <a:ext cx="0" cy="0"/>
        </a:xfrm>
      </p:grpSpPr>
      <p:sp>
        <p:nvSpPr>
          <p:cNvPr id="741" name="Google Shape;741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.1 Keywords definitions (3)">
  <p:cSld name="CUSTOM_3_1_1_2">
    <p:spTree>
      <p:nvGrpSpPr>
        <p:cNvPr id="742" name="Shape 742"/>
        <p:cNvGrpSpPr/>
        <p:nvPr/>
      </p:nvGrpSpPr>
      <p:grpSpPr>
        <a:xfrm>
          <a:off x="0" y="0"/>
          <a:ext cx="0" cy="0"/>
        </a:xfrm>
      </p:grpSpPr>
      <p:sp>
        <p:nvSpPr>
          <p:cNvPr id="743" name="Google Shape;743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44" name="Google Shape;744;p62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62"/>
          <p:cNvSpPr txBox="1"/>
          <p:nvPr>
            <p:ph type="subTitle" idx="1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7" name="Google Shape;747;p62"/>
          <p:cNvSpPr txBox="1"/>
          <p:nvPr>
            <p:ph type="subTitle" idx="2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type="subTitle" idx="3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slideLayout" Target="../slideLayouts/slideLayout24.xml" /><Relationship Id="rId25" Type="http://schemas.openxmlformats.org/officeDocument/2006/relationships/slideLayout" Target="../slideLayouts/slideLayout25.xml" /><Relationship Id="rId26" Type="http://schemas.openxmlformats.org/officeDocument/2006/relationships/slideLayout" Target="../slideLayouts/slideLayout26.xml" /><Relationship Id="rId27" Type="http://schemas.openxmlformats.org/officeDocument/2006/relationships/slideLayout" Target="../slideLayouts/slideLayout27.xml" /><Relationship Id="rId28" Type="http://schemas.openxmlformats.org/officeDocument/2006/relationships/slideLayout" Target="../slideLayouts/slideLayout28.xml" /><Relationship Id="rId29" Type="http://schemas.openxmlformats.org/officeDocument/2006/relationships/slideLayout" Target="../slideLayouts/slideLayout29.xml" /><Relationship Id="rId3" Type="http://schemas.openxmlformats.org/officeDocument/2006/relationships/slideLayout" Target="../slideLayouts/slideLayout3.xml" /><Relationship Id="rId30" Type="http://schemas.openxmlformats.org/officeDocument/2006/relationships/slideLayout" Target="../slideLayouts/slideLayout30.xml" /><Relationship Id="rId31" Type="http://schemas.openxmlformats.org/officeDocument/2006/relationships/slideLayout" Target="../slideLayouts/slideLayout31.xml" /><Relationship Id="rId32" Type="http://schemas.openxmlformats.org/officeDocument/2006/relationships/slideLayout" Target="../slideLayouts/slideLayout32.xml" /><Relationship Id="rId33" Type="http://schemas.openxmlformats.org/officeDocument/2006/relationships/slideLayout" Target="../slideLayouts/slideLayout33.xml" /><Relationship Id="rId34" Type="http://schemas.openxmlformats.org/officeDocument/2006/relationships/slideLayout" Target="../slideLayouts/slideLayout34.xml" /><Relationship Id="rId35" Type="http://schemas.openxmlformats.org/officeDocument/2006/relationships/slideLayout" Target="../slideLayouts/slideLayout35.xml" /><Relationship Id="rId36" Type="http://schemas.openxmlformats.org/officeDocument/2006/relationships/slideLayout" Target="../slideLayouts/slideLayout36.xml" /><Relationship Id="rId37" Type="http://schemas.openxmlformats.org/officeDocument/2006/relationships/slideLayout" Target="../slideLayouts/slideLayout37.xml" /><Relationship Id="rId38" Type="http://schemas.openxmlformats.org/officeDocument/2006/relationships/slideLayout" Target="../slideLayouts/slideLayout38.xml" /><Relationship Id="rId39" Type="http://schemas.openxmlformats.org/officeDocument/2006/relationships/slideLayout" Target="../slideLayouts/slideLayout39.xml" /><Relationship Id="rId4" Type="http://schemas.openxmlformats.org/officeDocument/2006/relationships/slideLayout" Target="../slideLayouts/slideLayout4.xml" /><Relationship Id="rId40" Type="http://schemas.openxmlformats.org/officeDocument/2006/relationships/slideLayout" Target="../slideLayouts/slideLayout40.xml" /><Relationship Id="rId41" Type="http://schemas.openxmlformats.org/officeDocument/2006/relationships/slideLayout" Target="../slideLayouts/slideLayout41.xml" /><Relationship Id="rId42" Type="http://schemas.openxmlformats.org/officeDocument/2006/relationships/slideLayout" Target="../slideLayouts/slideLayout42.xml" /><Relationship Id="rId43" Type="http://schemas.openxmlformats.org/officeDocument/2006/relationships/slideLayout" Target="../slideLayouts/slideLayout43.xml" /><Relationship Id="rId44" Type="http://schemas.openxmlformats.org/officeDocument/2006/relationships/slideLayout" Target="../slideLayouts/slideLayout44.xml" /><Relationship Id="rId45" Type="http://schemas.openxmlformats.org/officeDocument/2006/relationships/slideLayout" Target="../slideLayouts/slideLayout45.xml" /><Relationship Id="rId46" Type="http://schemas.openxmlformats.org/officeDocument/2006/relationships/slideLayout" Target="../slideLayouts/slideLayout46.xml" /><Relationship Id="rId47" Type="http://schemas.openxmlformats.org/officeDocument/2006/relationships/slideLayout" Target="../slideLayouts/slideLayout47.xml" /><Relationship Id="rId48" Type="http://schemas.openxmlformats.org/officeDocument/2006/relationships/slideLayout" Target="../slideLayouts/slideLayout48.xml" /><Relationship Id="rId49" Type="http://schemas.openxmlformats.org/officeDocument/2006/relationships/slideLayout" Target="../slideLayouts/slideLayout49.xml" /><Relationship Id="rId5" Type="http://schemas.openxmlformats.org/officeDocument/2006/relationships/slideLayout" Target="../slideLayouts/slideLayout5.xml" /><Relationship Id="rId50" Type="http://schemas.openxmlformats.org/officeDocument/2006/relationships/slideLayout" Target="../slideLayouts/slideLayout50.xml" /><Relationship Id="rId51" Type="http://schemas.openxmlformats.org/officeDocument/2006/relationships/slideLayout" Target="../slideLayouts/slideLayout51.xml" /><Relationship Id="rId52" Type="http://schemas.openxmlformats.org/officeDocument/2006/relationships/slideLayout" Target="../slideLayouts/slideLayout52.xml" /><Relationship Id="rId53" Type="http://schemas.openxmlformats.org/officeDocument/2006/relationships/slideLayout" Target="../slideLayouts/slideLayout53.xml" /><Relationship Id="rId54" Type="http://schemas.openxmlformats.org/officeDocument/2006/relationships/slideLayout" Target="../slideLayouts/slideLayout54.xml" /><Relationship Id="rId55" Type="http://schemas.openxmlformats.org/officeDocument/2006/relationships/slideLayout" Target="../slideLayouts/slideLayout55.xml" /><Relationship Id="rId56" Type="http://schemas.openxmlformats.org/officeDocument/2006/relationships/slideLayout" Target="../slideLayouts/slideLayout56.xml" /><Relationship Id="rId57" Type="http://schemas.openxmlformats.org/officeDocument/2006/relationships/slideLayout" Target="../slideLayouts/slideLayout57.xml" /><Relationship Id="rId58" Type="http://schemas.openxmlformats.org/officeDocument/2006/relationships/slideLayout" Target="../slideLayouts/slideLayout58.xml" /><Relationship Id="rId59" Type="http://schemas.openxmlformats.org/officeDocument/2006/relationships/slideLayout" Target="../slideLayouts/slideLayout59.xml" /><Relationship Id="rId6" Type="http://schemas.openxmlformats.org/officeDocument/2006/relationships/slideLayout" Target="../slideLayouts/slideLayout6.xml" /><Relationship Id="rId60" Type="http://schemas.openxmlformats.org/officeDocument/2006/relationships/slideLayout" Target="../slideLayouts/slideLayout60.xml" /><Relationship Id="rId61" Type="http://schemas.openxmlformats.org/officeDocument/2006/relationships/slideLayout" Target="../slideLayouts/slideLayout61.xml" /><Relationship Id="rId62" Type="http://schemas.openxmlformats.org/officeDocument/2006/relationships/image" Target="../media/image42.png" /><Relationship Id="rId63" Type="http://schemas.openxmlformats.org/officeDocument/2006/relationships/theme" Target="../theme/theme1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6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1.xml" /><Relationship Id="rId2" Type="http://schemas.openxmlformats.org/officeDocument/2006/relationships/notesSlide" Target="../notesSlides/notesSlide4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43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6.xml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7.xml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8.xml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44.png" /><Relationship Id="rId4" Type="http://schemas.openxmlformats.org/officeDocument/2006/relationships/image" Target="../media/image45.png" /><Relationship Id="rId5" Type="http://schemas.openxmlformats.org/officeDocument/2006/relationships/image" Target="../media/image46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10" Type="http://schemas.openxmlformats.org/officeDocument/2006/relationships/image" Target="../media/image54.png" /><Relationship Id="rId11" Type="http://schemas.openxmlformats.org/officeDocument/2006/relationships/image" Target="../media/image55.png" /><Relationship Id="rId12" Type="http://schemas.openxmlformats.org/officeDocument/2006/relationships/image" Target="../media/image56.png" /><Relationship Id="rId13" Type="http://schemas.openxmlformats.org/officeDocument/2006/relationships/image" Target="../media/image57.png" /><Relationship Id="rId14" Type="http://schemas.openxmlformats.org/officeDocument/2006/relationships/image" Target="../media/image58.png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47.png" /><Relationship Id="rId4" Type="http://schemas.openxmlformats.org/officeDocument/2006/relationships/image" Target="../media/image48.png" /><Relationship Id="rId5" Type="http://schemas.openxmlformats.org/officeDocument/2006/relationships/image" Target="../media/image49.png" /><Relationship Id="rId6" Type="http://schemas.openxmlformats.org/officeDocument/2006/relationships/image" Target="../media/image50.png" /><Relationship Id="rId7" Type="http://schemas.openxmlformats.org/officeDocument/2006/relationships/image" Target="../media/image51.png" /><Relationship Id="rId8" Type="http://schemas.openxmlformats.org/officeDocument/2006/relationships/image" Target="../media/image52.png" /><Relationship Id="rId9" Type="http://schemas.openxmlformats.org/officeDocument/2006/relationships/image" Target="../media/image53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3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59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3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60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61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4.xml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62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3.xml" /><Relationship Id="rId2" Type="http://schemas.openxmlformats.org/officeDocument/2006/relationships/notesSlide" Target="../notesSlides/notesSlide16.xml" /><Relationship Id="rId3" Type="http://schemas.openxmlformats.org/officeDocument/2006/relationships/image" Target="../media/image63.png" /><Relationship Id="rId4" Type="http://schemas.openxmlformats.org/officeDocument/2006/relationships/image" Target="../media/image64.png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3.xml" /><Relationship Id="rId2" Type="http://schemas.openxmlformats.org/officeDocument/2006/relationships/notesSlide" Target="../notesSlides/notesSlide17.xml" /><Relationship Id="rId3" Type="http://schemas.openxmlformats.org/officeDocument/2006/relationships/image" Target="../media/image65.png" /><Relationship Id="rId4" Type="http://schemas.openxmlformats.org/officeDocument/2006/relationships/image" Target="../media/image63.png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7.xml" /><Relationship Id="rId2" Type="http://schemas.openxmlformats.org/officeDocument/2006/relationships/notesSlide" Target="../notesSlides/notesSlide18.xml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7.xml" /><Relationship Id="rId2" Type="http://schemas.openxmlformats.org/officeDocument/2006/relationships/notesSlide" Target="../notesSlides/notesSlide19.xml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7.xml" /><Relationship Id="rId2" Type="http://schemas.openxmlformats.org/officeDocument/2006/relationships/notesSlide" Target="../notesSlides/notesSlide20.xml" /><Relationship Id="rId3" Type="http://schemas.openxmlformats.org/officeDocument/2006/relationships/image" Target="../media/image66.png" /><Relationship Id="rId4" Type="http://schemas.openxmlformats.org/officeDocument/2006/relationships/image" Target="../media/image67.png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21.xml" /><Relationship Id="rId3" Type="http://schemas.openxmlformats.org/officeDocument/2006/relationships/image" Target="../media/image68.png" /><Relationship Id="rId4" Type="http://schemas.openxmlformats.org/officeDocument/2006/relationships/image" Target="../media/image46.png" /><Relationship Id="rId5" Type="http://schemas.openxmlformats.org/officeDocument/2006/relationships/image" Target="../media/image69.png" /><Relationship Id="rId6" Type="http://schemas.openxmlformats.org/officeDocument/2006/relationships/image" Target="../media/image70.png" /><Relationship Id="rId7" Type="http://schemas.openxmlformats.org/officeDocument/2006/relationships/image" Target="../media/image71.png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22.xml" /><Relationship Id="rId3" Type="http://schemas.openxmlformats.org/officeDocument/2006/relationships/image" Target="../media/image72.png" /><Relationship Id="rId4" Type="http://schemas.openxmlformats.org/officeDocument/2006/relationships/image" Target="../media/image71.png" /><Relationship Id="rId5" Type="http://schemas.openxmlformats.org/officeDocument/2006/relationships/image" Target="../media/image73.png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23.xml" /><Relationship Id="rId3" Type="http://schemas.openxmlformats.org/officeDocument/2006/relationships/image" Target="../media/image66.png" /><Relationship Id="rId4" Type="http://schemas.openxmlformats.org/officeDocument/2006/relationships/image" Target="../media/image67.png" /><Relationship Id="rId5" Type="http://schemas.openxmlformats.org/officeDocument/2006/relationships/image" Target="../media/image74.png" /><Relationship Id="rId6" Type="http://schemas.openxmlformats.org/officeDocument/2006/relationships/image" Target="../media/image75.png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 /><Relationship Id="rId2" Type="http://schemas.openxmlformats.org/officeDocument/2006/relationships/notesSlide" Target="../notesSlides/notesSlide24.xml" /><Relationship Id="rId3" Type="http://schemas.openxmlformats.org/officeDocument/2006/relationships/image" Target="../media/image43.png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5.xml" /><Relationship Id="rId3" Type="http://schemas.openxmlformats.org/officeDocument/2006/relationships/image" Target="../media/image76.png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6.xml" /><Relationship Id="rId3" Type="http://schemas.openxmlformats.org/officeDocument/2006/relationships/image" Target="../media/image70.png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7.xml" /><Relationship Id="rId3" Type="http://schemas.openxmlformats.org/officeDocument/2006/relationships/image" Target="../media/image77.png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4.xml" /><Relationship Id="rId2" Type="http://schemas.openxmlformats.org/officeDocument/2006/relationships/notesSlide" Target="../notesSlides/notesSlide28.xml" /><Relationship Id="rId3" Type="http://schemas.openxmlformats.org/officeDocument/2006/relationships/image" Target="../media/image78.png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4.xml" /><Relationship Id="rId2" Type="http://schemas.openxmlformats.org/officeDocument/2006/relationships/notesSlide" Target="../notesSlides/notesSlide29.xml" /><Relationship Id="rId3" Type="http://schemas.openxmlformats.org/officeDocument/2006/relationships/image" Target="../media/image78.png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30.xml" /><Relationship Id="rId3" Type="http://schemas.openxmlformats.org/officeDocument/2006/relationships/image" Target="../media/image79.png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31.xml" /><Relationship Id="rId3" Type="http://schemas.openxmlformats.org/officeDocument/2006/relationships/image" Target="../media/image80.png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6.xml" /><Relationship Id="rId2" Type="http://schemas.openxmlformats.org/officeDocument/2006/relationships/notesSlide" Target="../notesSlides/notesSlide32.xml" /><Relationship Id="rId3" Type="http://schemas.openxmlformats.org/officeDocument/2006/relationships/image" Target="../media/image81.png" /></Relationships>
</file>

<file path=ppt/slides/_rels/slide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33.xml" /><Relationship Id="rId3" Type="http://schemas.openxmlformats.org/officeDocument/2006/relationships/image" Target="../media/image82.png" /></Relationships>
</file>

<file path=ppt/slides/_rels/slide3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34.xml" /><Relationship Id="rId3" Type="http://schemas.openxmlformats.org/officeDocument/2006/relationships/image" Target="../media/image82.png" /></Relationships>
</file>

<file path=ppt/slides/_rels/slide3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4.xml" /><Relationship Id="rId2" Type="http://schemas.openxmlformats.org/officeDocument/2006/relationships/notesSlide" Target="../notesSlides/notesSlide35.xml" /><Relationship Id="rId3" Type="http://schemas.openxmlformats.org/officeDocument/2006/relationships/image" Target="../media/image83.png" /></Relationships>
</file>

<file path=ppt/slides/_rels/slide3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8.xml" /><Relationship Id="rId2" Type="http://schemas.openxmlformats.org/officeDocument/2006/relationships/notesSlide" Target="../notesSlides/notesSlide36.xml" /></Relationships>
</file>

<file path=ppt/slides/_rels/slide3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2.xml" /><Relationship Id="rId2" Type="http://schemas.openxmlformats.org/officeDocument/2006/relationships/notesSlide" Target="../notesSlides/notesSlide37.xml" /><Relationship Id="rId3" Type="http://schemas.openxmlformats.org/officeDocument/2006/relationships/image" Target="../media/image84.png" /><Relationship Id="rId4" Type="http://schemas.openxmlformats.org/officeDocument/2006/relationships/image" Target="../media/image85.png" /></Relationships>
</file>

<file path=ppt/slides/_rels/slide3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6.xml" /><Relationship Id="rId2" Type="http://schemas.openxmlformats.org/officeDocument/2006/relationships/notesSlide" Target="../notesSlides/notesSlide38.xml" /></Relationships>
</file>

<file path=ppt/slides/_rels/slide3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9.xml" /><Relationship Id="rId2" Type="http://schemas.openxmlformats.org/officeDocument/2006/relationships/notesSlide" Target="../notesSlides/notesSlide39.xml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image" Target="../media/image86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52" name="Shape 752"/>
        <p:cNvGrpSpPr/>
        <p:nvPr/>
      </p:nvGrpSpPr>
      <p:grpSpPr>
        <a:xfrm>
          <a:off x="0" y="0"/>
          <a:ext cx="0" cy="0"/>
        </a:xfrm>
      </p:grpSpPr>
      <p:sp>
        <p:nvSpPr>
          <p:cNvPr id="753" name="Google Shape;753;p6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Calculating theoretical probabilities from two-way tables (two events)</a:t>
            </a:r>
            <a:endParaRPr/>
          </a:p>
        </p:txBody>
      </p:sp>
      <p:sp>
        <p:nvSpPr>
          <p:cNvPr id="754" name="Google Shape;754;p6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Probability: theoretical probabilities</a:t>
            </a:r>
            <a:endParaRPr/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="0">
  <p:cSld name="">
    <p:spTree>
      <p:nvGrpSpPr>
        <p:cNvPr id="758" name="Shape 758"/>
        <p:cNvGrpSpPr/>
        <p:nvPr/>
      </p:nvGrpSpPr>
      <p:grpSpPr>
        <a:xfrm>
          <a:off x="0" y="0"/>
          <a:ext cx="0" cy="0"/>
        </a:xfrm>
      </p:grpSpPr>
      <p:sp>
        <p:nvSpPr>
          <p:cNvPr id="759" name="Google Shape;759;p64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3" name="Shape 763"/>
        <p:cNvGrpSpPr/>
        <p:nvPr/>
      </p:nvGrpSpPr>
      <p:grpSpPr>
        <a:xfrm>
          <a:off x="0" y="0"/>
          <a:ext cx="0" cy="0"/>
        </a:xfrm>
      </p:grpSpPr>
      <p:sp>
        <p:nvSpPr>
          <p:cNvPr id="764" name="Google Shape;764;p65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 can calculate and use theoretical probabilities for combined events using two-way tables (2 events).</a:t>
            </a:r>
            <a:endParaRPr/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8" name="Shape 768"/>
        <p:cNvGrpSpPr/>
        <p:nvPr/>
      </p:nvGrpSpPr>
      <p:grpSpPr>
        <a:xfrm>
          <a:off x="0" y="0"/>
          <a:ext cx="0" cy="0"/>
        </a:xfrm>
      </p:grpSpPr>
      <p:sp>
        <p:nvSpPr>
          <p:cNvPr id="769" name="Google Shape;769;p66"/>
          <p:cNvSpPr txBox="1"/>
          <p:nvPr>
            <p:ph type="subTitle" idx="1"/>
          </p:nvPr>
        </p:nvSpPr>
        <p:spPr>
          <a:xfrm>
            <a:off x="324000" y="1048850"/>
            <a:ext cx="8496000" cy="104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A theoretical probability is a probability based on counting the number of desired outcomes from a sample space where all individual outcomes are equally likely.</a:t>
            </a:r>
            <a:endParaRPr sz="1600"/>
          </a:p>
        </p:txBody>
      </p:sp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3" name="Shape 773"/>
        <p:cNvGrpSpPr/>
        <p:nvPr/>
      </p:nvGrpSpPr>
      <p:grpSpPr>
        <a:xfrm>
          <a:off x="0" y="0"/>
          <a:ext cx="0" cy="0"/>
        </a:xfrm>
      </p:grpSpPr>
      <p:sp>
        <p:nvSpPr>
          <p:cNvPr id="774" name="Google Shape;774;p6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Theoretical probabilities</a:t>
            </a:r>
            <a:endParaRPr/>
          </a:p>
        </p:txBody>
      </p:sp>
      <p:sp>
        <p:nvSpPr>
          <p:cNvPr id="775" name="Google Shape;775;p67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Probabilities for combined events</a:t>
            </a:r>
            <a:endParaRPr/>
          </a:p>
        </p:txBody>
      </p:sp>
      <p:sp>
        <p:nvSpPr>
          <p:cNvPr id="776" name="Google Shape;776;p67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Calculating theoretical probabilities from two-way tables (two events)</a:t>
            </a:r>
            <a:endParaRPr/>
          </a:p>
        </p:txBody>
      </p:sp>
      <p:pic>
        <p:nvPicPr>
          <p:cNvPr id="777" name="Google Shape;777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386" y="205987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81" name="Shape 781"/>
        <p:cNvGrpSpPr/>
        <p:nvPr/>
      </p:nvGrpSpPr>
      <p:grpSpPr>
        <a:xfrm>
          <a:off x="0" y="0"/>
          <a:ext cx="0" cy="0"/>
        </a:xfrm>
      </p:grpSpPr>
      <p:sp>
        <p:nvSpPr>
          <p:cNvPr id="782" name="Google Shape;782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Theoretical probabilities</a:t>
            </a:r>
            <a:endParaRPr/>
          </a:p>
        </p:txBody>
      </p:sp>
      <p:sp>
        <p:nvSpPr>
          <p:cNvPr id="783" name="Google Shape;783;p68"/>
          <p:cNvSpPr txBox="1"/>
          <p:nvPr>
            <p:ph type="body" idx="1"/>
          </p:nvPr>
        </p:nvSpPr>
        <p:spPr>
          <a:xfrm>
            <a:off x="324000" y="759300"/>
            <a:ext cx="82377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 deck of cards contains the numbers 1 to 10.</a:t>
            </a:r>
            <a:endParaRPr sz="2000"/>
          </a:p>
        </p:txBody>
      </p:sp>
      <p:sp>
        <p:nvSpPr>
          <p:cNvPr id="784" name="Google Shape;784;p68"/>
          <p:cNvSpPr/>
          <p:nvPr/>
        </p:nvSpPr>
        <p:spPr>
          <a:xfrm>
            <a:off x="1979724" y="16323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5" name="Google Shape;785;p68"/>
          <p:cNvSpPr txBox="1"/>
          <p:nvPr>
            <p:ph type="body" idx="1"/>
          </p:nvPr>
        </p:nvSpPr>
        <p:spPr>
          <a:xfrm>
            <a:off x="2097826" y="1747334"/>
            <a:ext cx="2289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</a:t>
            </a:r>
            <a:endParaRPr/>
          </a:p>
        </p:txBody>
      </p:sp>
      <p:sp>
        <p:nvSpPr>
          <p:cNvPr id="786" name="Google Shape;786;p68"/>
          <p:cNvSpPr/>
          <p:nvPr/>
        </p:nvSpPr>
        <p:spPr>
          <a:xfrm>
            <a:off x="2513124" y="16323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7" name="Google Shape;787;p68"/>
          <p:cNvSpPr txBox="1"/>
          <p:nvPr>
            <p:ph type="body" idx="1"/>
          </p:nvPr>
        </p:nvSpPr>
        <p:spPr>
          <a:xfrm>
            <a:off x="2631226" y="1747334"/>
            <a:ext cx="2289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endParaRPr/>
          </a:p>
        </p:txBody>
      </p:sp>
      <p:sp>
        <p:nvSpPr>
          <p:cNvPr id="788" name="Google Shape;788;p68"/>
          <p:cNvSpPr/>
          <p:nvPr/>
        </p:nvSpPr>
        <p:spPr>
          <a:xfrm>
            <a:off x="3046524" y="16323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9" name="Google Shape;789;p68"/>
          <p:cNvSpPr txBox="1"/>
          <p:nvPr>
            <p:ph type="body" idx="1"/>
          </p:nvPr>
        </p:nvSpPr>
        <p:spPr>
          <a:xfrm>
            <a:off x="3164626" y="17473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3</a:t>
            </a:r>
            <a:endParaRPr/>
          </a:p>
        </p:txBody>
      </p:sp>
      <p:sp>
        <p:nvSpPr>
          <p:cNvPr id="790" name="Google Shape;790;p68"/>
          <p:cNvSpPr/>
          <p:nvPr/>
        </p:nvSpPr>
        <p:spPr>
          <a:xfrm>
            <a:off x="3579924" y="16323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1" name="Google Shape;791;p68"/>
          <p:cNvSpPr txBox="1"/>
          <p:nvPr>
            <p:ph type="body" idx="1"/>
          </p:nvPr>
        </p:nvSpPr>
        <p:spPr>
          <a:xfrm>
            <a:off x="3698026" y="17473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4</a:t>
            </a:r>
            <a:endParaRPr/>
          </a:p>
        </p:txBody>
      </p:sp>
      <p:sp>
        <p:nvSpPr>
          <p:cNvPr id="792" name="Google Shape;792;p68"/>
          <p:cNvSpPr/>
          <p:nvPr/>
        </p:nvSpPr>
        <p:spPr>
          <a:xfrm>
            <a:off x="4113324" y="16323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3" name="Google Shape;793;p68"/>
          <p:cNvSpPr txBox="1"/>
          <p:nvPr>
            <p:ph type="body" idx="1"/>
          </p:nvPr>
        </p:nvSpPr>
        <p:spPr>
          <a:xfrm>
            <a:off x="4231426" y="17473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5</a:t>
            </a:r>
            <a:endParaRPr/>
          </a:p>
        </p:txBody>
      </p:sp>
      <p:sp>
        <p:nvSpPr>
          <p:cNvPr id="794" name="Google Shape;794;p68"/>
          <p:cNvSpPr/>
          <p:nvPr/>
        </p:nvSpPr>
        <p:spPr>
          <a:xfrm>
            <a:off x="4646724" y="16323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5" name="Google Shape;795;p68"/>
          <p:cNvSpPr txBox="1"/>
          <p:nvPr>
            <p:ph type="body" idx="1"/>
          </p:nvPr>
        </p:nvSpPr>
        <p:spPr>
          <a:xfrm>
            <a:off x="4764826" y="17473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6</a:t>
            </a:r>
            <a:endParaRPr/>
          </a:p>
        </p:txBody>
      </p:sp>
      <p:sp>
        <p:nvSpPr>
          <p:cNvPr id="796" name="Google Shape;796;p68"/>
          <p:cNvSpPr/>
          <p:nvPr/>
        </p:nvSpPr>
        <p:spPr>
          <a:xfrm>
            <a:off x="5180124" y="16323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7" name="Google Shape;797;p68"/>
          <p:cNvSpPr txBox="1"/>
          <p:nvPr>
            <p:ph type="body" idx="1"/>
          </p:nvPr>
        </p:nvSpPr>
        <p:spPr>
          <a:xfrm>
            <a:off x="5298226" y="17473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7</a:t>
            </a:r>
            <a:endParaRPr/>
          </a:p>
        </p:txBody>
      </p:sp>
      <p:sp>
        <p:nvSpPr>
          <p:cNvPr id="798" name="Google Shape;798;p68"/>
          <p:cNvSpPr/>
          <p:nvPr/>
        </p:nvSpPr>
        <p:spPr>
          <a:xfrm>
            <a:off x="5713524" y="16323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9" name="Google Shape;799;p68"/>
          <p:cNvSpPr txBox="1"/>
          <p:nvPr>
            <p:ph type="body" idx="1"/>
          </p:nvPr>
        </p:nvSpPr>
        <p:spPr>
          <a:xfrm>
            <a:off x="5831626" y="17473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8</a:t>
            </a:r>
            <a:endParaRPr/>
          </a:p>
        </p:txBody>
      </p:sp>
      <p:sp>
        <p:nvSpPr>
          <p:cNvPr id="800" name="Google Shape;800;p68"/>
          <p:cNvSpPr/>
          <p:nvPr/>
        </p:nvSpPr>
        <p:spPr>
          <a:xfrm>
            <a:off x="6246924" y="16323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1" name="Google Shape;801;p68"/>
          <p:cNvSpPr txBox="1"/>
          <p:nvPr>
            <p:ph type="body" idx="1"/>
          </p:nvPr>
        </p:nvSpPr>
        <p:spPr>
          <a:xfrm>
            <a:off x="6365026" y="17473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9</a:t>
            </a:r>
            <a:endParaRPr/>
          </a:p>
        </p:txBody>
      </p:sp>
      <p:sp>
        <p:nvSpPr>
          <p:cNvPr id="802" name="Google Shape;802;p68"/>
          <p:cNvSpPr/>
          <p:nvPr/>
        </p:nvSpPr>
        <p:spPr>
          <a:xfrm>
            <a:off x="6780324" y="16323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3" name="Google Shape;803;p68"/>
          <p:cNvSpPr txBox="1"/>
          <p:nvPr>
            <p:ph type="body" idx="1"/>
          </p:nvPr>
        </p:nvSpPr>
        <p:spPr>
          <a:xfrm>
            <a:off x="6836224" y="1747342"/>
            <a:ext cx="347100" cy="3975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10</a:t>
            </a:r>
            <a:endParaRPr/>
          </a:p>
        </p:txBody>
      </p:sp>
      <p:sp>
        <p:nvSpPr>
          <p:cNvPr id="804" name="Google Shape;804;p68"/>
          <p:cNvSpPr txBox="1"/>
          <p:nvPr>
            <p:ph type="body" idx="1"/>
          </p:nvPr>
        </p:nvSpPr>
        <p:spPr>
          <a:xfrm>
            <a:off x="324000" y="1140300"/>
            <a:ext cx="82377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cards could be sorted into </a:t>
            </a:r>
            <a:r>
              <a:rPr lang="en-GB" sz="2000">
                <a:solidFill>
                  <a:schemeClr val="accent4"/>
                </a:solidFill>
              </a:rPr>
              <a:t>odds</a:t>
            </a:r>
            <a:r>
              <a:rPr lang="en-GB" sz="2000"/>
              <a:t> and </a:t>
            </a:r>
            <a:r>
              <a:rPr lang="en-GB" sz="2000">
                <a:solidFill>
                  <a:schemeClr val="accent4"/>
                </a:solidFill>
              </a:rPr>
              <a:t>evens</a:t>
            </a:r>
            <a:r>
              <a:rPr lang="en-GB" sz="2000"/>
              <a:t> using a table.</a:t>
            </a:r>
            <a:endParaRPr sz="2000"/>
          </a:p>
        </p:txBody>
      </p:sp>
      <p:graphicFrame>
        <p:nvGraphicFramePr>
          <p:cNvPr id="805" name="Google Shape;805;p68"/>
          <p:cNvGraphicFramePr>
            <a:graphicFrameLocks noGrp="1"/>
          </p:cNvGraphicFramePr>
          <p:nvPr/>
        </p:nvGraphicFramePr>
        <p:xfrm>
          <a:off x="333741" y="2495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{704564EC-6E6A-4A4A-9541-3FAF3355DE73}</a:tableStyleId>
              </a:tblPr>
              <a:tblGrid>
                <a:gridCol w="1966000"/>
                <a:gridCol w="1966000"/>
              </a:tblGrid>
              <a:tr h="4235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odd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even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</a:tr>
              <a:tr h="1661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806" name="Google Shape;806;p68"/>
          <p:cNvSpPr/>
          <p:nvPr/>
        </p:nvSpPr>
        <p:spPr>
          <a:xfrm>
            <a:off x="455724" y="3080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7" name="Google Shape;807;p68"/>
          <p:cNvSpPr txBox="1"/>
          <p:nvPr>
            <p:ph type="body" idx="1"/>
          </p:nvPr>
        </p:nvSpPr>
        <p:spPr>
          <a:xfrm>
            <a:off x="573826" y="31951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</a:t>
            </a:r>
            <a:endParaRPr/>
          </a:p>
        </p:txBody>
      </p:sp>
      <p:sp>
        <p:nvSpPr>
          <p:cNvPr id="808" name="Google Shape;808;p68"/>
          <p:cNvSpPr/>
          <p:nvPr/>
        </p:nvSpPr>
        <p:spPr>
          <a:xfrm>
            <a:off x="1065324" y="3080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9" name="Google Shape;809;p68"/>
          <p:cNvSpPr txBox="1"/>
          <p:nvPr>
            <p:ph type="body" idx="1"/>
          </p:nvPr>
        </p:nvSpPr>
        <p:spPr>
          <a:xfrm>
            <a:off x="1183426" y="31951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3</a:t>
            </a:r>
            <a:endParaRPr/>
          </a:p>
        </p:txBody>
      </p:sp>
      <p:sp>
        <p:nvSpPr>
          <p:cNvPr id="810" name="Google Shape;810;p68"/>
          <p:cNvSpPr/>
          <p:nvPr/>
        </p:nvSpPr>
        <p:spPr>
          <a:xfrm>
            <a:off x="1674924" y="3080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1" name="Google Shape;811;p68"/>
          <p:cNvSpPr txBox="1"/>
          <p:nvPr>
            <p:ph type="body" idx="1"/>
          </p:nvPr>
        </p:nvSpPr>
        <p:spPr>
          <a:xfrm>
            <a:off x="1793026" y="31951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5</a:t>
            </a:r>
            <a:endParaRPr/>
          </a:p>
        </p:txBody>
      </p:sp>
      <p:sp>
        <p:nvSpPr>
          <p:cNvPr id="812" name="Google Shape;812;p68"/>
          <p:cNvSpPr/>
          <p:nvPr/>
        </p:nvSpPr>
        <p:spPr>
          <a:xfrm>
            <a:off x="760524" y="3842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68"/>
          <p:cNvSpPr txBox="1"/>
          <p:nvPr>
            <p:ph type="body" idx="1"/>
          </p:nvPr>
        </p:nvSpPr>
        <p:spPr>
          <a:xfrm>
            <a:off x="878626" y="39571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7</a:t>
            </a:r>
            <a:endParaRPr/>
          </a:p>
        </p:txBody>
      </p:sp>
      <p:sp>
        <p:nvSpPr>
          <p:cNvPr id="814" name="Google Shape;814;p68"/>
          <p:cNvSpPr/>
          <p:nvPr/>
        </p:nvSpPr>
        <p:spPr>
          <a:xfrm>
            <a:off x="1370124" y="3842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5" name="Google Shape;815;p68"/>
          <p:cNvSpPr txBox="1"/>
          <p:nvPr>
            <p:ph type="body" idx="1"/>
          </p:nvPr>
        </p:nvSpPr>
        <p:spPr>
          <a:xfrm>
            <a:off x="1488226" y="39571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9</a:t>
            </a:r>
            <a:endParaRPr/>
          </a:p>
        </p:txBody>
      </p:sp>
      <p:sp>
        <p:nvSpPr>
          <p:cNvPr id="816" name="Google Shape;816;p68"/>
          <p:cNvSpPr/>
          <p:nvPr/>
        </p:nvSpPr>
        <p:spPr>
          <a:xfrm>
            <a:off x="2430696" y="3080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7" name="Google Shape;817;p68"/>
          <p:cNvSpPr txBox="1"/>
          <p:nvPr>
            <p:ph type="body" idx="1"/>
          </p:nvPr>
        </p:nvSpPr>
        <p:spPr>
          <a:xfrm>
            <a:off x="2548798" y="31951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endParaRPr/>
          </a:p>
        </p:txBody>
      </p:sp>
      <p:sp>
        <p:nvSpPr>
          <p:cNvPr id="818" name="Google Shape;818;p68"/>
          <p:cNvSpPr/>
          <p:nvPr/>
        </p:nvSpPr>
        <p:spPr>
          <a:xfrm>
            <a:off x="3040296" y="3080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9" name="Google Shape;819;p68"/>
          <p:cNvSpPr txBox="1"/>
          <p:nvPr>
            <p:ph type="body" idx="1"/>
          </p:nvPr>
        </p:nvSpPr>
        <p:spPr>
          <a:xfrm>
            <a:off x="3158398" y="31951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4</a:t>
            </a:r>
            <a:endParaRPr/>
          </a:p>
        </p:txBody>
      </p:sp>
      <p:sp>
        <p:nvSpPr>
          <p:cNvPr id="820" name="Google Shape;820;p68"/>
          <p:cNvSpPr/>
          <p:nvPr/>
        </p:nvSpPr>
        <p:spPr>
          <a:xfrm>
            <a:off x="3649896" y="3080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1" name="Google Shape;821;p68"/>
          <p:cNvSpPr txBox="1"/>
          <p:nvPr>
            <p:ph type="body" idx="1"/>
          </p:nvPr>
        </p:nvSpPr>
        <p:spPr>
          <a:xfrm>
            <a:off x="3767998" y="31951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6</a:t>
            </a:r>
            <a:endParaRPr/>
          </a:p>
        </p:txBody>
      </p:sp>
      <p:sp>
        <p:nvSpPr>
          <p:cNvPr id="822" name="Google Shape;822;p68"/>
          <p:cNvSpPr/>
          <p:nvPr/>
        </p:nvSpPr>
        <p:spPr>
          <a:xfrm>
            <a:off x="2735496" y="3842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3" name="Google Shape;823;p68"/>
          <p:cNvSpPr txBox="1"/>
          <p:nvPr>
            <p:ph type="body" idx="1"/>
          </p:nvPr>
        </p:nvSpPr>
        <p:spPr>
          <a:xfrm>
            <a:off x="2853598" y="39571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8</a:t>
            </a:r>
            <a:endParaRPr/>
          </a:p>
        </p:txBody>
      </p:sp>
      <p:sp>
        <p:nvSpPr>
          <p:cNvPr id="824" name="Google Shape;824;p68"/>
          <p:cNvSpPr/>
          <p:nvPr/>
        </p:nvSpPr>
        <p:spPr>
          <a:xfrm>
            <a:off x="3345096" y="3842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68"/>
          <p:cNvSpPr txBox="1"/>
          <p:nvPr>
            <p:ph type="body" idx="1"/>
          </p:nvPr>
        </p:nvSpPr>
        <p:spPr>
          <a:xfrm>
            <a:off x="3387300" y="3957125"/>
            <a:ext cx="402900" cy="3975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10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29" name="Shape 829"/>
        <p:cNvGrpSpPr/>
        <p:nvPr/>
      </p:nvGrpSpPr>
      <p:grpSpPr>
        <a:xfrm>
          <a:off x="0" y="0"/>
          <a:ext cx="0" cy="0"/>
        </a:xfrm>
      </p:grpSpPr>
      <p:graphicFrame>
        <p:nvGraphicFramePr>
          <p:cNvPr id="830" name="Google Shape;830;p69"/>
          <p:cNvGraphicFramePr>
            <a:graphicFrameLocks noGrp="1"/>
          </p:cNvGraphicFramePr>
          <p:nvPr/>
        </p:nvGraphicFramePr>
        <p:xfrm>
          <a:off x="4523766" y="2495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{704564EC-6E6A-4A4A-9541-3FAF3355DE73}</a:tableStyleId>
              </a:tblPr>
              <a:tblGrid>
                <a:gridCol w="1395350"/>
                <a:gridCol w="2536650"/>
              </a:tblGrid>
              <a:tr h="4235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square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 square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</a:tr>
              <a:tr h="1661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-85725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831" name="Google Shape;831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Theoretical probabilities</a:t>
            </a:r>
            <a:endParaRPr/>
          </a:p>
        </p:txBody>
      </p:sp>
      <p:sp>
        <p:nvSpPr>
          <p:cNvPr id="832" name="Google Shape;832;p69"/>
          <p:cNvSpPr/>
          <p:nvPr/>
        </p:nvSpPr>
        <p:spPr>
          <a:xfrm>
            <a:off x="1979724" y="16323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3" name="Google Shape;833;p69"/>
          <p:cNvSpPr txBox="1"/>
          <p:nvPr>
            <p:ph type="body" idx="1"/>
          </p:nvPr>
        </p:nvSpPr>
        <p:spPr>
          <a:xfrm>
            <a:off x="2097826" y="1747334"/>
            <a:ext cx="2289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</a:t>
            </a:r>
            <a:endParaRPr/>
          </a:p>
        </p:txBody>
      </p:sp>
      <p:sp>
        <p:nvSpPr>
          <p:cNvPr id="834" name="Google Shape;834;p69"/>
          <p:cNvSpPr/>
          <p:nvPr/>
        </p:nvSpPr>
        <p:spPr>
          <a:xfrm>
            <a:off x="2513124" y="16323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5" name="Google Shape;835;p69"/>
          <p:cNvSpPr txBox="1"/>
          <p:nvPr>
            <p:ph type="body" idx="1"/>
          </p:nvPr>
        </p:nvSpPr>
        <p:spPr>
          <a:xfrm>
            <a:off x="2631226" y="1747334"/>
            <a:ext cx="2289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endParaRPr/>
          </a:p>
        </p:txBody>
      </p:sp>
      <p:sp>
        <p:nvSpPr>
          <p:cNvPr id="836" name="Google Shape;836;p69"/>
          <p:cNvSpPr/>
          <p:nvPr/>
        </p:nvSpPr>
        <p:spPr>
          <a:xfrm>
            <a:off x="3046524" y="16323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7" name="Google Shape;837;p69"/>
          <p:cNvSpPr txBox="1"/>
          <p:nvPr>
            <p:ph type="body" idx="1"/>
          </p:nvPr>
        </p:nvSpPr>
        <p:spPr>
          <a:xfrm>
            <a:off x="3164626" y="17473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3</a:t>
            </a:r>
            <a:endParaRPr/>
          </a:p>
        </p:txBody>
      </p:sp>
      <p:sp>
        <p:nvSpPr>
          <p:cNvPr id="838" name="Google Shape;838;p69"/>
          <p:cNvSpPr/>
          <p:nvPr/>
        </p:nvSpPr>
        <p:spPr>
          <a:xfrm>
            <a:off x="3579924" y="16323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9" name="Google Shape;839;p69"/>
          <p:cNvSpPr txBox="1"/>
          <p:nvPr>
            <p:ph type="body" idx="1"/>
          </p:nvPr>
        </p:nvSpPr>
        <p:spPr>
          <a:xfrm>
            <a:off x="3698026" y="17473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4</a:t>
            </a:r>
            <a:endParaRPr/>
          </a:p>
        </p:txBody>
      </p:sp>
      <p:sp>
        <p:nvSpPr>
          <p:cNvPr id="840" name="Google Shape;840;p69"/>
          <p:cNvSpPr/>
          <p:nvPr/>
        </p:nvSpPr>
        <p:spPr>
          <a:xfrm>
            <a:off x="4113324" y="16323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1" name="Google Shape;841;p69"/>
          <p:cNvSpPr txBox="1"/>
          <p:nvPr>
            <p:ph type="body" idx="1"/>
          </p:nvPr>
        </p:nvSpPr>
        <p:spPr>
          <a:xfrm>
            <a:off x="4231426" y="17473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5</a:t>
            </a:r>
            <a:endParaRPr/>
          </a:p>
        </p:txBody>
      </p:sp>
      <p:sp>
        <p:nvSpPr>
          <p:cNvPr id="842" name="Google Shape;842;p69"/>
          <p:cNvSpPr/>
          <p:nvPr/>
        </p:nvSpPr>
        <p:spPr>
          <a:xfrm>
            <a:off x="4646724" y="16323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3" name="Google Shape;843;p69"/>
          <p:cNvSpPr txBox="1"/>
          <p:nvPr>
            <p:ph type="body" idx="1"/>
          </p:nvPr>
        </p:nvSpPr>
        <p:spPr>
          <a:xfrm>
            <a:off x="4764826" y="17473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6</a:t>
            </a:r>
            <a:endParaRPr/>
          </a:p>
        </p:txBody>
      </p:sp>
      <p:sp>
        <p:nvSpPr>
          <p:cNvPr id="844" name="Google Shape;844;p69"/>
          <p:cNvSpPr/>
          <p:nvPr/>
        </p:nvSpPr>
        <p:spPr>
          <a:xfrm>
            <a:off x="5180124" y="16323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5" name="Google Shape;845;p69"/>
          <p:cNvSpPr txBox="1"/>
          <p:nvPr>
            <p:ph type="body" idx="1"/>
          </p:nvPr>
        </p:nvSpPr>
        <p:spPr>
          <a:xfrm>
            <a:off x="5298226" y="17473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7</a:t>
            </a:r>
            <a:endParaRPr/>
          </a:p>
        </p:txBody>
      </p:sp>
      <p:sp>
        <p:nvSpPr>
          <p:cNvPr id="846" name="Google Shape;846;p69"/>
          <p:cNvSpPr/>
          <p:nvPr/>
        </p:nvSpPr>
        <p:spPr>
          <a:xfrm>
            <a:off x="5713524" y="16323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7" name="Google Shape;847;p69"/>
          <p:cNvSpPr txBox="1"/>
          <p:nvPr>
            <p:ph type="body" idx="1"/>
          </p:nvPr>
        </p:nvSpPr>
        <p:spPr>
          <a:xfrm>
            <a:off x="5831626" y="17473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8</a:t>
            </a:r>
            <a:endParaRPr/>
          </a:p>
        </p:txBody>
      </p:sp>
      <p:sp>
        <p:nvSpPr>
          <p:cNvPr id="848" name="Google Shape;848;p69"/>
          <p:cNvSpPr/>
          <p:nvPr/>
        </p:nvSpPr>
        <p:spPr>
          <a:xfrm>
            <a:off x="6246924" y="16323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9" name="Google Shape;849;p69"/>
          <p:cNvSpPr txBox="1"/>
          <p:nvPr>
            <p:ph type="body" idx="1"/>
          </p:nvPr>
        </p:nvSpPr>
        <p:spPr>
          <a:xfrm>
            <a:off x="6365026" y="17473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9</a:t>
            </a:r>
            <a:endParaRPr/>
          </a:p>
        </p:txBody>
      </p:sp>
      <p:sp>
        <p:nvSpPr>
          <p:cNvPr id="850" name="Google Shape;850;p69"/>
          <p:cNvSpPr/>
          <p:nvPr/>
        </p:nvSpPr>
        <p:spPr>
          <a:xfrm>
            <a:off x="6780324" y="16323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1" name="Google Shape;851;p69"/>
          <p:cNvSpPr txBox="1"/>
          <p:nvPr>
            <p:ph type="body" idx="1"/>
          </p:nvPr>
        </p:nvSpPr>
        <p:spPr>
          <a:xfrm>
            <a:off x="6836224" y="1747342"/>
            <a:ext cx="347100" cy="3975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10</a:t>
            </a:r>
            <a:endParaRPr/>
          </a:p>
        </p:txBody>
      </p:sp>
      <p:sp>
        <p:nvSpPr>
          <p:cNvPr id="852" name="Google Shape;852;p69"/>
          <p:cNvSpPr txBox="1"/>
          <p:nvPr>
            <p:ph type="body" idx="1"/>
          </p:nvPr>
        </p:nvSpPr>
        <p:spPr>
          <a:xfrm>
            <a:off x="324000" y="759300"/>
            <a:ext cx="82377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cards could also be sorted into </a:t>
            </a:r>
            <a:r>
              <a:rPr lang="en-GB" sz="2000">
                <a:solidFill>
                  <a:schemeClr val="accent4"/>
                </a:solidFill>
              </a:rPr>
              <a:t>square numbers</a:t>
            </a:r>
            <a:r>
              <a:rPr lang="en-GB" sz="2000"/>
              <a:t> and </a:t>
            </a:r>
            <a:r>
              <a:rPr lang="en-GB" sz="2000">
                <a:solidFill>
                  <a:schemeClr val="accent4"/>
                </a:solidFill>
              </a:rPr>
              <a:t>not square numbers</a:t>
            </a:r>
            <a:r>
              <a:rPr lang="en-GB" sz="2000"/>
              <a:t> using a table.</a:t>
            </a:r>
            <a:endParaRPr sz="2000"/>
          </a:p>
        </p:txBody>
      </p:sp>
      <p:graphicFrame>
        <p:nvGraphicFramePr>
          <p:cNvPr id="853" name="Google Shape;853;p69"/>
          <p:cNvGraphicFramePr>
            <a:graphicFrameLocks noGrp="1"/>
          </p:cNvGraphicFramePr>
          <p:nvPr/>
        </p:nvGraphicFramePr>
        <p:xfrm>
          <a:off x="333741" y="2495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{704564EC-6E6A-4A4A-9541-3FAF3355DE73}</a:tableStyleId>
              </a:tblPr>
              <a:tblGrid>
                <a:gridCol w="1966000"/>
                <a:gridCol w="1966000"/>
              </a:tblGrid>
              <a:tr h="4235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odd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even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</a:tr>
              <a:tr h="1661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854" name="Google Shape;854;p69"/>
          <p:cNvSpPr/>
          <p:nvPr/>
        </p:nvSpPr>
        <p:spPr>
          <a:xfrm>
            <a:off x="455724" y="3080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5" name="Google Shape;855;p69"/>
          <p:cNvSpPr txBox="1"/>
          <p:nvPr>
            <p:ph type="body" idx="1"/>
          </p:nvPr>
        </p:nvSpPr>
        <p:spPr>
          <a:xfrm>
            <a:off x="573826" y="31951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</a:t>
            </a:r>
            <a:endParaRPr/>
          </a:p>
        </p:txBody>
      </p:sp>
      <p:sp>
        <p:nvSpPr>
          <p:cNvPr id="856" name="Google Shape;856;p69"/>
          <p:cNvSpPr/>
          <p:nvPr/>
        </p:nvSpPr>
        <p:spPr>
          <a:xfrm>
            <a:off x="1065324" y="3080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7" name="Google Shape;857;p69"/>
          <p:cNvSpPr txBox="1"/>
          <p:nvPr>
            <p:ph type="body" idx="1"/>
          </p:nvPr>
        </p:nvSpPr>
        <p:spPr>
          <a:xfrm>
            <a:off x="1183426" y="31951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3</a:t>
            </a:r>
            <a:endParaRPr/>
          </a:p>
        </p:txBody>
      </p:sp>
      <p:sp>
        <p:nvSpPr>
          <p:cNvPr id="858" name="Google Shape;858;p69"/>
          <p:cNvSpPr/>
          <p:nvPr/>
        </p:nvSpPr>
        <p:spPr>
          <a:xfrm>
            <a:off x="1674924" y="3080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9" name="Google Shape;859;p69"/>
          <p:cNvSpPr txBox="1"/>
          <p:nvPr>
            <p:ph type="body" idx="1"/>
          </p:nvPr>
        </p:nvSpPr>
        <p:spPr>
          <a:xfrm>
            <a:off x="1793026" y="31951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5</a:t>
            </a:r>
            <a:endParaRPr/>
          </a:p>
        </p:txBody>
      </p:sp>
      <p:sp>
        <p:nvSpPr>
          <p:cNvPr id="860" name="Google Shape;860;p69"/>
          <p:cNvSpPr/>
          <p:nvPr/>
        </p:nvSpPr>
        <p:spPr>
          <a:xfrm>
            <a:off x="760524" y="3842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1" name="Google Shape;861;p69"/>
          <p:cNvSpPr txBox="1"/>
          <p:nvPr>
            <p:ph type="body" idx="1"/>
          </p:nvPr>
        </p:nvSpPr>
        <p:spPr>
          <a:xfrm>
            <a:off x="878626" y="39571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7</a:t>
            </a:r>
            <a:endParaRPr/>
          </a:p>
        </p:txBody>
      </p:sp>
      <p:sp>
        <p:nvSpPr>
          <p:cNvPr id="862" name="Google Shape;862;p69"/>
          <p:cNvSpPr/>
          <p:nvPr/>
        </p:nvSpPr>
        <p:spPr>
          <a:xfrm>
            <a:off x="1370124" y="3842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3" name="Google Shape;863;p69"/>
          <p:cNvSpPr txBox="1"/>
          <p:nvPr>
            <p:ph type="body" idx="1"/>
          </p:nvPr>
        </p:nvSpPr>
        <p:spPr>
          <a:xfrm>
            <a:off x="1488226" y="39571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9</a:t>
            </a:r>
            <a:endParaRPr/>
          </a:p>
        </p:txBody>
      </p:sp>
      <p:sp>
        <p:nvSpPr>
          <p:cNvPr id="864" name="Google Shape;864;p69"/>
          <p:cNvSpPr/>
          <p:nvPr/>
        </p:nvSpPr>
        <p:spPr>
          <a:xfrm>
            <a:off x="2430696" y="3080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5" name="Google Shape;865;p69"/>
          <p:cNvSpPr txBox="1"/>
          <p:nvPr>
            <p:ph type="body" idx="1"/>
          </p:nvPr>
        </p:nvSpPr>
        <p:spPr>
          <a:xfrm>
            <a:off x="2548798" y="31951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endParaRPr/>
          </a:p>
        </p:txBody>
      </p:sp>
      <p:sp>
        <p:nvSpPr>
          <p:cNvPr id="866" name="Google Shape;866;p69"/>
          <p:cNvSpPr/>
          <p:nvPr/>
        </p:nvSpPr>
        <p:spPr>
          <a:xfrm>
            <a:off x="3040296" y="3080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7" name="Google Shape;867;p69"/>
          <p:cNvSpPr txBox="1"/>
          <p:nvPr>
            <p:ph type="body" idx="1"/>
          </p:nvPr>
        </p:nvSpPr>
        <p:spPr>
          <a:xfrm>
            <a:off x="3158398" y="31951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4</a:t>
            </a:r>
            <a:endParaRPr/>
          </a:p>
        </p:txBody>
      </p:sp>
      <p:sp>
        <p:nvSpPr>
          <p:cNvPr id="868" name="Google Shape;868;p69"/>
          <p:cNvSpPr/>
          <p:nvPr/>
        </p:nvSpPr>
        <p:spPr>
          <a:xfrm>
            <a:off x="3649896" y="3080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9" name="Google Shape;869;p69"/>
          <p:cNvSpPr txBox="1"/>
          <p:nvPr>
            <p:ph type="body" idx="1"/>
          </p:nvPr>
        </p:nvSpPr>
        <p:spPr>
          <a:xfrm>
            <a:off x="3767998" y="31951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6</a:t>
            </a:r>
            <a:endParaRPr/>
          </a:p>
        </p:txBody>
      </p:sp>
      <p:sp>
        <p:nvSpPr>
          <p:cNvPr id="870" name="Google Shape;870;p69"/>
          <p:cNvSpPr/>
          <p:nvPr/>
        </p:nvSpPr>
        <p:spPr>
          <a:xfrm>
            <a:off x="2735496" y="3842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1" name="Google Shape;871;p69"/>
          <p:cNvSpPr txBox="1"/>
          <p:nvPr>
            <p:ph type="body" idx="1"/>
          </p:nvPr>
        </p:nvSpPr>
        <p:spPr>
          <a:xfrm>
            <a:off x="2853598" y="39571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8</a:t>
            </a:r>
            <a:endParaRPr/>
          </a:p>
        </p:txBody>
      </p:sp>
      <p:sp>
        <p:nvSpPr>
          <p:cNvPr id="872" name="Google Shape;872;p69"/>
          <p:cNvSpPr/>
          <p:nvPr/>
        </p:nvSpPr>
        <p:spPr>
          <a:xfrm>
            <a:off x="3345096" y="3842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3" name="Google Shape;873;p69"/>
          <p:cNvSpPr txBox="1"/>
          <p:nvPr>
            <p:ph type="body" idx="1"/>
          </p:nvPr>
        </p:nvSpPr>
        <p:spPr>
          <a:xfrm>
            <a:off x="3387300" y="3957125"/>
            <a:ext cx="402900" cy="3975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10</a:t>
            </a:r>
            <a:endParaRPr/>
          </a:p>
        </p:txBody>
      </p:sp>
      <p:sp>
        <p:nvSpPr>
          <p:cNvPr id="874" name="Google Shape;874;p69"/>
          <p:cNvSpPr/>
          <p:nvPr/>
        </p:nvSpPr>
        <p:spPr>
          <a:xfrm>
            <a:off x="4646724" y="3080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5" name="Google Shape;875;p69"/>
          <p:cNvSpPr txBox="1"/>
          <p:nvPr>
            <p:ph type="body" idx="1"/>
          </p:nvPr>
        </p:nvSpPr>
        <p:spPr>
          <a:xfrm>
            <a:off x="4764826" y="31951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</a:t>
            </a:r>
            <a:endParaRPr/>
          </a:p>
        </p:txBody>
      </p:sp>
      <p:sp>
        <p:nvSpPr>
          <p:cNvPr id="876" name="Google Shape;876;p69"/>
          <p:cNvSpPr/>
          <p:nvPr/>
        </p:nvSpPr>
        <p:spPr>
          <a:xfrm>
            <a:off x="5256324" y="3080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7" name="Google Shape;877;p69"/>
          <p:cNvSpPr txBox="1"/>
          <p:nvPr>
            <p:ph type="body" idx="1"/>
          </p:nvPr>
        </p:nvSpPr>
        <p:spPr>
          <a:xfrm>
            <a:off x="5374426" y="31951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4</a:t>
            </a:r>
            <a:endParaRPr/>
          </a:p>
        </p:txBody>
      </p:sp>
      <p:sp>
        <p:nvSpPr>
          <p:cNvPr id="878" name="Google Shape;878;p69"/>
          <p:cNvSpPr/>
          <p:nvPr/>
        </p:nvSpPr>
        <p:spPr>
          <a:xfrm>
            <a:off x="4890049" y="3779992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9" name="Google Shape;879;p69"/>
          <p:cNvSpPr txBox="1"/>
          <p:nvPr>
            <p:ph type="body" idx="1"/>
          </p:nvPr>
        </p:nvSpPr>
        <p:spPr>
          <a:xfrm>
            <a:off x="5008151" y="3895009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9</a:t>
            </a:r>
            <a:endParaRPr/>
          </a:p>
        </p:txBody>
      </p:sp>
      <p:sp>
        <p:nvSpPr>
          <p:cNvPr id="880" name="Google Shape;880;p69"/>
          <p:cNvSpPr/>
          <p:nvPr/>
        </p:nvSpPr>
        <p:spPr>
          <a:xfrm>
            <a:off x="6088296" y="3080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1" name="Google Shape;881;p69"/>
          <p:cNvSpPr txBox="1"/>
          <p:nvPr>
            <p:ph type="body" idx="1"/>
          </p:nvPr>
        </p:nvSpPr>
        <p:spPr>
          <a:xfrm>
            <a:off x="6206398" y="31951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endParaRPr/>
          </a:p>
        </p:txBody>
      </p:sp>
      <p:sp>
        <p:nvSpPr>
          <p:cNvPr id="882" name="Google Shape;882;p69"/>
          <p:cNvSpPr/>
          <p:nvPr/>
        </p:nvSpPr>
        <p:spPr>
          <a:xfrm>
            <a:off x="6697896" y="3080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3" name="Google Shape;883;p69"/>
          <p:cNvSpPr txBox="1"/>
          <p:nvPr>
            <p:ph type="body" idx="1"/>
          </p:nvPr>
        </p:nvSpPr>
        <p:spPr>
          <a:xfrm>
            <a:off x="6815998" y="31951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3</a:t>
            </a:r>
            <a:endParaRPr/>
          </a:p>
        </p:txBody>
      </p:sp>
      <p:sp>
        <p:nvSpPr>
          <p:cNvPr id="884" name="Google Shape;884;p69"/>
          <p:cNvSpPr/>
          <p:nvPr/>
        </p:nvSpPr>
        <p:spPr>
          <a:xfrm>
            <a:off x="7307496" y="3080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5" name="Google Shape;885;p69"/>
          <p:cNvSpPr txBox="1"/>
          <p:nvPr>
            <p:ph type="body" idx="1"/>
          </p:nvPr>
        </p:nvSpPr>
        <p:spPr>
          <a:xfrm>
            <a:off x="7425598" y="31951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5</a:t>
            </a:r>
            <a:endParaRPr/>
          </a:p>
        </p:txBody>
      </p:sp>
      <p:sp>
        <p:nvSpPr>
          <p:cNvPr id="886" name="Google Shape;886;p69"/>
          <p:cNvSpPr/>
          <p:nvPr/>
        </p:nvSpPr>
        <p:spPr>
          <a:xfrm>
            <a:off x="7002696" y="3842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7" name="Google Shape;887;p69"/>
          <p:cNvSpPr txBox="1"/>
          <p:nvPr>
            <p:ph type="body" idx="1"/>
          </p:nvPr>
        </p:nvSpPr>
        <p:spPr>
          <a:xfrm>
            <a:off x="7120798" y="39571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8</a:t>
            </a:r>
            <a:endParaRPr/>
          </a:p>
        </p:txBody>
      </p:sp>
      <p:sp>
        <p:nvSpPr>
          <p:cNvPr id="888" name="Google Shape;888;p69"/>
          <p:cNvSpPr/>
          <p:nvPr/>
        </p:nvSpPr>
        <p:spPr>
          <a:xfrm>
            <a:off x="7612296" y="3842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9" name="Google Shape;889;p69"/>
          <p:cNvSpPr txBox="1"/>
          <p:nvPr>
            <p:ph type="body" idx="1"/>
          </p:nvPr>
        </p:nvSpPr>
        <p:spPr>
          <a:xfrm>
            <a:off x="7654500" y="3957125"/>
            <a:ext cx="402900" cy="3975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10</a:t>
            </a:r>
            <a:endParaRPr/>
          </a:p>
        </p:txBody>
      </p:sp>
      <p:sp>
        <p:nvSpPr>
          <p:cNvPr id="890" name="Google Shape;890;p69"/>
          <p:cNvSpPr/>
          <p:nvPr/>
        </p:nvSpPr>
        <p:spPr>
          <a:xfrm>
            <a:off x="7917096" y="3080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1" name="Google Shape;891;p69"/>
          <p:cNvSpPr txBox="1"/>
          <p:nvPr>
            <p:ph type="body" idx="1"/>
          </p:nvPr>
        </p:nvSpPr>
        <p:spPr>
          <a:xfrm>
            <a:off x="8035200" y="3195125"/>
            <a:ext cx="327000" cy="3975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6</a:t>
            </a:r>
            <a:endParaRPr/>
          </a:p>
        </p:txBody>
      </p:sp>
      <p:sp>
        <p:nvSpPr>
          <p:cNvPr id="892" name="Google Shape;892;p69"/>
          <p:cNvSpPr/>
          <p:nvPr/>
        </p:nvSpPr>
        <p:spPr>
          <a:xfrm>
            <a:off x="6379099" y="3842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3" name="Google Shape;893;p69"/>
          <p:cNvSpPr txBox="1"/>
          <p:nvPr>
            <p:ph type="body" idx="1"/>
          </p:nvPr>
        </p:nvSpPr>
        <p:spPr>
          <a:xfrm>
            <a:off x="6497201" y="39571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7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97" name="Shape 897"/>
        <p:cNvGrpSpPr/>
        <p:nvPr/>
      </p:nvGrpSpPr>
      <p:grpSpPr>
        <a:xfrm>
          <a:off x="0" y="0"/>
          <a:ext cx="0" cy="0"/>
        </a:xfrm>
      </p:grpSpPr>
      <p:graphicFrame>
        <p:nvGraphicFramePr>
          <p:cNvPr id="898" name="Google Shape;898;p70"/>
          <p:cNvGraphicFramePr>
            <a:graphicFrameLocks noGrp="1"/>
          </p:cNvGraphicFramePr>
          <p:nvPr/>
        </p:nvGraphicFramePr>
        <p:xfrm>
          <a:off x="4523766" y="2495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{704564EC-6E6A-4A4A-9541-3FAF3355DE73}</a:tableStyleId>
              </a:tblPr>
              <a:tblGrid>
                <a:gridCol w="1395350"/>
                <a:gridCol w="2536650"/>
              </a:tblGrid>
              <a:tr h="4235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square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 square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</a:tr>
              <a:tr h="1661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-85725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899" name="Google Shape;899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Theoretical probabilities</a:t>
            </a:r>
            <a:endParaRPr/>
          </a:p>
        </p:txBody>
      </p:sp>
      <p:sp>
        <p:nvSpPr>
          <p:cNvPr id="900" name="Google Shape;900;p70"/>
          <p:cNvSpPr/>
          <p:nvPr/>
        </p:nvSpPr>
        <p:spPr>
          <a:xfrm>
            <a:off x="1979724" y="1175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1" name="Google Shape;901;p70"/>
          <p:cNvSpPr txBox="1"/>
          <p:nvPr>
            <p:ph type="body" idx="1"/>
          </p:nvPr>
        </p:nvSpPr>
        <p:spPr>
          <a:xfrm>
            <a:off x="2097826" y="1290134"/>
            <a:ext cx="2289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</a:t>
            </a:r>
            <a:endParaRPr/>
          </a:p>
        </p:txBody>
      </p:sp>
      <p:sp>
        <p:nvSpPr>
          <p:cNvPr id="902" name="Google Shape;902;p70"/>
          <p:cNvSpPr/>
          <p:nvPr/>
        </p:nvSpPr>
        <p:spPr>
          <a:xfrm>
            <a:off x="2513124" y="1175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3" name="Google Shape;903;p70"/>
          <p:cNvSpPr txBox="1"/>
          <p:nvPr>
            <p:ph type="body" idx="1"/>
          </p:nvPr>
        </p:nvSpPr>
        <p:spPr>
          <a:xfrm>
            <a:off x="2631226" y="1290134"/>
            <a:ext cx="2289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endParaRPr/>
          </a:p>
        </p:txBody>
      </p:sp>
      <p:sp>
        <p:nvSpPr>
          <p:cNvPr id="904" name="Google Shape;904;p70"/>
          <p:cNvSpPr/>
          <p:nvPr/>
        </p:nvSpPr>
        <p:spPr>
          <a:xfrm>
            <a:off x="3046524" y="1175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5" name="Google Shape;905;p70"/>
          <p:cNvSpPr txBox="1"/>
          <p:nvPr>
            <p:ph type="body" idx="1"/>
          </p:nvPr>
        </p:nvSpPr>
        <p:spPr>
          <a:xfrm>
            <a:off x="3164626" y="12901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3</a:t>
            </a:r>
            <a:endParaRPr/>
          </a:p>
        </p:txBody>
      </p:sp>
      <p:sp>
        <p:nvSpPr>
          <p:cNvPr id="906" name="Google Shape;906;p70"/>
          <p:cNvSpPr/>
          <p:nvPr/>
        </p:nvSpPr>
        <p:spPr>
          <a:xfrm>
            <a:off x="3579924" y="1175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7" name="Google Shape;907;p70"/>
          <p:cNvSpPr txBox="1"/>
          <p:nvPr>
            <p:ph type="body" idx="1"/>
          </p:nvPr>
        </p:nvSpPr>
        <p:spPr>
          <a:xfrm>
            <a:off x="3698026" y="12901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4</a:t>
            </a:r>
            <a:endParaRPr/>
          </a:p>
        </p:txBody>
      </p:sp>
      <p:sp>
        <p:nvSpPr>
          <p:cNvPr id="908" name="Google Shape;908;p70"/>
          <p:cNvSpPr/>
          <p:nvPr/>
        </p:nvSpPr>
        <p:spPr>
          <a:xfrm>
            <a:off x="4113324" y="1175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9" name="Google Shape;909;p70"/>
          <p:cNvSpPr txBox="1"/>
          <p:nvPr>
            <p:ph type="body" idx="1"/>
          </p:nvPr>
        </p:nvSpPr>
        <p:spPr>
          <a:xfrm>
            <a:off x="4231426" y="12901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5</a:t>
            </a:r>
            <a:endParaRPr/>
          </a:p>
        </p:txBody>
      </p:sp>
      <p:sp>
        <p:nvSpPr>
          <p:cNvPr id="910" name="Google Shape;910;p70"/>
          <p:cNvSpPr/>
          <p:nvPr/>
        </p:nvSpPr>
        <p:spPr>
          <a:xfrm>
            <a:off x="4646724" y="1175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1" name="Google Shape;911;p70"/>
          <p:cNvSpPr txBox="1"/>
          <p:nvPr>
            <p:ph type="body" idx="1"/>
          </p:nvPr>
        </p:nvSpPr>
        <p:spPr>
          <a:xfrm>
            <a:off x="4764826" y="12901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6</a:t>
            </a:r>
            <a:endParaRPr/>
          </a:p>
        </p:txBody>
      </p:sp>
      <p:sp>
        <p:nvSpPr>
          <p:cNvPr id="912" name="Google Shape;912;p70"/>
          <p:cNvSpPr/>
          <p:nvPr/>
        </p:nvSpPr>
        <p:spPr>
          <a:xfrm>
            <a:off x="5180124" y="1175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3" name="Google Shape;913;p70"/>
          <p:cNvSpPr txBox="1"/>
          <p:nvPr>
            <p:ph type="body" idx="1"/>
          </p:nvPr>
        </p:nvSpPr>
        <p:spPr>
          <a:xfrm>
            <a:off x="5298226" y="12901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7</a:t>
            </a:r>
            <a:endParaRPr/>
          </a:p>
        </p:txBody>
      </p:sp>
      <p:sp>
        <p:nvSpPr>
          <p:cNvPr id="914" name="Google Shape;914;p70"/>
          <p:cNvSpPr/>
          <p:nvPr/>
        </p:nvSpPr>
        <p:spPr>
          <a:xfrm>
            <a:off x="5713524" y="1175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5" name="Google Shape;915;p70"/>
          <p:cNvSpPr txBox="1"/>
          <p:nvPr>
            <p:ph type="body" idx="1"/>
          </p:nvPr>
        </p:nvSpPr>
        <p:spPr>
          <a:xfrm>
            <a:off x="5831626" y="12901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8</a:t>
            </a:r>
            <a:endParaRPr/>
          </a:p>
        </p:txBody>
      </p:sp>
      <p:sp>
        <p:nvSpPr>
          <p:cNvPr id="916" name="Google Shape;916;p70"/>
          <p:cNvSpPr/>
          <p:nvPr/>
        </p:nvSpPr>
        <p:spPr>
          <a:xfrm>
            <a:off x="6246924" y="1175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7" name="Google Shape;917;p70"/>
          <p:cNvSpPr txBox="1"/>
          <p:nvPr>
            <p:ph type="body" idx="1"/>
          </p:nvPr>
        </p:nvSpPr>
        <p:spPr>
          <a:xfrm>
            <a:off x="6365026" y="12901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9</a:t>
            </a:r>
            <a:endParaRPr/>
          </a:p>
        </p:txBody>
      </p:sp>
      <p:sp>
        <p:nvSpPr>
          <p:cNvPr id="918" name="Google Shape;918;p70"/>
          <p:cNvSpPr/>
          <p:nvPr/>
        </p:nvSpPr>
        <p:spPr>
          <a:xfrm>
            <a:off x="6780324" y="1175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9" name="Google Shape;919;p70"/>
          <p:cNvSpPr txBox="1"/>
          <p:nvPr>
            <p:ph type="body" idx="1"/>
          </p:nvPr>
        </p:nvSpPr>
        <p:spPr>
          <a:xfrm>
            <a:off x="6836224" y="1290142"/>
            <a:ext cx="347100" cy="3975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10</a:t>
            </a:r>
            <a:endParaRPr/>
          </a:p>
        </p:txBody>
      </p:sp>
      <p:sp>
        <p:nvSpPr>
          <p:cNvPr id="920" name="Google Shape;920;p70"/>
          <p:cNvSpPr txBox="1"/>
          <p:nvPr>
            <p:ph type="body" idx="1"/>
          </p:nvPr>
        </p:nvSpPr>
        <p:spPr>
          <a:xfrm>
            <a:off x="324000" y="759300"/>
            <a:ext cx="82377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two tables can be combined. </a:t>
            </a:r>
            <a:endParaRPr sz="2000"/>
          </a:p>
        </p:txBody>
      </p:sp>
      <p:graphicFrame>
        <p:nvGraphicFramePr>
          <p:cNvPr id="921" name="Google Shape;921;p70"/>
          <p:cNvGraphicFramePr>
            <a:graphicFrameLocks noGrp="1"/>
          </p:cNvGraphicFramePr>
          <p:nvPr/>
        </p:nvGraphicFramePr>
        <p:xfrm>
          <a:off x="333741" y="2495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{704564EC-6E6A-4A4A-9541-3FAF3355DE73}</a:tableStyleId>
              </a:tblPr>
              <a:tblGrid>
                <a:gridCol w="1966000"/>
                <a:gridCol w="1966000"/>
              </a:tblGrid>
              <a:tr h="4235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odd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even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</a:tr>
              <a:tr h="1661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922" name="Google Shape;922;p70"/>
          <p:cNvSpPr/>
          <p:nvPr/>
        </p:nvSpPr>
        <p:spPr>
          <a:xfrm>
            <a:off x="455724" y="3080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3" name="Google Shape;923;p70"/>
          <p:cNvSpPr txBox="1"/>
          <p:nvPr>
            <p:ph type="body" idx="1"/>
          </p:nvPr>
        </p:nvSpPr>
        <p:spPr>
          <a:xfrm>
            <a:off x="573826" y="31951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</a:t>
            </a:r>
            <a:endParaRPr/>
          </a:p>
        </p:txBody>
      </p:sp>
      <p:sp>
        <p:nvSpPr>
          <p:cNvPr id="924" name="Google Shape;924;p70"/>
          <p:cNvSpPr/>
          <p:nvPr/>
        </p:nvSpPr>
        <p:spPr>
          <a:xfrm>
            <a:off x="1065324" y="3080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5" name="Google Shape;925;p70"/>
          <p:cNvSpPr txBox="1"/>
          <p:nvPr>
            <p:ph type="body" idx="1"/>
          </p:nvPr>
        </p:nvSpPr>
        <p:spPr>
          <a:xfrm>
            <a:off x="1183426" y="31951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3</a:t>
            </a:r>
            <a:endParaRPr/>
          </a:p>
        </p:txBody>
      </p:sp>
      <p:sp>
        <p:nvSpPr>
          <p:cNvPr id="926" name="Google Shape;926;p70"/>
          <p:cNvSpPr/>
          <p:nvPr/>
        </p:nvSpPr>
        <p:spPr>
          <a:xfrm>
            <a:off x="1674924" y="3080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7" name="Google Shape;927;p70"/>
          <p:cNvSpPr txBox="1"/>
          <p:nvPr>
            <p:ph type="body" idx="1"/>
          </p:nvPr>
        </p:nvSpPr>
        <p:spPr>
          <a:xfrm>
            <a:off x="1793026" y="31951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5</a:t>
            </a:r>
            <a:endParaRPr/>
          </a:p>
        </p:txBody>
      </p:sp>
      <p:sp>
        <p:nvSpPr>
          <p:cNvPr id="928" name="Google Shape;928;p70"/>
          <p:cNvSpPr/>
          <p:nvPr/>
        </p:nvSpPr>
        <p:spPr>
          <a:xfrm>
            <a:off x="760524" y="3842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9" name="Google Shape;929;p70"/>
          <p:cNvSpPr txBox="1"/>
          <p:nvPr>
            <p:ph type="body" idx="1"/>
          </p:nvPr>
        </p:nvSpPr>
        <p:spPr>
          <a:xfrm>
            <a:off x="878626" y="39571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7</a:t>
            </a:r>
            <a:endParaRPr/>
          </a:p>
        </p:txBody>
      </p:sp>
      <p:sp>
        <p:nvSpPr>
          <p:cNvPr id="930" name="Google Shape;930;p70"/>
          <p:cNvSpPr/>
          <p:nvPr/>
        </p:nvSpPr>
        <p:spPr>
          <a:xfrm>
            <a:off x="1370124" y="3842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1" name="Google Shape;931;p70"/>
          <p:cNvSpPr txBox="1"/>
          <p:nvPr>
            <p:ph type="body" idx="1"/>
          </p:nvPr>
        </p:nvSpPr>
        <p:spPr>
          <a:xfrm>
            <a:off x="1488226" y="39571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9</a:t>
            </a:r>
            <a:endParaRPr/>
          </a:p>
        </p:txBody>
      </p:sp>
      <p:sp>
        <p:nvSpPr>
          <p:cNvPr id="932" name="Google Shape;932;p70"/>
          <p:cNvSpPr/>
          <p:nvPr/>
        </p:nvSpPr>
        <p:spPr>
          <a:xfrm>
            <a:off x="2430696" y="3080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3" name="Google Shape;933;p70"/>
          <p:cNvSpPr txBox="1"/>
          <p:nvPr>
            <p:ph type="body" idx="1"/>
          </p:nvPr>
        </p:nvSpPr>
        <p:spPr>
          <a:xfrm>
            <a:off x="2548798" y="31951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endParaRPr/>
          </a:p>
        </p:txBody>
      </p:sp>
      <p:sp>
        <p:nvSpPr>
          <p:cNvPr id="934" name="Google Shape;934;p70"/>
          <p:cNvSpPr/>
          <p:nvPr/>
        </p:nvSpPr>
        <p:spPr>
          <a:xfrm>
            <a:off x="3040296" y="3080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5" name="Google Shape;935;p70"/>
          <p:cNvSpPr txBox="1"/>
          <p:nvPr>
            <p:ph type="body" idx="1"/>
          </p:nvPr>
        </p:nvSpPr>
        <p:spPr>
          <a:xfrm>
            <a:off x="3158398" y="31951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4</a:t>
            </a:r>
            <a:endParaRPr/>
          </a:p>
        </p:txBody>
      </p:sp>
      <p:sp>
        <p:nvSpPr>
          <p:cNvPr id="936" name="Google Shape;936;p70"/>
          <p:cNvSpPr/>
          <p:nvPr/>
        </p:nvSpPr>
        <p:spPr>
          <a:xfrm>
            <a:off x="3649896" y="3080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7" name="Google Shape;937;p70"/>
          <p:cNvSpPr txBox="1"/>
          <p:nvPr>
            <p:ph type="body" idx="1"/>
          </p:nvPr>
        </p:nvSpPr>
        <p:spPr>
          <a:xfrm>
            <a:off x="3767998" y="31951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6</a:t>
            </a:r>
            <a:endParaRPr/>
          </a:p>
        </p:txBody>
      </p:sp>
      <p:sp>
        <p:nvSpPr>
          <p:cNvPr id="938" name="Google Shape;938;p70"/>
          <p:cNvSpPr/>
          <p:nvPr/>
        </p:nvSpPr>
        <p:spPr>
          <a:xfrm>
            <a:off x="2735496" y="3842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9" name="Google Shape;939;p70"/>
          <p:cNvSpPr txBox="1"/>
          <p:nvPr>
            <p:ph type="body" idx="1"/>
          </p:nvPr>
        </p:nvSpPr>
        <p:spPr>
          <a:xfrm>
            <a:off x="2853598" y="39571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8</a:t>
            </a:r>
            <a:endParaRPr/>
          </a:p>
        </p:txBody>
      </p:sp>
      <p:sp>
        <p:nvSpPr>
          <p:cNvPr id="940" name="Google Shape;940;p70"/>
          <p:cNvSpPr/>
          <p:nvPr/>
        </p:nvSpPr>
        <p:spPr>
          <a:xfrm>
            <a:off x="3345096" y="3842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1" name="Google Shape;941;p70"/>
          <p:cNvSpPr txBox="1"/>
          <p:nvPr>
            <p:ph type="body" idx="1"/>
          </p:nvPr>
        </p:nvSpPr>
        <p:spPr>
          <a:xfrm>
            <a:off x="3387300" y="3957125"/>
            <a:ext cx="402900" cy="3975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10</a:t>
            </a:r>
            <a:endParaRPr/>
          </a:p>
        </p:txBody>
      </p:sp>
      <p:sp>
        <p:nvSpPr>
          <p:cNvPr id="942" name="Google Shape;942;p70"/>
          <p:cNvSpPr/>
          <p:nvPr/>
        </p:nvSpPr>
        <p:spPr>
          <a:xfrm>
            <a:off x="4646724" y="3080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3" name="Google Shape;943;p70"/>
          <p:cNvSpPr txBox="1"/>
          <p:nvPr>
            <p:ph type="body" idx="1"/>
          </p:nvPr>
        </p:nvSpPr>
        <p:spPr>
          <a:xfrm>
            <a:off x="4764826" y="31951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</a:t>
            </a:r>
            <a:endParaRPr/>
          </a:p>
        </p:txBody>
      </p:sp>
      <p:sp>
        <p:nvSpPr>
          <p:cNvPr id="944" name="Google Shape;944;p70"/>
          <p:cNvSpPr/>
          <p:nvPr/>
        </p:nvSpPr>
        <p:spPr>
          <a:xfrm>
            <a:off x="5256324" y="3080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5" name="Google Shape;945;p70"/>
          <p:cNvSpPr txBox="1"/>
          <p:nvPr>
            <p:ph type="body" idx="1"/>
          </p:nvPr>
        </p:nvSpPr>
        <p:spPr>
          <a:xfrm>
            <a:off x="5374426" y="31951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4</a:t>
            </a:r>
            <a:endParaRPr/>
          </a:p>
        </p:txBody>
      </p:sp>
      <p:sp>
        <p:nvSpPr>
          <p:cNvPr id="946" name="Google Shape;946;p70"/>
          <p:cNvSpPr/>
          <p:nvPr/>
        </p:nvSpPr>
        <p:spPr>
          <a:xfrm>
            <a:off x="4890049" y="3779992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7" name="Google Shape;947;p70"/>
          <p:cNvSpPr txBox="1"/>
          <p:nvPr>
            <p:ph type="body" idx="1"/>
          </p:nvPr>
        </p:nvSpPr>
        <p:spPr>
          <a:xfrm>
            <a:off x="5008151" y="3895009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9</a:t>
            </a:r>
            <a:endParaRPr/>
          </a:p>
        </p:txBody>
      </p:sp>
      <p:sp>
        <p:nvSpPr>
          <p:cNvPr id="948" name="Google Shape;948;p70"/>
          <p:cNvSpPr/>
          <p:nvPr/>
        </p:nvSpPr>
        <p:spPr>
          <a:xfrm>
            <a:off x="6088296" y="3080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9" name="Google Shape;949;p70"/>
          <p:cNvSpPr txBox="1"/>
          <p:nvPr>
            <p:ph type="body" idx="1"/>
          </p:nvPr>
        </p:nvSpPr>
        <p:spPr>
          <a:xfrm>
            <a:off x="6206398" y="31951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endParaRPr/>
          </a:p>
        </p:txBody>
      </p:sp>
      <p:sp>
        <p:nvSpPr>
          <p:cNvPr id="950" name="Google Shape;950;p70"/>
          <p:cNvSpPr/>
          <p:nvPr/>
        </p:nvSpPr>
        <p:spPr>
          <a:xfrm>
            <a:off x="6697896" y="3080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1" name="Google Shape;951;p70"/>
          <p:cNvSpPr txBox="1"/>
          <p:nvPr>
            <p:ph type="body" idx="1"/>
          </p:nvPr>
        </p:nvSpPr>
        <p:spPr>
          <a:xfrm>
            <a:off x="6815998" y="31951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3</a:t>
            </a:r>
            <a:endParaRPr/>
          </a:p>
        </p:txBody>
      </p:sp>
      <p:sp>
        <p:nvSpPr>
          <p:cNvPr id="952" name="Google Shape;952;p70"/>
          <p:cNvSpPr/>
          <p:nvPr/>
        </p:nvSpPr>
        <p:spPr>
          <a:xfrm>
            <a:off x="7307496" y="3080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3" name="Google Shape;953;p70"/>
          <p:cNvSpPr txBox="1"/>
          <p:nvPr>
            <p:ph type="body" idx="1"/>
          </p:nvPr>
        </p:nvSpPr>
        <p:spPr>
          <a:xfrm>
            <a:off x="7425598" y="31951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5</a:t>
            </a:r>
            <a:endParaRPr/>
          </a:p>
        </p:txBody>
      </p:sp>
      <p:sp>
        <p:nvSpPr>
          <p:cNvPr id="954" name="Google Shape;954;p70"/>
          <p:cNvSpPr/>
          <p:nvPr/>
        </p:nvSpPr>
        <p:spPr>
          <a:xfrm>
            <a:off x="7002696" y="3842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5" name="Google Shape;955;p70"/>
          <p:cNvSpPr txBox="1"/>
          <p:nvPr>
            <p:ph type="body" idx="1"/>
          </p:nvPr>
        </p:nvSpPr>
        <p:spPr>
          <a:xfrm>
            <a:off x="7120798" y="39571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8</a:t>
            </a:r>
            <a:endParaRPr/>
          </a:p>
        </p:txBody>
      </p:sp>
      <p:sp>
        <p:nvSpPr>
          <p:cNvPr id="956" name="Google Shape;956;p70"/>
          <p:cNvSpPr/>
          <p:nvPr/>
        </p:nvSpPr>
        <p:spPr>
          <a:xfrm>
            <a:off x="7612296" y="3842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7" name="Google Shape;957;p70"/>
          <p:cNvSpPr txBox="1"/>
          <p:nvPr>
            <p:ph type="body" idx="1"/>
          </p:nvPr>
        </p:nvSpPr>
        <p:spPr>
          <a:xfrm>
            <a:off x="7654500" y="3957125"/>
            <a:ext cx="402900" cy="3975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10</a:t>
            </a:r>
            <a:endParaRPr/>
          </a:p>
        </p:txBody>
      </p:sp>
      <p:sp>
        <p:nvSpPr>
          <p:cNvPr id="958" name="Google Shape;958;p70"/>
          <p:cNvSpPr/>
          <p:nvPr/>
        </p:nvSpPr>
        <p:spPr>
          <a:xfrm>
            <a:off x="7917096" y="3080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9" name="Google Shape;959;p70"/>
          <p:cNvSpPr txBox="1"/>
          <p:nvPr>
            <p:ph type="body" idx="1"/>
          </p:nvPr>
        </p:nvSpPr>
        <p:spPr>
          <a:xfrm>
            <a:off x="8035200" y="3195125"/>
            <a:ext cx="327000" cy="3975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6</a:t>
            </a:r>
            <a:endParaRPr/>
          </a:p>
        </p:txBody>
      </p:sp>
      <p:sp>
        <p:nvSpPr>
          <p:cNvPr id="960" name="Google Shape;960;p70"/>
          <p:cNvSpPr/>
          <p:nvPr/>
        </p:nvSpPr>
        <p:spPr>
          <a:xfrm>
            <a:off x="6379099" y="3842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1" name="Google Shape;961;p70"/>
          <p:cNvSpPr txBox="1"/>
          <p:nvPr>
            <p:ph type="body" idx="1"/>
          </p:nvPr>
        </p:nvSpPr>
        <p:spPr>
          <a:xfrm>
            <a:off x="6497201" y="39571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7</a:t>
            </a:r>
            <a:endParaRPr/>
          </a:p>
        </p:txBody>
      </p:sp>
    </p:spTree>
  </p:cSld>
  <p:clrMapOvr>
    <a:masterClrMapping/>
  </p:clrMapOvr>
  <p:transition/>
  <p:timing/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65" name="Shape 965"/>
        <p:cNvGrpSpPr/>
        <p:nvPr/>
      </p:nvGrpSpPr>
      <p:grpSpPr>
        <a:xfrm>
          <a:off x="0" y="0"/>
          <a:ext cx="0" cy="0"/>
        </a:xfrm>
      </p:grpSpPr>
      <p:sp>
        <p:nvSpPr>
          <p:cNvPr id="966" name="Google Shape;966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Theoretical probabilities</a:t>
            </a:r>
            <a:endParaRPr/>
          </a:p>
        </p:txBody>
      </p:sp>
      <p:sp>
        <p:nvSpPr>
          <p:cNvPr id="967" name="Google Shape;967;p71"/>
          <p:cNvSpPr/>
          <p:nvPr/>
        </p:nvSpPr>
        <p:spPr>
          <a:xfrm>
            <a:off x="1979724" y="1175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8" name="Google Shape;968;p71"/>
          <p:cNvSpPr txBox="1"/>
          <p:nvPr>
            <p:ph type="body" idx="1"/>
          </p:nvPr>
        </p:nvSpPr>
        <p:spPr>
          <a:xfrm>
            <a:off x="2097826" y="1290134"/>
            <a:ext cx="2289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</a:t>
            </a:r>
            <a:endParaRPr/>
          </a:p>
        </p:txBody>
      </p:sp>
      <p:sp>
        <p:nvSpPr>
          <p:cNvPr id="969" name="Google Shape;969;p71"/>
          <p:cNvSpPr/>
          <p:nvPr/>
        </p:nvSpPr>
        <p:spPr>
          <a:xfrm>
            <a:off x="2513124" y="1175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0" name="Google Shape;970;p71"/>
          <p:cNvSpPr txBox="1"/>
          <p:nvPr>
            <p:ph type="body" idx="1"/>
          </p:nvPr>
        </p:nvSpPr>
        <p:spPr>
          <a:xfrm>
            <a:off x="2631226" y="1290134"/>
            <a:ext cx="2289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endParaRPr/>
          </a:p>
        </p:txBody>
      </p:sp>
      <p:sp>
        <p:nvSpPr>
          <p:cNvPr id="971" name="Google Shape;971;p71"/>
          <p:cNvSpPr/>
          <p:nvPr/>
        </p:nvSpPr>
        <p:spPr>
          <a:xfrm>
            <a:off x="3046524" y="1175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2" name="Google Shape;972;p71"/>
          <p:cNvSpPr txBox="1"/>
          <p:nvPr>
            <p:ph type="body" idx="1"/>
          </p:nvPr>
        </p:nvSpPr>
        <p:spPr>
          <a:xfrm>
            <a:off x="3164626" y="12901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3</a:t>
            </a:r>
            <a:endParaRPr/>
          </a:p>
        </p:txBody>
      </p:sp>
      <p:sp>
        <p:nvSpPr>
          <p:cNvPr id="973" name="Google Shape;973;p71"/>
          <p:cNvSpPr/>
          <p:nvPr/>
        </p:nvSpPr>
        <p:spPr>
          <a:xfrm>
            <a:off x="3579924" y="1175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4" name="Google Shape;974;p71"/>
          <p:cNvSpPr txBox="1"/>
          <p:nvPr>
            <p:ph type="body" idx="1"/>
          </p:nvPr>
        </p:nvSpPr>
        <p:spPr>
          <a:xfrm>
            <a:off x="3698026" y="12901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4</a:t>
            </a:r>
            <a:endParaRPr/>
          </a:p>
        </p:txBody>
      </p:sp>
      <p:sp>
        <p:nvSpPr>
          <p:cNvPr id="975" name="Google Shape;975;p71"/>
          <p:cNvSpPr/>
          <p:nvPr/>
        </p:nvSpPr>
        <p:spPr>
          <a:xfrm>
            <a:off x="4113324" y="1175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6" name="Google Shape;976;p71"/>
          <p:cNvSpPr txBox="1"/>
          <p:nvPr>
            <p:ph type="body" idx="1"/>
          </p:nvPr>
        </p:nvSpPr>
        <p:spPr>
          <a:xfrm>
            <a:off x="4231426" y="12901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5</a:t>
            </a:r>
            <a:endParaRPr/>
          </a:p>
        </p:txBody>
      </p:sp>
      <p:sp>
        <p:nvSpPr>
          <p:cNvPr id="977" name="Google Shape;977;p71"/>
          <p:cNvSpPr/>
          <p:nvPr/>
        </p:nvSpPr>
        <p:spPr>
          <a:xfrm>
            <a:off x="4646724" y="1175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8" name="Google Shape;978;p71"/>
          <p:cNvSpPr txBox="1"/>
          <p:nvPr>
            <p:ph type="body" idx="1"/>
          </p:nvPr>
        </p:nvSpPr>
        <p:spPr>
          <a:xfrm>
            <a:off x="4764826" y="12901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6</a:t>
            </a:r>
            <a:endParaRPr/>
          </a:p>
        </p:txBody>
      </p:sp>
      <p:sp>
        <p:nvSpPr>
          <p:cNvPr id="979" name="Google Shape;979;p71"/>
          <p:cNvSpPr/>
          <p:nvPr/>
        </p:nvSpPr>
        <p:spPr>
          <a:xfrm>
            <a:off x="5180124" y="1175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0" name="Google Shape;980;p71"/>
          <p:cNvSpPr txBox="1"/>
          <p:nvPr>
            <p:ph type="body" idx="1"/>
          </p:nvPr>
        </p:nvSpPr>
        <p:spPr>
          <a:xfrm>
            <a:off x="5298226" y="12901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7</a:t>
            </a:r>
            <a:endParaRPr/>
          </a:p>
        </p:txBody>
      </p:sp>
      <p:sp>
        <p:nvSpPr>
          <p:cNvPr id="981" name="Google Shape;981;p71"/>
          <p:cNvSpPr/>
          <p:nvPr/>
        </p:nvSpPr>
        <p:spPr>
          <a:xfrm>
            <a:off x="5713524" y="1175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2" name="Google Shape;982;p71"/>
          <p:cNvSpPr txBox="1"/>
          <p:nvPr>
            <p:ph type="body" idx="1"/>
          </p:nvPr>
        </p:nvSpPr>
        <p:spPr>
          <a:xfrm>
            <a:off x="5831626" y="12901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8</a:t>
            </a:r>
            <a:endParaRPr/>
          </a:p>
        </p:txBody>
      </p:sp>
      <p:sp>
        <p:nvSpPr>
          <p:cNvPr id="983" name="Google Shape;983;p71"/>
          <p:cNvSpPr/>
          <p:nvPr/>
        </p:nvSpPr>
        <p:spPr>
          <a:xfrm>
            <a:off x="6246924" y="1175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4" name="Google Shape;984;p71"/>
          <p:cNvSpPr txBox="1"/>
          <p:nvPr>
            <p:ph type="body" idx="1"/>
          </p:nvPr>
        </p:nvSpPr>
        <p:spPr>
          <a:xfrm>
            <a:off x="6365026" y="1290134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9</a:t>
            </a:r>
            <a:endParaRPr/>
          </a:p>
        </p:txBody>
      </p:sp>
      <p:sp>
        <p:nvSpPr>
          <p:cNvPr id="985" name="Google Shape;985;p71"/>
          <p:cNvSpPr/>
          <p:nvPr/>
        </p:nvSpPr>
        <p:spPr>
          <a:xfrm>
            <a:off x="6780324" y="11751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6" name="Google Shape;986;p71"/>
          <p:cNvSpPr txBox="1"/>
          <p:nvPr>
            <p:ph type="body" idx="1"/>
          </p:nvPr>
        </p:nvSpPr>
        <p:spPr>
          <a:xfrm>
            <a:off x="6836224" y="1290142"/>
            <a:ext cx="347100" cy="3975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10</a:t>
            </a:r>
            <a:endParaRPr/>
          </a:p>
        </p:txBody>
      </p:sp>
      <p:sp>
        <p:nvSpPr>
          <p:cNvPr id="987" name="Google Shape;987;p71"/>
          <p:cNvSpPr txBox="1"/>
          <p:nvPr>
            <p:ph type="body" idx="1"/>
          </p:nvPr>
        </p:nvSpPr>
        <p:spPr>
          <a:xfrm>
            <a:off x="324000" y="759300"/>
            <a:ext cx="82377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two tables can be combined. </a:t>
            </a:r>
            <a:endParaRPr sz="2000"/>
          </a:p>
        </p:txBody>
      </p:sp>
      <p:sp>
        <p:nvSpPr>
          <p:cNvPr id="988" name="Google Shape;988;p71"/>
          <p:cNvSpPr/>
          <p:nvPr/>
        </p:nvSpPr>
        <p:spPr>
          <a:xfrm>
            <a:off x="1190964" y="4086965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9" name="Google Shape;989;p71"/>
          <p:cNvSpPr txBox="1"/>
          <p:nvPr>
            <p:ph type="body" idx="1"/>
          </p:nvPr>
        </p:nvSpPr>
        <p:spPr>
          <a:xfrm>
            <a:off x="1309066" y="4201982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4</a:t>
            </a:r>
            <a:endParaRPr/>
          </a:p>
        </p:txBody>
      </p:sp>
      <p:sp>
        <p:nvSpPr>
          <p:cNvPr id="990" name="Google Shape;990;p71"/>
          <p:cNvSpPr/>
          <p:nvPr/>
        </p:nvSpPr>
        <p:spPr>
          <a:xfrm>
            <a:off x="1172530" y="3239183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1" name="Google Shape;991;p71"/>
          <p:cNvSpPr txBox="1"/>
          <p:nvPr>
            <p:ph type="body" idx="1"/>
          </p:nvPr>
        </p:nvSpPr>
        <p:spPr>
          <a:xfrm>
            <a:off x="1290632" y="3354199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</a:t>
            </a:r>
            <a:endParaRPr/>
          </a:p>
        </p:txBody>
      </p:sp>
      <p:sp>
        <p:nvSpPr>
          <p:cNvPr id="992" name="Google Shape;992;p71"/>
          <p:cNvSpPr/>
          <p:nvPr/>
        </p:nvSpPr>
        <p:spPr>
          <a:xfrm>
            <a:off x="1657206" y="3239183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3" name="Google Shape;993;p71"/>
          <p:cNvSpPr txBox="1"/>
          <p:nvPr>
            <p:ph type="body" idx="1"/>
          </p:nvPr>
        </p:nvSpPr>
        <p:spPr>
          <a:xfrm>
            <a:off x="1775308" y="3354199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9</a:t>
            </a:r>
            <a:endParaRPr/>
          </a:p>
        </p:txBody>
      </p:sp>
      <p:sp>
        <p:nvSpPr>
          <p:cNvPr id="994" name="Google Shape;994;p71"/>
          <p:cNvSpPr/>
          <p:nvPr/>
        </p:nvSpPr>
        <p:spPr>
          <a:xfrm>
            <a:off x="4433144" y="4070717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5" name="Google Shape;995;p71"/>
          <p:cNvSpPr txBox="1"/>
          <p:nvPr>
            <p:ph type="body" idx="1"/>
          </p:nvPr>
        </p:nvSpPr>
        <p:spPr>
          <a:xfrm>
            <a:off x="4469786" y="4185740"/>
            <a:ext cx="3471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10</a:t>
            </a:r>
            <a:endParaRPr/>
          </a:p>
        </p:txBody>
      </p:sp>
      <p:cxnSp>
        <p:nvCxnSpPr>
          <p:cNvPr id="996" name="Google Shape;996;p71"/>
          <p:cNvCxnSpPr/>
          <p:nvPr/>
        </p:nvCxnSpPr>
        <p:spPr>
          <a:xfrm flipH="1">
            <a:off x="1066050" y="2230717"/>
            <a:ext cx="0" cy="25425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7" name="Google Shape;997;p71"/>
          <p:cNvCxnSpPr/>
          <p:nvPr/>
        </p:nvCxnSpPr>
        <p:spPr>
          <a:xfrm flipH="1">
            <a:off x="2873303" y="2230717"/>
            <a:ext cx="0" cy="25425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8" name="Google Shape;998;p71"/>
          <p:cNvCxnSpPr/>
          <p:nvPr/>
        </p:nvCxnSpPr>
        <p:spPr>
          <a:xfrm flipH="1">
            <a:off x="4955908" y="2230717"/>
            <a:ext cx="0" cy="2576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9" name="Google Shape;999;p71"/>
          <p:cNvCxnSpPr/>
          <p:nvPr/>
        </p:nvCxnSpPr>
        <p:spPr>
          <a:xfrm rot="10800000">
            <a:off x="338600" y="3117740"/>
            <a:ext cx="4617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00" name="Google Shape;1000;p71"/>
          <p:cNvCxnSpPr/>
          <p:nvPr/>
        </p:nvCxnSpPr>
        <p:spPr>
          <a:xfrm rot="10800000">
            <a:off x="338600" y="3953481"/>
            <a:ext cx="4617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01" name="Google Shape;1001;p71"/>
          <p:cNvCxnSpPr/>
          <p:nvPr/>
        </p:nvCxnSpPr>
        <p:spPr>
          <a:xfrm rot="10800000">
            <a:off x="338600" y="4796958"/>
            <a:ext cx="4617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02" name="Google Shape;1002;p71"/>
          <p:cNvSpPr txBox="1"/>
          <p:nvPr/>
        </p:nvSpPr>
        <p:spPr>
          <a:xfrm>
            <a:off x="1479027" y="2362603"/>
            <a:ext cx="901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square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3" name="Google Shape;1003;p71"/>
          <p:cNvSpPr txBox="1"/>
          <p:nvPr/>
        </p:nvSpPr>
        <p:spPr>
          <a:xfrm>
            <a:off x="3022436" y="2330190"/>
            <a:ext cx="1030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 square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4" name="Google Shape;1004;p71"/>
          <p:cNvSpPr txBox="1"/>
          <p:nvPr/>
        </p:nvSpPr>
        <p:spPr>
          <a:xfrm>
            <a:off x="400796" y="3258275"/>
            <a:ext cx="558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odd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5" name="Google Shape;1005;p71"/>
          <p:cNvSpPr txBox="1"/>
          <p:nvPr/>
        </p:nvSpPr>
        <p:spPr>
          <a:xfrm>
            <a:off x="315549" y="4029090"/>
            <a:ext cx="825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even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6" name="Google Shape;1006;p71"/>
          <p:cNvSpPr/>
          <p:nvPr/>
        </p:nvSpPr>
        <p:spPr>
          <a:xfrm>
            <a:off x="2985943" y="3239183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7" name="Google Shape;1007;p71"/>
          <p:cNvSpPr txBox="1"/>
          <p:nvPr>
            <p:ph type="body" idx="1"/>
          </p:nvPr>
        </p:nvSpPr>
        <p:spPr>
          <a:xfrm>
            <a:off x="3104045" y="3354199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3</a:t>
            </a:r>
            <a:endParaRPr/>
          </a:p>
        </p:txBody>
      </p:sp>
      <p:sp>
        <p:nvSpPr>
          <p:cNvPr id="1008" name="Google Shape;1008;p71"/>
          <p:cNvSpPr/>
          <p:nvPr/>
        </p:nvSpPr>
        <p:spPr>
          <a:xfrm>
            <a:off x="3470619" y="3239183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9" name="Google Shape;1009;p71"/>
          <p:cNvSpPr txBox="1"/>
          <p:nvPr>
            <p:ph type="body" idx="1"/>
          </p:nvPr>
        </p:nvSpPr>
        <p:spPr>
          <a:xfrm>
            <a:off x="3588721" y="3354199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5</a:t>
            </a:r>
            <a:endParaRPr/>
          </a:p>
        </p:txBody>
      </p:sp>
      <p:sp>
        <p:nvSpPr>
          <p:cNvPr id="1010" name="Google Shape;1010;p71"/>
          <p:cNvSpPr/>
          <p:nvPr/>
        </p:nvSpPr>
        <p:spPr>
          <a:xfrm>
            <a:off x="2985943" y="4077383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1" name="Google Shape;1011;p71"/>
          <p:cNvSpPr txBox="1"/>
          <p:nvPr>
            <p:ph type="body" idx="1"/>
          </p:nvPr>
        </p:nvSpPr>
        <p:spPr>
          <a:xfrm>
            <a:off x="3104045" y="4192399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endParaRPr/>
          </a:p>
        </p:txBody>
      </p:sp>
      <p:sp>
        <p:nvSpPr>
          <p:cNvPr id="1012" name="Google Shape;1012;p71"/>
          <p:cNvSpPr/>
          <p:nvPr/>
        </p:nvSpPr>
        <p:spPr>
          <a:xfrm>
            <a:off x="3470619" y="4077383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3" name="Google Shape;1013;p71"/>
          <p:cNvSpPr txBox="1"/>
          <p:nvPr>
            <p:ph type="body" idx="1"/>
          </p:nvPr>
        </p:nvSpPr>
        <p:spPr>
          <a:xfrm>
            <a:off x="3588721" y="4192399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6</a:t>
            </a:r>
            <a:endParaRPr/>
          </a:p>
        </p:txBody>
      </p:sp>
      <p:sp>
        <p:nvSpPr>
          <p:cNvPr id="1014" name="Google Shape;1014;p71"/>
          <p:cNvSpPr/>
          <p:nvPr/>
        </p:nvSpPr>
        <p:spPr>
          <a:xfrm>
            <a:off x="3955295" y="4077383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5" name="Google Shape;1015;p71"/>
          <p:cNvSpPr txBox="1"/>
          <p:nvPr>
            <p:ph type="body" idx="1"/>
          </p:nvPr>
        </p:nvSpPr>
        <p:spPr>
          <a:xfrm>
            <a:off x="4073397" y="4192399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8</a:t>
            </a:r>
            <a:endParaRPr/>
          </a:p>
        </p:txBody>
      </p:sp>
      <p:sp>
        <p:nvSpPr>
          <p:cNvPr id="1016" name="Google Shape;1016;p71"/>
          <p:cNvSpPr/>
          <p:nvPr/>
        </p:nvSpPr>
        <p:spPr>
          <a:xfrm>
            <a:off x="3970920" y="3227645"/>
            <a:ext cx="402900" cy="567900"/>
          </a:xfrm>
          <a:prstGeom prst="rect">
            <a:avLst/>
          </a:prstGeom>
          <a:solidFill>
            <a:srgbClr val="F3EEFB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7" name="Google Shape;1017;p71"/>
          <p:cNvSpPr txBox="1"/>
          <p:nvPr>
            <p:ph type="body" idx="1"/>
          </p:nvPr>
        </p:nvSpPr>
        <p:spPr>
          <a:xfrm>
            <a:off x="4089022" y="3342662"/>
            <a:ext cx="228900" cy="397500"/>
          </a:xfrm>
          <a:prstGeom prst="rect">
            <a:avLst/>
          </a:prstGeom>
          <a:solidFill>
            <a:srgbClr val="F3EEFB"/>
          </a:solidFill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7</a:t>
            </a:r>
            <a:endParaRPr/>
          </a:p>
        </p:txBody>
      </p:sp>
      <p:sp>
        <p:nvSpPr>
          <p:cNvPr id="1018" name="Google Shape;1018;p71"/>
          <p:cNvSpPr txBox="1"/>
          <p:nvPr>
            <p:ph type="body" idx="1"/>
          </p:nvPr>
        </p:nvSpPr>
        <p:spPr>
          <a:xfrm>
            <a:off x="5197869" y="2185852"/>
            <a:ext cx="3932100" cy="683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 card is chosen at random from the deck.</a:t>
            </a:r>
            <a:endParaRPr sz="2000"/>
          </a:p>
        </p:txBody>
      </p:sp>
      <p:sp>
        <p:nvSpPr>
          <p:cNvPr id="1019" name="Google Shape;1019;p71"/>
          <p:cNvSpPr txBox="1"/>
          <p:nvPr>
            <p:ph type="body" idx="1"/>
          </p:nvPr>
        </p:nvSpPr>
        <p:spPr>
          <a:xfrm>
            <a:off x="5197869" y="3100252"/>
            <a:ext cx="39321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P(odd) =</a:t>
            </a:r>
            <a:endParaRPr sz="2000"/>
          </a:p>
        </p:txBody>
      </p:sp>
      <p:sp>
        <p:nvSpPr>
          <p:cNvPr id="1020" name="Google Shape;1020;p71"/>
          <p:cNvSpPr txBox="1"/>
          <p:nvPr>
            <p:ph type="body" idx="1"/>
          </p:nvPr>
        </p:nvSpPr>
        <p:spPr>
          <a:xfrm>
            <a:off x="5197869" y="3633652"/>
            <a:ext cx="39321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P(square) =</a:t>
            </a:r>
            <a:endParaRPr sz="2000"/>
          </a:p>
        </p:txBody>
      </p:sp>
      <p:sp>
        <p:nvSpPr>
          <p:cNvPr id="1021" name="Google Shape;1021;p71"/>
          <p:cNvSpPr txBox="1"/>
          <p:nvPr>
            <p:ph type="body" idx="1"/>
          </p:nvPr>
        </p:nvSpPr>
        <p:spPr>
          <a:xfrm>
            <a:off x="5197869" y="4167052"/>
            <a:ext cx="39321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P(odd and square) =</a:t>
            </a:r>
            <a:endParaRPr sz="2000"/>
          </a:p>
        </p:txBody>
      </p:sp>
      <p:pic>
        <p:nvPicPr>
          <p:cNvPr id="1022" name="Google Shape;1022;p71" descr="&lt;math xmlns=&quot;http://www.w3.org/1998/Math/MathML&quot; display=&quot;block&quot; data-is-equatio=&quot;1&quot; data-latex=&quot;\frac{5}{10}&quot;&gt;&lt;mfrac&gt;&lt;mn&gt;5&lt;/mn&gt;&lt;mn&gt;10&lt;/mn&gt;&lt;/mfrac&gt;&lt;/math&gt;" title="five t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4650" y="2975775"/>
            <a:ext cx="299087" cy="55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3" name="Google Shape;1023;p71" descr="&lt;math xmlns=&quot;http://www.w3.org/1998/Math/MathML&quot; display=&quot;block&quot; data-is-equatio=&quot;1&quot; data-latex=&quot;\frac{3}{10}&quot;&gt;&lt;mfrac&gt;&lt;mn&gt;3&lt;/mn&gt;&lt;mn&gt;10&lt;/mn&gt;&lt;/mfrac&gt;&lt;/math&gt;" title="three t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96350" y="3504663"/>
            <a:ext cx="299075" cy="550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4" name="Google Shape;1024;p71" descr="&lt;math xmlns=&quot;http://www.w3.org/1998/Math/MathML&quot; display=&quot;block&quot; data-is-equatio=&quot;1&quot; data-latex=&quot;\frac{2}{10}&quot;&gt;&lt;mfrac&gt;&lt;mn&gt;2&lt;/mn&gt;&lt;mn&gt;10&lt;/mn&gt;&lt;/mfrac&gt;&lt;/math&gt;" title="two ten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79774" y="4044650"/>
            <a:ext cx="299075" cy="550693"/>
          </a:xfrm>
          <a:prstGeom prst="rect">
            <a:avLst/>
          </a:prstGeom>
          <a:noFill/>
          <a:ln>
            <a:noFill/>
          </a:ln>
        </p:spPr>
      </p:pic>
      <p:sp>
        <p:nvSpPr>
          <p:cNvPr id="1025" name="Google Shape;1025;p71"/>
          <p:cNvSpPr/>
          <p:nvPr/>
        </p:nvSpPr>
        <p:spPr>
          <a:xfrm>
            <a:off x="1115625" y="3180275"/>
            <a:ext cx="3775200" cy="7176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6" name="Google Shape;1026;p71"/>
          <p:cNvSpPr/>
          <p:nvPr/>
        </p:nvSpPr>
        <p:spPr>
          <a:xfrm>
            <a:off x="1123375" y="3176825"/>
            <a:ext cx="1697400" cy="15537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7" name="Google Shape;1027;p71"/>
          <p:cNvSpPr/>
          <p:nvPr/>
        </p:nvSpPr>
        <p:spPr>
          <a:xfrm>
            <a:off x="1120975" y="3176625"/>
            <a:ext cx="1697400" cy="7176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31" name="Shape 1031"/>
        <p:cNvGrpSpPr/>
        <p:nvPr/>
      </p:nvGrpSpPr>
      <p:grpSpPr>
        <a:xfrm>
          <a:off x="0" y="0"/>
          <a:ext cx="0" cy="0"/>
        </a:xfrm>
      </p:grpSpPr>
      <p:sp>
        <p:nvSpPr>
          <p:cNvPr id="1032" name="Google Shape;1032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Theoretical probabilities</a:t>
            </a:r>
            <a:endParaRPr/>
          </a:p>
        </p:txBody>
      </p:sp>
      <p:cxnSp>
        <p:nvCxnSpPr>
          <p:cNvPr id="1033" name="Google Shape;1033;p72"/>
          <p:cNvCxnSpPr/>
          <p:nvPr/>
        </p:nvCxnSpPr>
        <p:spPr>
          <a:xfrm flipH="1">
            <a:off x="1688475" y="2557225"/>
            <a:ext cx="0" cy="19182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34" name="Google Shape;1034;p72"/>
          <p:cNvCxnSpPr/>
          <p:nvPr/>
        </p:nvCxnSpPr>
        <p:spPr>
          <a:xfrm flipH="1">
            <a:off x="2907675" y="2557225"/>
            <a:ext cx="0" cy="19182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35" name="Google Shape;1035;p72"/>
          <p:cNvCxnSpPr/>
          <p:nvPr/>
        </p:nvCxnSpPr>
        <p:spPr>
          <a:xfrm flipH="1">
            <a:off x="4113275" y="2541075"/>
            <a:ext cx="0" cy="19521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36" name="Google Shape;1036;p72"/>
          <p:cNvCxnSpPr/>
          <p:nvPr/>
        </p:nvCxnSpPr>
        <p:spPr>
          <a:xfrm rot="10800000">
            <a:off x="389310" y="4472400"/>
            <a:ext cx="37140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37" name="Google Shape;1037;p72"/>
          <p:cNvCxnSpPr/>
          <p:nvPr/>
        </p:nvCxnSpPr>
        <p:spPr>
          <a:xfrm rot="10800000">
            <a:off x="399275" y="3097025"/>
            <a:ext cx="37140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38" name="Google Shape;1038;p72"/>
          <p:cNvCxnSpPr/>
          <p:nvPr/>
        </p:nvCxnSpPr>
        <p:spPr>
          <a:xfrm rot="10800000">
            <a:off x="399275" y="3792650"/>
            <a:ext cx="37140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39" name="Google Shape;1039;p72"/>
          <p:cNvSpPr txBox="1"/>
          <p:nvPr/>
        </p:nvSpPr>
        <p:spPr>
          <a:xfrm>
            <a:off x="1764675" y="2693450"/>
            <a:ext cx="11430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handle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0" name="Google Shape;1040;p72"/>
          <p:cNvSpPr txBox="1"/>
          <p:nvPr/>
        </p:nvSpPr>
        <p:spPr>
          <a:xfrm>
            <a:off x="2957523" y="2693449"/>
            <a:ext cx="11700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 handle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1" name="Google Shape;1041;p72"/>
          <p:cNvSpPr txBox="1"/>
          <p:nvPr/>
        </p:nvSpPr>
        <p:spPr>
          <a:xfrm>
            <a:off x="460750" y="3287619"/>
            <a:ext cx="11700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straw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2" name="Google Shape;1042;p72"/>
          <p:cNvSpPr txBox="1"/>
          <p:nvPr/>
        </p:nvSpPr>
        <p:spPr>
          <a:xfrm>
            <a:off x="455075" y="3942622"/>
            <a:ext cx="12216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 straw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3" name="Google Shape;1043;p72"/>
          <p:cNvSpPr txBox="1"/>
          <p:nvPr/>
        </p:nvSpPr>
        <p:spPr>
          <a:xfrm>
            <a:off x="1349199" y="2197499"/>
            <a:ext cx="297300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4" name="Google Shape;1044;p72"/>
          <p:cNvSpPr txBox="1"/>
          <p:nvPr/>
        </p:nvSpPr>
        <p:spPr>
          <a:xfrm>
            <a:off x="2074284" y="2197499"/>
            <a:ext cx="297300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5" name="Google Shape;1045;p72"/>
          <p:cNvSpPr txBox="1"/>
          <p:nvPr/>
        </p:nvSpPr>
        <p:spPr>
          <a:xfrm>
            <a:off x="2770288" y="2197499"/>
            <a:ext cx="297300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6" name="Google Shape;1046;p72"/>
          <p:cNvSpPr txBox="1"/>
          <p:nvPr/>
        </p:nvSpPr>
        <p:spPr>
          <a:xfrm>
            <a:off x="3475985" y="2197499"/>
            <a:ext cx="297300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7" name="Google Shape;1047;p72"/>
          <p:cNvSpPr txBox="1"/>
          <p:nvPr/>
        </p:nvSpPr>
        <p:spPr>
          <a:xfrm>
            <a:off x="4201069" y="2197499"/>
            <a:ext cx="297300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8" name="Google Shape;1048;p72"/>
          <p:cNvSpPr txBox="1"/>
          <p:nvPr/>
        </p:nvSpPr>
        <p:spPr>
          <a:xfrm>
            <a:off x="4939725" y="2197499"/>
            <a:ext cx="297300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9" name="Google Shape;1049;p72"/>
          <p:cNvSpPr txBox="1"/>
          <p:nvPr/>
        </p:nvSpPr>
        <p:spPr>
          <a:xfrm>
            <a:off x="5645422" y="2197499"/>
            <a:ext cx="297300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0" name="Google Shape;1050;p72"/>
          <p:cNvSpPr txBox="1"/>
          <p:nvPr/>
        </p:nvSpPr>
        <p:spPr>
          <a:xfrm>
            <a:off x="6422853" y="2197499"/>
            <a:ext cx="297300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1" name="Google Shape;1051;p72"/>
          <p:cNvSpPr txBox="1"/>
          <p:nvPr/>
        </p:nvSpPr>
        <p:spPr>
          <a:xfrm>
            <a:off x="7157631" y="2197499"/>
            <a:ext cx="297300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2" name="Google Shape;1052;p72"/>
          <p:cNvSpPr txBox="1"/>
          <p:nvPr/>
        </p:nvSpPr>
        <p:spPr>
          <a:xfrm>
            <a:off x="1782757" y="3886200"/>
            <a:ext cx="2247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3" name="Google Shape;1053;p72"/>
          <p:cNvSpPr txBox="1"/>
          <p:nvPr/>
        </p:nvSpPr>
        <p:spPr>
          <a:xfrm>
            <a:off x="1746211" y="3183500"/>
            <a:ext cx="2247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4" name="Google Shape;1054;p72"/>
          <p:cNvSpPr txBox="1"/>
          <p:nvPr/>
        </p:nvSpPr>
        <p:spPr>
          <a:xfrm>
            <a:off x="2028634" y="3286300"/>
            <a:ext cx="2247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5" name="Google Shape;1055;p72"/>
          <p:cNvSpPr txBox="1"/>
          <p:nvPr/>
        </p:nvSpPr>
        <p:spPr>
          <a:xfrm>
            <a:off x="2994834" y="3183500"/>
            <a:ext cx="2247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6" name="Google Shape;1056;p72"/>
          <p:cNvSpPr txBox="1"/>
          <p:nvPr/>
        </p:nvSpPr>
        <p:spPr>
          <a:xfrm>
            <a:off x="3295713" y="3183500"/>
            <a:ext cx="2247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7" name="Google Shape;1057;p72"/>
          <p:cNvSpPr txBox="1"/>
          <p:nvPr/>
        </p:nvSpPr>
        <p:spPr>
          <a:xfrm>
            <a:off x="2326937" y="3183500"/>
            <a:ext cx="2247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8" name="Google Shape;1058;p72"/>
          <p:cNvSpPr txBox="1"/>
          <p:nvPr/>
        </p:nvSpPr>
        <p:spPr>
          <a:xfrm>
            <a:off x="2948012" y="3886200"/>
            <a:ext cx="2247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9" name="Google Shape;1059;p72"/>
          <p:cNvSpPr txBox="1"/>
          <p:nvPr/>
        </p:nvSpPr>
        <p:spPr>
          <a:xfrm>
            <a:off x="3582569" y="3243050"/>
            <a:ext cx="2247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0" name="Google Shape;1060;p72"/>
          <p:cNvSpPr txBox="1"/>
          <p:nvPr/>
        </p:nvSpPr>
        <p:spPr>
          <a:xfrm>
            <a:off x="2511725" y="3358575"/>
            <a:ext cx="2247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1" name="Google Shape;1061;p72"/>
          <p:cNvSpPr txBox="1"/>
          <p:nvPr/>
        </p:nvSpPr>
        <p:spPr>
          <a:xfrm>
            <a:off x="324000" y="721900"/>
            <a:ext cx="84960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These drinks have been sorted into the outcome table according to whether they have a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handle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or a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straw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62" name="Google Shape;1062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3375" y="1416155"/>
            <a:ext cx="468912" cy="6570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3" name="Google Shape;1063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79858" y="1505191"/>
            <a:ext cx="428389" cy="581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4" name="Google Shape;1064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11085" y="1411806"/>
            <a:ext cx="408127" cy="735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5" name="Google Shape;1065;p7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85265" y="1451659"/>
            <a:ext cx="362147" cy="688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6" name="Google Shape;1066;p7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70989" y="1384799"/>
            <a:ext cx="413916" cy="755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7" name="Google Shape;1067;p7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045163" y="1461784"/>
            <a:ext cx="413139" cy="66863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68" name="Google Shape;1068;p72"/>
          <p:cNvGrpSpPr/>
          <p:nvPr/>
        </p:nvGrpSpPr>
        <p:grpSpPr>
          <a:xfrm>
            <a:off x="1984114" y="1349543"/>
            <a:ext cx="477596" cy="712090"/>
            <a:chOff x="1984114" y="1120943"/>
            <a:chExt cx="477596" cy="712090"/>
          </a:xfrm>
        </p:grpSpPr>
        <p:pic>
          <p:nvPicPr>
            <p:cNvPr id="1069" name="Google Shape;1069;p72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1984114" y="1199133"/>
              <a:ext cx="477596" cy="633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0" name="Google Shape;1070;p72"/>
            <p:cNvPicPr preferRelativeResize="0"/>
            <p:nvPr/>
          </p:nvPicPr>
          <p:blipFill>
            <a:blip r:embed="rId7">
              <a:alphaModFix/>
            </a:blip>
            <a:srcRect b="81988"/>
            <a:stretch>
              <a:fillRect/>
            </a:stretch>
          </p:blipFill>
          <p:spPr>
            <a:xfrm>
              <a:off x="2043225" y="1120943"/>
              <a:ext cx="413925" cy="1360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71" name="Google Shape;1071;p72"/>
          <p:cNvGrpSpPr/>
          <p:nvPr/>
        </p:nvGrpSpPr>
        <p:grpSpPr>
          <a:xfrm>
            <a:off x="2713519" y="1407974"/>
            <a:ext cx="485123" cy="665232"/>
            <a:chOff x="2713519" y="1179374"/>
            <a:chExt cx="485123" cy="665232"/>
          </a:xfrm>
        </p:grpSpPr>
        <p:pic>
          <p:nvPicPr>
            <p:cNvPr id="1072" name="Google Shape;1072;p72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2713519" y="1257018"/>
              <a:ext cx="445756" cy="5875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3" name="Google Shape;1073;p72"/>
            <p:cNvPicPr preferRelativeResize="0"/>
            <p:nvPr/>
          </p:nvPicPr>
          <p:blipFill>
            <a:blip r:embed="rId7">
              <a:alphaModFix/>
            </a:blip>
            <a:srcRect b="81988"/>
            <a:stretch>
              <a:fillRect/>
            </a:stretch>
          </p:blipFill>
          <p:spPr>
            <a:xfrm>
              <a:off x="2784717" y="1179374"/>
              <a:ext cx="413925" cy="1360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74" name="Google Shape;1074;p72"/>
          <p:cNvGrpSpPr/>
          <p:nvPr/>
        </p:nvGrpSpPr>
        <p:grpSpPr>
          <a:xfrm>
            <a:off x="4876452" y="1380687"/>
            <a:ext cx="473678" cy="727261"/>
            <a:chOff x="4876452" y="1152087"/>
            <a:chExt cx="473678" cy="727261"/>
          </a:xfrm>
        </p:grpSpPr>
        <p:pic>
          <p:nvPicPr>
            <p:cNvPr id="1075" name="Google Shape;1075;p72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4876452" y="1222293"/>
              <a:ext cx="451545" cy="6570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6" name="Google Shape;1076;p72"/>
            <p:cNvPicPr preferRelativeResize="0"/>
            <p:nvPr/>
          </p:nvPicPr>
          <p:blipFill>
            <a:blip r:embed="rId7">
              <a:alphaModFix/>
            </a:blip>
            <a:srcRect b="81988"/>
            <a:stretch>
              <a:fillRect/>
            </a:stretch>
          </p:blipFill>
          <p:spPr>
            <a:xfrm>
              <a:off x="4936205" y="1152087"/>
              <a:ext cx="413925" cy="1360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77" name="Google Shape;1077;p72"/>
          <p:cNvSpPr txBox="1"/>
          <p:nvPr>
            <p:ph type="body" idx="1"/>
          </p:nvPr>
        </p:nvSpPr>
        <p:spPr>
          <a:xfrm>
            <a:off x="4359675" y="2643051"/>
            <a:ext cx="3932100" cy="36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 drink is chosen at random.</a:t>
            </a:r>
            <a:endParaRPr sz="2000"/>
          </a:p>
        </p:txBody>
      </p:sp>
      <p:sp>
        <p:nvSpPr>
          <p:cNvPr id="1078" name="Google Shape;1078;p72"/>
          <p:cNvSpPr txBox="1"/>
          <p:nvPr>
            <p:ph type="body" idx="1"/>
          </p:nvPr>
        </p:nvSpPr>
        <p:spPr>
          <a:xfrm>
            <a:off x="4359669" y="3100252"/>
            <a:ext cx="39321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P(no handle and a straw) =</a:t>
            </a:r>
            <a:endParaRPr sz="2000"/>
          </a:p>
        </p:txBody>
      </p:sp>
      <p:sp>
        <p:nvSpPr>
          <p:cNvPr id="1079" name="Google Shape;1079;p72"/>
          <p:cNvSpPr txBox="1"/>
          <p:nvPr>
            <p:ph type="body" idx="1"/>
          </p:nvPr>
        </p:nvSpPr>
        <p:spPr>
          <a:xfrm>
            <a:off x="4359669" y="3709852"/>
            <a:ext cx="39321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P(handle and no straw) =</a:t>
            </a:r>
            <a:endParaRPr sz="2000"/>
          </a:p>
        </p:txBody>
      </p:sp>
      <p:sp>
        <p:nvSpPr>
          <p:cNvPr id="1080" name="Google Shape;1080;p72"/>
          <p:cNvSpPr txBox="1"/>
          <p:nvPr>
            <p:ph type="body" idx="1"/>
          </p:nvPr>
        </p:nvSpPr>
        <p:spPr>
          <a:xfrm>
            <a:off x="4359669" y="4319452"/>
            <a:ext cx="3932100" cy="39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P(handle and a straw) =</a:t>
            </a:r>
            <a:endParaRPr sz="2000"/>
          </a:p>
        </p:txBody>
      </p:sp>
      <p:pic>
        <p:nvPicPr>
          <p:cNvPr id="1081" name="Google Shape;1081;p72" descr="&lt;math xmlns=&quot;http://www.w3.org/1998/Math/MathML&quot; display=&quot;block&quot; data-is-equatio=&quot;1&quot; data-latex=&quot;\frac{3}{9}\ &quot;&gt;&lt;mfrac&gt;&lt;mn&gt;3&lt;/mn&gt;&lt;mn&gt;9&lt;/mn&gt;&lt;/mfrac&gt;&lt;mtext&gt;&lt;/mtext&gt;&lt;/math&gt;" title="three ninths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753022" y="2966389"/>
            <a:ext cx="167738" cy="557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2" name="Google Shape;1082;p72" descr="&lt;math xmlns=&quot;http://www.w3.org/1998/Math/MathML&quot; display=&quot;block&quot; data-is-equatio=&quot;1&quot; data-latex=&quot;\frac{1}{9}\ &quot;&gt;&lt;mfrac&gt;&lt;mn&gt;1&lt;/mn&gt;&lt;mn&gt;9&lt;/mn&gt;&lt;/mfrac&gt;&lt;mtext&gt;&lt;/mtext&gt;&lt;/math&gt;" title="one ninth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540526" y="3577053"/>
            <a:ext cx="167826" cy="557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3" name="Google Shape;1083;p72" descr="&lt;math xmlns=&quot;http://www.w3.org/1998/Math/MathML&quot; display=&quot;block&quot; data-is-equatio=&quot;1&quot; data-latex=&quot;\frac{4}{9}\ &quot;&gt;&lt;mfrac&gt;&lt;mn&gt;4&lt;/mn&gt;&lt;mn&gt;9&lt;/mn&gt;&lt;/mfrac&gt;&lt;mtext&gt;&lt;/mtext&gt;&lt;/math&gt;" title="four ninths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371600" y="4201250"/>
            <a:ext cx="168908" cy="560822"/>
          </a:xfrm>
          <a:prstGeom prst="rect">
            <a:avLst/>
          </a:prstGeom>
          <a:noFill/>
          <a:ln>
            <a:noFill/>
          </a:ln>
        </p:spPr>
      </p:pic>
      <p:sp>
        <p:nvSpPr>
          <p:cNvPr id="1084" name="Google Shape;1084;p72"/>
          <p:cNvSpPr/>
          <p:nvPr/>
        </p:nvSpPr>
        <p:spPr>
          <a:xfrm>
            <a:off x="2948000" y="3132824"/>
            <a:ext cx="1106100" cy="613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5" name="Google Shape;1085;p72"/>
          <p:cNvSpPr/>
          <p:nvPr/>
        </p:nvSpPr>
        <p:spPr>
          <a:xfrm>
            <a:off x="1745025" y="3825774"/>
            <a:ext cx="1106100" cy="613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6" name="Google Shape;1086;p72"/>
          <p:cNvSpPr/>
          <p:nvPr/>
        </p:nvSpPr>
        <p:spPr>
          <a:xfrm>
            <a:off x="1745025" y="3138086"/>
            <a:ext cx="1106100" cy="613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90" name="Shape 1090"/>
        <p:cNvGrpSpPr/>
        <p:nvPr/>
      </p:nvGrpSpPr>
      <p:grpSpPr>
        <a:xfrm>
          <a:off x="0" y="0"/>
          <a:ext cx="0" cy="0"/>
        </a:xfrm>
      </p:grpSpPr>
      <p:pic>
        <p:nvPicPr>
          <p:cNvPr id="1091" name="Google Shape;1091;p73" descr="&lt;math xmlns=&quot;http://www.w3.org/1998/Math/MathML&quot; display=&quot;block&quot; data-is-equatio=&quot;1&quot; data-latex=&quot;\frac{2}{5}\ &quot;&gt;&lt;mfrac&gt;&lt;mn&gt;2&lt;/mn&gt;&lt;mn&gt;5&lt;/mn&gt;&lt;/mfrac&gt;&lt;mtext&gt;&lt;/mtext&gt;&lt;/math&gt;" title="two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62849" y="4240329"/>
            <a:ext cx="170825" cy="562469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7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spinner is spun once.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What is the probability that it lands on a number that is odd and a factor of 10?</a:t>
            </a:r>
            <a:endParaRPr/>
          </a:p>
        </p:txBody>
      </p:sp>
      <p:sp>
        <p:nvSpPr>
          <p:cNvPr id="1093" name="Google Shape;1093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Theoretical probabilities</a:t>
            </a:r>
            <a:endParaRPr/>
          </a:p>
        </p:txBody>
      </p:sp>
      <p:cxnSp>
        <p:nvCxnSpPr>
          <p:cNvPr id="1094" name="Google Shape;1094;p73"/>
          <p:cNvCxnSpPr/>
          <p:nvPr/>
        </p:nvCxnSpPr>
        <p:spPr>
          <a:xfrm flipH="1">
            <a:off x="3943332" y="1883268"/>
            <a:ext cx="0" cy="2394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5" name="Google Shape;1095;p73"/>
          <p:cNvCxnSpPr/>
          <p:nvPr/>
        </p:nvCxnSpPr>
        <p:spPr>
          <a:xfrm flipH="1">
            <a:off x="5140985" y="1883268"/>
            <a:ext cx="0" cy="2394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6" name="Google Shape;1096;p73"/>
          <p:cNvCxnSpPr/>
          <p:nvPr/>
        </p:nvCxnSpPr>
        <p:spPr>
          <a:xfrm rot="10800000">
            <a:off x="2806000" y="2718614"/>
            <a:ext cx="35394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7" name="Google Shape;1097;p73"/>
          <p:cNvCxnSpPr/>
          <p:nvPr/>
        </p:nvCxnSpPr>
        <p:spPr>
          <a:xfrm rot="10800000">
            <a:off x="2806000" y="3505665"/>
            <a:ext cx="35394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8" name="Google Shape;1098;p73"/>
          <p:cNvCxnSpPr/>
          <p:nvPr/>
        </p:nvCxnSpPr>
        <p:spPr>
          <a:xfrm rot="10800000">
            <a:off x="2806000" y="4282750"/>
            <a:ext cx="35394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99" name="Google Shape;1099;p73"/>
          <p:cNvSpPr txBox="1"/>
          <p:nvPr/>
        </p:nvSpPr>
        <p:spPr>
          <a:xfrm>
            <a:off x="4042350" y="1855324"/>
            <a:ext cx="901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factor of 10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0" name="Google Shape;1100;p73"/>
          <p:cNvSpPr txBox="1"/>
          <p:nvPr/>
        </p:nvSpPr>
        <p:spPr>
          <a:xfrm>
            <a:off x="5262648" y="1757225"/>
            <a:ext cx="901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a factor of 10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1" name="Google Shape;1101;p73"/>
          <p:cNvSpPr txBox="1"/>
          <p:nvPr/>
        </p:nvSpPr>
        <p:spPr>
          <a:xfrm>
            <a:off x="3049474" y="2779191"/>
            <a:ext cx="1030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even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2" name="Google Shape;1102;p73"/>
          <p:cNvSpPr txBox="1"/>
          <p:nvPr/>
        </p:nvSpPr>
        <p:spPr>
          <a:xfrm>
            <a:off x="3040432" y="3576869"/>
            <a:ext cx="1339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odd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3" name="Google Shape;1103;p73"/>
          <p:cNvSpPr txBox="1"/>
          <p:nvPr/>
        </p:nvSpPr>
        <p:spPr>
          <a:xfrm flipH="1">
            <a:off x="4792010" y="3638288"/>
            <a:ext cx="51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4" name="Google Shape;1104;p73"/>
          <p:cNvSpPr txBox="1"/>
          <p:nvPr/>
        </p:nvSpPr>
        <p:spPr>
          <a:xfrm>
            <a:off x="5454400" y="3669479"/>
            <a:ext cx="25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5" name="Google Shape;1105;p73"/>
          <p:cNvSpPr txBox="1"/>
          <p:nvPr/>
        </p:nvSpPr>
        <p:spPr>
          <a:xfrm>
            <a:off x="4159000" y="2821670"/>
            <a:ext cx="25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6" name="Google Shape;1106;p73"/>
          <p:cNvSpPr txBox="1"/>
          <p:nvPr/>
        </p:nvSpPr>
        <p:spPr>
          <a:xfrm>
            <a:off x="4235200" y="3682797"/>
            <a:ext cx="25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7" name="Google Shape;1107;p73"/>
          <p:cNvSpPr txBox="1"/>
          <p:nvPr/>
        </p:nvSpPr>
        <p:spPr>
          <a:xfrm>
            <a:off x="5378200" y="2821670"/>
            <a:ext cx="25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08" name="Google Shape;1108;p73"/>
          <p:cNvGrpSpPr/>
          <p:nvPr/>
        </p:nvGrpSpPr>
        <p:grpSpPr>
          <a:xfrm>
            <a:off x="230360" y="1842458"/>
            <a:ext cx="2278069" cy="2278069"/>
            <a:chOff x="6440626" y="456693"/>
            <a:chExt cx="2328600" cy="2328600"/>
          </a:xfrm>
        </p:grpSpPr>
        <p:sp>
          <p:nvSpPr>
            <p:cNvPr id="1109" name="Google Shape;1109;p73"/>
            <p:cNvSpPr/>
            <p:nvPr/>
          </p:nvSpPr>
          <p:spPr>
            <a:xfrm>
              <a:off x="6756800" y="772850"/>
              <a:ext cx="1695900" cy="1695900"/>
            </a:xfrm>
            <a:prstGeom prst="ellips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10" name="Google Shape;1110;p73"/>
            <p:cNvSpPr/>
            <p:nvPr/>
          </p:nvSpPr>
          <p:spPr>
            <a:xfrm rot="8649824">
              <a:off x="6771695" y="787761"/>
              <a:ext cx="1666351" cy="1666351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037B7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11" name="Google Shape;1111;p73"/>
            <p:cNvSpPr/>
            <p:nvPr/>
          </p:nvSpPr>
          <p:spPr>
            <a:xfrm rot="-8629029">
              <a:off x="6771796" y="787863"/>
              <a:ext cx="1666260" cy="1666260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D02AA7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12" name="Google Shape;1112;p73"/>
            <p:cNvSpPr/>
            <p:nvPr/>
          </p:nvSpPr>
          <p:spPr>
            <a:xfrm rot="-4309758">
              <a:off x="6771841" y="788027"/>
              <a:ext cx="1666190" cy="1666190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374CF1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13" name="Google Shape;1113;p73"/>
            <p:cNvSpPr/>
            <p:nvPr/>
          </p:nvSpPr>
          <p:spPr>
            <a:xfrm>
              <a:off x="6771841" y="788027"/>
              <a:ext cx="1666200" cy="1666200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BEF2B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14" name="Google Shape;1114;p73"/>
            <p:cNvSpPr txBox="1"/>
            <p:nvPr/>
          </p:nvSpPr>
          <p:spPr>
            <a:xfrm>
              <a:off x="7458075" y="1943525"/>
              <a:ext cx="630000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5" name="Google Shape;1115;p73"/>
            <p:cNvSpPr/>
            <p:nvPr/>
          </p:nvSpPr>
          <p:spPr>
            <a:xfrm rot="4312496">
              <a:off x="6771674" y="787606"/>
              <a:ext cx="1666387" cy="1666387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845AD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16" name="Google Shape;1116;p73"/>
            <p:cNvSpPr txBox="1"/>
            <p:nvPr/>
          </p:nvSpPr>
          <p:spPr>
            <a:xfrm>
              <a:off x="7135575" y="952925"/>
              <a:ext cx="630000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7" name="Google Shape;1117;p73"/>
            <p:cNvSpPr txBox="1"/>
            <p:nvPr/>
          </p:nvSpPr>
          <p:spPr>
            <a:xfrm>
              <a:off x="7790126" y="952932"/>
              <a:ext cx="630000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8" name="Google Shape;1118;p73"/>
            <p:cNvSpPr txBox="1"/>
            <p:nvPr/>
          </p:nvSpPr>
          <p:spPr>
            <a:xfrm>
              <a:off x="7866326" y="1562532"/>
              <a:ext cx="630000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9" name="Google Shape;1119;p73"/>
            <p:cNvSpPr txBox="1"/>
            <p:nvPr/>
          </p:nvSpPr>
          <p:spPr>
            <a:xfrm>
              <a:off x="6906975" y="1562532"/>
              <a:ext cx="571500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120" name="Google Shape;1120;p73"/>
            <p:cNvGrpSpPr/>
            <p:nvPr/>
          </p:nvGrpSpPr>
          <p:grpSpPr>
            <a:xfrm>
              <a:off x="7556109" y="828742"/>
              <a:ext cx="93900" cy="816939"/>
              <a:chOff x="996050" y="213293"/>
              <a:chExt cx="93900" cy="909732"/>
            </a:xfrm>
          </p:grpSpPr>
          <p:cxnSp>
            <p:nvCxnSpPr>
              <p:cNvPr id="1121" name="Google Shape;1121;p73"/>
              <p:cNvCxnSpPr/>
              <p:nvPr/>
            </p:nvCxnSpPr>
            <p:spPr>
              <a:xfrm rot="10800000" flipH="1">
                <a:off x="1046672" y="213293"/>
                <a:ext cx="0" cy="8514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1122" name="Google Shape;1122;p73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1123" name="Google Shape;1123;p73"/>
          <p:cNvCxnSpPr/>
          <p:nvPr/>
        </p:nvCxnSpPr>
        <p:spPr>
          <a:xfrm flipH="1">
            <a:off x="6329778" y="1883268"/>
            <a:ext cx="0" cy="2394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24" name="Google Shape;1124;p73"/>
          <p:cNvSpPr txBox="1"/>
          <p:nvPr>
            <p:ph type="body" idx="1"/>
          </p:nvPr>
        </p:nvSpPr>
        <p:spPr>
          <a:xfrm>
            <a:off x="3791573" y="4404880"/>
            <a:ext cx="3783600" cy="46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P(odd and a factor of 10) =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28" name="Shape 1128"/>
        <p:cNvGrpSpPr/>
        <p:nvPr/>
      </p:nvGrpSpPr>
      <p:grpSpPr>
        <a:xfrm>
          <a:off x="0" y="0"/>
          <a:ext cx="0" cy="0"/>
        </a:xfrm>
      </p:grpSpPr>
      <p:sp>
        <p:nvSpPr>
          <p:cNvPr id="1129" name="Google Shape;1129;p74"/>
          <p:cNvSpPr txBox="1"/>
          <p:nvPr>
            <p:ph type="body" idx="1"/>
          </p:nvPr>
        </p:nvSpPr>
        <p:spPr>
          <a:xfrm>
            <a:off x="324000" y="759300"/>
            <a:ext cx="83904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spinner is spun once.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What is the probability that it lands on a number that is even and not a factor of 10?</a:t>
            </a:r>
            <a:endParaRPr/>
          </a:p>
        </p:txBody>
      </p:sp>
      <p:sp>
        <p:nvSpPr>
          <p:cNvPr id="1130" name="Google Shape;1130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Theoretical probabilities</a:t>
            </a:r>
            <a:endParaRPr/>
          </a:p>
        </p:txBody>
      </p:sp>
      <p:cxnSp>
        <p:nvCxnSpPr>
          <p:cNvPr id="1131" name="Google Shape;1131;p74"/>
          <p:cNvCxnSpPr/>
          <p:nvPr/>
        </p:nvCxnSpPr>
        <p:spPr>
          <a:xfrm flipH="1">
            <a:off x="3943332" y="1883268"/>
            <a:ext cx="0" cy="2394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32" name="Google Shape;1132;p74"/>
          <p:cNvCxnSpPr/>
          <p:nvPr/>
        </p:nvCxnSpPr>
        <p:spPr>
          <a:xfrm flipH="1">
            <a:off x="5140985" y="1883268"/>
            <a:ext cx="0" cy="2394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33" name="Google Shape;1133;p74"/>
          <p:cNvCxnSpPr/>
          <p:nvPr/>
        </p:nvCxnSpPr>
        <p:spPr>
          <a:xfrm rot="10800000">
            <a:off x="2806000" y="2718614"/>
            <a:ext cx="35394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34" name="Google Shape;1134;p74"/>
          <p:cNvCxnSpPr/>
          <p:nvPr/>
        </p:nvCxnSpPr>
        <p:spPr>
          <a:xfrm rot="10800000">
            <a:off x="2806000" y="3505665"/>
            <a:ext cx="35394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35" name="Google Shape;1135;p74"/>
          <p:cNvCxnSpPr/>
          <p:nvPr/>
        </p:nvCxnSpPr>
        <p:spPr>
          <a:xfrm rot="10800000">
            <a:off x="2806000" y="4282750"/>
            <a:ext cx="35394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36" name="Google Shape;1136;p74"/>
          <p:cNvSpPr txBox="1"/>
          <p:nvPr/>
        </p:nvSpPr>
        <p:spPr>
          <a:xfrm>
            <a:off x="4042350" y="1855324"/>
            <a:ext cx="901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factor of 10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7" name="Google Shape;1137;p74"/>
          <p:cNvSpPr txBox="1"/>
          <p:nvPr/>
        </p:nvSpPr>
        <p:spPr>
          <a:xfrm>
            <a:off x="5262648" y="1757225"/>
            <a:ext cx="901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a factor of 10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8" name="Google Shape;1138;p74"/>
          <p:cNvSpPr txBox="1"/>
          <p:nvPr/>
        </p:nvSpPr>
        <p:spPr>
          <a:xfrm>
            <a:off x="3049474" y="2779191"/>
            <a:ext cx="1030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even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9" name="Google Shape;1139;p74"/>
          <p:cNvSpPr txBox="1"/>
          <p:nvPr/>
        </p:nvSpPr>
        <p:spPr>
          <a:xfrm>
            <a:off x="3040432" y="3576869"/>
            <a:ext cx="1339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odd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0" name="Google Shape;1140;p74"/>
          <p:cNvSpPr txBox="1"/>
          <p:nvPr/>
        </p:nvSpPr>
        <p:spPr>
          <a:xfrm flipH="1">
            <a:off x="4792010" y="3638288"/>
            <a:ext cx="51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1" name="Google Shape;1141;p74"/>
          <p:cNvSpPr txBox="1"/>
          <p:nvPr/>
        </p:nvSpPr>
        <p:spPr>
          <a:xfrm>
            <a:off x="5454400" y="3669479"/>
            <a:ext cx="25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2" name="Google Shape;1142;p74"/>
          <p:cNvSpPr txBox="1"/>
          <p:nvPr/>
        </p:nvSpPr>
        <p:spPr>
          <a:xfrm>
            <a:off x="4159000" y="2821670"/>
            <a:ext cx="25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3" name="Google Shape;1143;p74"/>
          <p:cNvSpPr txBox="1"/>
          <p:nvPr/>
        </p:nvSpPr>
        <p:spPr>
          <a:xfrm>
            <a:off x="4235200" y="3682797"/>
            <a:ext cx="25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4" name="Google Shape;1144;p74"/>
          <p:cNvSpPr txBox="1"/>
          <p:nvPr/>
        </p:nvSpPr>
        <p:spPr>
          <a:xfrm>
            <a:off x="5378200" y="2821670"/>
            <a:ext cx="25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45" name="Google Shape;1145;p74"/>
          <p:cNvGrpSpPr/>
          <p:nvPr/>
        </p:nvGrpSpPr>
        <p:grpSpPr>
          <a:xfrm>
            <a:off x="230360" y="1842458"/>
            <a:ext cx="2278069" cy="2278069"/>
            <a:chOff x="6440626" y="456693"/>
            <a:chExt cx="2328600" cy="2328600"/>
          </a:xfrm>
        </p:grpSpPr>
        <p:sp>
          <p:nvSpPr>
            <p:cNvPr id="1146" name="Google Shape;1146;p74"/>
            <p:cNvSpPr/>
            <p:nvPr/>
          </p:nvSpPr>
          <p:spPr>
            <a:xfrm>
              <a:off x="6756800" y="772850"/>
              <a:ext cx="1695900" cy="1695900"/>
            </a:xfrm>
            <a:prstGeom prst="ellips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47" name="Google Shape;1147;p74"/>
            <p:cNvSpPr/>
            <p:nvPr/>
          </p:nvSpPr>
          <p:spPr>
            <a:xfrm rot="8649824">
              <a:off x="6771695" y="787761"/>
              <a:ext cx="1666351" cy="1666351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037B7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48" name="Google Shape;1148;p74"/>
            <p:cNvSpPr/>
            <p:nvPr/>
          </p:nvSpPr>
          <p:spPr>
            <a:xfrm rot="-8629029">
              <a:off x="6771796" y="787863"/>
              <a:ext cx="1666260" cy="1666260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D02AA7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49" name="Google Shape;1149;p74"/>
            <p:cNvSpPr/>
            <p:nvPr/>
          </p:nvSpPr>
          <p:spPr>
            <a:xfrm rot="-4309758">
              <a:off x="6771841" y="788027"/>
              <a:ext cx="1666190" cy="1666190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374CF1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50" name="Google Shape;1150;p74"/>
            <p:cNvSpPr/>
            <p:nvPr/>
          </p:nvSpPr>
          <p:spPr>
            <a:xfrm>
              <a:off x="6771841" y="788027"/>
              <a:ext cx="1666200" cy="1666200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BEF2B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51" name="Google Shape;1151;p74"/>
            <p:cNvSpPr txBox="1"/>
            <p:nvPr/>
          </p:nvSpPr>
          <p:spPr>
            <a:xfrm>
              <a:off x="7458075" y="1943525"/>
              <a:ext cx="630000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2" name="Google Shape;1152;p74"/>
            <p:cNvSpPr/>
            <p:nvPr/>
          </p:nvSpPr>
          <p:spPr>
            <a:xfrm rot="4312496">
              <a:off x="6771674" y="787606"/>
              <a:ext cx="1666387" cy="1666387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845AD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53" name="Google Shape;1153;p74"/>
            <p:cNvSpPr txBox="1"/>
            <p:nvPr/>
          </p:nvSpPr>
          <p:spPr>
            <a:xfrm>
              <a:off x="7135575" y="952925"/>
              <a:ext cx="630000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4" name="Google Shape;1154;p74"/>
            <p:cNvSpPr txBox="1"/>
            <p:nvPr/>
          </p:nvSpPr>
          <p:spPr>
            <a:xfrm>
              <a:off x="7790126" y="952932"/>
              <a:ext cx="630000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5" name="Google Shape;1155;p74"/>
            <p:cNvSpPr txBox="1"/>
            <p:nvPr/>
          </p:nvSpPr>
          <p:spPr>
            <a:xfrm>
              <a:off x="7866326" y="1562532"/>
              <a:ext cx="630000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6" name="Google Shape;1156;p74"/>
            <p:cNvSpPr txBox="1"/>
            <p:nvPr/>
          </p:nvSpPr>
          <p:spPr>
            <a:xfrm>
              <a:off x="6906975" y="1562532"/>
              <a:ext cx="571500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157" name="Google Shape;1157;p74"/>
            <p:cNvGrpSpPr/>
            <p:nvPr/>
          </p:nvGrpSpPr>
          <p:grpSpPr>
            <a:xfrm>
              <a:off x="7556109" y="828742"/>
              <a:ext cx="93900" cy="816939"/>
              <a:chOff x="996050" y="213293"/>
              <a:chExt cx="93900" cy="909732"/>
            </a:xfrm>
          </p:grpSpPr>
          <p:cxnSp>
            <p:nvCxnSpPr>
              <p:cNvPr id="1158" name="Google Shape;1158;p74"/>
              <p:cNvCxnSpPr/>
              <p:nvPr/>
            </p:nvCxnSpPr>
            <p:spPr>
              <a:xfrm rot="10800000" flipH="1">
                <a:off x="1046672" y="213293"/>
                <a:ext cx="0" cy="8514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1159" name="Google Shape;1159;p74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1160" name="Google Shape;1160;p74"/>
          <p:cNvCxnSpPr/>
          <p:nvPr/>
        </p:nvCxnSpPr>
        <p:spPr>
          <a:xfrm flipH="1">
            <a:off x="6329778" y="1883268"/>
            <a:ext cx="0" cy="2394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61" name="Google Shape;1161;p74"/>
          <p:cNvSpPr txBox="1"/>
          <p:nvPr>
            <p:ph type="body" idx="1"/>
          </p:nvPr>
        </p:nvSpPr>
        <p:spPr>
          <a:xfrm>
            <a:off x="3100075" y="4404875"/>
            <a:ext cx="4475100" cy="46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P(even and not a factor of 10) =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62" name="Google Shape;1162;p74" descr="&lt;math xmlns=&quot;http://www.w3.org/1998/Math/MathML&quot; display=&quot;block&quot; data-is-equatio=&quot;1&quot; data-latex=&quot;\frac{1}{5}\ &quot;&gt;&lt;mfrac&gt;&lt;mn&gt;1&lt;/mn&gt;&lt;mn&gt;5&lt;/mn&gt;&lt;/mfrac&gt;&lt;mtext&gt;&lt;/mtext&gt;&lt;/math&gt;" title="one fif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2251" y="4251025"/>
            <a:ext cx="170825" cy="5693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66" name="Shape 1166"/>
        <p:cNvGrpSpPr/>
        <p:nvPr/>
      </p:nvGrpSpPr>
      <p:grpSpPr>
        <a:xfrm>
          <a:off x="0" y="0"/>
          <a:ext cx="0" cy="0"/>
        </a:xfrm>
      </p:grpSpPr>
      <p:sp>
        <p:nvSpPr>
          <p:cNvPr id="1167" name="Google Shape;1167;p75"/>
          <p:cNvSpPr/>
          <p:nvPr/>
        </p:nvSpPr>
        <p:spPr>
          <a:xfrm>
            <a:off x="4522373" y="2131614"/>
            <a:ext cx="1251900" cy="246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8" name="Google Shape;1168;p75"/>
          <p:cNvSpPr/>
          <p:nvPr/>
        </p:nvSpPr>
        <p:spPr>
          <a:xfrm>
            <a:off x="6203626" y="2126500"/>
            <a:ext cx="2042700" cy="246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9" name="Google Shape;1169;p75"/>
          <p:cNvSpPr/>
          <p:nvPr/>
        </p:nvSpPr>
        <p:spPr>
          <a:xfrm>
            <a:off x="3766165" y="3471655"/>
            <a:ext cx="319200" cy="246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0" name="Google Shape;1170;p75"/>
          <p:cNvSpPr/>
          <p:nvPr/>
        </p:nvSpPr>
        <p:spPr>
          <a:xfrm>
            <a:off x="3762870" y="4107622"/>
            <a:ext cx="319200" cy="246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1" name="Google Shape;1171;p75"/>
          <p:cNvSpPr/>
          <p:nvPr/>
        </p:nvSpPr>
        <p:spPr>
          <a:xfrm>
            <a:off x="2705957" y="4111156"/>
            <a:ext cx="319200" cy="246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2" name="Google Shape;1172;p75"/>
          <p:cNvSpPr/>
          <p:nvPr/>
        </p:nvSpPr>
        <p:spPr>
          <a:xfrm>
            <a:off x="3222878" y="3789877"/>
            <a:ext cx="319200" cy="246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3" name="Google Shape;1173;p75"/>
          <p:cNvSpPr/>
          <p:nvPr/>
        </p:nvSpPr>
        <p:spPr>
          <a:xfrm>
            <a:off x="3764048" y="2838443"/>
            <a:ext cx="319200" cy="246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4" name="Google Shape;1174;p75"/>
          <p:cNvSpPr/>
          <p:nvPr/>
        </p:nvSpPr>
        <p:spPr>
          <a:xfrm>
            <a:off x="3233943" y="3159723"/>
            <a:ext cx="319200" cy="246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5" name="Google Shape;1175;p75"/>
          <p:cNvSpPr/>
          <p:nvPr/>
        </p:nvSpPr>
        <p:spPr>
          <a:xfrm>
            <a:off x="2720556" y="3473152"/>
            <a:ext cx="319200" cy="246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6" name="Google Shape;1176;p75"/>
          <p:cNvSpPr/>
          <p:nvPr/>
        </p:nvSpPr>
        <p:spPr>
          <a:xfrm>
            <a:off x="1664504" y="4111474"/>
            <a:ext cx="319200" cy="246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7" name="Google Shape;1177;p75"/>
          <p:cNvSpPr/>
          <p:nvPr/>
        </p:nvSpPr>
        <p:spPr>
          <a:xfrm>
            <a:off x="2197904" y="3793491"/>
            <a:ext cx="319200" cy="246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8" name="Google Shape;1178;p75"/>
          <p:cNvSpPr/>
          <p:nvPr/>
        </p:nvSpPr>
        <p:spPr>
          <a:xfrm>
            <a:off x="1184150" y="2794125"/>
            <a:ext cx="340200" cy="1590600"/>
          </a:xfrm>
          <a:prstGeom prst="rect">
            <a:avLst/>
          </a:prstGeom>
          <a:solidFill>
            <a:srgbClr val="F3EE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9" name="Google Shape;1179;p75"/>
          <p:cNvSpPr/>
          <p:nvPr/>
        </p:nvSpPr>
        <p:spPr>
          <a:xfrm>
            <a:off x="1561700" y="2494050"/>
            <a:ext cx="2615400" cy="310500"/>
          </a:xfrm>
          <a:prstGeom prst="rect">
            <a:avLst/>
          </a:prstGeom>
          <a:solidFill>
            <a:srgbClr val="F3EE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0" name="Google Shape;1180;p75"/>
          <p:cNvSpPr txBox="1"/>
          <p:nvPr/>
        </p:nvSpPr>
        <p:spPr>
          <a:xfrm>
            <a:off x="324000" y="759300"/>
            <a:ext cx="6395400" cy="11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game is being played where players spin the spinner twice and find the sum of their numbers.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outcome table shows the possible totals.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81" name="Google Shape;1181;p75"/>
          <p:cNvCxnSpPr/>
          <p:nvPr/>
        </p:nvCxnSpPr>
        <p:spPr>
          <a:xfrm flipH="1">
            <a:off x="1547200" y="2498325"/>
            <a:ext cx="0" cy="18678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2" name="Google Shape;1182;p75"/>
          <p:cNvCxnSpPr/>
          <p:nvPr/>
        </p:nvCxnSpPr>
        <p:spPr>
          <a:xfrm flipH="1">
            <a:off x="2073310" y="2498325"/>
            <a:ext cx="0" cy="18678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3" name="Google Shape;1183;p75"/>
          <p:cNvCxnSpPr/>
          <p:nvPr/>
        </p:nvCxnSpPr>
        <p:spPr>
          <a:xfrm flipH="1">
            <a:off x="2599420" y="2498325"/>
            <a:ext cx="0" cy="1892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4" name="Google Shape;1184;p75"/>
          <p:cNvCxnSpPr/>
          <p:nvPr/>
        </p:nvCxnSpPr>
        <p:spPr>
          <a:xfrm rot="10800000">
            <a:off x="1192875" y="2806275"/>
            <a:ext cx="3000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5" name="Google Shape;1185;p75"/>
          <p:cNvCxnSpPr/>
          <p:nvPr/>
        </p:nvCxnSpPr>
        <p:spPr>
          <a:xfrm rot="10800000">
            <a:off x="1192875" y="3123190"/>
            <a:ext cx="3000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6" name="Google Shape;1186;p75"/>
          <p:cNvCxnSpPr/>
          <p:nvPr/>
        </p:nvCxnSpPr>
        <p:spPr>
          <a:xfrm rot="10800000">
            <a:off x="1192875" y="3440105"/>
            <a:ext cx="3000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87" name="Google Shape;1187;p75"/>
          <p:cNvSpPr txBox="1"/>
          <p:nvPr/>
        </p:nvSpPr>
        <p:spPr>
          <a:xfrm>
            <a:off x="1742575" y="2498325"/>
            <a:ext cx="445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8" name="Google Shape;1188;p75"/>
          <p:cNvSpPr txBox="1"/>
          <p:nvPr/>
        </p:nvSpPr>
        <p:spPr>
          <a:xfrm>
            <a:off x="2272034" y="2498325"/>
            <a:ext cx="445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9" name="Google Shape;1189;p75"/>
          <p:cNvSpPr txBox="1"/>
          <p:nvPr/>
        </p:nvSpPr>
        <p:spPr>
          <a:xfrm>
            <a:off x="1292229" y="2826950"/>
            <a:ext cx="248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0" name="Google Shape;1190;p75"/>
          <p:cNvSpPr txBox="1"/>
          <p:nvPr/>
        </p:nvSpPr>
        <p:spPr>
          <a:xfrm>
            <a:off x="1304068" y="3143050"/>
            <a:ext cx="445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1" name="Google Shape;1191;p75"/>
          <p:cNvSpPr/>
          <p:nvPr/>
        </p:nvSpPr>
        <p:spPr>
          <a:xfrm rot="-5400000">
            <a:off x="2795950" y="1078625"/>
            <a:ext cx="133800" cy="26154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2" name="Google Shape;1192;p75"/>
          <p:cNvSpPr txBox="1"/>
          <p:nvPr/>
        </p:nvSpPr>
        <p:spPr>
          <a:xfrm>
            <a:off x="2593755" y="2093614"/>
            <a:ext cx="779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spin 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3" name="Google Shape;1193;p75"/>
          <p:cNvSpPr/>
          <p:nvPr/>
        </p:nvSpPr>
        <p:spPr>
          <a:xfrm rot="10800000">
            <a:off x="982200" y="2805800"/>
            <a:ext cx="133800" cy="15906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4" name="Google Shape;1194;p75"/>
          <p:cNvSpPr txBox="1"/>
          <p:nvPr/>
        </p:nvSpPr>
        <p:spPr>
          <a:xfrm>
            <a:off x="357399" y="3459404"/>
            <a:ext cx="6819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spin 2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95" name="Google Shape;1195;p75"/>
          <p:cNvCxnSpPr/>
          <p:nvPr/>
        </p:nvCxnSpPr>
        <p:spPr>
          <a:xfrm flipH="1">
            <a:off x="4177750" y="2498325"/>
            <a:ext cx="0" cy="1892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96" name="Google Shape;1196;p75"/>
          <p:cNvCxnSpPr/>
          <p:nvPr/>
        </p:nvCxnSpPr>
        <p:spPr>
          <a:xfrm rot="10800000">
            <a:off x="1192875" y="4390850"/>
            <a:ext cx="3000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97" name="Google Shape;1197;p75"/>
          <p:cNvSpPr txBox="1"/>
          <p:nvPr/>
        </p:nvSpPr>
        <p:spPr>
          <a:xfrm>
            <a:off x="1298807" y="3457795"/>
            <a:ext cx="57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8" name="Google Shape;1198;p75"/>
          <p:cNvSpPr txBox="1"/>
          <p:nvPr/>
        </p:nvSpPr>
        <p:spPr>
          <a:xfrm>
            <a:off x="2801494" y="2498325"/>
            <a:ext cx="57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9" name="Google Shape;1199;p75"/>
          <p:cNvSpPr/>
          <p:nvPr/>
        </p:nvSpPr>
        <p:spPr>
          <a:xfrm>
            <a:off x="7033589" y="821050"/>
            <a:ext cx="1137000" cy="11370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00" name="Google Shape;1200;p75"/>
          <p:cNvSpPr/>
          <p:nvPr/>
        </p:nvSpPr>
        <p:spPr>
          <a:xfrm rot="8650032">
            <a:off x="7043563" y="830989"/>
            <a:ext cx="1117143" cy="1117143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01" name="Google Shape;1201;p75"/>
          <p:cNvSpPr/>
          <p:nvPr/>
        </p:nvSpPr>
        <p:spPr>
          <a:xfrm rot="-8628989">
            <a:off x="7043740" y="831288"/>
            <a:ext cx="1116920" cy="1116920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02" name="Google Shape;1202;p75"/>
          <p:cNvSpPr/>
          <p:nvPr/>
        </p:nvSpPr>
        <p:spPr>
          <a:xfrm rot="-4309960">
            <a:off x="7043661" y="831128"/>
            <a:ext cx="1117087" cy="1117087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03" name="Google Shape;1203;p75"/>
          <p:cNvSpPr/>
          <p:nvPr/>
        </p:nvSpPr>
        <p:spPr>
          <a:xfrm>
            <a:off x="7043673" y="831225"/>
            <a:ext cx="1116900" cy="1116900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04" name="Google Shape;1204;p75"/>
          <p:cNvSpPr txBox="1"/>
          <p:nvPr/>
        </p:nvSpPr>
        <p:spPr>
          <a:xfrm>
            <a:off x="7464878" y="1582565"/>
            <a:ext cx="422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5" name="Google Shape;1205;p75"/>
          <p:cNvSpPr/>
          <p:nvPr/>
        </p:nvSpPr>
        <p:spPr>
          <a:xfrm rot="4312880">
            <a:off x="7043530" y="830895"/>
            <a:ext cx="1117092" cy="1117092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06" name="Google Shape;1206;p75"/>
          <p:cNvSpPr txBox="1"/>
          <p:nvPr/>
        </p:nvSpPr>
        <p:spPr>
          <a:xfrm>
            <a:off x="7211321" y="865573"/>
            <a:ext cx="422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7" name="Google Shape;1207;p75"/>
          <p:cNvSpPr txBox="1"/>
          <p:nvPr/>
        </p:nvSpPr>
        <p:spPr>
          <a:xfrm>
            <a:off x="7703025" y="865578"/>
            <a:ext cx="422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8" name="Google Shape;1208;p75"/>
          <p:cNvSpPr txBox="1"/>
          <p:nvPr/>
        </p:nvSpPr>
        <p:spPr>
          <a:xfrm>
            <a:off x="7824037" y="1303838"/>
            <a:ext cx="422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9" name="Google Shape;1209;p75"/>
          <p:cNvSpPr txBox="1"/>
          <p:nvPr/>
        </p:nvSpPr>
        <p:spPr>
          <a:xfrm>
            <a:off x="7050297" y="1282025"/>
            <a:ext cx="383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10" name="Google Shape;1210;p75"/>
          <p:cNvGrpSpPr/>
          <p:nvPr/>
        </p:nvGrpSpPr>
        <p:grpSpPr>
          <a:xfrm>
            <a:off x="7569445" y="858516"/>
            <a:ext cx="62951" cy="547659"/>
            <a:chOff x="996050" y="213293"/>
            <a:chExt cx="93900" cy="909732"/>
          </a:xfrm>
        </p:grpSpPr>
        <p:cxnSp>
          <p:nvCxnSpPr>
            <p:cNvPr id="1211" name="Google Shape;1211;p75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212" name="Google Shape;1212;p75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cxnSp>
        <p:nvCxnSpPr>
          <p:cNvPr id="1213" name="Google Shape;1213;p75"/>
          <p:cNvCxnSpPr/>
          <p:nvPr/>
        </p:nvCxnSpPr>
        <p:spPr>
          <a:xfrm flipH="1">
            <a:off x="3125530" y="2498325"/>
            <a:ext cx="0" cy="1892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4" name="Google Shape;1214;p75"/>
          <p:cNvCxnSpPr/>
          <p:nvPr/>
        </p:nvCxnSpPr>
        <p:spPr>
          <a:xfrm flipH="1">
            <a:off x="3651640" y="2498325"/>
            <a:ext cx="0" cy="1892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5" name="Google Shape;1215;p75"/>
          <p:cNvCxnSpPr/>
          <p:nvPr/>
        </p:nvCxnSpPr>
        <p:spPr>
          <a:xfrm rot="10800000">
            <a:off x="1192875" y="3757020"/>
            <a:ext cx="3000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6" name="Google Shape;1216;p75"/>
          <p:cNvCxnSpPr/>
          <p:nvPr/>
        </p:nvCxnSpPr>
        <p:spPr>
          <a:xfrm rot="10800000">
            <a:off x="1192875" y="4073935"/>
            <a:ext cx="3000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17" name="Google Shape;1217;p75"/>
          <p:cNvSpPr txBox="1"/>
          <p:nvPr/>
        </p:nvSpPr>
        <p:spPr>
          <a:xfrm>
            <a:off x="3304253" y="2498325"/>
            <a:ext cx="57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8" name="Google Shape;1218;p75"/>
          <p:cNvSpPr txBox="1"/>
          <p:nvPr/>
        </p:nvSpPr>
        <p:spPr>
          <a:xfrm>
            <a:off x="3867673" y="2498325"/>
            <a:ext cx="57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9" name="Google Shape;1219;p75"/>
          <p:cNvSpPr txBox="1"/>
          <p:nvPr/>
        </p:nvSpPr>
        <p:spPr>
          <a:xfrm>
            <a:off x="1298804" y="4090700"/>
            <a:ext cx="248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0" name="Google Shape;1220;p75"/>
          <p:cNvSpPr txBox="1"/>
          <p:nvPr/>
        </p:nvSpPr>
        <p:spPr>
          <a:xfrm>
            <a:off x="1298807" y="3762595"/>
            <a:ext cx="57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1" name="Google Shape;1221;p75"/>
          <p:cNvSpPr txBox="1"/>
          <p:nvPr/>
        </p:nvSpPr>
        <p:spPr>
          <a:xfrm>
            <a:off x="1742575" y="2818664"/>
            <a:ext cx="445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2" name="Google Shape;1222;p75"/>
          <p:cNvSpPr txBox="1"/>
          <p:nvPr/>
        </p:nvSpPr>
        <p:spPr>
          <a:xfrm>
            <a:off x="2272034" y="2818664"/>
            <a:ext cx="445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3" name="Google Shape;1223;p75"/>
          <p:cNvSpPr txBox="1"/>
          <p:nvPr/>
        </p:nvSpPr>
        <p:spPr>
          <a:xfrm>
            <a:off x="2801496" y="2818675"/>
            <a:ext cx="229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4" name="Google Shape;1224;p75"/>
          <p:cNvSpPr txBox="1"/>
          <p:nvPr/>
        </p:nvSpPr>
        <p:spPr>
          <a:xfrm>
            <a:off x="3304251" y="2818675"/>
            <a:ext cx="319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5" name="Google Shape;1225;p75"/>
          <p:cNvSpPr txBox="1"/>
          <p:nvPr/>
        </p:nvSpPr>
        <p:spPr>
          <a:xfrm>
            <a:off x="3867673" y="2818664"/>
            <a:ext cx="57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6" name="Google Shape;1226;p75"/>
          <p:cNvSpPr txBox="1"/>
          <p:nvPr/>
        </p:nvSpPr>
        <p:spPr>
          <a:xfrm>
            <a:off x="1742575" y="3139004"/>
            <a:ext cx="445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7" name="Google Shape;1227;p75"/>
          <p:cNvSpPr txBox="1"/>
          <p:nvPr/>
        </p:nvSpPr>
        <p:spPr>
          <a:xfrm>
            <a:off x="2272034" y="3139004"/>
            <a:ext cx="445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8" name="Google Shape;1228;p75"/>
          <p:cNvSpPr txBox="1"/>
          <p:nvPr/>
        </p:nvSpPr>
        <p:spPr>
          <a:xfrm>
            <a:off x="2801497" y="3139000"/>
            <a:ext cx="319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9" name="Google Shape;1229;p75"/>
          <p:cNvSpPr txBox="1"/>
          <p:nvPr/>
        </p:nvSpPr>
        <p:spPr>
          <a:xfrm>
            <a:off x="3304253" y="3139004"/>
            <a:ext cx="57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0" name="Google Shape;1230;p75"/>
          <p:cNvSpPr txBox="1"/>
          <p:nvPr/>
        </p:nvSpPr>
        <p:spPr>
          <a:xfrm>
            <a:off x="3867673" y="3139004"/>
            <a:ext cx="57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1" name="Google Shape;1231;p75"/>
          <p:cNvSpPr txBox="1"/>
          <p:nvPr/>
        </p:nvSpPr>
        <p:spPr>
          <a:xfrm>
            <a:off x="1742575" y="3443804"/>
            <a:ext cx="445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2" name="Google Shape;1232;p75"/>
          <p:cNvSpPr txBox="1"/>
          <p:nvPr/>
        </p:nvSpPr>
        <p:spPr>
          <a:xfrm>
            <a:off x="2272027" y="3443800"/>
            <a:ext cx="337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3" name="Google Shape;1233;p75"/>
          <p:cNvSpPr txBox="1"/>
          <p:nvPr/>
        </p:nvSpPr>
        <p:spPr>
          <a:xfrm>
            <a:off x="2801494" y="3443804"/>
            <a:ext cx="57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4" name="Google Shape;1234;p75"/>
          <p:cNvSpPr txBox="1"/>
          <p:nvPr/>
        </p:nvSpPr>
        <p:spPr>
          <a:xfrm>
            <a:off x="3304253" y="3443804"/>
            <a:ext cx="57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5" name="Google Shape;1235;p75"/>
          <p:cNvSpPr txBox="1"/>
          <p:nvPr/>
        </p:nvSpPr>
        <p:spPr>
          <a:xfrm>
            <a:off x="1742575" y="3771900"/>
            <a:ext cx="340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6" name="Google Shape;1236;p75"/>
          <p:cNvSpPr txBox="1"/>
          <p:nvPr/>
        </p:nvSpPr>
        <p:spPr>
          <a:xfrm>
            <a:off x="2272034" y="3771912"/>
            <a:ext cx="445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7" name="Google Shape;1237;p75"/>
          <p:cNvSpPr txBox="1"/>
          <p:nvPr/>
        </p:nvSpPr>
        <p:spPr>
          <a:xfrm>
            <a:off x="2801494" y="3771912"/>
            <a:ext cx="57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8" name="Google Shape;1238;p75"/>
          <p:cNvSpPr txBox="1"/>
          <p:nvPr/>
        </p:nvSpPr>
        <p:spPr>
          <a:xfrm>
            <a:off x="3304252" y="3771900"/>
            <a:ext cx="167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9" name="Google Shape;1239;p75"/>
          <p:cNvSpPr txBox="1"/>
          <p:nvPr/>
        </p:nvSpPr>
        <p:spPr>
          <a:xfrm>
            <a:off x="3867673" y="3771912"/>
            <a:ext cx="57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0" name="Google Shape;1240;p75"/>
          <p:cNvSpPr txBox="1"/>
          <p:nvPr/>
        </p:nvSpPr>
        <p:spPr>
          <a:xfrm>
            <a:off x="3867674" y="3443800"/>
            <a:ext cx="150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1" name="Google Shape;1241;p75"/>
          <p:cNvSpPr txBox="1"/>
          <p:nvPr/>
        </p:nvSpPr>
        <p:spPr>
          <a:xfrm>
            <a:off x="1742575" y="4084482"/>
            <a:ext cx="445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2" name="Google Shape;1242;p75"/>
          <p:cNvSpPr txBox="1"/>
          <p:nvPr/>
        </p:nvSpPr>
        <p:spPr>
          <a:xfrm>
            <a:off x="2272034" y="4084482"/>
            <a:ext cx="445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3" name="Google Shape;1243;p75"/>
          <p:cNvSpPr txBox="1"/>
          <p:nvPr/>
        </p:nvSpPr>
        <p:spPr>
          <a:xfrm>
            <a:off x="2801494" y="4084482"/>
            <a:ext cx="57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4" name="Google Shape;1244;p75"/>
          <p:cNvSpPr txBox="1"/>
          <p:nvPr/>
        </p:nvSpPr>
        <p:spPr>
          <a:xfrm>
            <a:off x="3304253" y="4084482"/>
            <a:ext cx="57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5" name="Google Shape;1245;p75"/>
          <p:cNvSpPr txBox="1"/>
          <p:nvPr/>
        </p:nvSpPr>
        <p:spPr>
          <a:xfrm>
            <a:off x="3791478" y="4084475"/>
            <a:ext cx="1116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46" name="Google Shape;1246;p75"/>
          <p:cNvCxnSpPr/>
          <p:nvPr/>
        </p:nvCxnSpPr>
        <p:spPr>
          <a:xfrm rot="10800000">
            <a:off x="1540554" y="2492918"/>
            <a:ext cx="26505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7" name="Google Shape;1247;p75"/>
          <p:cNvCxnSpPr/>
          <p:nvPr/>
        </p:nvCxnSpPr>
        <p:spPr>
          <a:xfrm flipH="1">
            <a:off x="1198836" y="2804654"/>
            <a:ext cx="0" cy="15948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48" name="Google Shape;1248;p75"/>
          <p:cNvSpPr txBox="1"/>
          <p:nvPr/>
        </p:nvSpPr>
        <p:spPr>
          <a:xfrm>
            <a:off x="4595325" y="2104300"/>
            <a:ext cx="1608300" cy="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= {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even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}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9" name="Google Shape;1249;p75"/>
          <p:cNvSpPr txBox="1"/>
          <p:nvPr/>
        </p:nvSpPr>
        <p:spPr>
          <a:xfrm>
            <a:off x="6271725" y="2104300"/>
            <a:ext cx="2548200" cy="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 = {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more than 5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}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0" name="Google Shape;1250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Theoretical probabilities</a:t>
            </a:r>
            <a:endParaRPr/>
          </a:p>
        </p:txBody>
      </p:sp>
      <p:sp>
        <p:nvSpPr>
          <p:cNvPr id="1251" name="Google Shape;1251;p75"/>
          <p:cNvSpPr txBox="1"/>
          <p:nvPr/>
        </p:nvSpPr>
        <p:spPr>
          <a:xfrm>
            <a:off x="4530175" y="2623125"/>
            <a:ext cx="4210800" cy="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P(A and B) = {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even and more than 5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}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2" name="Google Shape;1252;p75"/>
          <p:cNvSpPr/>
          <p:nvPr/>
        </p:nvSpPr>
        <p:spPr>
          <a:xfrm>
            <a:off x="1650650" y="2841588"/>
            <a:ext cx="319200" cy="246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3" name="Google Shape;1253;p75"/>
          <p:cNvSpPr/>
          <p:nvPr/>
        </p:nvSpPr>
        <p:spPr>
          <a:xfrm>
            <a:off x="2702875" y="2840713"/>
            <a:ext cx="319200" cy="246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4" name="Google Shape;1254;p75"/>
          <p:cNvSpPr/>
          <p:nvPr/>
        </p:nvSpPr>
        <p:spPr>
          <a:xfrm>
            <a:off x="2191288" y="3153282"/>
            <a:ext cx="319200" cy="246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5" name="Google Shape;1255;p75"/>
          <p:cNvSpPr/>
          <p:nvPr/>
        </p:nvSpPr>
        <p:spPr>
          <a:xfrm>
            <a:off x="1665657" y="3473621"/>
            <a:ext cx="319200" cy="246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6" name="Google Shape;1256;p75"/>
          <p:cNvSpPr/>
          <p:nvPr/>
        </p:nvSpPr>
        <p:spPr>
          <a:xfrm>
            <a:off x="1665657" y="4111944"/>
            <a:ext cx="319200" cy="246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7" name="Google Shape;1257;p75"/>
          <p:cNvSpPr/>
          <p:nvPr/>
        </p:nvSpPr>
        <p:spPr>
          <a:xfrm>
            <a:off x="2199057" y="3793961"/>
            <a:ext cx="319200" cy="246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8" name="Google Shape;1258;p75"/>
          <p:cNvSpPr/>
          <p:nvPr/>
        </p:nvSpPr>
        <p:spPr>
          <a:xfrm>
            <a:off x="2721392" y="3473303"/>
            <a:ext cx="319200" cy="246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9" name="Google Shape;1259;p75"/>
          <p:cNvSpPr/>
          <p:nvPr/>
        </p:nvSpPr>
        <p:spPr>
          <a:xfrm>
            <a:off x="3234779" y="3159555"/>
            <a:ext cx="319200" cy="246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0" name="Google Shape;1260;p75"/>
          <p:cNvSpPr/>
          <p:nvPr/>
        </p:nvSpPr>
        <p:spPr>
          <a:xfrm>
            <a:off x="3764883" y="2839216"/>
            <a:ext cx="319200" cy="246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1" name="Google Shape;1261;p75"/>
          <p:cNvSpPr/>
          <p:nvPr/>
        </p:nvSpPr>
        <p:spPr>
          <a:xfrm>
            <a:off x="3768179" y="3472125"/>
            <a:ext cx="319200" cy="246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2" name="Google Shape;1262;p75"/>
          <p:cNvSpPr/>
          <p:nvPr/>
        </p:nvSpPr>
        <p:spPr>
          <a:xfrm>
            <a:off x="3222535" y="3789168"/>
            <a:ext cx="319200" cy="246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3" name="Google Shape;1263;p75"/>
          <p:cNvSpPr/>
          <p:nvPr/>
        </p:nvSpPr>
        <p:spPr>
          <a:xfrm>
            <a:off x="2709148" y="4112804"/>
            <a:ext cx="319200" cy="246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4" name="Google Shape;1264;p75"/>
          <p:cNvSpPr/>
          <p:nvPr/>
        </p:nvSpPr>
        <p:spPr>
          <a:xfrm>
            <a:off x="3760409" y="4107152"/>
            <a:ext cx="319200" cy="246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5" name="Google Shape;1265;p75"/>
          <p:cNvSpPr/>
          <p:nvPr/>
        </p:nvSpPr>
        <p:spPr>
          <a:xfrm>
            <a:off x="2193748" y="4112334"/>
            <a:ext cx="319200" cy="246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6" name="Google Shape;1266;p75"/>
          <p:cNvSpPr/>
          <p:nvPr/>
        </p:nvSpPr>
        <p:spPr>
          <a:xfrm>
            <a:off x="2727148" y="3791995"/>
            <a:ext cx="319200" cy="246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7" name="Google Shape;1267;p75"/>
          <p:cNvSpPr/>
          <p:nvPr/>
        </p:nvSpPr>
        <p:spPr>
          <a:xfrm>
            <a:off x="3229470" y="3471655"/>
            <a:ext cx="319200" cy="246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8" name="Google Shape;1268;p75"/>
          <p:cNvSpPr/>
          <p:nvPr/>
        </p:nvSpPr>
        <p:spPr>
          <a:xfrm>
            <a:off x="3762870" y="3156968"/>
            <a:ext cx="319200" cy="246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9" name="Google Shape;1269;p75"/>
          <p:cNvSpPr/>
          <p:nvPr/>
        </p:nvSpPr>
        <p:spPr>
          <a:xfrm>
            <a:off x="3762870" y="3776455"/>
            <a:ext cx="319200" cy="246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0" name="Google Shape;1270;p75"/>
          <p:cNvSpPr/>
          <p:nvPr/>
        </p:nvSpPr>
        <p:spPr>
          <a:xfrm>
            <a:off x="3229470" y="4104564"/>
            <a:ext cx="319200" cy="246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71" name="Google Shape;1271;p75" descr="&lt;math xmlns=&quot;http://www.w3.org/1998/Math/MathML&quot; display=&quot;block&quot; data-is-equatio=&quot;1&quot; data-latex=&quot;\frac{9}{25}&quot;&gt;&lt;mfrac&gt;&lt;mn&gt;9&lt;/mn&gt;&lt;mn&gt;25&lt;/mn&gt;&lt;/mfrac&gt;&lt;/math&gt;" title="9 over 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1175" y="2989425"/>
            <a:ext cx="248400" cy="45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2" name="Google Shape;1272;p75"/>
          <p:cNvSpPr txBox="1"/>
          <p:nvPr/>
        </p:nvSpPr>
        <p:spPr>
          <a:xfrm>
            <a:off x="5775650" y="3056850"/>
            <a:ext cx="229800" cy="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76" name="Shape 1276"/>
        <p:cNvGrpSpPr/>
        <p:nvPr/>
      </p:nvGrpSpPr>
      <p:grpSpPr>
        <a:xfrm>
          <a:off x="0" y="0"/>
          <a:ext cx="0" cy="0"/>
        </a:xfrm>
      </p:grpSpPr>
      <p:sp>
        <p:nvSpPr>
          <p:cNvPr id="1277" name="Google Shape;1277;p76"/>
          <p:cNvSpPr txBox="1"/>
          <p:nvPr/>
        </p:nvSpPr>
        <p:spPr>
          <a:xfrm>
            <a:off x="3304253" y="4084482"/>
            <a:ext cx="57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8" name="Google Shape;1278;p76"/>
          <p:cNvSpPr txBox="1"/>
          <p:nvPr/>
        </p:nvSpPr>
        <p:spPr>
          <a:xfrm>
            <a:off x="3791478" y="4084475"/>
            <a:ext cx="1116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9" name="Google Shape;1279;p76"/>
          <p:cNvSpPr txBox="1"/>
          <p:nvPr/>
        </p:nvSpPr>
        <p:spPr>
          <a:xfrm>
            <a:off x="2272034" y="4084482"/>
            <a:ext cx="445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0" name="Google Shape;1280;p76"/>
          <p:cNvSpPr txBox="1"/>
          <p:nvPr/>
        </p:nvSpPr>
        <p:spPr>
          <a:xfrm>
            <a:off x="2801494" y="3771912"/>
            <a:ext cx="57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1" name="Google Shape;1281;p76"/>
          <p:cNvSpPr txBox="1"/>
          <p:nvPr/>
        </p:nvSpPr>
        <p:spPr>
          <a:xfrm>
            <a:off x="3304253" y="3443804"/>
            <a:ext cx="57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2" name="Google Shape;1282;p76"/>
          <p:cNvSpPr/>
          <p:nvPr/>
        </p:nvSpPr>
        <p:spPr>
          <a:xfrm>
            <a:off x="3766165" y="3471655"/>
            <a:ext cx="319200" cy="246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3" name="Google Shape;1283;p76"/>
          <p:cNvSpPr/>
          <p:nvPr/>
        </p:nvSpPr>
        <p:spPr>
          <a:xfrm>
            <a:off x="3762870" y="4107622"/>
            <a:ext cx="319200" cy="246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4" name="Google Shape;1284;p76"/>
          <p:cNvSpPr/>
          <p:nvPr/>
        </p:nvSpPr>
        <p:spPr>
          <a:xfrm>
            <a:off x="2705957" y="4111156"/>
            <a:ext cx="319200" cy="246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5" name="Google Shape;1285;p76"/>
          <p:cNvSpPr/>
          <p:nvPr/>
        </p:nvSpPr>
        <p:spPr>
          <a:xfrm>
            <a:off x="3222878" y="3789877"/>
            <a:ext cx="319200" cy="246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6" name="Google Shape;1286;p76"/>
          <p:cNvSpPr/>
          <p:nvPr/>
        </p:nvSpPr>
        <p:spPr>
          <a:xfrm>
            <a:off x="3764048" y="2838443"/>
            <a:ext cx="319200" cy="246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7" name="Google Shape;1287;p76"/>
          <p:cNvSpPr/>
          <p:nvPr/>
        </p:nvSpPr>
        <p:spPr>
          <a:xfrm>
            <a:off x="3233943" y="3159723"/>
            <a:ext cx="319200" cy="246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8" name="Google Shape;1288;p76"/>
          <p:cNvSpPr/>
          <p:nvPr/>
        </p:nvSpPr>
        <p:spPr>
          <a:xfrm>
            <a:off x="2720556" y="3473152"/>
            <a:ext cx="319200" cy="246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9" name="Google Shape;1289;p76"/>
          <p:cNvSpPr/>
          <p:nvPr/>
        </p:nvSpPr>
        <p:spPr>
          <a:xfrm>
            <a:off x="1664504" y="4111474"/>
            <a:ext cx="319200" cy="246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0" name="Google Shape;1290;p76"/>
          <p:cNvSpPr/>
          <p:nvPr/>
        </p:nvSpPr>
        <p:spPr>
          <a:xfrm>
            <a:off x="2197904" y="3793491"/>
            <a:ext cx="319200" cy="246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1" name="Google Shape;1291;p76"/>
          <p:cNvSpPr/>
          <p:nvPr/>
        </p:nvSpPr>
        <p:spPr>
          <a:xfrm>
            <a:off x="1184150" y="2794125"/>
            <a:ext cx="340200" cy="1590600"/>
          </a:xfrm>
          <a:prstGeom prst="rect">
            <a:avLst/>
          </a:prstGeom>
          <a:solidFill>
            <a:srgbClr val="F3EE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2" name="Google Shape;1292;p76"/>
          <p:cNvSpPr/>
          <p:nvPr/>
        </p:nvSpPr>
        <p:spPr>
          <a:xfrm>
            <a:off x="1561700" y="2494050"/>
            <a:ext cx="2615400" cy="310500"/>
          </a:xfrm>
          <a:prstGeom prst="rect">
            <a:avLst/>
          </a:prstGeom>
          <a:solidFill>
            <a:srgbClr val="F3EE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3" name="Google Shape;1293;p76"/>
          <p:cNvSpPr txBox="1"/>
          <p:nvPr/>
        </p:nvSpPr>
        <p:spPr>
          <a:xfrm>
            <a:off x="324000" y="759300"/>
            <a:ext cx="6395400" cy="11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can use this outcome table to create a two-way table for the two events A = {even} and B = {more than 5}.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94" name="Google Shape;1294;p76"/>
          <p:cNvCxnSpPr/>
          <p:nvPr/>
        </p:nvCxnSpPr>
        <p:spPr>
          <a:xfrm flipH="1">
            <a:off x="1547200" y="2498325"/>
            <a:ext cx="0" cy="18678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5" name="Google Shape;1295;p76"/>
          <p:cNvCxnSpPr/>
          <p:nvPr/>
        </p:nvCxnSpPr>
        <p:spPr>
          <a:xfrm flipH="1">
            <a:off x="2073310" y="2498325"/>
            <a:ext cx="0" cy="18678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6" name="Google Shape;1296;p76"/>
          <p:cNvCxnSpPr/>
          <p:nvPr/>
        </p:nvCxnSpPr>
        <p:spPr>
          <a:xfrm flipH="1">
            <a:off x="2599420" y="2498325"/>
            <a:ext cx="0" cy="1892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7" name="Google Shape;1297;p76"/>
          <p:cNvCxnSpPr/>
          <p:nvPr/>
        </p:nvCxnSpPr>
        <p:spPr>
          <a:xfrm rot="10800000">
            <a:off x="1192875" y="2806275"/>
            <a:ext cx="3000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8" name="Google Shape;1298;p76"/>
          <p:cNvCxnSpPr/>
          <p:nvPr/>
        </p:nvCxnSpPr>
        <p:spPr>
          <a:xfrm rot="10800000">
            <a:off x="1192875" y="3123190"/>
            <a:ext cx="3000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9" name="Google Shape;1299;p76"/>
          <p:cNvCxnSpPr/>
          <p:nvPr/>
        </p:nvCxnSpPr>
        <p:spPr>
          <a:xfrm rot="10800000">
            <a:off x="1192875" y="3440105"/>
            <a:ext cx="3000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00" name="Google Shape;1300;p76"/>
          <p:cNvSpPr txBox="1"/>
          <p:nvPr/>
        </p:nvSpPr>
        <p:spPr>
          <a:xfrm>
            <a:off x="1742575" y="2498325"/>
            <a:ext cx="445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1" name="Google Shape;1301;p76"/>
          <p:cNvSpPr txBox="1"/>
          <p:nvPr/>
        </p:nvSpPr>
        <p:spPr>
          <a:xfrm>
            <a:off x="2272034" y="2498325"/>
            <a:ext cx="445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2" name="Google Shape;1302;p76"/>
          <p:cNvSpPr txBox="1"/>
          <p:nvPr/>
        </p:nvSpPr>
        <p:spPr>
          <a:xfrm>
            <a:off x="1292229" y="2826950"/>
            <a:ext cx="248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3" name="Google Shape;1303;p76"/>
          <p:cNvSpPr txBox="1"/>
          <p:nvPr/>
        </p:nvSpPr>
        <p:spPr>
          <a:xfrm>
            <a:off x="1304068" y="3143050"/>
            <a:ext cx="445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4" name="Google Shape;1304;p76"/>
          <p:cNvSpPr/>
          <p:nvPr/>
        </p:nvSpPr>
        <p:spPr>
          <a:xfrm rot="-5400000">
            <a:off x="2795950" y="1078625"/>
            <a:ext cx="133800" cy="26154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5" name="Google Shape;1305;p76"/>
          <p:cNvSpPr txBox="1"/>
          <p:nvPr/>
        </p:nvSpPr>
        <p:spPr>
          <a:xfrm>
            <a:off x="2593755" y="2093614"/>
            <a:ext cx="779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spin 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6" name="Google Shape;1306;p76"/>
          <p:cNvSpPr/>
          <p:nvPr/>
        </p:nvSpPr>
        <p:spPr>
          <a:xfrm rot="10800000">
            <a:off x="982200" y="2805800"/>
            <a:ext cx="133800" cy="15906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7" name="Google Shape;1307;p76"/>
          <p:cNvSpPr txBox="1"/>
          <p:nvPr/>
        </p:nvSpPr>
        <p:spPr>
          <a:xfrm>
            <a:off x="357399" y="3459404"/>
            <a:ext cx="6819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spin 2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08" name="Google Shape;1308;p76"/>
          <p:cNvCxnSpPr/>
          <p:nvPr/>
        </p:nvCxnSpPr>
        <p:spPr>
          <a:xfrm flipH="1">
            <a:off x="4177750" y="2498325"/>
            <a:ext cx="0" cy="1892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09" name="Google Shape;1309;p76"/>
          <p:cNvCxnSpPr/>
          <p:nvPr/>
        </p:nvCxnSpPr>
        <p:spPr>
          <a:xfrm rot="10800000">
            <a:off x="1192875" y="4390850"/>
            <a:ext cx="3000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10" name="Google Shape;1310;p76"/>
          <p:cNvSpPr txBox="1"/>
          <p:nvPr/>
        </p:nvSpPr>
        <p:spPr>
          <a:xfrm>
            <a:off x="1298807" y="3457795"/>
            <a:ext cx="57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1" name="Google Shape;1311;p76"/>
          <p:cNvSpPr txBox="1"/>
          <p:nvPr/>
        </p:nvSpPr>
        <p:spPr>
          <a:xfrm>
            <a:off x="2801494" y="2498325"/>
            <a:ext cx="57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2" name="Google Shape;1312;p76"/>
          <p:cNvSpPr/>
          <p:nvPr/>
        </p:nvSpPr>
        <p:spPr>
          <a:xfrm>
            <a:off x="7033589" y="821050"/>
            <a:ext cx="1137000" cy="11370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13" name="Google Shape;1313;p76"/>
          <p:cNvSpPr/>
          <p:nvPr/>
        </p:nvSpPr>
        <p:spPr>
          <a:xfrm rot="8650032">
            <a:off x="7043563" y="830989"/>
            <a:ext cx="1117143" cy="1117143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14" name="Google Shape;1314;p76"/>
          <p:cNvSpPr/>
          <p:nvPr/>
        </p:nvSpPr>
        <p:spPr>
          <a:xfrm rot="-8628989">
            <a:off x="7043740" y="831288"/>
            <a:ext cx="1116920" cy="1116920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15" name="Google Shape;1315;p76"/>
          <p:cNvSpPr/>
          <p:nvPr/>
        </p:nvSpPr>
        <p:spPr>
          <a:xfrm rot="-4309960">
            <a:off x="7043661" y="831128"/>
            <a:ext cx="1117087" cy="1117087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16" name="Google Shape;1316;p76"/>
          <p:cNvSpPr/>
          <p:nvPr/>
        </p:nvSpPr>
        <p:spPr>
          <a:xfrm>
            <a:off x="7043673" y="831225"/>
            <a:ext cx="1116900" cy="1116900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17" name="Google Shape;1317;p76"/>
          <p:cNvSpPr txBox="1"/>
          <p:nvPr/>
        </p:nvSpPr>
        <p:spPr>
          <a:xfrm>
            <a:off x="7464878" y="1582565"/>
            <a:ext cx="422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8" name="Google Shape;1318;p76"/>
          <p:cNvSpPr/>
          <p:nvPr/>
        </p:nvSpPr>
        <p:spPr>
          <a:xfrm rot="4312880">
            <a:off x="7043530" y="830895"/>
            <a:ext cx="1117092" cy="1117092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19" name="Google Shape;1319;p76"/>
          <p:cNvSpPr txBox="1"/>
          <p:nvPr/>
        </p:nvSpPr>
        <p:spPr>
          <a:xfrm>
            <a:off x="7211321" y="865573"/>
            <a:ext cx="422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0" name="Google Shape;1320;p76"/>
          <p:cNvSpPr txBox="1"/>
          <p:nvPr/>
        </p:nvSpPr>
        <p:spPr>
          <a:xfrm>
            <a:off x="7703025" y="865578"/>
            <a:ext cx="422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1" name="Google Shape;1321;p76"/>
          <p:cNvSpPr txBox="1"/>
          <p:nvPr/>
        </p:nvSpPr>
        <p:spPr>
          <a:xfrm>
            <a:off x="7824037" y="1303838"/>
            <a:ext cx="422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2" name="Google Shape;1322;p76"/>
          <p:cNvSpPr txBox="1"/>
          <p:nvPr/>
        </p:nvSpPr>
        <p:spPr>
          <a:xfrm>
            <a:off x="7050297" y="1282025"/>
            <a:ext cx="383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23" name="Google Shape;1323;p76"/>
          <p:cNvGrpSpPr/>
          <p:nvPr/>
        </p:nvGrpSpPr>
        <p:grpSpPr>
          <a:xfrm>
            <a:off x="7569445" y="858516"/>
            <a:ext cx="62951" cy="547659"/>
            <a:chOff x="996050" y="213293"/>
            <a:chExt cx="93900" cy="909732"/>
          </a:xfrm>
        </p:grpSpPr>
        <p:cxnSp>
          <p:nvCxnSpPr>
            <p:cNvPr id="1324" name="Google Shape;1324;p76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325" name="Google Shape;1325;p76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cxnSp>
        <p:nvCxnSpPr>
          <p:cNvPr id="1326" name="Google Shape;1326;p76"/>
          <p:cNvCxnSpPr/>
          <p:nvPr/>
        </p:nvCxnSpPr>
        <p:spPr>
          <a:xfrm flipH="1">
            <a:off x="3125530" y="2498325"/>
            <a:ext cx="0" cy="1892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7" name="Google Shape;1327;p76"/>
          <p:cNvCxnSpPr/>
          <p:nvPr/>
        </p:nvCxnSpPr>
        <p:spPr>
          <a:xfrm flipH="1">
            <a:off x="3651640" y="2498325"/>
            <a:ext cx="0" cy="1892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8" name="Google Shape;1328;p76"/>
          <p:cNvCxnSpPr/>
          <p:nvPr/>
        </p:nvCxnSpPr>
        <p:spPr>
          <a:xfrm rot="10800000">
            <a:off x="1192875" y="3757020"/>
            <a:ext cx="3000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9" name="Google Shape;1329;p76"/>
          <p:cNvCxnSpPr/>
          <p:nvPr/>
        </p:nvCxnSpPr>
        <p:spPr>
          <a:xfrm rot="10800000">
            <a:off x="1192875" y="4073935"/>
            <a:ext cx="3000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30" name="Google Shape;1330;p76"/>
          <p:cNvSpPr txBox="1"/>
          <p:nvPr/>
        </p:nvSpPr>
        <p:spPr>
          <a:xfrm>
            <a:off x="3304253" y="2498325"/>
            <a:ext cx="57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1" name="Google Shape;1331;p76"/>
          <p:cNvSpPr txBox="1"/>
          <p:nvPr/>
        </p:nvSpPr>
        <p:spPr>
          <a:xfrm>
            <a:off x="3867673" y="2498325"/>
            <a:ext cx="57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2" name="Google Shape;1332;p76"/>
          <p:cNvSpPr txBox="1"/>
          <p:nvPr/>
        </p:nvSpPr>
        <p:spPr>
          <a:xfrm>
            <a:off x="1298804" y="4090700"/>
            <a:ext cx="248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3" name="Google Shape;1333;p76"/>
          <p:cNvSpPr txBox="1"/>
          <p:nvPr/>
        </p:nvSpPr>
        <p:spPr>
          <a:xfrm>
            <a:off x="1298807" y="3762595"/>
            <a:ext cx="57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4" name="Google Shape;1334;p76"/>
          <p:cNvSpPr txBox="1"/>
          <p:nvPr/>
        </p:nvSpPr>
        <p:spPr>
          <a:xfrm>
            <a:off x="1742575" y="2818664"/>
            <a:ext cx="445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5" name="Google Shape;1335;p76"/>
          <p:cNvSpPr txBox="1"/>
          <p:nvPr/>
        </p:nvSpPr>
        <p:spPr>
          <a:xfrm>
            <a:off x="2272034" y="2818664"/>
            <a:ext cx="445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6" name="Google Shape;1336;p76"/>
          <p:cNvSpPr txBox="1"/>
          <p:nvPr/>
        </p:nvSpPr>
        <p:spPr>
          <a:xfrm>
            <a:off x="2801496" y="2818675"/>
            <a:ext cx="229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7" name="Google Shape;1337;p76"/>
          <p:cNvSpPr txBox="1"/>
          <p:nvPr/>
        </p:nvSpPr>
        <p:spPr>
          <a:xfrm>
            <a:off x="3304251" y="2818675"/>
            <a:ext cx="319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8" name="Google Shape;1338;p76"/>
          <p:cNvSpPr txBox="1"/>
          <p:nvPr/>
        </p:nvSpPr>
        <p:spPr>
          <a:xfrm>
            <a:off x="3867673" y="2818664"/>
            <a:ext cx="57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9" name="Google Shape;1339;p76"/>
          <p:cNvSpPr txBox="1"/>
          <p:nvPr/>
        </p:nvSpPr>
        <p:spPr>
          <a:xfrm>
            <a:off x="1742575" y="3139004"/>
            <a:ext cx="445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0" name="Google Shape;1340;p76"/>
          <p:cNvSpPr txBox="1"/>
          <p:nvPr/>
        </p:nvSpPr>
        <p:spPr>
          <a:xfrm>
            <a:off x="2272034" y="3139004"/>
            <a:ext cx="445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1" name="Google Shape;1341;p76"/>
          <p:cNvSpPr txBox="1"/>
          <p:nvPr/>
        </p:nvSpPr>
        <p:spPr>
          <a:xfrm>
            <a:off x="2801497" y="3139000"/>
            <a:ext cx="319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2" name="Google Shape;1342;p76"/>
          <p:cNvSpPr txBox="1"/>
          <p:nvPr/>
        </p:nvSpPr>
        <p:spPr>
          <a:xfrm>
            <a:off x="3304253" y="3139004"/>
            <a:ext cx="57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3" name="Google Shape;1343;p76"/>
          <p:cNvSpPr txBox="1"/>
          <p:nvPr/>
        </p:nvSpPr>
        <p:spPr>
          <a:xfrm>
            <a:off x="3867673" y="3139004"/>
            <a:ext cx="57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4" name="Google Shape;1344;p76"/>
          <p:cNvSpPr txBox="1"/>
          <p:nvPr/>
        </p:nvSpPr>
        <p:spPr>
          <a:xfrm>
            <a:off x="1742575" y="3443804"/>
            <a:ext cx="445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5" name="Google Shape;1345;p76"/>
          <p:cNvSpPr txBox="1"/>
          <p:nvPr/>
        </p:nvSpPr>
        <p:spPr>
          <a:xfrm>
            <a:off x="2272027" y="3443800"/>
            <a:ext cx="337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6" name="Google Shape;1346;p76"/>
          <p:cNvSpPr txBox="1"/>
          <p:nvPr/>
        </p:nvSpPr>
        <p:spPr>
          <a:xfrm>
            <a:off x="2801494" y="3443804"/>
            <a:ext cx="57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7" name="Google Shape;1347;p76"/>
          <p:cNvSpPr txBox="1"/>
          <p:nvPr/>
        </p:nvSpPr>
        <p:spPr>
          <a:xfrm>
            <a:off x="1742575" y="3771900"/>
            <a:ext cx="340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8" name="Google Shape;1348;p76"/>
          <p:cNvSpPr txBox="1"/>
          <p:nvPr/>
        </p:nvSpPr>
        <p:spPr>
          <a:xfrm>
            <a:off x="2272034" y="3771912"/>
            <a:ext cx="445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9" name="Google Shape;1349;p76"/>
          <p:cNvSpPr txBox="1"/>
          <p:nvPr/>
        </p:nvSpPr>
        <p:spPr>
          <a:xfrm>
            <a:off x="3304252" y="3771900"/>
            <a:ext cx="167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0" name="Google Shape;1350;p76"/>
          <p:cNvSpPr txBox="1"/>
          <p:nvPr/>
        </p:nvSpPr>
        <p:spPr>
          <a:xfrm>
            <a:off x="3867673" y="3771912"/>
            <a:ext cx="57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1" name="Google Shape;1351;p76"/>
          <p:cNvSpPr txBox="1"/>
          <p:nvPr/>
        </p:nvSpPr>
        <p:spPr>
          <a:xfrm>
            <a:off x="3867674" y="3443800"/>
            <a:ext cx="150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2" name="Google Shape;1352;p76"/>
          <p:cNvSpPr txBox="1"/>
          <p:nvPr/>
        </p:nvSpPr>
        <p:spPr>
          <a:xfrm>
            <a:off x="1742575" y="4084482"/>
            <a:ext cx="445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3" name="Google Shape;1353;p76"/>
          <p:cNvSpPr txBox="1"/>
          <p:nvPr/>
        </p:nvSpPr>
        <p:spPr>
          <a:xfrm>
            <a:off x="2801494" y="4084482"/>
            <a:ext cx="57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54" name="Google Shape;1354;p76"/>
          <p:cNvCxnSpPr/>
          <p:nvPr/>
        </p:nvCxnSpPr>
        <p:spPr>
          <a:xfrm rot="10800000">
            <a:off x="1540554" y="2492918"/>
            <a:ext cx="26505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55" name="Google Shape;1355;p76"/>
          <p:cNvCxnSpPr/>
          <p:nvPr/>
        </p:nvCxnSpPr>
        <p:spPr>
          <a:xfrm flipH="1">
            <a:off x="1198836" y="2804654"/>
            <a:ext cx="0" cy="15948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56" name="Google Shape;1356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Theoretical probabilities</a:t>
            </a:r>
            <a:endParaRPr/>
          </a:p>
        </p:txBody>
      </p:sp>
      <p:sp>
        <p:nvSpPr>
          <p:cNvPr id="1357" name="Google Shape;1357;p76"/>
          <p:cNvSpPr/>
          <p:nvPr/>
        </p:nvSpPr>
        <p:spPr>
          <a:xfrm>
            <a:off x="1650650" y="2841588"/>
            <a:ext cx="319200" cy="246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8" name="Google Shape;1358;p76"/>
          <p:cNvSpPr/>
          <p:nvPr/>
        </p:nvSpPr>
        <p:spPr>
          <a:xfrm>
            <a:off x="2702875" y="2840713"/>
            <a:ext cx="319200" cy="246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9" name="Google Shape;1359;p76"/>
          <p:cNvSpPr/>
          <p:nvPr/>
        </p:nvSpPr>
        <p:spPr>
          <a:xfrm>
            <a:off x="2191288" y="3153282"/>
            <a:ext cx="319200" cy="246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0" name="Google Shape;1360;p76"/>
          <p:cNvSpPr/>
          <p:nvPr/>
        </p:nvSpPr>
        <p:spPr>
          <a:xfrm>
            <a:off x="1665657" y="3473621"/>
            <a:ext cx="319200" cy="246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1" name="Google Shape;1361;p76"/>
          <p:cNvSpPr/>
          <p:nvPr/>
        </p:nvSpPr>
        <p:spPr>
          <a:xfrm>
            <a:off x="1665657" y="4111944"/>
            <a:ext cx="319200" cy="246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2" name="Google Shape;1362;p76"/>
          <p:cNvSpPr/>
          <p:nvPr/>
        </p:nvSpPr>
        <p:spPr>
          <a:xfrm>
            <a:off x="2199057" y="3793961"/>
            <a:ext cx="319200" cy="246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3" name="Google Shape;1363;p76"/>
          <p:cNvSpPr/>
          <p:nvPr/>
        </p:nvSpPr>
        <p:spPr>
          <a:xfrm>
            <a:off x="2721392" y="3473303"/>
            <a:ext cx="319200" cy="246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4" name="Google Shape;1364;p76"/>
          <p:cNvSpPr/>
          <p:nvPr/>
        </p:nvSpPr>
        <p:spPr>
          <a:xfrm>
            <a:off x="3234779" y="3159555"/>
            <a:ext cx="319200" cy="246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5" name="Google Shape;1365;p76"/>
          <p:cNvSpPr/>
          <p:nvPr/>
        </p:nvSpPr>
        <p:spPr>
          <a:xfrm>
            <a:off x="3764883" y="2839216"/>
            <a:ext cx="319200" cy="246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6" name="Google Shape;1366;p76"/>
          <p:cNvSpPr/>
          <p:nvPr/>
        </p:nvSpPr>
        <p:spPr>
          <a:xfrm>
            <a:off x="3768179" y="3472125"/>
            <a:ext cx="319200" cy="246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7" name="Google Shape;1367;p76"/>
          <p:cNvSpPr/>
          <p:nvPr/>
        </p:nvSpPr>
        <p:spPr>
          <a:xfrm>
            <a:off x="3222535" y="3789168"/>
            <a:ext cx="319200" cy="246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8" name="Google Shape;1368;p76"/>
          <p:cNvSpPr/>
          <p:nvPr/>
        </p:nvSpPr>
        <p:spPr>
          <a:xfrm>
            <a:off x="2709148" y="4112804"/>
            <a:ext cx="319200" cy="246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9" name="Google Shape;1369;p76"/>
          <p:cNvSpPr/>
          <p:nvPr/>
        </p:nvSpPr>
        <p:spPr>
          <a:xfrm>
            <a:off x="3760409" y="4107152"/>
            <a:ext cx="319200" cy="246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0" name="Google Shape;1370;p76"/>
          <p:cNvSpPr/>
          <p:nvPr/>
        </p:nvSpPr>
        <p:spPr>
          <a:xfrm>
            <a:off x="2357500" y="1086250"/>
            <a:ext cx="1196400" cy="246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1" name="Google Shape;1371;p76"/>
          <p:cNvSpPr/>
          <p:nvPr/>
        </p:nvSpPr>
        <p:spPr>
          <a:xfrm>
            <a:off x="4043378" y="1086250"/>
            <a:ext cx="2042700" cy="246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2" name="Google Shape;1372;p76"/>
          <p:cNvSpPr/>
          <p:nvPr/>
        </p:nvSpPr>
        <p:spPr>
          <a:xfrm>
            <a:off x="2193748" y="4112334"/>
            <a:ext cx="319200" cy="246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3" name="Google Shape;1373;p76"/>
          <p:cNvSpPr/>
          <p:nvPr/>
        </p:nvSpPr>
        <p:spPr>
          <a:xfrm>
            <a:off x="2727148" y="3791995"/>
            <a:ext cx="319200" cy="246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4" name="Google Shape;1374;p76"/>
          <p:cNvSpPr/>
          <p:nvPr/>
        </p:nvSpPr>
        <p:spPr>
          <a:xfrm>
            <a:off x="3229470" y="3471655"/>
            <a:ext cx="319200" cy="246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5" name="Google Shape;1375;p76"/>
          <p:cNvSpPr/>
          <p:nvPr/>
        </p:nvSpPr>
        <p:spPr>
          <a:xfrm>
            <a:off x="3762870" y="3156968"/>
            <a:ext cx="319200" cy="246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6" name="Google Shape;1376;p76"/>
          <p:cNvSpPr/>
          <p:nvPr/>
        </p:nvSpPr>
        <p:spPr>
          <a:xfrm>
            <a:off x="3762870" y="3776455"/>
            <a:ext cx="319200" cy="246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7" name="Google Shape;1377;p76"/>
          <p:cNvSpPr/>
          <p:nvPr/>
        </p:nvSpPr>
        <p:spPr>
          <a:xfrm>
            <a:off x="3229470" y="4104564"/>
            <a:ext cx="319200" cy="246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78" name="Google Shape;1378;p76"/>
          <p:cNvCxnSpPr/>
          <p:nvPr/>
        </p:nvCxnSpPr>
        <p:spPr>
          <a:xfrm flipH="1">
            <a:off x="5574675" y="2481025"/>
            <a:ext cx="0" cy="19182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79" name="Google Shape;1379;p76"/>
          <p:cNvCxnSpPr/>
          <p:nvPr/>
        </p:nvCxnSpPr>
        <p:spPr>
          <a:xfrm flipH="1">
            <a:off x="6336675" y="2481025"/>
            <a:ext cx="0" cy="19182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80" name="Google Shape;1380;p76"/>
          <p:cNvCxnSpPr/>
          <p:nvPr/>
        </p:nvCxnSpPr>
        <p:spPr>
          <a:xfrm flipH="1">
            <a:off x="7202150" y="2464875"/>
            <a:ext cx="0" cy="19521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81" name="Google Shape;1381;p76"/>
          <p:cNvCxnSpPr/>
          <p:nvPr/>
        </p:nvCxnSpPr>
        <p:spPr>
          <a:xfrm rot="10800000">
            <a:off x="4808758" y="3939000"/>
            <a:ext cx="319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82" name="Google Shape;1382;p76"/>
          <p:cNvCxnSpPr/>
          <p:nvPr/>
        </p:nvCxnSpPr>
        <p:spPr>
          <a:xfrm rot="10800000">
            <a:off x="4817318" y="2944625"/>
            <a:ext cx="319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83" name="Google Shape;1383;p76"/>
          <p:cNvCxnSpPr/>
          <p:nvPr/>
        </p:nvCxnSpPr>
        <p:spPr>
          <a:xfrm rot="10800000">
            <a:off x="4817318" y="3487850"/>
            <a:ext cx="319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84" name="Google Shape;1384;p76"/>
          <p:cNvSpPr txBox="1"/>
          <p:nvPr/>
        </p:nvSpPr>
        <p:spPr>
          <a:xfrm>
            <a:off x="5879475" y="2541050"/>
            <a:ext cx="2298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5" name="Google Shape;1385;p76"/>
          <p:cNvSpPr txBox="1"/>
          <p:nvPr/>
        </p:nvSpPr>
        <p:spPr>
          <a:xfrm>
            <a:off x="6462724" y="2541050"/>
            <a:ext cx="6306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not 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6" name="Google Shape;1386;p76"/>
          <p:cNvSpPr txBox="1"/>
          <p:nvPr/>
        </p:nvSpPr>
        <p:spPr>
          <a:xfrm>
            <a:off x="4880350" y="3059025"/>
            <a:ext cx="3831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7" name="Google Shape;1387;p76"/>
          <p:cNvSpPr txBox="1"/>
          <p:nvPr/>
        </p:nvSpPr>
        <p:spPr>
          <a:xfrm>
            <a:off x="4874675" y="3561625"/>
            <a:ext cx="7344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 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88" name="Google Shape;1388;p76"/>
          <p:cNvCxnSpPr/>
          <p:nvPr/>
        </p:nvCxnSpPr>
        <p:spPr>
          <a:xfrm rot="10800000">
            <a:off x="4817326" y="4399225"/>
            <a:ext cx="319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89" name="Google Shape;1389;p76"/>
          <p:cNvCxnSpPr/>
          <p:nvPr/>
        </p:nvCxnSpPr>
        <p:spPr>
          <a:xfrm flipH="1">
            <a:off x="8007825" y="2464875"/>
            <a:ext cx="0" cy="19521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90" name="Google Shape;1390;p76"/>
          <p:cNvSpPr txBox="1"/>
          <p:nvPr/>
        </p:nvSpPr>
        <p:spPr>
          <a:xfrm>
            <a:off x="4883300" y="4031075"/>
            <a:ext cx="7344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total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1" name="Google Shape;1391;p76"/>
          <p:cNvSpPr txBox="1"/>
          <p:nvPr/>
        </p:nvSpPr>
        <p:spPr>
          <a:xfrm>
            <a:off x="7361202" y="2550325"/>
            <a:ext cx="5715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total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2" name="Google Shape;1392;p76"/>
          <p:cNvSpPr txBox="1"/>
          <p:nvPr/>
        </p:nvSpPr>
        <p:spPr>
          <a:xfrm>
            <a:off x="7445391" y="4031075"/>
            <a:ext cx="3192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3" name="Google Shape;1393;p76"/>
          <p:cNvSpPr txBox="1"/>
          <p:nvPr/>
        </p:nvSpPr>
        <p:spPr>
          <a:xfrm>
            <a:off x="7471541" y="3057688"/>
            <a:ext cx="3192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4" name="Google Shape;1394;p76"/>
          <p:cNvSpPr txBox="1"/>
          <p:nvPr/>
        </p:nvSpPr>
        <p:spPr>
          <a:xfrm>
            <a:off x="5810334" y="4032296"/>
            <a:ext cx="3192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5" name="Google Shape;1395;p76"/>
          <p:cNvSpPr txBox="1"/>
          <p:nvPr/>
        </p:nvSpPr>
        <p:spPr>
          <a:xfrm>
            <a:off x="7459885" y="3586419"/>
            <a:ext cx="3192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6" name="Google Shape;1396;p76"/>
          <p:cNvSpPr txBox="1"/>
          <p:nvPr/>
        </p:nvSpPr>
        <p:spPr>
          <a:xfrm>
            <a:off x="6636174" y="4021886"/>
            <a:ext cx="3192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7" name="Google Shape;1397;p76"/>
          <p:cNvSpPr txBox="1"/>
          <p:nvPr/>
        </p:nvSpPr>
        <p:spPr>
          <a:xfrm>
            <a:off x="5885899" y="3057686"/>
            <a:ext cx="3192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8" name="Google Shape;1398;p76"/>
          <p:cNvSpPr txBox="1"/>
          <p:nvPr/>
        </p:nvSpPr>
        <p:spPr>
          <a:xfrm>
            <a:off x="6713486" y="3057699"/>
            <a:ext cx="3192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9" name="Google Shape;1399;p76"/>
          <p:cNvSpPr txBox="1"/>
          <p:nvPr/>
        </p:nvSpPr>
        <p:spPr>
          <a:xfrm>
            <a:off x="5893836" y="3554874"/>
            <a:ext cx="3192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0" name="Google Shape;1400;p76"/>
          <p:cNvSpPr txBox="1"/>
          <p:nvPr/>
        </p:nvSpPr>
        <p:spPr>
          <a:xfrm>
            <a:off x="6686024" y="3554874"/>
            <a:ext cx="3192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1" name="Google Shape;1401;p76"/>
          <p:cNvSpPr txBox="1"/>
          <p:nvPr/>
        </p:nvSpPr>
        <p:spPr>
          <a:xfrm>
            <a:off x="324000" y="1440825"/>
            <a:ext cx="63954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By putting the frequencies in it, we can find probabilities about events A and B fairly efficiently.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 nodeType="clickPar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Par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 nodeType="clickPar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05" name="Shape 1405"/>
        <p:cNvGrpSpPr/>
        <p:nvPr/>
      </p:nvGrpSpPr>
      <p:grpSpPr>
        <a:xfrm>
          <a:off x="0" y="0"/>
          <a:ext cx="0" cy="0"/>
        </a:xfrm>
      </p:grpSpPr>
      <p:sp>
        <p:nvSpPr>
          <p:cNvPr id="1406" name="Google Shape;1406;p77"/>
          <p:cNvSpPr/>
          <p:nvPr/>
        </p:nvSpPr>
        <p:spPr>
          <a:xfrm>
            <a:off x="7033589" y="821050"/>
            <a:ext cx="1137000" cy="11370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07" name="Google Shape;1407;p77"/>
          <p:cNvSpPr/>
          <p:nvPr/>
        </p:nvSpPr>
        <p:spPr>
          <a:xfrm rot="8650032">
            <a:off x="7043563" y="830989"/>
            <a:ext cx="1117143" cy="1117143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08" name="Google Shape;1408;p77"/>
          <p:cNvSpPr/>
          <p:nvPr/>
        </p:nvSpPr>
        <p:spPr>
          <a:xfrm rot="-8628989">
            <a:off x="7043740" y="831288"/>
            <a:ext cx="1116920" cy="1116920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09" name="Google Shape;1409;p77"/>
          <p:cNvSpPr/>
          <p:nvPr/>
        </p:nvSpPr>
        <p:spPr>
          <a:xfrm rot="-4309960">
            <a:off x="7043661" y="831128"/>
            <a:ext cx="1117087" cy="1117087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10" name="Google Shape;1410;p77"/>
          <p:cNvSpPr/>
          <p:nvPr/>
        </p:nvSpPr>
        <p:spPr>
          <a:xfrm>
            <a:off x="7043673" y="831225"/>
            <a:ext cx="1116900" cy="1116900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11" name="Google Shape;1411;p77"/>
          <p:cNvSpPr txBox="1"/>
          <p:nvPr/>
        </p:nvSpPr>
        <p:spPr>
          <a:xfrm>
            <a:off x="7464878" y="1582565"/>
            <a:ext cx="422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2" name="Google Shape;1412;p77"/>
          <p:cNvSpPr/>
          <p:nvPr/>
        </p:nvSpPr>
        <p:spPr>
          <a:xfrm rot="4312880">
            <a:off x="7043530" y="830895"/>
            <a:ext cx="1117092" cy="1117092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13" name="Google Shape;1413;p77"/>
          <p:cNvSpPr txBox="1"/>
          <p:nvPr/>
        </p:nvSpPr>
        <p:spPr>
          <a:xfrm>
            <a:off x="7211321" y="865573"/>
            <a:ext cx="422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4" name="Google Shape;1414;p77"/>
          <p:cNvSpPr txBox="1"/>
          <p:nvPr/>
        </p:nvSpPr>
        <p:spPr>
          <a:xfrm>
            <a:off x="7703025" y="865578"/>
            <a:ext cx="422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5" name="Google Shape;1415;p77"/>
          <p:cNvSpPr txBox="1"/>
          <p:nvPr/>
        </p:nvSpPr>
        <p:spPr>
          <a:xfrm>
            <a:off x="7824037" y="1303838"/>
            <a:ext cx="422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6" name="Google Shape;1416;p77"/>
          <p:cNvSpPr txBox="1"/>
          <p:nvPr/>
        </p:nvSpPr>
        <p:spPr>
          <a:xfrm>
            <a:off x="7050297" y="1282025"/>
            <a:ext cx="383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17" name="Google Shape;1417;p77"/>
          <p:cNvGrpSpPr/>
          <p:nvPr/>
        </p:nvGrpSpPr>
        <p:grpSpPr>
          <a:xfrm>
            <a:off x="7569445" y="858516"/>
            <a:ext cx="62951" cy="547659"/>
            <a:chOff x="996050" y="213293"/>
            <a:chExt cx="93900" cy="909732"/>
          </a:xfrm>
        </p:grpSpPr>
        <p:cxnSp>
          <p:nvCxnSpPr>
            <p:cNvPr id="1418" name="Google Shape;1418;p77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419" name="Google Shape;1419;p77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420" name="Google Shape;1420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Theoretical probabilities</a:t>
            </a:r>
            <a:endParaRPr/>
          </a:p>
        </p:txBody>
      </p:sp>
      <p:cxnSp>
        <p:nvCxnSpPr>
          <p:cNvPr id="1421" name="Google Shape;1421;p77"/>
          <p:cNvCxnSpPr/>
          <p:nvPr/>
        </p:nvCxnSpPr>
        <p:spPr>
          <a:xfrm flipH="1">
            <a:off x="1155075" y="1871425"/>
            <a:ext cx="0" cy="19182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2" name="Google Shape;1422;p77"/>
          <p:cNvCxnSpPr/>
          <p:nvPr/>
        </p:nvCxnSpPr>
        <p:spPr>
          <a:xfrm flipH="1">
            <a:off x="1917075" y="1871425"/>
            <a:ext cx="0" cy="19182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3" name="Google Shape;1423;p77"/>
          <p:cNvCxnSpPr/>
          <p:nvPr/>
        </p:nvCxnSpPr>
        <p:spPr>
          <a:xfrm flipH="1">
            <a:off x="2782550" y="1855275"/>
            <a:ext cx="0" cy="19521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4" name="Google Shape;1424;p77"/>
          <p:cNvCxnSpPr/>
          <p:nvPr/>
        </p:nvCxnSpPr>
        <p:spPr>
          <a:xfrm rot="10800000">
            <a:off x="389158" y="3329400"/>
            <a:ext cx="319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5" name="Google Shape;1425;p77"/>
          <p:cNvCxnSpPr/>
          <p:nvPr/>
        </p:nvCxnSpPr>
        <p:spPr>
          <a:xfrm rot="10800000">
            <a:off x="397718" y="2335025"/>
            <a:ext cx="319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6" name="Google Shape;1426;p77"/>
          <p:cNvCxnSpPr/>
          <p:nvPr/>
        </p:nvCxnSpPr>
        <p:spPr>
          <a:xfrm rot="10800000">
            <a:off x="397718" y="2878250"/>
            <a:ext cx="319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27" name="Google Shape;1427;p77"/>
          <p:cNvSpPr txBox="1"/>
          <p:nvPr/>
        </p:nvSpPr>
        <p:spPr>
          <a:xfrm>
            <a:off x="1459875" y="1931450"/>
            <a:ext cx="2298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8" name="Google Shape;1428;p77"/>
          <p:cNvSpPr txBox="1"/>
          <p:nvPr/>
        </p:nvSpPr>
        <p:spPr>
          <a:xfrm>
            <a:off x="2043124" y="1931450"/>
            <a:ext cx="6306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not 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9" name="Google Shape;1429;p77"/>
          <p:cNvSpPr txBox="1"/>
          <p:nvPr/>
        </p:nvSpPr>
        <p:spPr>
          <a:xfrm>
            <a:off x="460750" y="2449425"/>
            <a:ext cx="3831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0" name="Google Shape;1430;p77"/>
          <p:cNvSpPr txBox="1"/>
          <p:nvPr/>
        </p:nvSpPr>
        <p:spPr>
          <a:xfrm>
            <a:off x="455075" y="2952025"/>
            <a:ext cx="7344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 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31" name="Google Shape;1431;p77"/>
          <p:cNvCxnSpPr/>
          <p:nvPr/>
        </p:nvCxnSpPr>
        <p:spPr>
          <a:xfrm rot="10800000">
            <a:off x="397726" y="3789625"/>
            <a:ext cx="319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2" name="Google Shape;1432;p77"/>
          <p:cNvCxnSpPr/>
          <p:nvPr/>
        </p:nvCxnSpPr>
        <p:spPr>
          <a:xfrm flipH="1">
            <a:off x="3588225" y="1855275"/>
            <a:ext cx="0" cy="19521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33" name="Google Shape;1433;p77"/>
          <p:cNvSpPr txBox="1"/>
          <p:nvPr/>
        </p:nvSpPr>
        <p:spPr>
          <a:xfrm>
            <a:off x="463700" y="3421475"/>
            <a:ext cx="7344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total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4" name="Google Shape;1434;p77"/>
          <p:cNvSpPr txBox="1"/>
          <p:nvPr/>
        </p:nvSpPr>
        <p:spPr>
          <a:xfrm>
            <a:off x="2941602" y="1940725"/>
            <a:ext cx="5715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total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5" name="Google Shape;1435;p77"/>
          <p:cNvSpPr txBox="1"/>
          <p:nvPr/>
        </p:nvSpPr>
        <p:spPr>
          <a:xfrm>
            <a:off x="3025791" y="3421475"/>
            <a:ext cx="3192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6" name="Google Shape;1436;p77"/>
          <p:cNvSpPr txBox="1"/>
          <p:nvPr/>
        </p:nvSpPr>
        <p:spPr>
          <a:xfrm>
            <a:off x="3051941" y="2448088"/>
            <a:ext cx="3192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7" name="Google Shape;1437;p77"/>
          <p:cNvSpPr txBox="1"/>
          <p:nvPr/>
        </p:nvSpPr>
        <p:spPr>
          <a:xfrm>
            <a:off x="1390734" y="3422696"/>
            <a:ext cx="3192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8" name="Google Shape;1438;p77"/>
          <p:cNvSpPr txBox="1"/>
          <p:nvPr/>
        </p:nvSpPr>
        <p:spPr>
          <a:xfrm>
            <a:off x="3040285" y="2976819"/>
            <a:ext cx="3192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9" name="Google Shape;1439;p77"/>
          <p:cNvSpPr txBox="1"/>
          <p:nvPr/>
        </p:nvSpPr>
        <p:spPr>
          <a:xfrm>
            <a:off x="2216574" y="3412286"/>
            <a:ext cx="3192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0" name="Google Shape;1440;p77"/>
          <p:cNvSpPr txBox="1"/>
          <p:nvPr/>
        </p:nvSpPr>
        <p:spPr>
          <a:xfrm>
            <a:off x="1466299" y="2448086"/>
            <a:ext cx="3192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1" name="Google Shape;1441;p77"/>
          <p:cNvSpPr txBox="1"/>
          <p:nvPr/>
        </p:nvSpPr>
        <p:spPr>
          <a:xfrm>
            <a:off x="2293886" y="2448099"/>
            <a:ext cx="3192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2" name="Google Shape;1442;p77"/>
          <p:cNvSpPr txBox="1"/>
          <p:nvPr/>
        </p:nvSpPr>
        <p:spPr>
          <a:xfrm>
            <a:off x="1474236" y="2945274"/>
            <a:ext cx="3192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3" name="Google Shape;1443;p77"/>
          <p:cNvSpPr txBox="1"/>
          <p:nvPr/>
        </p:nvSpPr>
        <p:spPr>
          <a:xfrm>
            <a:off x="2266424" y="2945274"/>
            <a:ext cx="3192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4" name="Google Shape;1444;p77"/>
          <p:cNvSpPr txBox="1"/>
          <p:nvPr/>
        </p:nvSpPr>
        <p:spPr>
          <a:xfrm>
            <a:off x="324000" y="759300"/>
            <a:ext cx="6395400" cy="11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game is being played where players spin the spinner twice and find the sum of their numbers.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5" name="Google Shape;1445;p77"/>
          <p:cNvSpPr txBox="1"/>
          <p:nvPr/>
        </p:nvSpPr>
        <p:spPr>
          <a:xfrm>
            <a:off x="328125" y="1494700"/>
            <a:ext cx="1608300" cy="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= {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even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}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6" name="Google Shape;1446;p77"/>
          <p:cNvSpPr txBox="1"/>
          <p:nvPr/>
        </p:nvSpPr>
        <p:spPr>
          <a:xfrm>
            <a:off x="2004525" y="1494700"/>
            <a:ext cx="2548200" cy="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 = {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more than 5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}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7" name="Google Shape;1447;p77"/>
          <p:cNvSpPr txBox="1"/>
          <p:nvPr/>
        </p:nvSpPr>
        <p:spPr>
          <a:xfrm>
            <a:off x="3932550" y="2205450"/>
            <a:ext cx="4887300" cy="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is the probability that the sum is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not even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more than 5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8" name="Google Shape;1448;p77" descr="&lt;math xmlns=&quot;http://www.w3.org/1998/Math/MathML&quot; display=&quot;block&quot; data-is-equatio=&quot;1&quot; data-latex=&quot;\frac{6}{25}&quot;&gt;&lt;mfrac&gt;&lt;mn&gt;6&lt;/mn&gt;&lt;mn&gt;25&lt;/mn&gt;&lt;/mfrac&gt;&lt;/math&gt;" title="6 over 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8649" y="2637247"/>
            <a:ext cx="295497" cy="5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9" name="Google Shape;1449;p77"/>
          <p:cNvSpPr txBox="1"/>
          <p:nvPr/>
        </p:nvSpPr>
        <p:spPr>
          <a:xfrm>
            <a:off x="3932550" y="3424650"/>
            <a:ext cx="4887300" cy="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is the probability that the sum is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not even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and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 not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more than 5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50" name="Google Shape;1450;p77" descr="&lt;math xmlns=&quot;http://www.w3.org/1998/Math/MathML&quot; display=&quot;block&quot; data-is-equatio=&quot;1&quot; data-latex=&quot;\frac{6}{25}&quot;&gt;&lt;mfrac&gt;&lt;mn&gt;6&lt;/mn&gt;&lt;mn&gt;25&lt;/mn&gt;&lt;/mfrac&gt;&lt;/math&gt;" title="6 over 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8299" y="4103122"/>
            <a:ext cx="295497" cy="5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1" name="Google Shape;1451;p77"/>
          <p:cNvSpPr/>
          <p:nvPr/>
        </p:nvSpPr>
        <p:spPr>
          <a:xfrm>
            <a:off x="1195325" y="2919475"/>
            <a:ext cx="677700" cy="366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2" name="Google Shape;1452;p77"/>
          <p:cNvSpPr/>
          <p:nvPr/>
        </p:nvSpPr>
        <p:spPr>
          <a:xfrm>
            <a:off x="1957325" y="2919475"/>
            <a:ext cx="786600" cy="366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3" name="Google Shape;1453;p77"/>
          <p:cNvSpPr/>
          <p:nvPr/>
        </p:nvSpPr>
        <p:spPr>
          <a:xfrm>
            <a:off x="2846538" y="3376363"/>
            <a:ext cx="677700" cy="366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57" name="Shape 1457"/>
        <p:cNvGrpSpPr/>
        <p:nvPr/>
      </p:nvGrpSpPr>
      <p:grpSpPr>
        <a:xfrm>
          <a:off x="0" y="0"/>
          <a:ext cx="0" cy="0"/>
        </a:xfrm>
      </p:grpSpPr>
      <p:sp>
        <p:nvSpPr>
          <p:cNvPr id="1458" name="Google Shape;1458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Theoretical probabilities</a:t>
            </a:r>
            <a:endParaRPr/>
          </a:p>
        </p:txBody>
      </p:sp>
      <p:grpSp>
        <p:nvGrpSpPr>
          <p:cNvPr id="1459" name="Google Shape;1459;p78"/>
          <p:cNvGrpSpPr/>
          <p:nvPr/>
        </p:nvGrpSpPr>
        <p:grpSpPr>
          <a:xfrm>
            <a:off x="526125" y="1978325"/>
            <a:ext cx="4079700" cy="2169000"/>
            <a:chOff x="5578500" y="933000"/>
            <a:chExt cx="4079700" cy="2169000"/>
          </a:xfrm>
        </p:grpSpPr>
        <p:cxnSp>
          <p:nvCxnSpPr>
            <p:cNvPr id="1460" name="Google Shape;1460;p78"/>
            <p:cNvCxnSpPr/>
            <p:nvPr/>
          </p:nvCxnSpPr>
          <p:spPr>
            <a:xfrm flipH="1">
              <a:off x="6384375" y="950623"/>
              <a:ext cx="0" cy="21486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61" name="Google Shape;1461;p78"/>
            <p:cNvCxnSpPr/>
            <p:nvPr/>
          </p:nvCxnSpPr>
          <p:spPr>
            <a:xfrm flipH="1">
              <a:off x="7602188" y="950623"/>
              <a:ext cx="0" cy="21486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62" name="Google Shape;1462;p78"/>
            <p:cNvCxnSpPr/>
            <p:nvPr/>
          </p:nvCxnSpPr>
          <p:spPr>
            <a:xfrm flipH="1">
              <a:off x="8820000" y="933000"/>
              <a:ext cx="0" cy="21690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63" name="Google Shape;1463;p78"/>
            <p:cNvCxnSpPr/>
            <p:nvPr/>
          </p:nvCxnSpPr>
          <p:spPr>
            <a:xfrm rot="10800000">
              <a:off x="5578538" y="1569800"/>
              <a:ext cx="40548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64" name="Google Shape;1464;p78"/>
            <p:cNvCxnSpPr/>
            <p:nvPr/>
          </p:nvCxnSpPr>
          <p:spPr>
            <a:xfrm rot="10800000">
              <a:off x="5578538" y="2069185"/>
              <a:ext cx="40548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65" name="Google Shape;1465;p78"/>
            <p:cNvCxnSpPr/>
            <p:nvPr/>
          </p:nvCxnSpPr>
          <p:spPr>
            <a:xfrm rot="10800000">
              <a:off x="5578500" y="2720925"/>
              <a:ext cx="40797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66" name="Google Shape;1466;p78"/>
          <p:cNvSpPr txBox="1"/>
          <p:nvPr/>
        </p:nvSpPr>
        <p:spPr>
          <a:xfrm>
            <a:off x="1539775" y="2284364"/>
            <a:ext cx="8523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striped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7" name="Google Shape;1467;p78"/>
          <p:cNvSpPr txBox="1"/>
          <p:nvPr/>
        </p:nvSpPr>
        <p:spPr>
          <a:xfrm>
            <a:off x="2740913" y="1979825"/>
            <a:ext cx="8523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striped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8" name="Google Shape;1468;p78"/>
          <p:cNvSpPr txBox="1"/>
          <p:nvPr/>
        </p:nvSpPr>
        <p:spPr>
          <a:xfrm>
            <a:off x="526125" y="2695200"/>
            <a:ext cx="8523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topper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9" name="Google Shape;1469;p78"/>
          <p:cNvSpPr txBox="1"/>
          <p:nvPr/>
        </p:nvSpPr>
        <p:spPr>
          <a:xfrm>
            <a:off x="479688" y="3097646"/>
            <a:ext cx="8523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 topper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0" name="Google Shape;1470;p78"/>
          <p:cNvSpPr txBox="1"/>
          <p:nvPr/>
        </p:nvSpPr>
        <p:spPr>
          <a:xfrm>
            <a:off x="1898018" y="2713057"/>
            <a:ext cx="1668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1" name="Google Shape;1471;p78"/>
          <p:cNvSpPr txBox="1"/>
          <p:nvPr/>
        </p:nvSpPr>
        <p:spPr>
          <a:xfrm>
            <a:off x="3099168" y="2713057"/>
            <a:ext cx="1668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2" name="Google Shape;1472;p78"/>
          <p:cNvSpPr txBox="1"/>
          <p:nvPr/>
        </p:nvSpPr>
        <p:spPr>
          <a:xfrm>
            <a:off x="1898018" y="3275850"/>
            <a:ext cx="1668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3" name="Google Shape;1473;p78"/>
          <p:cNvSpPr txBox="1"/>
          <p:nvPr/>
        </p:nvSpPr>
        <p:spPr>
          <a:xfrm>
            <a:off x="3099168" y="3275850"/>
            <a:ext cx="1668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74" name="Google Shape;1474;p78"/>
          <p:cNvCxnSpPr/>
          <p:nvPr/>
        </p:nvCxnSpPr>
        <p:spPr>
          <a:xfrm flipH="1">
            <a:off x="4605825" y="1978325"/>
            <a:ext cx="0" cy="21792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75" name="Google Shape;1475;p78"/>
          <p:cNvCxnSpPr/>
          <p:nvPr/>
        </p:nvCxnSpPr>
        <p:spPr>
          <a:xfrm rot="10800000">
            <a:off x="526250" y="4147250"/>
            <a:ext cx="40986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76" name="Google Shape;1476;p78"/>
          <p:cNvSpPr txBox="1"/>
          <p:nvPr/>
        </p:nvSpPr>
        <p:spPr>
          <a:xfrm>
            <a:off x="1882518" y="3804900"/>
            <a:ext cx="1668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7" name="Google Shape;1477;p78"/>
          <p:cNvSpPr txBox="1"/>
          <p:nvPr/>
        </p:nvSpPr>
        <p:spPr>
          <a:xfrm>
            <a:off x="4128681" y="2713057"/>
            <a:ext cx="1668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8" name="Google Shape;1478;p78"/>
          <p:cNvSpPr txBox="1"/>
          <p:nvPr/>
        </p:nvSpPr>
        <p:spPr>
          <a:xfrm>
            <a:off x="4095668" y="3275850"/>
            <a:ext cx="1668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9" name="Google Shape;1479;p78"/>
          <p:cNvSpPr txBox="1"/>
          <p:nvPr/>
        </p:nvSpPr>
        <p:spPr>
          <a:xfrm>
            <a:off x="3099168" y="3804900"/>
            <a:ext cx="1668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0" name="Google Shape;1480;p78"/>
          <p:cNvSpPr txBox="1"/>
          <p:nvPr/>
        </p:nvSpPr>
        <p:spPr>
          <a:xfrm>
            <a:off x="4050974" y="3804900"/>
            <a:ext cx="2562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1" name="Google Shape;1481;p78"/>
          <p:cNvSpPr txBox="1"/>
          <p:nvPr/>
        </p:nvSpPr>
        <p:spPr>
          <a:xfrm>
            <a:off x="3932570" y="2281895"/>
            <a:ext cx="8523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total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2" name="Google Shape;1482;p78"/>
          <p:cNvSpPr txBox="1"/>
          <p:nvPr/>
        </p:nvSpPr>
        <p:spPr>
          <a:xfrm>
            <a:off x="708295" y="3804895"/>
            <a:ext cx="8523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total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3" name="Google Shape;1483;p78"/>
          <p:cNvSpPr txBox="1"/>
          <p:nvPr/>
        </p:nvSpPr>
        <p:spPr>
          <a:xfrm>
            <a:off x="324000" y="759300"/>
            <a:ext cx="58272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Some party hats are sorted into an outcome table based on two events, whether they are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striped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and whether they have a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topper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84" name="Google Shape;1484;p78"/>
          <p:cNvPicPr preferRelativeResize="0"/>
          <p:nvPr/>
        </p:nvPicPr>
        <p:blipFill>
          <a:blip r:embed="rId3">
            <a:alphaModFix/>
          </a:blip>
          <a:srcRect r="85007" b="47794"/>
          <a:stretch>
            <a:fillRect/>
          </a:stretch>
        </p:blipFill>
        <p:spPr>
          <a:xfrm>
            <a:off x="6548027" y="790475"/>
            <a:ext cx="454756" cy="738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5" name="Google Shape;1485;p78"/>
          <p:cNvPicPr preferRelativeResize="0"/>
          <p:nvPr/>
        </p:nvPicPr>
        <p:blipFill>
          <a:blip r:embed="rId3">
            <a:alphaModFix/>
          </a:blip>
          <a:srcRect l="20916" r="64090" b="47794"/>
          <a:stretch>
            <a:fillRect/>
          </a:stretch>
        </p:blipFill>
        <p:spPr>
          <a:xfrm>
            <a:off x="7087402" y="790476"/>
            <a:ext cx="454756" cy="738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6" name="Google Shape;1486;p78"/>
          <p:cNvPicPr preferRelativeResize="0"/>
          <p:nvPr/>
        </p:nvPicPr>
        <p:blipFill>
          <a:blip r:embed="rId3">
            <a:alphaModFix/>
          </a:blip>
          <a:srcRect l="63469" t="-1905" r="21537" b="49699"/>
          <a:stretch>
            <a:fillRect/>
          </a:stretch>
        </p:blipFill>
        <p:spPr>
          <a:xfrm>
            <a:off x="7713503" y="838981"/>
            <a:ext cx="454756" cy="738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7" name="Google Shape;1487;p78"/>
          <p:cNvPicPr preferRelativeResize="0"/>
          <p:nvPr/>
        </p:nvPicPr>
        <p:blipFill>
          <a:blip r:embed="rId3">
            <a:alphaModFix/>
          </a:blip>
          <a:srcRect l="85462" r="-455" b="47794"/>
          <a:stretch>
            <a:fillRect/>
          </a:stretch>
        </p:blipFill>
        <p:spPr>
          <a:xfrm>
            <a:off x="8251128" y="684580"/>
            <a:ext cx="454756" cy="738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8" name="Google Shape;1488;p78"/>
          <p:cNvPicPr preferRelativeResize="0"/>
          <p:nvPr/>
        </p:nvPicPr>
        <p:blipFill>
          <a:blip r:embed="rId3">
            <a:alphaModFix/>
          </a:blip>
          <a:srcRect l="42737" t="53302" r="42269" b="-5507"/>
          <a:stretch>
            <a:fillRect/>
          </a:stretch>
        </p:blipFill>
        <p:spPr>
          <a:xfrm>
            <a:off x="7399579" y="1086293"/>
            <a:ext cx="454756" cy="738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9" name="Google Shape;1489;p78"/>
          <p:cNvPicPr preferRelativeResize="0"/>
          <p:nvPr/>
        </p:nvPicPr>
        <p:blipFill>
          <a:blip r:embed="rId3">
            <a:alphaModFix/>
          </a:blip>
          <a:srcRect l="85825" t="51777" r="-818" b="-3983"/>
          <a:stretch>
            <a:fillRect/>
          </a:stretch>
        </p:blipFill>
        <p:spPr>
          <a:xfrm>
            <a:off x="6861079" y="961286"/>
            <a:ext cx="454756" cy="738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0" name="Google Shape;1490;p78"/>
          <p:cNvPicPr preferRelativeResize="0"/>
          <p:nvPr/>
        </p:nvPicPr>
        <p:blipFill>
          <a:blip r:embed="rId3">
            <a:alphaModFix/>
          </a:blip>
          <a:srcRect l="64903" t="53302" r="20104" b="-5507"/>
          <a:stretch>
            <a:fillRect/>
          </a:stretch>
        </p:blipFill>
        <p:spPr>
          <a:xfrm>
            <a:off x="8082955" y="1086293"/>
            <a:ext cx="454756" cy="738393"/>
          </a:xfrm>
          <a:prstGeom prst="rect">
            <a:avLst/>
          </a:prstGeom>
          <a:noFill/>
          <a:ln>
            <a:noFill/>
          </a:ln>
        </p:spPr>
      </p:pic>
      <p:sp>
        <p:nvSpPr>
          <p:cNvPr id="1491" name="Google Shape;1491;p78"/>
          <p:cNvSpPr txBox="1"/>
          <p:nvPr/>
        </p:nvSpPr>
        <p:spPr>
          <a:xfrm>
            <a:off x="5048400" y="1978500"/>
            <a:ext cx="36954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If a party hat is chosen at random what is the probability that it is not striped and has a topper?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92" name="Google Shape;1492;p78" descr="&lt;math xmlns=&quot;http://www.w3.org/1998/Math/MathML&quot; display=&quot;block&quot; data-is-equatio=&quot;1&quot; data-latex=&quot;\frac{5}{13}&quot;&gt;&lt;mfrac&gt;&lt;mn&gt;5&lt;/mn&gt;&lt;mn&gt;13&lt;/mn&gt;&lt;/mfrac&gt;&lt;/math&gt;" title="5 over 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48023" y="3180275"/>
            <a:ext cx="302750" cy="55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96" name="Shape 1496"/>
        <p:cNvGrpSpPr/>
        <p:nvPr/>
      </p:nvGrpSpPr>
      <p:grpSpPr>
        <a:xfrm>
          <a:off x="0" y="0"/>
          <a:ext cx="0" cy="0"/>
        </a:xfrm>
      </p:grpSpPr>
      <p:pic>
        <p:nvPicPr>
          <p:cNvPr id="1497" name="Google Shape;1497;p79" descr="&lt;math xmlns=&quot;http://www.w3.org/1998/Math/MathML&quot; display=&quot;block&quot; data-is-equatio=&quot;1&quot; data-latex=&quot;\frac{4}{13}&quot;&gt;&lt;mfrac&gt;&lt;mn&gt;4&lt;/mn&gt;&lt;mn&gt;13&lt;/mn&gt;&lt;/mfrac&gt;&lt;/math&gt;" title="4 over 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8024" y="3180863"/>
            <a:ext cx="302750" cy="556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8" name="Google Shape;1498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Theoretical probabilities</a:t>
            </a:r>
            <a:endParaRPr/>
          </a:p>
        </p:txBody>
      </p:sp>
      <p:grpSp>
        <p:nvGrpSpPr>
          <p:cNvPr id="1499" name="Google Shape;1499;p79"/>
          <p:cNvGrpSpPr/>
          <p:nvPr/>
        </p:nvGrpSpPr>
        <p:grpSpPr>
          <a:xfrm>
            <a:off x="526125" y="1978325"/>
            <a:ext cx="4079700" cy="2169000"/>
            <a:chOff x="5578500" y="933000"/>
            <a:chExt cx="4079700" cy="2169000"/>
          </a:xfrm>
        </p:grpSpPr>
        <p:cxnSp>
          <p:nvCxnSpPr>
            <p:cNvPr id="1500" name="Google Shape;1500;p79"/>
            <p:cNvCxnSpPr/>
            <p:nvPr/>
          </p:nvCxnSpPr>
          <p:spPr>
            <a:xfrm flipH="1">
              <a:off x="6384375" y="950623"/>
              <a:ext cx="0" cy="21486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01" name="Google Shape;1501;p79"/>
            <p:cNvCxnSpPr/>
            <p:nvPr/>
          </p:nvCxnSpPr>
          <p:spPr>
            <a:xfrm flipH="1">
              <a:off x="7602188" y="950623"/>
              <a:ext cx="0" cy="21486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02" name="Google Shape;1502;p79"/>
            <p:cNvCxnSpPr/>
            <p:nvPr/>
          </p:nvCxnSpPr>
          <p:spPr>
            <a:xfrm flipH="1">
              <a:off x="8820000" y="933000"/>
              <a:ext cx="0" cy="21690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03" name="Google Shape;1503;p79"/>
            <p:cNvCxnSpPr/>
            <p:nvPr/>
          </p:nvCxnSpPr>
          <p:spPr>
            <a:xfrm rot="10800000">
              <a:off x="5578538" y="1569800"/>
              <a:ext cx="40548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04" name="Google Shape;1504;p79"/>
            <p:cNvCxnSpPr/>
            <p:nvPr/>
          </p:nvCxnSpPr>
          <p:spPr>
            <a:xfrm rot="10800000">
              <a:off x="5578538" y="2069185"/>
              <a:ext cx="40548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05" name="Google Shape;1505;p79"/>
            <p:cNvCxnSpPr/>
            <p:nvPr/>
          </p:nvCxnSpPr>
          <p:spPr>
            <a:xfrm rot="10800000">
              <a:off x="5578500" y="2720925"/>
              <a:ext cx="40797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506" name="Google Shape;1506;p79"/>
          <p:cNvSpPr txBox="1"/>
          <p:nvPr/>
        </p:nvSpPr>
        <p:spPr>
          <a:xfrm>
            <a:off x="1539775" y="2284364"/>
            <a:ext cx="8523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striped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7" name="Google Shape;1507;p79"/>
          <p:cNvSpPr txBox="1"/>
          <p:nvPr/>
        </p:nvSpPr>
        <p:spPr>
          <a:xfrm>
            <a:off x="2740913" y="1979825"/>
            <a:ext cx="8523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striped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8" name="Google Shape;1508;p79"/>
          <p:cNvSpPr txBox="1"/>
          <p:nvPr/>
        </p:nvSpPr>
        <p:spPr>
          <a:xfrm>
            <a:off x="526125" y="2695200"/>
            <a:ext cx="8523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topper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9" name="Google Shape;1509;p79"/>
          <p:cNvSpPr txBox="1"/>
          <p:nvPr/>
        </p:nvSpPr>
        <p:spPr>
          <a:xfrm>
            <a:off x="479688" y="3097646"/>
            <a:ext cx="8523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 topper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0" name="Google Shape;1510;p79"/>
          <p:cNvSpPr txBox="1"/>
          <p:nvPr/>
        </p:nvSpPr>
        <p:spPr>
          <a:xfrm>
            <a:off x="1898018" y="2713057"/>
            <a:ext cx="1668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1" name="Google Shape;1511;p79"/>
          <p:cNvSpPr txBox="1"/>
          <p:nvPr/>
        </p:nvSpPr>
        <p:spPr>
          <a:xfrm>
            <a:off x="3099168" y="2713057"/>
            <a:ext cx="1668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2" name="Google Shape;1512;p79"/>
          <p:cNvSpPr txBox="1"/>
          <p:nvPr/>
        </p:nvSpPr>
        <p:spPr>
          <a:xfrm>
            <a:off x="1898018" y="3275850"/>
            <a:ext cx="1668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3" name="Google Shape;1513;p79"/>
          <p:cNvSpPr txBox="1"/>
          <p:nvPr/>
        </p:nvSpPr>
        <p:spPr>
          <a:xfrm>
            <a:off x="3099168" y="3275850"/>
            <a:ext cx="1668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14" name="Google Shape;1514;p79"/>
          <p:cNvCxnSpPr/>
          <p:nvPr/>
        </p:nvCxnSpPr>
        <p:spPr>
          <a:xfrm flipH="1">
            <a:off x="4605825" y="1978325"/>
            <a:ext cx="0" cy="21792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15" name="Google Shape;1515;p79"/>
          <p:cNvCxnSpPr/>
          <p:nvPr/>
        </p:nvCxnSpPr>
        <p:spPr>
          <a:xfrm rot="10800000">
            <a:off x="526250" y="4147250"/>
            <a:ext cx="40986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16" name="Google Shape;1516;p79"/>
          <p:cNvSpPr txBox="1"/>
          <p:nvPr/>
        </p:nvSpPr>
        <p:spPr>
          <a:xfrm>
            <a:off x="1882518" y="3804900"/>
            <a:ext cx="1668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7" name="Google Shape;1517;p79"/>
          <p:cNvSpPr txBox="1"/>
          <p:nvPr/>
        </p:nvSpPr>
        <p:spPr>
          <a:xfrm>
            <a:off x="4128681" y="2713057"/>
            <a:ext cx="1668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8" name="Google Shape;1518;p79"/>
          <p:cNvSpPr txBox="1"/>
          <p:nvPr/>
        </p:nvSpPr>
        <p:spPr>
          <a:xfrm>
            <a:off x="4095668" y="3275850"/>
            <a:ext cx="1668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9" name="Google Shape;1519;p79"/>
          <p:cNvSpPr txBox="1"/>
          <p:nvPr/>
        </p:nvSpPr>
        <p:spPr>
          <a:xfrm>
            <a:off x="3099168" y="3804900"/>
            <a:ext cx="1668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0" name="Google Shape;1520;p79"/>
          <p:cNvSpPr txBox="1"/>
          <p:nvPr/>
        </p:nvSpPr>
        <p:spPr>
          <a:xfrm>
            <a:off x="4050974" y="3804900"/>
            <a:ext cx="2562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1" name="Google Shape;1521;p79"/>
          <p:cNvSpPr txBox="1"/>
          <p:nvPr/>
        </p:nvSpPr>
        <p:spPr>
          <a:xfrm>
            <a:off x="3932570" y="2281895"/>
            <a:ext cx="8523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total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2" name="Google Shape;1522;p79"/>
          <p:cNvSpPr txBox="1"/>
          <p:nvPr/>
        </p:nvSpPr>
        <p:spPr>
          <a:xfrm>
            <a:off x="708295" y="3804895"/>
            <a:ext cx="8523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total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3" name="Google Shape;1523;p79"/>
          <p:cNvSpPr txBox="1"/>
          <p:nvPr/>
        </p:nvSpPr>
        <p:spPr>
          <a:xfrm>
            <a:off x="324000" y="759300"/>
            <a:ext cx="58272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Some party hats are sorted into an outcome table based on two events, whether they are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striped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and whether they have a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topper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24" name="Google Shape;1524;p79"/>
          <p:cNvPicPr preferRelativeResize="0"/>
          <p:nvPr/>
        </p:nvPicPr>
        <p:blipFill>
          <a:blip r:embed="rId4">
            <a:alphaModFix/>
          </a:blip>
          <a:srcRect r="85007" b="47794"/>
          <a:stretch>
            <a:fillRect/>
          </a:stretch>
        </p:blipFill>
        <p:spPr>
          <a:xfrm>
            <a:off x="6548027" y="790475"/>
            <a:ext cx="454756" cy="738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5" name="Google Shape;1525;p79"/>
          <p:cNvPicPr preferRelativeResize="0"/>
          <p:nvPr/>
        </p:nvPicPr>
        <p:blipFill>
          <a:blip r:embed="rId4">
            <a:alphaModFix/>
          </a:blip>
          <a:srcRect l="20916" r="64090" b="47794"/>
          <a:stretch>
            <a:fillRect/>
          </a:stretch>
        </p:blipFill>
        <p:spPr>
          <a:xfrm>
            <a:off x="7087402" y="790476"/>
            <a:ext cx="454756" cy="738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6" name="Google Shape;1526;p79"/>
          <p:cNvPicPr preferRelativeResize="0"/>
          <p:nvPr/>
        </p:nvPicPr>
        <p:blipFill>
          <a:blip r:embed="rId4">
            <a:alphaModFix/>
          </a:blip>
          <a:srcRect l="63469" t="-1905" r="21537" b="49699"/>
          <a:stretch>
            <a:fillRect/>
          </a:stretch>
        </p:blipFill>
        <p:spPr>
          <a:xfrm>
            <a:off x="7713503" y="838981"/>
            <a:ext cx="454756" cy="738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7" name="Google Shape;1527;p79"/>
          <p:cNvPicPr preferRelativeResize="0"/>
          <p:nvPr/>
        </p:nvPicPr>
        <p:blipFill>
          <a:blip r:embed="rId4">
            <a:alphaModFix/>
          </a:blip>
          <a:srcRect l="85462" r="-455" b="47794"/>
          <a:stretch>
            <a:fillRect/>
          </a:stretch>
        </p:blipFill>
        <p:spPr>
          <a:xfrm>
            <a:off x="8251128" y="684580"/>
            <a:ext cx="454756" cy="738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8" name="Google Shape;1528;p79"/>
          <p:cNvPicPr preferRelativeResize="0"/>
          <p:nvPr/>
        </p:nvPicPr>
        <p:blipFill>
          <a:blip r:embed="rId4">
            <a:alphaModFix/>
          </a:blip>
          <a:srcRect l="42737" t="53302" r="42269" b="-5507"/>
          <a:stretch>
            <a:fillRect/>
          </a:stretch>
        </p:blipFill>
        <p:spPr>
          <a:xfrm>
            <a:off x="7399579" y="1086293"/>
            <a:ext cx="454756" cy="738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9" name="Google Shape;1529;p79"/>
          <p:cNvPicPr preferRelativeResize="0"/>
          <p:nvPr/>
        </p:nvPicPr>
        <p:blipFill>
          <a:blip r:embed="rId4">
            <a:alphaModFix/>
          </a:blip>
          <a:srcRect l="85825" t="51777" r="-818" b="-3983"/>
          <a:stretch>
            <a:fillRect/>
          </a:stretch>
        </p:blipFill>
        <p:spPr>
          <a:xfrm>
            <a:off x="6861079" y="961286"/>
            <a:ext cx="454756" cy="738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0" name="Google Shape;1530;p79"/>
          <p:cNvPicPr preferRelativeResize="0"/>
          <p:nvPr/>
        </p:nvPicPr>
        <p:blipFill>
          <a:blip r:embed="rId4">
            <a:alphaModFix/>
          </a:blip>
          <a:srcRect l="64903" t="53302" r="20104" b="-5507"/>
          <a:stretch>
            <a:fillRect/>
          </a:stretch>
        </p:blipFill>
        <p:spPr>
          <a:xfrm>
            <a:off x="8082955" y="1086293"/>
            <a:ext cx="454756" cy="738393"/>
          </a:xfrm>
          <a:prstGeom prst="rect">
            <a:avLst/>
          </a:prstGeom>
          <a:noFill/>
          <a:ln>
            <a:noFill/>
          </a:ln>
        </p:spPr>
      </p:pic>
      <p:sp>
        <p:nvSpPr>
          <p:cNvPr id="1531" name="Google Shape;1531;p79"/>
          <p:cNvSpPr txBox="1"/>
          <p:nvPr/>
        </p:nvSpPr>
        <p:spPr>
          <a:xfrm>
            <a:off x="5048400" y="1978500"/>
            <a:ext cx="36954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If a party hat is chosen at random what is the probability that it is striped and has a topper?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35" name="Shape 1535"/>
        <p:cNvGrpSpPr/>
        <p:nvPr/>
      </p:nvGrpSpPr>
      <p:grpSpPr>
        <a:xfrm>
          <a:off x="0" y="0"/>
          <a:ext cx="0" cy="0"/>
        </a:xfrm>
      </p:grpSpPr>
      <p:sp>
        <p:nvSpPr>
          <p:cNvPr id="1536" name="Google Shape;1536;p8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Theoretical probabilities</a:t>
            </a:r>
            <a:endParaRPr/>
          </a:p>
        </p:txBody>
      </p:sp>
      <p:sp>
        <p:nvSpPr>
          <p:cNvPr id="1537" name="Google Shape;1537;p80"/>
          <p:cNvSpPr txBox="1"/>
          <p:nvPr>
            <p:ph type="body" idx="1"/>
          </p:nvPr>
        </p:nvSpPr>
        <p:spPr>
          <a:xfrm>
            <a:off x="324000" y="835500"/>
            <a:ext cx="5363400" cy="7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1) This spinner is going to be spun once. 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a) Fill in the outcome table for the two events: less than 12 and prime. </a:t>
            </a:r>
            <a:endParaRPr sz="1800"/>
          </a:p>
        </p:txBody>
      </p:sp>
      <p:cxnSp>
        <p:nvCxnSpPr>
          <p:cNvPr id="1538" name="Google Shape;1538;p80"/>
          <p:cNvCxnSpPr/>
          <p:nvPr/>
        </p:nvCxnSpPr>
        <p:spPr>
          <a:xfrm flipH="1">
            <a:off x="1482550" y="2094525"/>
            <a:ext cx="0" cy="2259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39" name="Google Shape;1539;p80"/>
          <p:cNvCxnSpPr/>
          <p:nvPr/>
        </p:nvCxnSpPr>
        <p:spPr>
          <a:xfrm flipH="1">
            <a:off x="2527180" y="2094525"/>
            <a:ext cx="0" cy="2259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40" name="Google Shape;1540;p80"/>
          <p:cNvCxnSpPr/>
          <p:nvPr/>
        </p:nvCxnSpPr>
        <p:spPr>
          <a:xfrm rot="10800000">
            <a:off x="596325" y="2794825"/>
            <a:ext cx="29487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41" name="Google Shape;1541;p80"/>
          <p:cNvCxnSpPr/>
          <p:nvPr/>
        </p:nvCxnSpPr>
        <p:spPr>
          <a:xfrm rot="10800000">
            <a:off x="596325" y="3581870"/>
            <a:ext cx="29487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42" name="Google Shape;1542;p80"/>
          <p:cNvCxnSpPr/>
          <p:nvPr/>
        </p:nvCxnSpPr>
        <p:spPr>
          <a:xfrm rot="10800000">
            <a:off x="596325" y="4358950"/>
            <a:ext cx="29487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43" name="Google Shape;1543;p80"/>
          <p:cNvSpPr txBox="1"/>
          <p:nvPr/>
        </p:nvSpPr>
        <p:spPr>
          <a:xfrm>
            <a:off x="1555500" y="2172537"/>
            <a:ext cx="901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 than 12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4" name="Google Shape;1544;p80"/>
          <p:cNvSpPr txBox="1"/>
          <p:nvPr/>
        </p:nvSpPr>
        <p:spPr>
          <a:xfrm>
            <a:off x="2597048" y="2172538"/>
            <a:ext cx="901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less than 12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5" name="Google Shape;1545;p80"/>
          <p:cNvSpPr txBox="1"/>
          <p:nvPr/>
        </p:nvSpPr>
        <p:spPr>
          <a:xfrm>
            <a:off x="703324" y="3049741"/>
            <a:ext cx="1030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prime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6" name="Google Shape;1546;p80"/>
          <p:cNvSpPr txBox="1"/>
          <p:nvPr/>
        </p:nvSpPr>
        <p:spPr>
          <a:xfrm>
            <a:off x="667453" y="3651300"/>
            <a:ext cx="815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prime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47" name="Google Shape;1547;p80"/>
          <p:cNvCxnSpPr/>
          <p:nvPr/>
        </p:nvCxnSpPr>
        <p:spPr>
          <a:xfrm flipH="1">
            <a:off x="3545025" y="2094525"/>
            <a:ext cx="0" cy="2259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548" name="Google Shape;1548;p80"/>
          <p:cNvGrpSpPr/>
          <p:nvPr/>
        </p:nvGrpSpPr>
        <p:grpSpPr>
          <a:xfrm>
            <a:off x="6527604" y="596823"/>
            <a:ext cx="1879398" cy="1936140"/>
            <a:chOff x="2689958" y="1388753"/>
            <a:chExt cx="2541444" cy="2539200"/>
          </a:xfrm>
        </p:grpSpPr>
        <p:sp>
          <p:nvSpPr>
            <p:cNvPr id="1549" name="Google Shape;1549;p80"/>
            <p:cNvSpPr/>
            <p:nvPr/>
          </p:nvSpPr>
          <p:spPr>
            <a:xfrm>
              <a:off x="3051775" y="1749638"/>
              <a:ext cx="1817700" cy="1817700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rgbClr val="C63D01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50" name="Google Shape;1550;p80"/>
            <p:cNvSpPr/>
            <p:nvPr/>
          </p:nvSpPr>
          <p:spPr>
            <a:xfrm rot="2159765">
              <a:off x="3051799" y="1749665"/>
              <a:ext cx="1817671" cy="1817671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rgbClr val="037B7D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51" name="Google Shape;1551;p80"/>
            <p:cNvSpPr/>
            <p:nvPr/>
          </p:nvSpPr>
          <p:spPr>
            <a:xfrm rot="4319561">
              <a:off x="3051819" y="1749683"/>
              <a:ext cx="1817633" cy="1817633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rgbClr val="374CF1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52" name="Google Shape;1552;p80"/>
            <p:cNvSpPr/>
            <p:nvPr/>
          </p:nvSpPr>
          <p:spPr>
            <a:xfrm rot="6479899">
              <a:off x="3051749" y="1749624"/>
              <a:ext cx="1817540" cy="1817540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rgbClr val="D02AA7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53" name="Google Shape;1553;p80"/>
            <p:cNvSpPr/>
            <p:nvPr/>
          </p:nvSpPr>
          <p:spPr>
            <a:xfrm rot="8640235">
              <a:off x="3050572" y="1749544"/>
              <a:ext cx="1817671" cy="1817671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rgbClr val="845AD9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54" name="Google Shape;1554;p80"/>
            <p:cNvSpPr/>
            <p:nvPr/>
          </p:nvSpPr>
          <p:spPr>
            <a:xfrm rot="10799433">
              <a:off x="3050406" y="1749682"/>
              <a:ext cx="1817700" cy="1817700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rgbClr val="C63D01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55" name="Google Shape;1555;p80"/>
            <p:cNvSpPr/>
            <p:nvPr/>
          </p:nvSpPr>
          <p:spPr>
            <a:xfrm rot="-8640235">
              <a:off x="3050594" y="1749585"/>
              <a:ext cx="1817671" cy="1817671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rgbClr val="037B7D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56" name="Google Shape;1556;p80"/>
            <p:cNvSpPr/>
            <p:nvPr/>
          </p:nvSpPr>
          <p:spPr>
            <a:xfrm rot="-6480439">
              <a:off x="3050616" y="1749544"/>
              <a:ext cx="1817633" cy="1817633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rgbClr val="374CF1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57" name="Google Shape;1557;p80"/>
            <p:cNvSpPr/>
            <p:nvPr/>
          </p:nvSpPr>
          <p:spPr>
            <a:xfrm rot="-4320276">
              <a:off x="3052783" y="1749290"/>
              <a:ext cx="1817826" cy="1817826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rgbClr val="D02AA7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58" name="Google Shape;1558;p80"/>
            <p:cNvSpPr/>
            <p:nvPr/>
          </p:nvSpPr>
          <p:spPr>
            <a:xfrm rot="-2160224">
              <a:off x="3052878" y="1749429"/>
              <a:ext cx="1817848" cy="1817848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rgbClr val="845AD9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559" name="Google Shape;1559;p80"/>
            <p:cNvGrpSpPr/>
            <p:nvPr/>
          </p:nvGrpSpPr>
          <p:grpSpPr>
            <a:xfrm>
              <a:off x="3908257" y="1850698"/>
              <a:ext cx="97496" cy="848416"/>
              <a:chOff x="996050" y="213293"/>
              <a:chExt cx="93900" cy="909732"/>
            </a:xfrm>
          </p:grpSpPr>
          <p:cxnSp>
            <p:nvCxnSpPr>
              <p:cNvPr id="1560" name="Google Shape;1560;p80"/>
              <p:cNvCxnSpPr/>
              <p:nvPr/>
            </p:nvCxnSpPr>
            <p:spPr>
              <a:xfrm rot="10800000" flipH="1">
                <a:off x="1046672" y="213293"/>
                <a:ext cx="0" cy="8514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1561" name="Google Shape;1561;p80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1562" name="Google Shape;1562;p80"/>
            <p:cNvSpPr txBox="1"/>
            <p:nvPr/>
          </p:nvSpPr>
          <p:spPr>
            <a:xfrm>
              <a:off x="3673554" y="1864275"/>
              <a:ext cx="1887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3" name="Google Shape;1563;p80"/>
            <p:cNvSpPr txBox="1"/>
            <p:nvPr/>
          </p:nvSpPr>
          <p:spPr>
            <a:xfrm>
              <a:off x="4097554" y="1878950"/>
              <a:ext cx="1887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4" name="Google Shape;1564;p80"/>
            <p:cNvSpPr txBox="1"/>
            <p:nvPr/>
          </p:nvSpPr>
          <p:spPr>
            <a:xfrm>
              <a:off x="4491229" y="2110575"/>
              <a:ext cx="1887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5" name="Google Shape;1565;p80"/>
            <p:cNvSpPr txBox="1"/>
            <p:nvPr/>
          </p:nvSpPr>
          <p:spPr>
            <a:xfrm>
              <a:off x="4582099" y="2535375"/>
              <a:ext cx="2244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6" name="Google Shape;1566;p80"/>
            <p:cNvSpPr txBox="1"/>
            <p:nvPr/>
          </p:nvSpPr>
          <p:spPr>
            <a:xfrm>
              <a:off x="4376281" y="2900175"/>
              <a:ext cx="3267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10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7" name="Google Shape;1567;p80"/>
            <p:cNvSpPr txBox="1"/>
            <p:nvPr/>
          </p:nvSpPr>
          <p:spPr>
            <a:xfrm>
              <a:off x="4031532" y="3165552"/>
              <a:ext cx="2895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11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8" name="Google Shape;1568;p80"/>
            <p:cNvSpPr txBox="1"/>
            <p:nvPr/>
          </p:nvSpPr>
          <p:spPr>
            <a:xfrm>
              <a:off x="3581507" y="3186150"/>
              <a:ext cx="3267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13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9" name="Google Shape;1569;p80"/>
            <p:cNvSpPr txBox="1"/>
            <p:nvPr/>
          </p:nvSpPr>
          <p:spPr>
            <a:xfrm>
              <a:off x="3233219" y="2911480"/>
              <a:ext cx="3390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16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0" name="Google Shape;1570;p80"/>
            <p:cNvSpPr txBox="1"/>
            <p:nvPr/>
          </p:nvSpPr>
          <p:spPr>
            <a:xfrm>
              <a:off x="3140734" y="2503997"/>
              <a:ext cx="4617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20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1" name="Google Shape;1571;p80"/>
            <p:cNvSpPr txBox="1"/>
            <p:nvPr/>
          </p:nvSpPr>
          <p:spPr>
            <a:xfrm>
              <a:off x="3328508" y="2110575"/>
              <a:ext cx="273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72" name="Google Shape;1572;p80"/>
          <p:cNvSpPr txBox="1"/>
          <p:nvPr>
            <p:ph type="body" idx="1"/>
          </p:nvPr>
        </p:nvSpPr>
        <p:spPr>
          <a:xfrm>
            <a:off x="3780600" y="2439625"/>
            <a:ext cx="50394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b) Find P(less than 12 and prime)</a:t>
            </a:r>
            <a:endParaRPr sz="1800"/>
          </a:p>
        </p:txBody>
      </p:sp>
      <p:sp>
        <p:nvSpPr>
          <p:cNvPr id="1573" name="Google Shape;1573;p80"/>
          <p:cNvSpPr txBox="1"/>
          <p:nvPr>
            <p:ph type="body" idx="1"/>
          </p:nvPr>
        </p:nvSpPr>
        <p:spPr>
          <a:xfrm>
            <a:off x="3780600" y="3277825"/>
            <a:ext cx="50394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c) Find P(not prime and not less than 12)</a:t>
            </a:r>
            <a:endParaRPr sz="1800"/>
          </a:p>
        </p:txBody>
      </p:sp>
      <p:sp>
        <p:nvSpPr>
          <p:cNvPr id="1574" name="Google Shape;1574;p80"/>
          <p:cNvSpPr txBox="1"/>
          <p:nvPr>
            <p:ph type="body" idx="1"/>
          </p:nvPr>
        </p:nvSpPr>
        <p:spPr>
          <a:xfrm>
            <a:off x="3780600" y="4116025"/>
            <a:ext cx="50394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d) Find P(prime and not less than 12)</a:t>
            </a:r>
            <a:endParaRPr sz="1800"/>
          </a:p>
        </p:txBody>
      </p:sp>
    </p:spTree>
  </p:cSld>
  <p:clrMapOvr>
    <a:masterClrMapping/>
  </p:clrMapOvr>
  <p:transition/>
  <p:timing/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78" name="Shape 1578"/>
        <p:cNvGrpSpPr/>
        <p:nvPr/>
      </p:nvGrpSpPr>
      <p:grpSpPr>
        <a:xfrm>
          <a:off x="0" y="0"/>
          <a:ext cx="0" cy="0"/>
        </a:xfrm>
      </p:grpSpPr>
      <p:sp>
        <p:nvSpPr>
          <p:cNvPr id="1579" name="Google Shape;1579;p8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Theoretical probabilities</a:t>
            </a:r>
            <a:endParaRPr/>
          </a:p>
        </p:txBody>
      </p:sp>
      <p:sp>
        <p:nvSpPr>
          <p:cNvPr id="1580" name="Google Shape;1580;p81"/>
          <p:cNvSpPr txBox="1"/>
          <p:nvPr>
            <p:ph type="body" idx="1"/>
          </p:nvPr>
        </p:nvSpPr>
        <p:spPr>
          <a:xfrm>
            <a:off x="324000" y="835500"/>
            <a:ext cx="8237700" cy="7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2) This spinner is going to be spun twice and then the product of the two numbers is found. </a:t>
            </a:r>
            <a:endParaRPr sz="1800"/>
          </a:p>
        </p:txBody>
      </p:sp>
      <p:sp>
        <p:nvSpPr>
          <p:cNvPr id="1581" name="Google Shape;1581;p81"/>
          <p:cNvSpPr/>
          <p:nvPr/>
        </p:nvSpPr>
        <p:spPr>
          <a:xfrm>
            <a:off x="1184150" y="2794125"/>
            <a:ext cx="340200" cy="1590600"/>
          </a:xfrm>
          <a:prstGeom prst="rect">
            <a:avLst/>
          </a:prstGeom>
          <a:solidFill>
            <a:srgbClr val="F3EE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2" name="Google Shape;1582;p81"/>
          <p:cNvSpPr/>
          <p:nvPr/>
        </p:nvSpPr>
        <p:spPr>
          <a:xfrm>
            <a:off x="1561700" y="2494050"/>
            <a:ext cx="2615400" cy="310500"/>
          </a:xfrm>
          <a:prstGeom prst="rect">
            <a:avLst/>
          </a:prstGeom>
          <a:solidFill>
            <a:srgbClr val="F3EE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83" name="Google Shape;1583;p81"/>
          <p:cNvCxnSpPr/>
          <p:nvPr/>
        </p:nvCxnSpPr>
        <p:spPr>
          <a:xfrm flipH="1">
            <a:off x="1547200" y="2498325"/>
            <a:ext cx="0" cy="18678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4" name="Google Shape;1584;p81"/>
          <p:cNvCxnSpPr/>
          <p:nvPr/>
        </p:nvCxnSpPr>
        <p:spPr>
          <a:xfrm flipH="1">
            <a:off x="2073310" y="2498325"/>
            <a:ext cx="0" cy="18678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5" name="Google Shape;1585;p81"/>
          <p:cNvCxnSpPr/>
          <p:nvPr/>
        </p:nvCxnSpPr>
        <p:spPr>
          <a:xfrm flipH="1">
            <a:off x="2599420" y="2498325"/>
            <a:ext cx="0" cy="1892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6" name="Google Shape;1586;p81"/>
          <p:cNvCxnSpPr/>
          <p:nvPr/>
        </p:nvCxnSpPr>
        <p:spPr>
          <a:xfrm rot="10800000">
            <a:off x="1192875" y="2806275"/>
            <a:ext cx="3000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7" name="Google Shape;1587;p81"/>
          <p:cNvCxnSpPr/>
          <p:nvPr/>
        </p:nvCxnSpPr>
        <p:spPr>
          <a:xfrm rot="10800000">
            <a:off x="1192875" y="3123190"/>
            <a:ext cx="3000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8" name="Google Shape;1588;p81"/>
          <p:cNvCxnSpPr/>
          <p:nvPr/>
        </p:nvCxnSpPr>
        <p:spPr>
          <a:xfrm rot="10800000">
            <a:off x="1192875" y="3440105"/>
            <a:ext cx="3000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89" name="Google Shape;1589;p81"/>
          <p:cNvSpPr txBox="1"/>
          <p:nvPr/>
        </p:nvSpPr>
        <p:spPr>
          <a:xfrm>
            <a:off x="1742575" y="2498325"/>
            <a:ext cx="445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0" name="Google Shape;1590;p81"/>
          <p:cNvSpPr txBox="1"/>
          <p:nvPr/>
        </p:nvSpPr>
        <p:spPr>
          <a:xfrm>
            <a:off x="2272034" y="2498325"/>
            <a:ext cx="445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1" name="Google Shape;1591;p81"/>
          <p:cNvSpPr txBox="1"/>
          <p:nvPr/>
        </p:nvSpPr>
        <p:spPr>
          <a:xfrm>
            <a:off x="1292229" y="2826950"/>
            <a:ext cx="248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2" name="Google Shape;1592;p81"/>
          <p:cNvSpPr txBox="1"/>
          <p:nvPr/>
        </p:nvSpPr>
        <p:spPr>
          <a:xfrm>
            <a:off x="1304068" y="3143050"/>
            <a:ext cx="445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3" name="Google Shape;1593;p81"/>
          <p:cNvSpPr/>
          <p:nvPr/>
        </p:nvSpPr>
        <p:spPr>
          <a:xfrm rot="-5400000">
            <a:off x="2795950" y="1078625"/>
            <a:ext cx="133800" cy="26154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4" name="Google Shape;1594;p81"/>
          <p:cNvSpPr txBox="1"/>
          <p:nvPr/>
        </p:nvSpPr>
        <p:spPr>
          <a:xfrm>
            <a:off x="2593755" y="2093614"/>
            <a:ext cx="779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spin 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5" name="Google Shape;1595;p81"/>
          <p:cNvSpPr/>
          <p:nvPr/>
        </p:nvSpPr>
        <p:spPr>
          <a:xfrm rot="10800000">
            <a:off x="982200" y="2805800"/>
            <a:ext cx="133800" cy="15906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6" name="Google Shape;1596;p81"/>
          <p:cNvSpPr txBox="1"/>
          <p:nvPr/>
        </p:nvSpPr>
        <p:spPr>
          <a:xfrm>
            <a:off x="357399" y="3459404"/>
            <a:ext cx="6819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spin 2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97" name="Google Shape;1597;p81"/>
          <p:cNvCxnSpPr/>
          <p:nvPr/>
        </p:nvCxnSpPr>
        <p:spPr>
          <a:xfrm flipH="1">
            <a:off x="4177750" y="2498325"/>
            <a:ext cx="0" cy="1892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98" name="Google Shape;1598;p81"/>
          <p:cNvCxnSpPr/>
          <p:nvPr/>
        </p:nvCxnSpPr>
        <p:spPr>
          <a:xfrm rot="10800000">
            <a:off x="1192875" y="4390850"/>
            <a:ext cx="3000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99" name="Google Shape;1599;p81"/>
          <p:cNvSpPr txBox="1"/>
          <p:nvPr/>
        </p:nvSpPr>
        <p:spPr>
          <a:xfrm>
            <a:off x="1298807" y="3457795"/>
            <a:ext cx="57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0" name="Google Shape;1600;p81"/>
          <p:cNvSpPr txBox="1"/>
          <p:nvPr/>
        </p:nvSpPr>
        <p:spPr>
          <a:xfrm>
            <a:off x="2801494" y="2498325"/>
            <a:ext cx="57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01" name="Google Shape;1601;p81"/>
          <p:cNvCxnSpPr/>
          <p:nvPr/>
        </p:nvCxnSpPr>
        <p:spPr>
          <a:xfrm flipH="1">
            <a:off x="3125530" y="2498325"/>
            <a:ext cx="0" cy="1892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02" name="Google Shape;1602;p81"/>
          <p:cNvCxnSpPr/>
          <p:nvPr/>
        </p:nvCxnSpPr>
        <p:spPr>
          <a:xfrm flipH="1">
            <a:off x="3651640" y="2498325"/>
            <a:ext cx="0" cy="1892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03" name="Google Shape;1603;p81"/>
          <p:cNvCxnSpPr/>
          <p:nvPr/>
        </p:nvCxnSpPr>
        <p:spPr>
          <a:xfrm rot="10800000">
            <a:off x="1192875" y="3757020"/>
            <a:ext cx="3000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04" name="Google Shape;1604;p81"/>
          <p:cNvCxnSpPr/>
          <p:nvPr/>
        </p:nvCxnSpPr>
        <p:spPr>
          <a:xfrm rot="10800000">
            <a:off x="1192875" y="4073935"/>
            <a:ext cx="3000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05" name="Google Shape;1605;p81"/>
          <p:cNvSpPr txBox="1"/>
          <p:nvPr/>
        </p:nvSpPr>
        <p:spPr>
          <a:xfrm>
            <a:off x="3304253" y="2498325"/>
            <a:ext cx="57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6" name="Google Shape;1606;p81"/>
          <p:cNvSpPr txBox="1"/>
          <p:nvPr/>
        </p:nvSpPr>
        <p:spPr>
          <a:xfrm>
            <a:off x="3867673" y="2498325"/>
            <a:ext cx="57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7" name="Google Shape;1607;p81"/>
          <p:cNvSpPr txBox="1"/>
          <p:nvPr/>
        </p:nvSpPr>
        <p:spPr>
          <a:xfrm>
            <a:off x="1298804" y="4090700"/>
            <a:ext cx="248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8" name="Google Shape;1608;p81"/>
          <p:cNvSpPr txBox="1"/>
          <p:nvPr/>
        </p:nvSpPr>
        <p:spPr>
          <a:xfrm>
            <a:off x="1298807" y="3762595"/>
            <a:ext cx="57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09" name="Google Shape;1609;p81"/>
          <p:cNvCxnSpPr/>
          <p:nvPr/>
        </p:nvCxnSpPr>
        <p:spPr>
          <a:xfrm rot="10800000">
            <a:off x="1540554" y="2492918"/>
            <a:ext cx="26505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10" name="Google Shape;1610;p81"/>
          <p:cNvCxnSpPr/>
          <p:nvPr/>
        </p:nvCxnSpPr>
        <p:spPr>
          <a:xfrm flipH="1">
            <a:off x="1198836" y="2804654"/>
            <a:ext cx="0" cy="15948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11" name="Google Shape;1611;p81"/>
          <p:cNvSpPr/>
          <p:nvPr/>
        </p:nvSpPr>
        <p:spPr>
          <a:xfrm>
            <a:off x="7033589" y="1202050"/>
            <a:ext cx="1137000" cy="11370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12" name="Google Shape;1612;p81"/>
          <p:cNvSpPr/>
          <p:nvPr/>
        </p:nvSpPr>
        <p:spPr>
          <a:xfrm rot="8650032">
            <a:off x="7043563" y="1211989"/>
            <a:ext cx="1117143" cy="1117143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13" name="Google Shape;1613;p81"/>
          <p:cNvSpPr/>
          <p:nvPr/>
        </p:nvSpPr>
        <p:spPr>
          <a:xfrm rot="-8628989">
            <a:off x="7043740" y="1212288"/>
            <a:ext cx="1116920" cy="1116920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14" name="Google Shape;1614;p81"/>
          <p:cNvSpPr/>
          <p:nvPr/>
        </p:nvSpPr>
        <p:spPr>
          <a:xfrm rot="-4309960">
            <a:off x="7043661" y="1212128"/>
            <a:ext cx="1117087" cy="1117087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15" name="Google Shape;1615;p81"/>
          <p:cNvSpPr/>
          <p:nvPr/>
        </p:nvSpPr>
        <p:spPr>
          <a:xfrm>
            <a:off x="7043673" y="1212225"/>
            <a:ext cx="1116900" cy="1116900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16" name="Google Shape;1616;p81"/>
          <p:cNvSpPr txBox="1"/>
          <p:nvPr/>
        </p:nvSpPr>
        <p:spPr>
          <a:xfrm>
            <a:off x="7464878" y="1963565"/>
            <a:ext cx="422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7" name="Google Shape;1617;p81"/>
          <p:cNvSpPr/>
          <p:nvPr/>
        </p:nvSpPr>
        <p:spPr>
          <a:xfrm rot="4312880">
            <a:off x="7043530" y="1211895"/>
            <a:ext cx="1117092" cy="1117092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18" name="Google Shape;1618;p81"/>
          <p:cNvSpPr txBox="1"/>
          <p:nvPr/>
        </p:nvSpPr>
        <p:spPr>
          <a:xfrm>
            <a:off x="7211321" y="1246573"/>
            <a:ext cx="422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9" name="Google Shape;1619;p81"/>
          <p:cNvSpPr txBox="1"/>
          <p:nvPr/>
        </p:nvSpPr>
        <p:spPr>
          <a:xfrm>
            <a:off x="7703025" y="1246578"/>
            <a:ext cx="422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0" name="Google Shape;1620;p81"/>
          <p:cNvSpPr txBox="1"/>
          <p:nvPr/>
        </p:nvSpPr>
        <p:spPr>
          <a:xfrm>
            <a:off x="7824037" y="1684838"/>
            <a:ext cx="422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1" name="Google Shape;1621;p81"/>
          <p:cNvSpPr txBox="1"/>
          <p:nvPr/>
        </p:nvSpPr>
        <p:spPr>
          <a:xfrm>
            <a:off x="7050297" y="1663025"/>
            <a:ext cx="383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22" name="Google Shape;1622;p81"/>
          <p:cNvGrpSpPr/>
          <p:nvPr/>
        </p:nvGrpSpPr>
        <p:grpSpPr>
          <a:xfrm>
            <a:off x="7569445" y="1239516"/>
            <a:ext cx="62951" cy="547659"/>
            <a:chOff x="996050" y="213293"/>
            <a:chExt cx="93900" cy="909732"/>
          </a:xfrm>
        </p:grpSpPr>
        <p:cxnSp>
          <p:nvCxnSpPr>
            <p:cNvPr id="1623" name="Google Shape;1623;p81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624" name="Google Shape;1624;p81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625" name="Google Shape;1625;p81"/>
          <p:cNvSpPr txBox="1"/>
          <p:nvPr>
            <p:ph type="body" idx="1"/>
          </p:nvPr>
        </p:nvSpPr>
        <p:spPr>
          <a:xfrm>
            <a:off x="324000" y="1577475"/>
            <a:ext cx="5985000" cy="7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a) Complete the outcome table to show the possible products.</a:t>
            </a:r>
            <a:endParaRPr sz="1800"/>
          </a:p>
        </p:txBody>
      </p:sp>
      <p:sp>
        <p:nvSpPr>
          <p:cNvPr id="1626" name="Google Shape;1626;p81"/>
          <p:cNvSpPr txBox="1"/>
          <p:nvPr>
            <p:ph type="body" idx="1"/>
          </p:nvPr>
        </p:nvSpPr>
        <p:spPr>
          <a:xfrm>
            <a:off x="4439175" y="2568075"/>
            <a:ext cx="4380900" cy="7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b) Find P(square and factor of 36) </a:t>
            </a:r>
            <a:endParaRPr sz="1800"/>
          </a:p>
        </p:txBody>
      </p:sp>
      <p:sp>
        <p:nvSpPr>
          <p:cNvPr id="1627" name="Google Shape;1627;p81"/>
          <p:cNvSpPr txBox="1"/>
          <p:nvPr>
            <p:ph type="body" idx="1"/>
          </p:nvPr>
        </p:nvSpPr>
        <p:spPr>
          <a:xfrm>
            <a:off x="4439175" y="3634875"/>
            <a:ext cx="4380900" cy="7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c) Find P(even and less than 18) </a:t>
            </a:r>
            <a:endParaRPr sz="1800"/>
          </a:p>
        </p:txBody>
      </p:sp>
    </p:spTree>
  </p:cSld>
  <p:clrMapOvr>
    <a:masterClrMapping/>
  </p:clrMapOvr>
  <p:transition/>
  <p:timing/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31" name="Shape 1631"/>
        <p:cNvGrpSpPr/>
        <p:nvPr/>
      </p:nvGrpSpPr>
      <p:grpSpPr>
        <a:xfrm>
          <a:off x="0" y="0"/>
          <a:ext cx="0" cy="0"/>
        </a:xfrm>
      </p:grpSpPr>
      <p:sp>
        <p:nvSpPr>
          <p:cNvPr id="1632" name="Google Shape;1632;p8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Theoretical probabilities</a:t>
            </a:r>
            <a:endParaRPr/>
          </a:p>
        </p:txBody>
      </p:sp>
      <p:sp>
        <p:nvSpPr>
          <p:cNvPr id="1633" name="Google Shape;1633;p82"/>
          <p:cNvSpPr txBox="1"/>
          <p:nvPr>
            <p:ph type="body" idx="1"/>
          </p:nvPr>
        </p:nvSpPr>
        <p:spPr>
          <a:xfrm>
            <a:off x="4743975" y="2949075"/>
            <a:ext cx="4064100" cy="7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a) Find P(spherical and has stitching) </a:t>
            </a:r>
            <a:endParaRPr sz="1800"/>
          </a:p>
        </p:txBody>
      </p:sp>
      <p:sp>
        <p:nvSpPr>
          <p:cNvPr id="1634" name="Google Shape;1634;p82"/>
          <p:cNvSpPr txBox="1"/>
          <p:nvPr>
            <p:ph type="body" idx="1"/>
          </p:nvPr>
        </p:nvSpPr>
        <p:spPr>
          <a:xfrm>
            <a:off x="324000" y="835500"/>
            <a:ext cx="8237700" cy="7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3) This two-way table shows the frequencies of some sports balls categorised by their shape and whether they have stitching on the surface.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e.g. an american football is not spherical but has stitching, whereas a golf ball is spherical but doesn’t have stitching.</a:t>
            </a:r>
            <a:endParaRPr sz="1800"/>
          </a:p>
        </p:txBody>
      </p:sp>
      <p:sp>
        <p:nvSpPr>
          <p:cNvPr id="1635" name="Google Shape;1635;p82"/>
          <p:cNvSpPr txBox="1"/>
          <p:nvPr>
            <p:ph type="body" idx="1"/>
          </p:nvPr>
        </p:nvSpPr>
        <p:spPr>
          <a:xfrm>
            <a:off x="4743975" y="3787275"/>
            <a:ext cx="4064100" cy="7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b) Find P(spherical and does not have stitching) </a:t>
            </a:r>
            <a:endParaRPr sz="1800"/>
          </a:p>
        </p:txBody>
      </p:sp>
      <p:pic>
        <p:nvPicPr>
          <p:cNvPr id="1636" name="Google Shape;1636;p82"/>
          <p:cNvPicPr preferRelativeResize="0"/>
          <p:nvPr/>
        </p:nvPicPr>
        <p:blipFill>
          <a:blip r:embed="rId3">
            <a:alphaModFix/>
          </a:blip>
          <a:srcRect b="9600"/>
          <a:stretch>
            <a:fillRect/>
          </a:stretch>
        </p:blipFill>
        <p:spPr>
          <a:xfrm rot="-1323600">
            <a:off x="7535725" y="1125112"/>
            <a:ext cx="1148884" cy="63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7" name="Google Shape;1637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43075" y="1498100"/>
            <a:ext cx="375216" cy="382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38" name="Google Shape;1638;p82"/>
          <p:cNvGrpSpPr/>
          <p:nvPr/>
        </p:nvGrpSpPr>
        <p:grpSpPr>
          <a:xfrm>
            <a:off x="449800" y="2511725"/>
            <a:ext cx="4056600" cy="2169000"/>
            <a:chOff x="5578375" y="933000"/>
            <a:chExt cx="4056600" cy="2169000"/>
          </a:xfrm>
        </p:grpSpPr>
        <p:cxnSp>
          <p:nvCxnSpPr>
            <p:cNvPr id="1639" name="Google Shape;1639;p82"/>
            <p:cNvCxnSpPr/>
            <p:nvPr/>
          </p:nvCxnSpPr>
          <p:spPr>
            <a:xfrm flipH="1">
              <a:off x="6689175" y="950623"/>
              <a:ext cx="0" cy="21486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40" name="Google Shape;1640;p82"/>
            <p:cNvCxnSpPr/>
            <p:nvPr/>
          </p:nvCxnSpPr>
          <p:spPr>
            <a:xfrm flipH="1">
              <a:off x="7816745" y="950623"/>
              <a:ext cx="0" cy="21486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41" name="Google Shape;1641;p82"/>
            <p:cNvCxnSpPr/>
            <p:nvPr/>
          </p:nvCxnSpPr>
          <p:spPr>
            <a:xfrm flipH="1">
              <a:off x="8970904" y="933000"/>
              <a:ext cx="0" cy="21690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42" name="Google Shape;1642;p82"/>
            <p:cNvCxnSpPr/>
            <p:nvPr/>
          </p:nvCxnSpPr>
          <p:spPr>
            <a:xfrm rot="10800000">
              <a:off x="5578538" y="1569800"/>
              <a:ext cx="40548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43" name="Google Shape;1643;p82"/>
            <p:cNvCxnSpPr/>
            <p:nvPr/>
          </p:nvCxnSpPr>
          <p:spPr>
            <a:xfrm rot="10800000">
              <a:off x="5578538" y="2069185"/>
              <a:ext cx="40548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44" name="Google Shape;1644;p82"/>
            <p:cNvCxnSpPr/>
            <p:nvPr/>
          </p:nvCxnSpPr>
          <p:spPr>
            <a:xfrm rot="10800000">
              <a:off x="5578375" y="2720925"/>
              <a:ext cx="40566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645" name="Google Shape;1645;p82"/>
          <p:cNvSpPr txBox="1"/>
          <p:nvPr/>
        </p:nvSpPr>
        <p:spPr>
          <a:xfrm>
            <a:off x="1618436" y="2817775"/>
            <a:ext cx="10590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spherical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6" name="Google Shape;1646;p82"/>
          <p:cNvSpPr txBox="1"/>
          <p:nvPr/>
        </p:nvSpPr>
        <p:spPr>
          <a:xfrm>
            <a:off x="2761504" y="2513225"/>
            <a:ext cx="10590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spherical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7" name="Google Shape;1647;p82"/>
          <p:cNvSpPr txBox="1"/>
          <p:nvPr/>
        </p:nvSpPr>
        <p:spPr>
          <a:xfrm>
            <a:off x="477225" y="3228600"/>
            <a:ext cx="9867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stitching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8" name="Google Shape;1648;p82"/>
          <p:cNvSpPr txBox="1"/>
          <p:nvPr/>
        </p:nvSpPr>
        <p:spPr>
          <a:xfrm>
            <a:off x="474903" y="3631050"/>
            <a:ext cx="10590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stitching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9" name="Google Shape;1649;p82"/>
          <p:cNvSpPr txBox="1"/>
          <p:nvPr/>
        </p:nvSpPr>
        <p:spPr>
          <a:xfrm>
            <a:off x="2050418" y="3246457"/>
            <a:ext cx="1668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0" name="Google Shape;1650;p82"/>
          <p:cNvSpPr txBox="1"/>
          <p:nvPr/>
        </p:nvSpPr>
        <p:spPr>
          <a:xfrm>
            <a:off x="3175368" y="3246457"/>
            <a:ext cx="1668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1" name="Google Shape;1651;p82"/>
          <p:cNvSpPr txBox="1"/>
          <p:nvPr/>
        </p:nvSpPr>
        <p:spPr>
          <a:xfrm>
            <a:off x="2050428" y="3809250"/>
            <a:ext cx="2562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2" name="Google Shape;1652;p82"/>
          <p:cNvSpPr txBox="1"/>
          <p:nvPr/>
        </p:nvSpPr>
        <p:spPr>
          <a:xfrm>
            <a:off x="3175368" y="3809250"/>
            <a:ext cx="1668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53" name="Google Shape;1653;p82"/>
          <p:cNvCxnSpPr/>
          <p:nvPr/>
        </p:nvCxnSpPr>
        <p:spPr>
          <a:xfrm rot="10800000">
            <a:off x="450050" y="4680650"/>
            <a:ext cx="40641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54" name="Google Shape;1654;p82"/>
          <p:cNvSpPr txBox="1"/>
          <p:nvPr/>
        </p:nvSpPr>
        <p:spPr>
          <a:xfrm>
            <a:off x="2034929" y="4338300"/>
            <a:ext cx="2562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5" name="Google Shape;1655;p82"/>
          <p:cNvSpPr txBox="1"/>
          <p:nvPr/>
        </p:nvSpPr>
        <p:spPr>
          <a:xfrm>
            <a:off x="4128681" y="3246457"/>
            <a:ext cx="1668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6" name="Google Shape;1656;p82"/>
          <p:cNvSpPr txBox="1"/>
          <p:nvPr/>
        </p:nvSpPr>
        <p:spPr>
          <a:xfrm>
            <a:off x="4050978" y="3832561"/>
            <a:ext cx="2562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7" name="Google Shape;1657;p82"/>
          <p:cNvSpPr txBox="1"/>
          <p:nvPr/>
        </p:nvSpPr>
        <p:spPr>
          <a:xfrm>
            <a:off x="3175368" y="4338300"/>
            <a:ext cx="1668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8" name="Google Shape;1658;p82"/>
          <p:cNvSpPr txBox="1"/>
          <p:nvPr/>
        </p:nvSpPr>
        <p:spPr>
          <a:xfrm>
            <a:off x="4050974" y="4338300"/>
            <a:ext cx="2562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9" name="Google Shape;1659;p82"/>
          <p:cNvSpPr txBox="1"/>
          <p:nvPr/>
        </p:nvSpPr>
        <p:spPr>
          <a:xfrm>
            <a:off x="3932573" y="2815300"/>
            <a:ext cx="5694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total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0" name="Google Shape;1660;p82"/>
          <p:cNvSpPr txBox="1"/>
          <p:nvPr/>
        </p:nvSpPr>
        <p:spPr>
          <a:xfrm>
            <a:off x="860695" y="4338295"/>
            <a:ext cx="8523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total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61" name="Google Shape;1661;p82"/>
          <p:cNvCxnSpPr/>
          <p:nvPr/>
        </p:nvCxnSpPr>
        <p:spPr>
          <a:xfrm flipH="1">
            <a:off x="4494050" y="2506625"/>
            <a:ext cx="0" cy="21792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62" name="Google Shape;1662;p82"/>
          <p:cNvSpPr txBox="1"/>
          <p:nvPr>
            <p:ph type="body" idx="1"/>
          </p:nvPr>
        </p:nvSpPr>
        <p:spPr>
          <a:xfrm>
            <a:off x="4743975" y="2568075"/>
            <a:ext cx="3674400" cy="30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 ball is selected at random.</a:t>
            </a:r>
            <a:endParaRPr sz="1800"/>
          </a:p>
        </p:txBody>
      </p:sp>
    </p:spTree>
  </p:cSld>
  <p:clrMapOvr>
    <a:masterClrMapping/>
  </p:clrMapOvr>
  <p:transition/>
  <p:timing/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66" name="Shape 1666"/>
        <p:cNvGrpSpPr/>
        <p:nvPr/>
      </p:nvGrpSpPr>
      <p:grpSpPr>
        <a:xfrm>
          <a:off x="0" y="0"/>
          <a:ext cx="0" cy="0"/>
        </a:xfrm>
      </p:grpSpPr>
      <p:sp>
        <p:nvSpPr>
          <p:cNvPr id="1667" name="Google Shape;1667;p8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Theoretical probabilities</a:t>
            </a:r>
            <a:endParaRPr/>
          </a:p>
        </p:txBody>
      </p:sp>
      <p:sp>
        <p:nvSpPr>
          <p:cNvPr id="1668" name="Google Shape;1668;p83"/>
          <p:cNvSpPr txBox="1"/>
          <p:nvPr>
            <p:ph type="body" idx="1"/>
          </p:nvPr>
        </p:nvSpPr>
        <p:spPr>
          <a:xfrm>
            <a:off x="324000" y="759300"/>
            <a:ext cx="5450400" cy="118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1) This spinner is going to be spun once. 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a) Fill in the outcome table for the two events: less than 12 and prime. </a:t>
            </a:r>
            <a:endParaRPr sz="1800"/>
          </a:p>
        </p:txBody>
      </p:sp>
      <p:cxnSp>
        <p:nvCxnSpPr>
          <p:cNvPr id="1669" name="Google Shape;1669;p83"/>
          <p:cNvCxnSpPr/>
          <p:nvPr/>
        </p:nvCxnSpPr>
        <p:spPr>
          <a:xfrm flipH="1">
            <a:off x="1482550" y="2094525"/>
            <a:ext cx="0" cy="2259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70" name="Google Shape;1670;p83"/>
          <p:cNvCxnSpPr/>
          <p:nvPr/>
        </p:nvCxnSpPr>
        <p:spPr>
          <a:xfrm flipH="1">
            <a:off x="2527180" y="2094525"/>
            <a:ext cx="0" cy="2259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71" name="Google Shape;1671;p83"/>
          <p:cNvCxnSpPr/>
          <p:nvPr/>
        </p:nvCxnSpPr>
        <p:spPr>
          <a:xfrm rot="10800000">
            <a:off x="596325" y="2794825"/>
            <a:ext cx="29487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72" name="Google Shape;1672;p83"/>
          <p:cNvCxnSpPr/>
          <p:nvPr/>
        </p:nvCxnSpPr>
        <p:spPr>
          <a:xfrm rot="10800000">
            <a:off x="596325" y="3581870"/>
            <a:ext cx="29487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73" name="Google Shape;1673;p83"/>
          <p:cNvCxnSpPr/>
          <p:nvPr/>
        </p:nvCxnSpPr>
        <p:spPr>
          <a:xfrm rot="10800000">
            <a:off x="596325" y="4358950"/>
            <a:ext cx="29487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74" name="Google Shape;1674;p83"/>
          <p:cNvSpPr txBox="1"/>
          <p:nvPr/>
        </p:nvSpPr>
        <p:spPr>
          <a:xfrm>
            <a:off x="1555500" y="2172537"/>
            <a:ext cx="901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 than 12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5" name="Google Shape;1675;p83"/>
          <p:cNvSpPr txBox="1"/>
          <p:nvPr/>
        </p:nvSpPr>
        <p:spPr>
          <a:xfrm>
            <a:off x="2597048" y="2172538"/>
            <a:ext cx="901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less than 12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6" name="Google Shape;1676;p83"/>
          <p:cNvSpPr txBox="1"/>
          <p:nvPr/>
        </p:nvSpPr>
        <p:spPr>
          <a:xfrm>
            <a:off x="703324" y="3049741"/>
            <a:ext cx="1030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prime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7" name="Google Shape;1677;p83"/>
          <p:cNvSpPr txBox="1"/>
          <p:nvPr/>
        </p:nvSpPr>
        <p:spPr>
          <a:xfrm>
            <a:off x="667453" y="3651300"/>
            <a:ext cx="815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prime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8" name="Google Shape;1678;p83"/>
          <p:cNvSpPr txBox="1"/>
          <p:nvPr/>
        </p:nvSpPr>
        <p:spPr>
          <a:xfrm>
            <a:off x="1607350" y="2863020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679" name="Google Shape;1679;p83"/>
          <p:cNvCxnSpPr/>
          <p:nvPr/>
        </p:nvCxnSpPr>
        <p:spPr>
          <a:xfrm flipH="1">
            <a:off x="3545025" y="2094525"/>
            <a:ext cx="0" cy="2259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680" name="Google Shape;1680;p83"/>
          <p:cNvGrpSpPr/>
          <p:nvPr/>
        </p:nvGrpSpPr>
        <p:grpSpPr>
          <a:xfrm>
            <a:off x="6527604" y="596823"/>
            <a:ext cx="1879398" cy="1936140"/>
            <a:chOff x="2689958" y="1388753"/>
            <a:chExt cx="2541444" cy="2539200"/>
          </a:xfrm>
        </p:grpSpPr>
        <p:sp>
          <p:nvSpPr>
            <p:cNvPr id="1681" name="Google Shape;1681;p83"/>
            <p:cNvSpPr/>
            <p:nvPr/>
          </p:nvSpPr>
          <p:spPr>
            <a:xfrm>
              <a:off x="3051775" y="1749638"/>
              <a:ext cx="1817700" cy="1817700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rgbClr val="C63D01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2" name="Google Shape;1682;p83"/>
            <p:cNvSpPr/>
            <p:nvPr/>
          </p:nvSpPr>
          <p:spPr>
            <a:xfrm rot="2159765">
              <a:off x="3051799" y="1749665"/>
              <a:ext cx="1817671" cy="1817671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rgbClr val="037B7D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3" name="Google Shape;1683;p83"/>
            <p:cNvSpPr/>
            <p:nvPr/>
          </p:nvSpPr>
          <p:spPr>
            <a:xfrm rot="4319561">
              <a:off x="3051819" y="1749683"/>
              <a:ext cx="1817633" cy="1817633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rgbClr val="374CF1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4" name="Google Shape;1684;p83"/>
            <p:cNvSpPr/>
            <p:nvPr/>
          </p:nvSpPr>
          <p:spPr>
            <a:xfrm rot="6479899">
              <a:off x="3051749" y="1749624"/>
              <a:ext cx="1817540" cy="1817540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rgbClr val="D02AA7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5" name="Google Shape;1685;p83"/>
            <p:cNvSpPr/>
            <p:nvPr/>
          </p:nvSpPr>
          <p:spPr>
            <a:xfrm rot="8640235">
              <a:off x="3050572" y="1749544"/>
              <a:ext cx="1817671" cy="1817671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rgbClr val="845AD9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6" name="Google Shape;1686;p83"/>
            <p:cNvSpPr/>
            <p:nvPr/>
          </p:nvSpPr>
          <p:spPr>
            <a:xfrm rot="10799433">
              <a:off x="3050406" y="1749682"/>
              <a:ext cx="1817700" cy="1817700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rgbClr val="C63D01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7" name="Google Shape;1687;p83"/>
            <p:cNvSpPr/>
            <p:nvPr/>
          </p:nvSpPr>
          <p:spPr>
            <a:xfrm rot="-8640235">
              <a:off x="3050594" y="1749585"/>
              <a:ext cx="1817671" cy="1817671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rgbClr val="037B7D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8" name="Google Shape;1688;p83"/>
            <p:cNvSpPr/>
            <p:nvPr/>
          </p:nvSpPr>
          <p:spPr>
            <a:xfrm rot="-6480439">
              <a:off x="3050616" y="1749544"/>
              <a:ext cx="1817633" cy="1817633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rgbClr val="374CF1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9" name="Google Shape;1689;p83"/>
            <p:cNvSpPr/>
            <p:nvPr/>
          </p:nvSpPr>
          <p:spPr>
            <a:xfrm rot="-4320276">
              <a:off x="3052783" y="1749290"/>
              <a:ext cx="1817826" cy="1817826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rgbClr val="D02AA7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0" name="Google Shape;1690;p83"/>
            <p:cNvSpPr/>
            <p:nvPr/>
          </p:nvSpPr>
          <p:spPr>
            <a:xfrm rot="-2160224">
              <a:off x="3052878" y="1749429"/>
              <a:ext cx="1817848" cy="1817848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rgbClr val="845AD9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691" name="Google Shape;1691;p83"/>
            <p:cNvGrpSpPr/>
            <p:nvPr/>
          </p:nvGrpSpPr>
          <p:grpSpPr>
            <a:xfrm>
              <a:off x="3908257" y="1850698"/>
              <a:ext cx="97496" cy="848416"/>
              <a:chOff x="996050" y="213293"/>
              <a:chExt cx="93900" cy="909732"/>
            </a:xfrm>
          </p:grpSpPr>
          <p:cxnSp>
            <p:nvCxnSpPr>
              <p:cNvPr id="1692" name="Google Shape;1692;p83"/>
              <p:cNvCxnSpPr/>
              <p:nvPr/>
            </p:nvCxnSpPr>
            <p:spPr>
              <a:xfrm rot="10800000" flipH="1">
                <a:off x="1046672" y="213293"/>
                <a:ext cx="0" cy="8514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1693" name="Google Shape;1693;p83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1694" name="Google Shape;1694;p83"/>
            <p:cNvSpPr txBox="1"/>
            <p:nvPr/>
          </p:nvSpPr>
          <p:spPr>
            <a:xfrm>
              <a:off x="3673554" y="1864275"/>
              <a:ext cx="1887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5" name="Google Shape;1695;p83"/>
            <p:cNvSpPr txBox="1"/>
            <p:nvPr/>
          </p:nvSpPr>
          <p:spPr>
            <a:xfrm>
              <a:off x="4097554" y="1878950"/>
              <a:ext cx="1887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6" name="Google Shape;1696;p83"/>
            <p:cNvSpPr txBox="1"/>
            <p:nvPr/>
          </p:nvSpPr>
          <p:spPr>
            <a:xfrm>
              <a:off x="4491229" y="2110575"/>
              <a:ext cx="1887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7" name="Google Shape;1697;p83"/>
            <p:cNvSpPr txBox="1"/>
            <p:nvPr/>
          </p:nvSpPr>
          <p:spPr>
            <a:xfrm>
              <a:off x="4582099" y="2535375"/>
              <a:ext cx="2244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8" name="Google Shape;1698;p83"/>
            <p:cNvSpPr txBox="1"/>
            <p:nvPr/>
          </p:nvSpPr>
          <p:spPr>
            <a:xfrm>
              <a:off x="4376281" y="2900175"/>
              <a:ext cx="3267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10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9" name="Google Shape;1699;p83"/>
            <p:cNvSpPr txBox="1"/>
            <p:nvPr/>
          </p:nvSpPr>
          <p:spPr>
            <a:xfrm>
              <a:off x="4031532" y="3165552"/>
              <a:ext cx="2895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11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0" name="Google Shape;1700;p83"/>
            <p:cNvSpPr txBox="1"/>
            <p:nvPr/>
          </p:nvSpPr>
          <p:spPr>
            <a:xfrm>
              <a:off x="3581507" y="3186150"/>
              <a:ext cx="3267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13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1" name="Google Shape;1701;p83"/>
            <p:cNvSpPr txBox="1"/>
            <p:nvPr/>
          </p:nvSpPr>
          <p:spPr>
            <a:xfrm>
              <a:off x="3233219" y="2911480"/>
              <a:ext cx="3390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16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2" name="Google Shape;1702;p83"/>
            <p:cNvSpPr txBox="1"/>
            <p:nvPr/>
          </p:nvSpPr>
          <p:spPr>
            <a:xfrm>
              <a:off x="3140734" y="2503997"/>
              <a:ext cx="4617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20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3" name="Google Shape;1703;p83"/>
            <p:cNvSpPr txBox="1"/>
            <p:nvPr/>
          </p:nvSpPr>
          <p:spPr>
            <a:xfrm>
              <a:off x="3328508" y="2110575"/>
              <a:ext cx="273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04" name="Google Shape;1704;p83"/>
          <p:cNvSpPr txBox="1"/>
          <p:nvPr>
            <p:ph type="body" idx="1"/>
          </p:nvPr>
        </p:nvSpPr>
        <p:spPr>
          <a:xfrm>
            <a:off x="3780600" y="2439625"/>
            <a:ext cx="50394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b) Find P(less than 12 and prime)</a:t>
            </a:r>
            <a:endParaRPr sz="1800"/>
          </a:p>
        </p:txBody>
      </p:sp>
      <p:sp>
        <p:nvSpPr>
          <p:cNvPr id="1705" name="Google Shape;1705;p83"/>
          <p:cNvSpPr txBox="1"/>
          <p:nvPr>
            <p:ph type="body" idx="1"/>
          </p:nvPr>
        </p:nvSpPr>
        <p:spPr>
          <a:xfrm>
            <a:off x="3780600" y="3277825"/>
            <a:ext cx="50394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c) Find P(not prime and not less than 12)</a:t>
            </a:r>
            <a:endParaRPr sz="1800"/>
          </a:p>
        </p:txBody>
      </p:sp>
      <p:sp>
        <p:nvSpPr>
          <p:cNvPr id="1706" name="Google Shape;1706;p83"/>
          <p:cNvSpPr txBox="1"/>
          <p:nvPr>
            <p:ph type="body" idx="1"/>
          </p:nvPr>
        </p:nvSpPr>
        <p:spPr>
          <a:xfrm>
            <a:off x="3780600" y="4092716"/>
            <a:ext cx="50394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d) Find P(prime and not less than 12)</a:t>
            </a:r>
            <a:endParaRPr sz="1800"/>
          </a:p>
        </p:txBody>
      </p:sp>
      <p:sp>
        <p:nvSpPr>
          <p:cNvPr id="1707" name="Google Shape;1707;p83"/>
          <p:cNvSpPr txBox="1"/>
          <p:nvPr/>
        </p:nvSpPr>
        <p:spPr>
          <a:xfrm>
            <a:off x="1607350" y="368904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08" name="Google Shape;1708;p83"/>
          <p:cNvSpPr txBox="1"/>
          <p:nvPr/>
        </p:nvSpPr>
        <p:spPr>
          <a:xfrm>
            <a:off x="1879463" y="2863020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09" name="Google Shape;1709;p83"/>
          <p:cNvSpPr txBox="1"/>
          <p:nvPr/>
        </p:nvSpPr>
        <p:spPr>
          <a:xfrm>
            <a:off x="2151588" y="2863020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7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10" name="Google Shape;1710;p83"/>
          <p:cNvSpPr txBox="1"/>
          <p:nvPr/>
        </p:nvSpPr>
        <p:spPr>
          <a:xfrm>
            <a:off x="1945263" y="368904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11" name="Google Shape;1711;p83"/>
          <p:cNvSpPr txBox="1"/>
          <p:nvPr/>
        </p:nvSpPr>
        <p:spPr>
          <a:xfrm>
            <a:off x="1802413" y="3957970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10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12" name="Google Shape;1712;p83"/>
          <p:cNvSpPr txBox="1"/>
          <p:nvPr/>
        </p:nvSpPr>
        <p:spPr>
          <a:xfrm>
            <a:off x="1733513" y="322244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11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13" name="Google Shape;1713;p83"/>
          <p:cNvSpPr txBox="1"/>
          <p:nvPr/>
        </p:nvSpPr>
        <p:spPr>
          <a:xfrm>
            <a:off x="2712238" y="286299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13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14" name="Google Shape;1714;p83"/>
          <p:cNvSpPr txBox="1"/>
          <p:nvPr/>
        </p:nvSpPr>
        <p:spPr>
          <a:xfrm>
            <a:off x="2673713" y="364954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16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15" name="Google Shape;1715;p83"/>
          <p:cNvSpPr txBox="1"/>
          <p:nvPr/>
        </p:nvSpPr>
        <p:spPr>
          <a:xfrm>
            <a:off x="3028475" y="3897600"/>
            <a:ext cx="34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20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716" name="Google Shape;1716;p83" descr="&lt;math xmlns=&quot;http://www.w3.org/1998/Math/MathML&quot; display=&quot;block&quot; data-is-equatio=&quot;1&quot; data-latex=&quot;\frac{4}{10}&quot;&gt;&lt;mfrac&gt;&lt;mn&gt;4&lt;/mn&gt;&lt;mn&gt;10&lt;/mn&gt;&lt;/mfrac&gt;&lt;/math&gt;" title="four t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7678" y="2794120"/>
            <a:ext cx="250800" cy="461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7" name="Google Shape;1717;p83" descr="&lt;math xmlns=&quot;http://www.w3.org/1998/Math/MathML&quot; display=&quot;block&quot; data-is-equatio=&quot;1&quot; data-latex=&quot;\frac{2}{10}&quot;&gt;&lt;mfrac&gt;&lt;mn&gt;2&lt;/mn&gt;&lt;mn&gt;10&lt;/mn&gt;&lt;/mfrac&gt;&lt;/math&gt;" title="two t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8544" y="3577788"/>
            <a:ext cx="249060" cy="4585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8" name="Google Shape;1718;p83" descr="&lt;math xmlns=&quot;http://www.w3.org/1998/Math/MathML&quot; display=&quot;block&quot; data-is-equatio=&quot;1&quot; data-latex=&quot;\frac{1}{10}&quot;&gt;&lt;mfrac&gt;&lt;mn&gt;1&lt;/mn&gt;&lt;mn&gt;10&lt;/mn&gt;&lt;/mfrac&gt;&lt;/math&gt;" title="one ten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78548" y="4358950"/>
            <a:ext cx="249060" cy="4585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9" name="Google Shape;1719;p83" descr="&lt;math xmlns=&quot;http://www.w3.org/1998/Math/MathML&quot; display=&quot;block&quot; data-is-equatio=&quot;1&quot; data-latex=&quot;\frac{2}{5}&quot;&gt;&lt;mfrac&gt;&lt;mn&gt;2&lt;/mn&gt;&lt;mn&gt;5&lt;/mn&gt;&lt;/mfrac&gt;&lt;/math&gt;" title="two fif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63123" y="2798763"/>
            <a:ext cx="138397" cy="45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0" name="Google Shape;1720;p83" descr="&lt;math xmlns=&quot;http://www.w3.org/1998/Math/MathML&quot; display=&quot;block&quot; data-is-equatio=&quot;1&quot; data-latex=&quot;\frac{1}{5}&quot;&gt;&lt;mfrac&gt;&lt;mn&gt;1&lt;/mn&gt;&lt;mn&gt;5&lt;/mn&gt;&lt;/mfrac&gt;&lt;/math&gt;" title="one fifth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63125" y="3577788"/>
            <a:ext cx="138397" cy="45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1" name="Google Shape;1721;p83"/>
          <p:cNvSpPr txBox="1"/>
          <p:nvPr>
            <p:ph type="body" idx="1"/>
          </p:nvPr>
        </p:nvSpPr>
        <p:spPr>
          <a:xfrm>
            <a:off x="4236025" y="2884213"/>
            <a:ext cx="50394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   =   = 0.4 = 40%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22" name="Google Shape;1722;p83"/>
          <p:cNvSpPr txBox="1"/>
          <p:nvPr>
            <p:ph type="body" idx="1"/>
          </p:nvPr>
        </p:nvSpPr>
        <p:spPr>
          <a:xfrm>
            <a:off x="4236025" y="3646213"/>
            <a:ext cx="50394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   =   = 0.2 = 20%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23" name="Google Shape;1723;p83"/>
          <p:cNvSpPr txBox="1"/>
          <p:nvPr>
            <p:ph type="body" idx="1"/>
          </p:nvPr>
        </p:nvSpPr>
        <p:spPr>
          <a:xfrm>
            <a:off x="4236025" y="4447061"/>
            <a:ext cx="50394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   = 0.1 = 10%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27" name="Shape 1727"/>
        <p:cNvGrpSpPr/>
        <p:nvPr/>
      </p:nvGrpSpPr>
      <p:grpSpPr>
        <a:xfrm>
          <a:off x="0" y="0"/>
          <a:ext cx="0" cy="0"/>
        </a:xfrm>
      </p:grpSpPr>
      <p:sp>
        <p:nvSpPr>
          <p:cNvPr id="1728" name="Google Shape;1728;p8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Theoretical probabilities</a:t>
            </a:r>
            <a:endParaRPr/>
          </a:p>
        </p:txBody>
      </p:sp>
      <p:sp>
        <p:nvSpPr>
          <p:cNvPr id="1729" name="Google Shape;1729;p8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2) This spinner is going to be spun twice and then the product of the two numbers is found. </a:t>
            </a:r>
            <a:endParaRPr sz="1800"/>
          </a:p>
        </p:txBody>
      </p:sp>
      <p:sp>
        <p:nvSpPr>
          <p:cNvPr id="1730" name="Google Shape;1730;p84"/>
          <p:cNvSpPr/>
          <p:nvPr/>
        </p:nvSpPr>
        <p:spPr>
          <a:xfrm>
            <a:off x="1184150" y="2794125"/>
            <a:ext cx="340200" cy="1590600"/>
          </a:xfrm>
          <a:prstGeom prst="rect">
            <a:avLst/>
          </a:prstGeom>
          <a:solidFill>
            <a:srgbClr val="F3EE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1" name="Google Shape;1731;p84"/>
          <p:cNvSpPr/>
          <p:nvPr/>
        </p:nvSpPr>
        <p:spPr>
          <a:xfrm>
            <a:off x="1561700" y="2494050"/>
            <a:ext cx="2615400" cy="310500"/>
          </a:xfrm>
          <a:prstGeom prst="rect">
            <a:avLst/>
          </a:prstGeom>
          <a:solidFill>
            <a:srgbClr val="F3EE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32" name="Google Shape;1732;p84"/>
          <p:cNvCxnSpPr/>
          <p:nvPr/>
        </p:nvCxnSpPr>
        <p:spPr>
          <a:xfrm flipH="1">
            <a:off x="1547200" y="2498325"/>
            <a:ext cx="0" cy="18678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33" name="Google Shape;1733;p84"/>
          <p:cNvCxnSpPr/>
          <p:nvPr/>
        </p:nvCxnSpPr>
        <p:spPr>
          <a:xfrm flipH="1">
            <a:off x="2073310" y="2498325"/>
            <a:ext cx="0" cy="18678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34" name="Google Shape;1734;p84"/>
          <p:cNvCxnSpPr/>
          <p:nvPr/>
        </p:nvCxnSpPr>
        <p:spPr>
          <a:xfrm flipH="1">
            <a:off x="2599420" y="2498325"/>
            <a:ext cx="0" cy="1892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35" name="Google Shape;1735;p84"/>
          <p:cNvCxnSpPr/>
          <p:nvPr/>
        </p:nvCxnSpPr>
        <p:spPr>
          <a:xfrm rot="10800000">
            <a:off x="1192875" y="2806275"/>
            <a:ext cx="3000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36" name="Google Shape;1736;p84"/>
          <p:cNvCxnSpPr/>
          <p:nvPr/>
        </p:nvCxnSpPr>
        <p:spPr>
          <a:xfrm rot="10800000">
            <a:off x="1192875" y="3123190"/>
            <a:ext cx="3000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37" name="Google Shape;1737;p84"/>
          <p:cNvCxnSpPr/>
          <p:nvPr/>
        </p:nvCxnSpPr>
        <p:spPr>
          <a:xfrm rot="10800000">
            <a:off x="1192875" y="3440105"/>
            <a:ext cx="3000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38" name="Google Shape;1738;p84"/>
          <p:cNvSpPr txBox="1"/>
          <p:nvPr/>
        </p:nvSpPr>
        <p:spPr>
          <a:xfrm>
            <a:off x="1742575" y="2498325"/>
            <a:ext cx="445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9" name="Google Shape;1739;p84"/>
          <p:cNvSpPr txBox="1"/>
          <p:nvPr/>
        </p:nvSpPr>
        <p:spPr>
          <a:xfrm>
            <a:off x="2272034" y="2498325"/>
            <a:ext cx="445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0" name="Google Shape;1740;p84"/>
          <p:cNvSpPr txBox="1"/>
          <p:nvPr/>
        </p:nvSpPr>
        <p:spPr>
          <a:xfrm>
            <a:off x="1292229" y="2826950"/>
            <a:ext cx="248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1" name="Google Shape;1741;p84"/>
          <p:cNvSpPr txBox="1"/>
          <p:nvPr/>
        </p:nvSpPr>
        <p:spPr>
          <a:xfrm>
            <a:off x="1304068" y="3143050"/>
            <a:ext cx="445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2" name="Google Shape;1742;p84"/>
          <p:cNvSpPr/>
          <p:nvPr/>
        </p:nvSpPr>
        <p:spPr>
          <a:xfrm rot="-5400000">
            <a:off x="2795950" y="1078625"/>
            <a:ext cx="133800" cy="26154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3" name="Google Shape;1743;p84"/>
          <p:cNvSpPr txBox="1"/>
          <p:nvPr/>
        </p:nvSpPr>
        <p:spPr>
          <a:xfrm>
            <a:off x="2593755" y="2093614"/>
            <a:ext cx="779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spin 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4" name="Google Shape;1744;p84"/>
          <p:cNvSpPr/>
          <p:nvPr/>
        </p:nvSpPr>
        <p:spPr>
          <a:xfrm rot="10800000">
            <a:off x="982200" y="2805800"/>
            <a:ext cx="133800" cy="15906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5" name="Google Shape;1745;p84"/>
          <p:cNvSpPr txBox="1"/>
          <p:nvPr/>
        </p:nvSpPr>
        <p:spPr>
          <a:xfrm>
            <a:off x="357399" y="3459404"/>
            <a:ext cx="6819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spin 2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46" name="Google Shape;1746;p84"/>
          <p:cNvCxnSpPr/>
          <p:nvPr/>
        </p:nvCxnSpPr>
        <p:spPr>
          <a:xfrm flipH="1">
            <a:off x="4177750" y="2498325"/>
            <a:ext cx="0" cy="1892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47" name="Google Shape;1747;p84"/>
          <p:cNvCxnSpPr/>
          <p:nvPr/>
        </p:nvCxnSpPr>
        <p:spPr>
          <a:xfrm rot="10800000">
            <a:off x="1192875" y="4390850"/>
            <a:ext cx="3000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48" name="Google Shape;1748;p84"/>
          <p:cNvSpPr txBox="1"/>
          <p:nvPr/>
        </p:nvSpPr>
        <p:spPr>
          <a:xfrm>
            <a:off x="1298807" y="3457795"/>
            <a:ext cx="57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9" name="Google Shape;1749;p84"/>
          <p:cNvSpPr txBox="1"/>
          <p:nvPr/>
        </p:nvSpPr>
        <p:spPr>
          <a:xfrm>
            <a:off x="2801494" y="2498325"/>
            <a:ext cx="57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50" name="Google Shape;1750;p84"/>
          <p:cNvCxnSpPr/>
          <p:nvPr/>
        </p:nvCxnSpPr>
        <p:spPr>
          <a:xfrm flipH="1">
            <a:off x="3125530" y="2498325"/>
            <a:ext cx="0" cy="1892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51" name="Google Shape;1751;p84"/>
          <p:cNvCxnSpPr/>
          <p:nvPr/>
        </p:nvCxnSpPr>
        <p:spPr>
          <a:xfrm flipH="1">
            <a:off x="3651640" y="2498325"/>
            <a:ext cx="0" cy="1892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52" name="Google Shape;1752;p84"/>
          <p:cNvCxnSpPr/>
          <p:nvPr/>
        </p:nvCxnSpPr>
        <p:spPr>
          <a:xfrm rot="10800000">
            <a:off x="1192875" y="3757020"/>
            <a:ext cx="3000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53" name="Google Shape;1753;p84"/>
          <p:cNvCxnSpPr/>
          <p:nvPr/>
        </p:nvCxnSpPr>
        <p:spPr>
          <a:xfrm rot="10800000">
            <a:off x="1192875" y="4073935"/>
            <a:ext cx="3000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54" name="Google Shape;1754;p84"/>
          <p:cNvSpPr txBox="1"/>
          <p:nvPr/>
        </p:nvSpPr>
        <p:spPr>
          <a:xfrm>
            <a:off x="3304253" y="2498325"/>
            <a:ext cx="57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5" name="Google Shape;1755;p84"/>
          <p:cNvSpPr txBox="1"/>
          <p:nvPr/>
        </p:nvSpPr>
        <p:spPr>
          <a:xfrm>
            <a:off x="3867673" y="2498325"/>
            <a:ext cx="57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6" name="Google Shape;1756;p84"/>
          <p:cNvSpPr txBox="1"/>
          <p:nvPr/>
        </p:nvSpPr>
        <p:spPr>
          <a:xfrm>
            <a:off x="1298804" y="4090700"/>
            <a:ext cx="248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7" name="Google Shape;1757;p84"/>
          <p:cNvSpPr txBox="1"/>
          <p:nvPr/>
        </p:nvSpPr>
        <p:spPr>
          <a:xfrm>
            <a:off x="1298807" y="3762595"/>
            <a:ext cx="57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8" name="Google Shape;1758;p84"/>
          <p:cNvSpPr txBox="1"/>
          <p:nvPr/>
        </p:nvSpPr>
        <p:spPr>
          <a:xfrm>
            <a:off x="1742575" y="2818664"/>
            <a:ext cx="445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59" name="Google Shape;1759;p84"/>
          <p:cNvSpPr txBox="1"/>
          <p:nvPr/>
        </p:nvSpPr>
        <p:spPr>
          <a:xfrm>
            <a:off x="2272034" y="2818664"/>
            <a:ext cx="445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60" name="Google Shape;1760;p84"/>
          <p:cNvSpPr txBox="1"/>
          <p:nvPr/>
        </p:nvSpPr>
        <p:spPr>
          <a:xfrm>
            <a:off x="2801496" y="2818675"/>
            <a:ext cx="229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61" name="Google Shape;1761;p84"/>
          <p:cNvSpPr txBox="1"/>
          <p:nvPr/>
        </p:nvSpPr>
        <p:spPr>
          <a:xfrm>
            <a:off x="3304251" y="2818675"/>
            <a:ext cx="319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62" name="Google Shape;1762;p84"/>
          <p:cNvSpPr txBox="1"/>
          <p:nvPr/>
        </p:nvSpPr>
        <p:spPr>
          <a:xfrm>
            <a:off x="3867673" y="2818664"/>
            <a:ext cx="571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63" name="Google Shape;1763;p84"/>
          <p:cNvSpPr txBox="1"/>
          <p:nvPr/>
        </p:nvSpPr>
        <p:spPr>
          <a:xfrm>
            <a:off x="1742575" y="3139004"/>
            <a:ext cx="445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64" name="Google Shape;1764;p84"/>
          <p:cNvSpPr txBox="1"/>
          <p:nvPr/>
        </p:nvSpPr>
        <p:spPr>
          <a:xfrm>
            <a:off x="2272034" y="3139004"/>
            <a:ext cx="445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65" name="Google Shape;1765;p84"/>
          <p:cNvSpPr txBox="1"/>
          <p:nvPr/>
        </p:nvSpPr>
        <p:spPr>
          <a:xfrm>
            <a:off x="2801497" y="3139000"/>
            <a:ext cx="319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66" name="Google Shape;1766;p84"/>
          <p:cNvSpPr txBox="1"/>
          <p:nvPr/>
        </p:nvSpPr>
        <p:spPr>
          <a:xfrm>
            <a:off x="3304253" y="3139004"/>
            <a:ext cx="571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67" name="Google Shape;1767;p84"/>
          <p:cNvSpPr txBox="1"/>
          <p:nvPr/>
        </p:nvSpPr>
        <p:spPr>
          <a:xfrm>
            <a:off x="3791473" y="3139004"/>
            <a:ext cx="571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10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68" name="Google Shape;1768;p84"/>
          <p:cNvSpPr txBox="1"/>
          <p:nvPr/>
        </p:nvSpPr>
        <p:spPr>
          <a:xfrm>
            <a:off x="1742575" y="3443804"/>
            <a:ext cx="445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69" name="Google Shape;1769;p84"/>
          <p:cNvSpPr txBox="1"/>
          <p:nvPr/>
        </p:nvSpPr>
        <p:spPr>
          <a:xfrm>
            <a:off x="2272027" y="3443800"/>
            <a:ext cx="337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70" name="Google Shape;1770;p84"/>
          <p:cNvSpPr txBox="1"/>
          <p:nvPr/>
        </p:nvSpPr>
        <p:spPr>
          <a:xfrm>
            <a:off x="2801494" y="3443804"/>
            <a:ext cx="571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9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71" name="Google Shape;1771;p84"/>
          <p:cNvSpPr txBox="1"/>
          <p:nvPr/>
        </p:nvSpPr>
        <p:spPr>
          <a:xfrm>
            <a:off x="3245412" y="3443800"/>
            <a:ext cx="288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12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72" name="Google Shape;1772;p84"/>
          <p:cNvSpPr txBox="1"/>
          <p:nvPr/>
        </p:nvSpPr>
        <p:spPr>
          <a:xfrm>
            <a:off x="1742575" y="3771900"/>
            <a:ext cx="340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73" name="Google Shape;1773;p84"/>
          <p:cNvSpPr txBox="1"/>
          <p:nvPr/>
        </p:nvSpPr>
        <p:spPr>
          <a:xfrm>
            <a:off x="2272034" y="3771912"/>
            <a:ext cx="445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74" name="Google Shape;1774;p84"/>
          <p:cNvSpPr txBox="1"/>
          <p:nvPr/>
        </p:nvSpPr>
        <p:spPr>
          <a:xfrm>
            <a:off x="2750950" y="3771900"/>
            <a:ext cx="319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12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75" name="Google Shape;1775;p84"/>
          <p:cNvSpPr txBox="1"/>
          <p:nvPr/>
        </p:nvSpPr>
        <p:spPr>
          <a:xfrm>
            <a:off x="3262397" y="3771900"/>
            <a:ext cx="248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16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76" name="Google Shape;1776;p84"/>
          <p:cNvSpPr txBox="1"/>
          <p:nvPr/>
        </p:nvSpPr>
        <p:spPr>
          <a:xfrm>
            <a:off x="3768164" y="3771912"/>
            <a:ext cx="571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20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77" name="Google Shape;1777;p84"/>
          <p:cNvSpPr txBox="1"/>
          <p:nvPr/>
        </p:nvSpPr>
        <p:spPr>
          <a:xfrm>
            <a:off x="3788250" y="3443800"/>
            <a:ext cx="288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15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78" name="Google Shape;1778;p84"/>
          <p:cNvSpPr txBox="1"/>
          <p:nvPr/>
        </p:nvSpPr>
        <p:spPr>
          <a:xfrm>
            <a:off x="1742575" y="4084482"/>
            <a:ext cx="445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79" name="Google Shape;1779;p84"/>
          <p:cNvSpPr txBox="1"/>
          <p:nvPr/>
        </p:nvSpPr>
        <p:spPr>
          <a:xfrm>
            <a:off x="2234676" y="4084475"/>
            <a:ext cx="319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10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80" name="Google Shape;1780;p84"/>
          <p:cNvSpPr txBox="1"/>
          <p:nvPr/>
        </p:nvSpPr>
        <p:spPr>
          <a:xfrm>
            <a:off x="2764146" y="4084475"/>
            <a:ext cx="383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15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81" name="Google Shape;1781;p84"/>
          <p:cNvSpPr txBox="1"/>
          <p:nvPr/>
        </p:nvSpPr>
        <p:spPr>
          <a:xfrm>
            <a:off x="3245449" y="4084475"/>
            <a:ext cx="288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20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82" name="Google Shape;1782;p84"/>
          <p:cNvSpPr txBox="1"/>
          <p:nvPr/>
        </p:nvSpPr>
        <p:spPr>
          <a:xfrm>
            <a:off x="3768168" y="4084475"/>
            <a:ext cx="399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25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783" name="Google Shape;1783;p84"/>
          <p:cNvCxnSpPr/>
          <p:nvPr/>
        </p:nvCxnSpPr>
        <p:spPr>
          <a:xfrm rot="10800000">
            <a:off x="1540554" y="2492918"/>
            <a:ext cx="26505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84" name="Google Shape;1784;p84"/>
          <p:cNvCxnSpPr/>
          <p:nvPr/>
        </p:nvCxnSpPr>
        <p:spPr>
          <a:xfrm flipH="1">
            <a:off x="1198836" y="2804654"/>
            <a:ext cx="0" cy="15948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85" name="Google Shape;1785;p84"/>
          <p:cNvSpPr/>
          <p:nvPr/>
        </p:nvSpPr>
        <p:spPr>
          <a:xfrm>
            <a:off x="7033589" y="1202050"/>
            <a:ext cx="1137000" cy="11370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86" name="Google Shape;1786;p84"/>
          <p:cNvSpPr/>
          <p:nvPr/>
        </p:nvSpPr>
        <p:spPr>
          <a:xfrm rot="8650032">
            <a:off x="7043563" y="1211989"/>
            <a:ext cx="1117143" cy="1117143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87" name="Google Shape;1787;p84"/>
          <p:cNvSpPr/>
          <p:nvPr/>
        </p:nvSpPr>
        <p:spPr>
          <a:xfrm rot="-8628989">
            <a:off x="7043740" y="1212288"/>
            <a:ext cx="1116920" cy="1116920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88" name="Google Shape;1788;p84"/>
          <p:cNvSpPr/>
          <p:nvPr/>
        </p:nvSpPr>
        <p:spPr>
          <a:xfrm rot="-4309960">
            <a:off x="7043661" y="1212128"/>
            <a:ext cx="1117087" cy="1117087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89" name="Google Shape;1789;p84"/>
          <p:cNvSpPr/>
          <p:nvPr/>
        </p:nvSpPr>
        <p:spPr>
          <a:xfrm>
            <a:off x="7043673" y="1212225"/>
            <a:ext cx="1116900" cy="1116900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90" name="Google Shape;1790;p84"/>
          <p:cNvSpPr txBox="1"/>
          <p:nvPr/>
        </p:nvSpPr>
        <p:spPr>
          <a:xfrm>
            <a:off x="7464878" y="1963565"/>
            <a:ext cx="422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1" name="Google Shape;1791;p84"/>
          <p:cNvSpPr/>
          <p:nvPr/>
        </p:nvSpPr>
        <p:spPr>
          <a:xfrm rot="4312880">
            <a:off x="7043530" y="1211895"/>
            <a:ext cx="1117092" cy="1117092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92" name="Google Shape;1792;p84"/>
          <p:cNvSpPr txBox="1"/>
          <p:nvPr/>
        </p:nvSpPr>
        <p:spPr>
          <a:xfrm>
            <a:off x="7211321" y="1246573"/>
            <a:ext cx="422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3" name="Google Shape;1793;p84"/>
          <p:cNvSpPr txBox="1"/>
          <p:nvPr/>
        </p:nvSpPr>
        <p:spPr>
          <a:xfrm>
            <a:off x="7703025" y="1246578"/>
            <a:ext cx="422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4" name="Google Shape;1794;p84"/>
          <p:cNvSpPr txBox="1"/>
          <p:nvPr/>
        </p:nvSpPr>
        <p:spPr>
          <a:xfrm>
            <a:off x="7824037" y="1684838"/>
            <a:ext cx="422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5" name="Google Shape;1795;p84"/>
          <p:cNvSpPr txBox="1"/>
          <p:nvPr/>
        </p:nvSpPr>
        <p:spPr>
          <a:xfrm>
            <a:off x="7050297" y="1663025"/>
            <a:ext cx="383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96" name="Google Shape;1796;p84"/>
          <p:cNvGrpSpPr/>
          <p:nvPr/>
        </p:nvGrpSpPr>
        <p:grpSpPr>
          <a:xfrm>
            <a:off x="7569445" y="1239516"/>
            <a:ext cx="62951" cy="547659"/>
            <a:chOff x="996050" y="213293"/>
            <a:chExt cx="93900" cy="909732"/>
          </a:xfrm>
        </p:grpSpPr>
        <p:cxnSp>
          <p:nvCxnSpPr>
            <p:cNvPr id="1797" name="Google Shape;1797;p84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798" name="Google Shape;1798;p84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799" name="Google Shape;1799;p84"/>
          <p:cNvSpPr txBox="1"/>
          <p:nvPr>
            <p:ph type="body" idx="1"/>
          </p:nvPr>
        </p:nvSpPr>
        <p:spPr>
          <a:xfrm>
            <a:off x="324000" y="1577475"/>
            <a:ext cx="5985000" cy="7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a) Complete the outcome table to show the possible products.</a:t>
            </a:r>
            <a:endParaRPr sz="1800"/>
          </a:p>
        </p:txBody>
      </p:sp>
      <p:sp>
        <p:nvSpPr>
          <p:cNvPr id="1800" name="Google Shape;1800;p84"/>
          <p:cNvSpPr txBox="1"/>
          <p:nvPr>
            <p:ph type="body" idx="1"/>
          </p:nvPr>
        </p:nvSpPr>
        <p:spPr>
          <a:xfrm>
            <a:off x="4439175" y="2568075"/>
            <a:ext cx="4380900" cy="7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b) Find P(square and factor of 36) </a:t>
            </a:r>
            <a:endParaRPr sz="1800"/>
          </a:p>
        </p:txBody>
      </p:sp>
      <p:sp>
        <p:nvSpPr>
          <p:cNvPr id="1801" name="Google Shape;1801;p84"/>
          <p:cNvSpPr txBox="1"/>
          <p:nvPr>
            <p:ph type="body" idx="1"/>
          </p:nvPr>
        </p:nvSpPr>
        <p:spPr>
          <a:xfrm>
            <a:off x="4439175" y="3634875"/>
            <a:ext cx="4380900" cy="7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c) Find P(even and less than 18) </a:t>
            </a:r>
            <a:endParaRPr sz="1800"/>
          </a:p>
        </p:txBody>
      </p:sp>
      <p:pic>
        <p:nvPicPr>
          <p:cNvPr id="1802" name="Google Shape;1802;p84" descr="&lt;math xmlns=&quot;http://www.w3.org/1998/Math/MathML&quot; display=&quot;block&quot; data-is-equatio=&quot;1&quot; data-latex=&quot;\frac{5}{25}&quot;&gt;&lt;mfrac&gt;&lt;mn&gt;5&lt;/mn&gt;&lt;mn&gt;25&lt;/mn&gt;&lt;/mfrac&gt;&lt;/math&gt;" title="5 over 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1159" y="2967825"/>
            <a:ext cx="248400" cy="459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3" name="Google Shape;1803;p84" descr="&lt;math xmlns=&quot;http://www.w3.org/1998/Math/MathML&quot; display=&quot;block&quot; data-is-equatio=&quot;1&quot; data-latex=&quot;\frac{1}{5}&quot;&gt;&lt;mfrac&gt;&lt;mn&gt;1&lt;/mn&gt;&lt;mn&gt;5&lt;/mn&gt;&lt;/mfrac&gt;&lt;/math&gt;" title="one fif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2725" y="2968188"/>
            <a:ext cx="138397" cy="45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4" name="Google Shape;1804;p84"/>
          <p:cNvSpPr txBox="1"/>
          <p:nvPr>
            <p:ph type="body" idx="1"/>
          </p:nvPr>
        </p:nvSpPr>
        <p:spPr>
          <a:xfrm>
            <a:off x="4845625" y="3036613"/>
            <a:ext cx="50394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   =   = 0.2 = 20%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05" name="Google Shape;1805;p84"/>
          <p:cNvSpPr txBox="1"/>
          <p:nvPr>
            <p:ph type="body" idx="1"/>
          </p:nvPr>
        </p:nvSpPr>
        <p:spPr>
          <a:xfrm>
            <a:off x="4845625" y="4185638"/>
            <a:ext cx="50394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   = 0.56 = 56%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806" name="Google Shape;1806;p84" descr="&lt;math xmlns=&quot;http://www.w3.org/1998/Math/MathML&quot; display=&quot;block&quot; data-is-equatio=&quot;1&quot; data-latex=&quot;\frac{14}{25}&quot;&gt;&lt;mfrac&gt;&lt;mn&gt;14&lt;/mn&gt;&lt;mn&gt;25&lt;/mn&gt;&lt;/mfrac&gt;&lt;/math&gt;" title="14 over 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91613" y="4092188"/>
            <a:ext cx="248400" cy="4556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10" name="Shape 1810"/>
        <p:cNvGrpSpPr/>
        <p:nvPr/>
      </p:nvGrpSpPr>
      <p:grpSpPr>
        <a:xfrm>
          <a:off x="0" y="0"/>
          <a:ext cx="0" cy="0"/>
        </a:xfrm>
      </p:grpSpPr>
      <p:sp>
        <p:nvSpPr>
          <p:cNvPr id="1811" name="Google Shape;1811;p8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Theoretical probabilities</a:t>
            </a:r>
            <a:endParaRPr/>
          </a:p>
        </p:txBody>
      </p:sp>
      <p:sp>
        <p:nvSpPr>
          <p:cNvPr id="1812" name="Google Shape;1812;p85"/>
          <p:cNvSpPr txBox="1"/>
          <p:nvPr>
            <p:ph type="body" idx="1"/>
          </p:nvPr>
        </p:nvSpPr>
        <p:spPr>
          <a:xfrm>
            <a:off x="4743975" y="2956550"/>
            <a:ext cx="4064100" cy="41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a) Find P(spherical and has stitching) </a:t>
            </a:r>
            <a:endParaRPr sz="1800"/>
          </a:p>
        </p:txBody>
      </p:sp>
      <p:sp>
        <p:nvSpPr>
          <p:cNvPr id="1813" name="Google Shape;1813;p85"/>
          <p:cNvSpPr txBox="1"/>
          <p:nvPr>
            <p:ph type="body" idx="1"/>
          </p:nvPr>
        </p:nvSpPr>
        <p:spPr>
          <a:xfrm>
            <a:off x="324000" y="835500"/>
            <a:ext cx="8237700" cy="7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3) This two-way table shows the frequencies of some sports balls categorised by their shape and whether they have stitching on the surface.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e.g. an american football is not spherical but has stitching, whereas a golf ball is spherical but doesn’t have stitching.</a:t>
            </a:r>
            <a:endParaRPr sz="1800"/>
          </a:p>
        </p:txBody>
      </p:sp>
      <p:sp>
        <p:nvSpPr>
          <p:cNvPr id="1814" name="Google Shape;1814;p85"/>
          <p:cNvSpPr txBox="1"/>
          <p:nvPr>
            <p:ph type="body" idx="1"/>
          </p:nvPr>
        </p:nvSpPr>
        <p:spPr>
          <a:xfrm>
            <a:off x="4743975" y="3787275"/>
            <a:ext cx="4064100" cy="7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b) Find P(spherical and does not have stitching) </a:t>
            </a:r>
            <a:endParaRPr sz="1800"/>
          </a:p>
        </p:txBody>
      </p:sp>
      <p:pic>
        <p:nvPicPr>
          <p:cNvPr id="1815" name="Google Shape;1815;p85"/>
          <p:cNvPicPr preferRelativeResize="0"/>
          <p:nvPr/>
        </p:nvPicPr>
        <p:blipFill>
          <a:blip r:embed="rId3">
            <a:alphaModFix/>
          </a:blip>
          <a:srcRect b="9600"/>
          <a:stretch>
            <a:fillRect/>
          </a:stretch>
        </p:blipFill>
        <p:spPr>
          <a:xfrm rot="-1323600">
            <a:off x="7535725" y="1125112"/>
            <a:ext cx="1148884" cy="63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6" name="Google Shape;1816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43075" y="1498100"/>
            <a:ext cx="375216" cy="382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17" name="Google Shape;1817;p85"/>
          <p:cNvGrpSpPr/>
          <p:nvPr/>
        </p:nvGrpSpPr>
        <p:grpSpPr>
          <a:xfrm>
            <a:off x="449800" y="2511725"/>
            <a:ext cx="4056600" cy="2169000"/>
            <a:chOff x="5578375" y="933000"/>
            <a:chExt cx="4056600" cy="2169000"/>
          </a:xfrm>
        </p:grpSpPr>
        <p:cxnSp>
          <p:nvCxnSpPr>
            <p:cNvPr id="1818" name="Google Shape;1818;p85"/>
            <p:cNvCxnSpPr/>
            <p:nvPr/>
          </p:nvCxnSpPr>
          <p:spPr>
            <a:xfrm flipH="1">
              <a:off x="6689175" y="950623"/>
              <a:ext cx="0" cy="21486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19" name="Google Shape;1819;p85"/>
            <p:cNvCxnSpPr/>
            <p:nvPr/>
          </p:nvCxnSpPr>
          <p:spPr>
            <a:xfrm flipH="1">
              <a:off x="7816745" y="950623"/>
              <a:ext cx="0" cy="21486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20" name="Google Shape;1820;p85"/>
            <p:cNvCxnSpPr/>
            <p:nvPr/>
          </p:nvCxnSpPr>
          <p:spPr>
            <a:xfrm flipH="1">
              <a:off x="8970904" y="933000"/>
              <a:ext cx="0" cy="21690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21" name="Google Shape;1821;p85"/>
            <p:cNvCxnSpPr/>
            <p:nvPr/>
          </p:nvCxnSpPr>
          <p:spPr>
            <a:xfrm rot="10800000">
              <a:off x="5578538" y="1569800"/>
              <a:ext cx="40548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22" name="Google Shape;1822;p85"/>
            <p:cNvCxnSpPr/>
            <p:nvPr/>
          </p:nvCxnSpPr>
          <p:spPr>
            <a:xfrm rot="10800000">
              <a:off x="5578538" y="2069185"/>
              <a:ext cx="40548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23" name="Google Shape;1823;p85"/>
            <p:cNvCxnSpPr/>
            <p:nvPr/>
          </p:nvCxnSpPr>
          <p:spPr>
            <a:xfrm rot="10800000">
              <a:off x="5578375" y="2720925"/>
              <a:ext cx="40566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824" name="Google Shape;1824;p85"/>
          <p:cNvSpPr txBox="1"/>
          <p:nvPr/>
        </p:nvSpPr>
        <p:spPr>
          <a:xfrm>
            <a:off x="1618436" y="2817775"/>
            <a:ext cx="10590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spherical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5" name="Google Shape;1825;p85"/>
          <p:cNvSpPr txBox="1"/>
          <p:nvPr/>
        </p:nvSpPr>
        <p:spPr>
          <a:xfrm>
            <a:off x="2761504" y="2513225"/>
            <a:ext cx="10590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spherical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6" name="Google Shape;1826;p85"/>
          <p:cNvSpPr txBox="1"/>
          <p:nvPr/>
        </p:nvSpPr>
        <p:spPr>
          <a:xfrm>
            <a:off x="477225" y="3228600"/>
            <a:ext cx="9867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stitching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7" name="Google Shape;1827;p85"/>
          <p:cNvSpPr txBox="1"/>
          <p:nvPr/>
        </p:nvSpPr>
        <p:spPr>
          <a:xfrm>
            <a:off x="474903" y="3631050"/>
            <a:ext cx="10590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stitching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8" name="Google Shape;1828;p85"/>
          <p:cNvSpPr txBox="1"/>
          <p:nvPr/>
        </p:nvSpPr>
        <p:spPr>
          <a:xfrm>
            <a:off x="2050418" y="3246457"/>
            <a:ext cx="1668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9" name="Google Shape;1829;p85"/>
          <p:cNvSpPr txBox="1"/>
          <p:nvPr/>
        </p:nvSpPr>
        <p:spPr>
          <a:xfrm>
            <a:off x="3175368" y="3246457"/>
            <a:ext cx="1668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0" name="Google Shape;1830;p85"/>
          <p:cNvSpPr txBox="1"/>
          <p:nvPr/>
        </p:nvSpPr>
        <p:spPr>
          <a:xfrm>
            <a:off x="2050428" y="3809250"/>
            <a:ext cx="2562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1" name="Google Shape;1831;p85"/>
          <p:cNvSpPr txBox="1"/>
          <p:nvPr/>
        </p:nvSpPr>
        <p:spPr>
          <a:xfrm>
            <a:off x="3175368" y="3809250"/>
            <a:ext cx="1668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32" name="Google Shape;1832;p85"/>
          <p:cNvCxnSpPr/>
          <p:nvPr/>
        </p:nvCxnSpPr>
        <p:spPr>
          <a:xfrm rot="10800000">
            <a:off x="450050" y="4680650"/>
            <a:ext cx="40641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33" name="Google Shape;1833;p85"/>
          <p:cNvSpPr txBox="1"/>
          <p:nvPr/>
        </p:nvSpPr>
        <p:spPr>
          <a:xfrm>
            <a:off x="2034929" y="4338300"/>
            <a:ext cx="2562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4" name="Google Shape;1834;p85"/>
          <p:cNvSpPr txBox="1"/>
          <p:nvPr/>
        </p:nvSpPr>
        <p:spPr>
          <a:xfrm>
            <a:off x="4128681" y="3246457"/>
            <a:ext cx="1668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5" name="Google Shape;1835;p85"/>
          <p:cNvSpPr txBox="1"/>
          <p:nvPr/>
        </p:nvSpPr>
        <p:spPr>
          <a:xfrm>
            <a:off x="4050978" y="3832561"/>
            <a:ext cx="2562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6" name="Google Shape;1836;p85"/>
          <p:cNvSpPr txBox="1"/>
          <p:nvPr/>
        </p:nvSpPr>
        <p:spPr>
          <a:xfrm>
            <a:off x="3175368" y="4338300"/>
            <a:ext cx="1668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7" name="Google Shape;1837;p85"/>
          <p:cNvSpPr txBox="1"/>
          <p:nvPr/>
        </p:nvSpPr>
        <p:spPr>
          <a:xfrm>
            <a:off x="4050974" y="4338300"/>
            <a:ext cx="2562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8" name="Google Shape;1838;p85"/>
          <p:cNvSpPr txBox="1"/>
          <p:nvPr/>
        </p:nvSpPr>
        <p:spPr>
          <a:xfrm>
            <a:off x="3932573" y="2815300"/>
            <a:ext cx="5694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total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9" name="Google Shape;1839;p85"/>
          <p:cNvSpPr txBox="1"/>
          <p:nvPr/>
        </p:nvSpPr>
        <p:spPr>
          <a:xfrm>
            <a:off x="860695" y="4338295"/>
            <a:ext cx="852300" cy="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total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40" name="Google Shape;1840;p85"/>
          <p:cNvCxnSpPr/>
          <p:nvPr/>
        </p:nvCxnSpPr>
        <p:spPr>
          <a:xfrm flipH="1">
            <a:off x="4494050" y="2506625"/>
            <a:ext cx="0" cy="21792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41" name="Google Shape;1841;p85"/>
          <p:cNvSpPr txBox="1"/>
          <p:nvPr>
            <p:ph type="body" idx="1"/>
          </p:nvPr>
        </p:nvSpPr>
        <p:spPr>
          <a:xfrm>
            <a:off x="4743975" y="2568075"/>
            <a:ext cx="3674400" cy="30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 ball is selected at random.</a:t>
            </a:r>
            <a:endParaRPr sz="1800"/>
          </a:p>
        </p:txBody>
      </p:sp>
      <p:pic>
        <p:nvPicPr>
          <p:cNvPr id="1842" name="Google Shape;1842;p85" descr="&lt;math xmlns=&quot;http://www.w3.org/1998/Math/MathML&quot; display=&quot;block&quot; data-is-equatio=&quot;1&quot; data-latex=&quot;\frac{4}{18}&quot;&gt;&lt;mfrac&gt;&lt;mn&gt;4&lt;/mn&gt;&lt;mn&gt;18&lt;/mn&gt;&lt;/mfrac&gt;&lt;/math&gt;" title="4 over 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54799" y="3246450"/>
            <a:ext cx="256200" cy="471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3" name="Google Shape;1843;p85" descr="&lt;math xmlns=&quot;http://www.w3.org/1998/Math/MathML&quot; display=&quot;block&quot; data-is-equatio=&quot;1&quot; data-latex=&quot;\frac{11}{18}&quot;&gt;&lt;mfrac&gt;&lt;mn&gt;11&lt;/mn&gt;&lt;mn&gt;18&lt;/mn&gt;&lt;/mfrac&gt;&lt;/math&gt;" title="11 over 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64888" y="4138850"/>
            <a:ext cx="254423" cy="4684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47" name="Shape 1847"/>
        <p:cNvGrpSpPr/>
        <p:nvPr/>
      </p:nvGrpSpPr>
      <p:grpSpPr>
        <a:xfrm>
          <a:off x="0" y="0"/>
          <a:ext cx="0" cy="0"/>
        </a:xfrm>
      </p:grpSpPr>
      <p:sp>
        <p:nvSpPr>
          <p:cNvPr id="1848" name="Google Shape;1848;p86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Theoretical probabilities</a:t>
            </a:r>
            <a:endParaRPr/>
          </a:p>
        </p:txBody>
      </p:sp>
      <p:sp>
        <p:nvSpPr>
          <p:cNvPr id="1849" name="Google Shape;1849;p86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Probabilities for combined events</a:t>
            </a:r>
            <a:endParaRPr/>
          </a:p>
        </p:txBody>
      </p:sp>
      <p:sp>
        <p:nvSpPr>
          <p:cNvPr id="1850" name="Google Shape;1850;p86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Calculating theoretical probabilities from two-way tables (two events)</a:t>
            </a:r>
            <a:endParaRPr/>
          </a:p>
        </p:txBody>
      </p:sp>
      <p:pic>
        <p:nvPicPr>
          <p:cNvPr id="1851" name="Google Shape;1851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397" y="2996139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55" name="Shape 1855"/>
        <p:cNvGrpSpPr/>
        <p:nvPr/>
      </p:nvGrpSpPr>
      <p:grpSpPr>
        <a:xfrm>
          <a:off x="0" y="0"/>
          <a:ext cx="0" cy="0"/>
        </a:xfrm>
      </p:grpSpPr>
      <p:sp>
        <p:nvSpPr>
          <p:cNvPr id="1856" name="Google Shape;1856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Probabilities for combined events</a:t>
            </a:r>
            <a:endParaRPr/>
          </a:p>
        </p:txBody>
      </p:sp>
      <p:sp>
        <p:nvSpPr>
          <p:cNvPr id="1857" name="Google Shape;1857;p87"/>
          <p:cNvSpPr txBox="1"/>
          <p:nvPr>
            <p:ph type="body" idx="1"/>
          </p:nvPr>
        </p:nvSpPr>
        <p:spPr>
          <a:xfrm>
            <a:off x="324000" y="683100"/>
            <a:ext cx="3472200" cy="39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spinner is spun once.</a:t>
            </a:r>
            <a:endParaRPr sz="2000"/>
          </a:p>
        </p:txBody>
      </p:sp>
      <p:cxnSp>
        <p:nvCxnSpPr>
          <p:cNvPr id="1858" name="Google Shape;1858;p87"/>
          <p:cNvCxnSpPr/>
          <p:nvPr/>
        </p:nvCxnSpPr>
        <p:spPr>
          <a:xfrm flipH="1">
            <a:off x="6229325" y="892674"/>
            <a:ext cx="0" cy="19350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59" name="Google Shape;1859;p87"/>
          <p:cNvCxnSpPr/>
          <p:nvPr/>
        </p:nvCxnSpPr>
        <p:spPr>
          <a:xfrm flipH="1">
            <a:off x="7426980" y="892674"/>
            <a:ext cx="0" cy="19350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60" name="Google Shape;1860;p87"/>
          <p:cNvCxnSpPr/>
          <p:nvPr/>
        </p:nvCxnSpPr>
        <p:spPr>
          <a:xfrm rot="10800000">
            <a:off x="5092000" y="1728014"/>
            <a:ext cx="35394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61" name="Google Shape;1861;p87"/>
          <p:cNvCxnSpPr/>
          <p:nvPr/>
        </p:nvCxnSpPr>
        <p:spPr>
          <a:xfrm rot="10800000">
            <a:off x="5092000" y="2286465"/>
            <a:ext cx="35394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62" name="Google Shape;1862;p87"/>
          <p:cNvCxnSpPr/>
          <p:nvPr/>
        </p:nvCxnSpPr>
        <p:spPr>
          <a:xfrm rot="10800000">
            <a:off x="5092000" y="2827706"/>
            <a:ext cx="35394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63" name="Google Shape;1863;p87"/>
          <p:cNvSpPr txBox="1"/>
          <p:nvPr/>
        </p:nvSpPr>
        <p:spPr>
          <a:xfrm>
            <a:off x="6404550" y="1017124"/>
            <a:ext cx="901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factor of 10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4" name="Google Shape;1864;p87"/>
          <p:cNvSpPr txBox="1"/>
          <p:nvPr/>
        </p:nvSpPr>
        <p:spPr>
          <a:xfrm>
            <a:off x="7548648" y="766625"/>
            <a:ext cx="901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a factor of 10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5" name="Google Shape;1865;p87"/>
          <p:cNvSpPr txBox="1"/>
          <p:nvPr/>
        </p:nvSpPr>
        <p:spPr>
          <a:xfrm>
            <a:off x="5335474" y="1788591"/>
            <a:ext cx="1030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even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6" name="Google Shape;1866;p87"/>
          <p:cNvSpPr txBox="1"/>
          <p:nvPr/>
        </p:nvSpPr>
        <p:spPr>
          <a:xfrm>
            <a:off x="5326432" y="2386646"/>
            <a:ext cx="1339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odd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7" name="Google Shape;1867;p87"/>
          <p:cNvSpPr txBox="1"/>
          <p:nvPr/>
        </p:nvSpPr>
        <p:spPr>
          <a:xfrm flipH="1">
            <a:off x="7077818" y="2419100"/>
            <a:ext cx="233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8" name="Google Shape;1868;p87"/>
          <p:cNvSpPr txBox="1"/>
          <p:nvPr/>
        </p:nvSpPr>
        <p:spPr>
          <a:xfrm>
            <a:off x="7969000" y="2374079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9" name="Google Shape;1869;p87"/>
          <p:cNvSpPr txBox="1"/>
          <p:nvPr/>
        </p:nvSpPr>
        <p:spPr>
          <a:xfrm>
            <a:off x="6445000" y="1831070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0" name="Google Shape;1870;p87"/>
          <p:cNvSpPr txBox="1"/>
          <p:nvPr/>
        </p:nvSpPr>
        <p:spPr>
          <a:xfrm>
            <a:off x="6492225" y="2334022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1" name="Google Shape;1871;p87"/>
          <p:cNvSpPr txBox="1"/>
          <p:nvPr/>
        </p:nvSpPr>
        <p:spPr>
          <a:xfrm>
            <a:off x="7969000" y="1831070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72" name="Google Shape;1872;p87"/>
          <p:cNvGrpSpPr/>
          <p:nvPr/>
        </p:nvGrpSpPr>
        <p:grpSpPr>
          <a:xfrm>
            <a:off x="230360" y="851858"/>
            <a:ext cx="2278069" cy="2278069"/>
            <a:chOff x="6440626" y="456693"/>
            <a:chExt cx="2328600" cy="2328600"/>
          </a:xfrm>
        </p:grpSpPr>
        <p:sp>
          <p:nvSpPr>
            <p:cNvPr id="1873" name="Google Shape;1873;p87"/>
            <p:cNvSpPr/>
            <p:nvPr/>
          </p:nvSpPr>
          <p:spPr>
            <a:xfrm>
              <a:off x="6756800" y="772850"/>
              <a:ext cx="1695900" cy="1695900"/>
            </a:xfrm>
            <a:prstGeom prst="ellips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74" name="Google Shape;1874;p87"/>
            <p:cNvSpPr/>
            <p:nvPr/>
          </p:nvSpPr>
          <p:spPr>
            <a:xfrm rot="8649824">
              <a:off x="6771695" y="787761"/>
              <a:ext cx="1666351" cy="1666351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037B7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75" name="Google Shape;1875;p87"/>
            <p:cNvSpPr/>
            <p:nvPr/>
          </p:nvSpPr>
          <p:spPr>
            <a:xfrm rot="-8629029">
              <a:off x="6771796" y="787863"/>
              <a:ext cx="1666260" cy="1666260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D02AA7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76" name="Google Shape;1876;p87"/>
            <p:cNvSpPr/>
            <p:nvPr/>
          </p:nvSpPr>
          <p:spPr>
            <a:xfrm rot="-4309758">
              <a:off x="6771841" y="788027"/>
              <a:ext cx="1666190" cy="1666190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374CF1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77" name="Google Shape;1877;p87"/>
            <p:cNvSpPr/>
            <p:nvPr/>
          </p:nvSpPr>
          <p:spPr>
            <a:xfrm>
              <a:off x="6771841" y="788027"/>
              <a:ext cx="1666200" cy="1666200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BEF2B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78" name="Google Shape;1878;p87"/>
            <p:cNvSpPr txBox="1"/>
            <p:nvPr/>
          </p:nvSpPr>
          <p:spPr>
            <a:xfrm>
              <a:off x="7458075" y="1943525"/>
              <a:ext cx="630000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79" name="Google Shape;1879;p87"/>
            <p:cNvSpPr/>
            <p:nvPr/>
          </p:nvSpPr>
          <p:spPr>
            <a:xfrm rot="4312496">
              <a:off x="6771674" y="787606"/>
              <a:ext cx="1666387" cy="1666387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845AD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80" name="Google Shape;1880;p87"/>
            <p:cNvSpPr txBox="1"/>
            <p:nvPr/>
          </p:nvSpPr>
          <p:spPr>
            <a:xfrm>
              <a:off x="7135575" y="952925"/>
              <a:ext cx="630000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81" name="Google Shape;1881;p87"/>
            <p:cNvSpPr txBox="1"/>
            <p:nvPr/>
          </p:nvSpPr>
          <p:spPr>
            <a:xfrm>
              <a:off x="7790126" y="952932"/>
              <a:ext cx="630000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82" name="Google Shape;1882;p87"/>
            <p:cNvSpPr txBox="1"/>
            <p:nvPr/>
          </p:nvSpPr>
          <p:spPr>
            <a:xfrm>
              <a:off x="7866326" y="1562532"/>
              <a:ext cx="630000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83" name="Google Shape;1883;p87"/>
            <p:cNvSpPr txBox="1"/>
            <p:nvPr/>
          </p:nvSpPr>
          <p:spPr>
            <a:xfrm>
              <a:off x="6906975" y="1562532"/>
              <a:ext cx="571500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884" name="Google Shape;1884;p87"/>
            <p:cNvGrpSpPr/>
            <p:nvPr/>
          </p:nvGrpSpPr>
          <p:grpSpPr>
            <a:xfrm>
              <a:off x="7556109" y="828742"/>
              <a:ext cx="93900" cy="816939"/>
              <a:chOff x="996050" y="213293"/>
              <a:chExt cx="93900" cy="909732"/>
            </a:xfrm>
          </p:grpSpPr>
          <p:cxnSp>
            <p:nvCxnSpPr>
              <p:cNvPr id="1885" name="Google Shape;1885;p87"/>
              <p:cNvCxnSpPr/>
              <p:nvPr/>
            </p:nvCxnSpPr>
            <p:spPr>
              <a:xfrm rot="10800000" flipH="1">
                <a:off x="1046672" y="213293"/>
                <a:ext cx="0" cy="8514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1886" name="Google Shape;1886;p87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1887" name="Google Shape;1887;p87"/>
          <p:cNvCxnSpPr/>
          <p:nvPr/>
        </p:nvCxnSpPr>
        <p:spPr>
          <a:xfrm flipH="1">
            <a:off x="8615775" y="892674"/>
            <a:ext cx="0" cy="19350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88" name="Google Shape;1888;p87"/>
          <p:cNvSpPr txBox="1"/>
          <p:nvPr>
            <p:ph type="body" idx="1"/>
          </p:nvPr>
        </p:nvSpPr>
        <p:spPr>
          <a:xfrm>
            <a:off x="345450" y="3164950"/>
            <a:ext cx="7464000" cy="39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What is the probability that the outcome is </a:t>
            </a:r>
            <a:r>
              <a:rPr lang="en-GB" sz="2000">
                <a:solidFill>
                  <a:schemeClr val="accent5"/>
                </a:solidFill>
              </a:rPr>
              <a:t>even</a:t>
            </a:r>
            <a:r>
              <a:rPr lang="en-GB" sz="2000"/>
              <a:t> or</a:t>
            </a:r>
            <a:r>
              <a:rPr lang="en-GB" sz="2000">
                <a:solidFill>
                  <a:schemeClr val="accent5"/>
                </a:solidFill>
              </a:rPr>
              <a:t> odd</a:t>
            </a:r>
            <a:r>
              <a:rPr lang="en-GB" sz="2000"/>
              <a:t>?</a:t>
            </a:r>
            <a:endParaRPr sz="2000"/>
          </a:p>
        </p:txBody>
      </p:sp>
      <p:sp>
        <p:nvSpPr>
          <p:cNvPr id="1889" name="Google Shape;1889;p87"/>
          <p:cNvSpPr/>
          <p:nvPr/>
        </p:nvSpPr>
        <p:spPr>
          <a:xfrm>
            <a:off x="6280875" y="1767625"/>
            <a:ext cx="2278200" cy="4716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0" name="Google Shape;1890;p87"/>
          <p:cNvSpPr/>
          <p:nvPr/>
        </p:nvSpPr>
        <p:spPr>
          <a:xfrm>
            <a:off x="6283450" y="2321288"/>
            <a:ext cx="2278200" cy="4716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91" name="Google Shape;1891;p87" descr="&lt;math xmlns=&quot;http://www.w3.org/1998/Math/MathML&quot; display=&quot;block&quot; data-is-equatio=&quot;1&quot; data-latex=&quot;\frac{5}{5}=1&quot;&gt;&lt;mfrac&gt;&lt;mn&gt;5&lt;/mn&gt;&lt;mn&gt;5&lt;/mn&gt;&lt;/mfrac&gt;&lt;mo&gt;=&lt;/mo&gt;&lt;mn&gt;1&lt;/mn&gt;&lt;/math&gt;" title="five fifths equals 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3200" y="3571513"/>
            <a:ext cx="648500" cy="5693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95" name="Shape 1895"/>
        <p:cNvGrpSpPr/>
        <p:nvPr/>
      </p:nvGrpSpPr>
      <p:grpSpPr>
        <a:xfrm>
          <a:off x="0" y="0"/>
          <a:ext cx="0" cy="0"/>
        </a:xfrm>
      </p:grpSpPr>
      <p:sp>
        <p:nvSpPr>
          <p:cNvPr id="1896" name="Google Shape;1896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Probabilities for combined events</a:t>
            </a:r>
            <a:endParaRPr/>
          </a:p>
        </p:txBody>
      </p:sp>
      <p:sp>
        <p:nvSpPr>
          <p:cNvPr id="1897" name="Google Shape;1897;p88"/>
          <p:cNvSpPr txBox="1"/>
          <p:nvPr>
            <p:ph type="body" idx="1"/>
          </p:nvPr>
        </p:nvSpPr>
        <p:spPr>
          <a:xfrm>
            <a:off x="324000" y="683100"/>
            <a:ext cx="3472200" cy="39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spinner is spun once.</a:t>
            </a:r>
            <a:endParaRPr sz="2000"/>
          </a:p>
        </p:txBody>
      </p:sp>
      <p:cxnSp>
        <p:nvCxnSpPr>
          <p:cNvPr id="1898" name="Google Shape;1898;p88"/>
          <p:cNvCxnSpPr/>
          <p:nvPr/>
        </p:nvCxnSpPr>
        <p:spPr>
          <a:xfrm flipH="1">
            <a:off x="6229325" y="892674"/>
            <a:ext cx="0" cy="19350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99" name="Google Shape;1899;p88"/>
          <p:cNvCxnSpPr/>
          <p:nvPr/>
        </p:nvCxnSpPr>
        <p:spPr>
          <a:xfrm flipH="1">
            <a:off x="7426980" y="892674"/>
            <a:ext cx="0" cy="19350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00" name="Google Shape;1900;p88"/>
          <p:cNvCxnSpPr/>
          <p:nvPr/>
        </p:nvCxnSpPr>
        <p:spPr>
          <a:xfrm rot="10800000">
            <a:off x="5092000" y="1728014"/>
            <a:ext cx="35394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01" name="Google Shape;1901;p88"/>
          <p:cNvCxnSpPr/>
          <p:nvPr/>
        </p:nvCxnSpPr>
        <p:spPr>
          <a:xfrm rot="10800000">
            <a:off x="5092000" y="2286465"/>
            <a:ext cx="35394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02" name="Google Shape;1902;p88"/>
          <p:cNvCxnSpPr/>
          <p:nvPr/>
        </p:nvCxnSpPr>
        <p:spPr>
          <a:xfrm rot="10800000">
            <a:off x="5092000" y="2827706"/>
            <a:ext cx="35394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03" name="Google Shape;1903;p88"/>
          <p:cNvSpPr txBox="1"/>
          <p:nvPr/>
        </p:nvSpPr>
        <p:spPr>
          <a:xfrm>
            <a:off x="6404550" y="1017124"/>
            <a:ext cx="901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factor of 10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4" name="Google Shape;1904;p88"/>
          <p:cNvSpPr txBox="1"/>
          <p:nvPr/>
        </p:nvSpPr>
        <p:spPr>
          <a:xfrm>
            <a:off x="7548648" y="766625"/>
            <a:ext cx="901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a factor of 10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5" name="Google Shape;1905;p88"/>
          <p:cNvSpPr txBox="1"/>
          <p:nvPr/>
        </p:nvSpPr>
        <p:spPr>
          <a:xfrm>
            <a:off x="5335474" y="1788591"/>
            <a:ext cx="1030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even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6" name="Google Shape;1906;p88"/>
          <p:cNvSpPr txBox="1"/>
          <p:nvPr/>
        </p:nvSpPr>
        <p:spPr>
          <a:xfrm>
            <a:off x="5326432" y="2386646"/>
            <a:ext cx="1339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odd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7" name="Google Shape;1907;p88"/>
          <p:cNvSpPr txBox="1"/>
          <p:nvPr/>
        </p:nvSpPr>
        <p:spPr>
          <a:xfrm flipH="1">
            <a:off x="7077818" y="2419100"/>
            <a:ext cx="233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8" name="Google Shape;1908;p88"/>
          <p:cNvSpPr txBox="1"/>
          <p:nvPr/>
        </p:nvSpPr>
        <p:spPr>
          <a:xfrm>
            <a:off x="7969000" y="2374079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9" name="Google Shape;1909;p88"/>
          <p:cNvSpPr txBox="1"/>
          <p:nvPr/>
        </p:nvSpPr>
        <p:spPr>
          <a:xfrm>
            <a:off x="6445000" y="1831070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0" name="Google Shape;1910;p88"/>
          <p:cNvSpPr txBox="1"/>
          <p:nvPr/>
        </p:nvSpPr>
        <p:spPr>
          <a:xfrm>
            <a:off x="6492225" y="2334022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1" name="Google Shape;1911;p88"/>
          <p:cNvSpPr txBox="1"/>
          <p:nvPr/>
        </p:nvSpPr>
        <p:spPr>
          <a:xfrm>
            <a:off x="7969000" y="1831070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12" name="Google Shape;1912;p88"/>
          <p:cNvGrpSpPr/>
          <p:nvPr/>
        </p:nvGrpSpPr>
        <p:grpSpPr>
          <a:xfrm>
            <a:off x="230360" y="851858"/>
            <a:ext cx="2278069" cy="2278069"/>
            <a:chOff x="6440626" y="456693"/>
            <a:chExt cx="2328600" cy="2328600"/>
          </a:xfrm>
        </p:grpSpPr>
        <p:sp>
          <p:nvSpPr>
            <p:cNvPr id="1913" name="Google Shape;1913;p88"/>
            <p:cNvSpPr/>
            <p:nvPr/>
          </p:nvSpPr>
          <p:spPr>
            <a:xfrm>
              <a:off x="6756800" y="772850"/>
              <a:ext cx="1695900" cy="1695900"/>
            </a:xfrm>
            <a:prstGeom prst="ellips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14" name="Google Shape;1914;p88"/>
            <p:cNvSpPr/>
            <p:nvPr/>
          </p:nvSpPr>
          <p:spPr>
            <a:xfrm rot="8649824">
              <a:off x="6771695" y="787761"/>
              <a:ext cx="1666351" cy="1666351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037B7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15" name="Google Shape;1915;p88"/>
            <p:cNvSpPr/>
            <p:nvPr/>
          </p:nvSpPr>
          <p:spPr>
            <a:xfrm rot="-8629029">
              <a:off x="6771796" y="787863"/>
              <a:ext cx="1666260" cy="1666260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D02AA7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16" name="Google Shape;1916;p88"/>
            <p:cNvSpPr/>
            <p:nvPr/>
          </p:nvSpPr>
          <p:spPr>
            <a:xfrm rot="-4309758">
              <a:off x="6771841" y="788027"/>
              <a:ext cx="1666190" cy="1666190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374CF1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17" name="Google Shape;1917;p88"/>
            <p:cNvSpPr/>
            <p:nvPr/>
          </p:nvSpPr>
          <p:spPr>
            <a:xfrm>
              <a:off x="6771841" y="788027"/>
              <a:ext cx="1666200" cy="1666200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BEF2B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18" name="Google Shape;1918;p88"/>
            <p:cNvSpPr txBox="1"/>
            <p:nvPr/>
          </p:nvSpPr>
          <p:spPr>
            <a:xfrm>
              <a:off x="7458075" y="1943525"/>
              <a:ext cx="630000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19" name="Google Shape;1919;p88"/>
            <p:cNvSpPr/>
            <p:nvPr/>
          </p:nvSpPr>
          <p:spPr>
            <a:xfrm rot="4312496">
              <a:off x="6771674" y="787606"/>
              <a:ext cx="1666387" cy="1666387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845AD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20" name="Google Shape;1920;p88"/>
            <p:cNvSpPr txBox="1"/>
            <p:nvPr/>
          </p:nvSpPr>
          <p:spPr>
            <a:xfrm>
              <a:off x="7135575" y="952925"/>
              <a:ext cx="630000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21" name="Google Shape;1921;p88"/>
            <p:cNvSpPr txBox="1"/>
            <p:nvPr/>
          </p:nvSpPr>
          <p:spPr>
            <a:xfrm>
              <a:off x="7790126" y="952932"/>
              <a:ext cx="630000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22" name="Google Shape;1922;p88"/>
            <p:cNvSpPr txBox="1"/>
            <p:nvPr/>
          </p:nvSpPr>
          <p:spPr>
            <a:xfrm>
              <a:off x="7866326" y="1562532"/>
              <a:ext cx="630000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23" name="Google Shape;1923;p88"/>
            <p:cNvSpPr txBox="1"/>
            <p:nvPr/>
          </p:nvSpPr>
          <p:spPr>
            <a:xfrm>
              <a:off x="6906975" y="1562532"/>
              <a:ext cx="571500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924" name="Google Shape;1924;p88"/>
            <p:cNvGrpSpPr/>
            <p:nvPr/>
          </p:nvGrpSpPr>
          <p:grpSpPr>
            <a:xfrm>
              <a:off x="7556109" y="828742"/>
              <a:ext cx="93900" cy="816939"/>
              <a:chOff x="996050" y="213293"/>
              <a:chExt cx="93900" cy="909732"/>
            </a:xfrm>
          </p:grpSpPr>
          <p:cxnSp>
            <p:nvCxnSpPr>
              <p:cNvPr id="1925" name="Google Shape;1925;p88"/>
              <p:cNvCxnSpPr/>
              <p:nvPr/>
            </p:nvCxnSpPr>
            <p:spPr>
              <a:xfrm rot="10800000" flipH="1">
                <a:off x="1046672" y="213293"/>
                <a:ext cx="0" cy="8514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1926" name="Google Shape;1926;p88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1927" name="Google Shape;1927;p88"/>
          <p:cNvCxnSpPr/>
          <p:nvPr/>
        </p:nvCxnSpPr>
        <p:spPr>
          <a:xfrm flipH="1">
            <a:off x="8615775" y="892674"/>
            <a:ext cx="0" cy="19350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28" name="Google Shape;1928;p88"/>
          <p:cNvSpPr txBox="1"/>
          <p:nvPr>
            <p:ph type="body" idx="1"/>
          </p:nvPr>
        </p:nvSpPr>
        <p:spPr>
          <a:xfrm>
            <a:off x="345450" y="3164950"/>
            <a:ext cx="8474700" cy="39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What is the probability that the outcome is </a:t>
            </a:r>
            <a:r>
              <a:rPr lang="en-GB" sz="2000">
                <a:solidFill>
                  <a:schemeClr val="accent5"/>
                </a:solidFill>
              </a:rPr>
              <a:t>even and a factor of 10</a:t>
            </a:r>
            <a:r>
              <a:rPr lang="en-GB" sz="2000"/>
              <a:t> or</a:t>
            </a:r>
            <a:r>
              <a:rPr lang="en-GB" sz="2000">
                <a:solidFill>
                  <a:schemeClr val="accent5"/>
                </a:solidFill>
              </a:rPr>
              <a:t> odd and not a factor of 10</a:t>
            </a:r>
            <a:r>
              <a:rPr lang="en-GB" sz="2000"/>
              <a:t>?</a:t>
            </a:r>
            <a:endParaRPr sz="2000"/>
          </a:p>
        </p:txBody>
      </p:sp>
      <p:sp>
        <p:nvSpPr>
          <p:cNvPr id="1929" name="Google Shape;1929;p88"/>
          <p:cNvSpPr/>
          <p:nvPr/>
        </p:nvSpPr>
        <p:spPr>
          <a:xfrm>
            <a:off x="6280875" y="1767625"/>
            <a:ext cx="1105200" cy="4716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0" name="Google Shape;1930;p88"/>
          <p:cNvSpPr/>
          <p:nvPr/>
        </p:nvSpPr>
        <p:spPr>
          <a:xfrm>
            <a:off x="7456450" y="2321300"/>
            <a:ext cx="1105200" cy="4716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31" name="Google Shape;1931;p88" descr="&lt;math xmlns=&quot;http://www.w3.org/1998/Math/MathML&quot; display=&quot;block&quot; data-is-equatio=&quot;1&quot; data-latex=&quot;\frac{2}{5}&quot;&gt;&lt;mfrac&gt;&lt;mn&gt;2&lt;/mn&gt;&lt;mn&gt;5&lt;/mn&gt;&lt;/mfrac&gt;&lt;/math&gt;" title="two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4740" y="3666950"/>
            <a:ext cx="174525" cy="57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35" name="Shape 1935"/>
        <p:cNvGrpSpPr/>
        <p:nvPr/>
      </p:nvGrpSpPr>
      <p:grpSpPr>
        <a:xfrm>
          <a:off x="0" y="0"/>
          <a:ext cx="0" cy="0"/>
        </a:xfrm>
      </p:grpSpPr>
      <p:sp>
        <p:nvSpPr>
          <p:cNvPr id="1936" name="Google Shape;1936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Probabilities for combined events</a:t>
            </a:r>
            <a:endParaRPr/>
          </a:p>
        </p:txBody>
      </p:sp>
      <p:sp>
        <p:nvSpPr>
          <p:cNvPr id="1937" name="Google Shape;1937;p89"/>
          <p:cNvSpPr txBox="1"/>
          <p:nvPr>
            <p:ph type="body" idx="1"/>
          </p:nvPr>
        </p:nvSpPr>
        <p:spPr>
          <a:xfrm>
            <a:off x="324000" y="683100"/>
            <a:ext cx="3472200" cy="39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spinner is spun once.</a:t>
            </a:r>
            <a:endParaRPr sz="2000"/>
          </a:p>
        </p:txBody>
      </p:sp>
      <p:cxnSp>
        <p:nvCxnSpPr>
          <p:cNvPr id="1938" name="Google Shape;1938;p89"/>
          <p:cNvCxnSpPr/>
          <p:nvPr/>
        </p:nvCxnSpPr>
        <p:spPr>
          <a:xfrm flipH="1">
            <a:off x="6229325" y="892674"/>
            <a:ext cx="0" cy="19350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39" name="Google Shape;1939;p89"/>
          <p:cNvCxnSpPr/>
          <p:nvPr/>
        </p:nvCxnSpPr>
        <p:spPr>
          <a:xfrm flipH="1">
            <a:off x="7426980" y="892674"/>
            <a:ext cx="0" cy="19350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40" name="Google Shape;1940;p89"/>
          <p:cNvCxnSpPr/>
          <p:nvPr/>
        </p:nvCxnSpPr>
        <p:spPr>
          <a:xfrm rot="10800000">
            <a:off x="5092000" y="1728014"/>
            <a:ext cx="35394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41" name="Google Shape;1941;p89"/>
          <p:cNvCxnSpPr/>
          <p:nvPr/>
        </p:nvCxnSpPr>
        <p:spPr>
          <a:xfrm rot="10800000">
            <a:off x="5092000" y="2286465"/>
            <a:ext cx="35394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42" name="Google Shape;1942;p89"/>
          <p:cNvCxnSpPr/>
          <p:nvPr/>
        </p:nvCxnSpPr>
        <p:spPr>
          <a:xfrm rot="10800000">
            <a:off x="5092000" y="2827706"/>
            <a:ext cx="35394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43" name="Google Shape;1943;p89"/>
          <p:cNvSpPr txBox="1"/>
          <p:nvPr/>
        </p:nvSpPr>
        <p:spPr>
          <a:xfrm>
            <a:off x="6404550" y="1017124"/>
            <a:ext cx="901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factor of 10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4" name="Google Shape;1944;p89"/>
          <p:cNvSpPr txBox="1"/>
          <p:nvPr/>
        </p:nvSpPr>
        <p:spPr>
          <a:xfrm>
            <a:off x="7548648" y="766625"/>
            <a:ext cx="901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a factor of 10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5" name="Google Shape;1945;p89"/>
          <p:cNvSpPr txBox="1"/>
          <p:nvPr/>
        </p:nvSpPr>
        <p:spPr>
          <a:xfrm>
            <a:off x="5335474" y="1788591"/>
            <a:ext cx="1030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even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6" name="Google Shape;1946;p89"/>
          <p:cNvSpPr txBox="1"/>
          <p:nvPr/>
        </p:nvSpPr>
        <p:spPr>
          <a:xfrm>
            <a:off x="5326432" y="2386646"/>
            <a:ext cx="1339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odd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7" name="Google Shape;1947;p89"/>
          <p:cNvSpPr txBox="1"/>
          <p:nvPr/>
        </p:nvSpPr>
        <p:spPr>
          <a:xfrm flipH="1">
            <a:off x="7077818" y="2419100"/>
            <a:ext cx="233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8" name="Google Shape;1948;p89"/>
          <p:cNvSpPr txBox="1"/>
          <p:nvPr/>
        </p:nvSpPr>
        <p:spPr>
          <a:xfrm>
            <a:off x="7969000" y="2374079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9" name="Google Shape;1949;p89"/>
          <p:cNvSpPr txBox="1"/>
          <p:nvPr/>
        </p:nvSpPr>
        <p:spPr>
          <a:xfrm>
            <a:off x="6445000" y="1831070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0" name="Google Shape;1950;p89"/>
          <p:cNvSpPr txBox="1"/>
          <p:nvPr/>
        </p:nvSpPr>
        <p:spPr>
          <a:xfrm>
            <a:off x="6492225" y="2334022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1" name="Google Shape;1951;p89"/>
          <p:cNvSpPr txBox="1"/>
          <p:nvPr/>
        </p:nvSpPr>
        <p:spPr>
          <a:xfrm>
            <a:off x="7969000" y="1831070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52" name="Google Shape;1952;p89"/>
          <p:cNvGrpSpPr/>
          <p:nvPr/>
        </p:nvGrpSpPr>
        <p:grpSpPr>
          <a:xfrm>
            <a:off x="230360" y="851858"/>
            <a:ext cx="2278069" cy="2278069"/>
            <a:chOff x="6440626" y="456693"/>
            <a:chExt cx="2328600" cy="2328600"/>
          </a:xfrm>
        </p:grpSpPr>
        <p:sp>
          <p:nvSpPr>
            <p:cNvPr id="1953" name="Google Shape;1953;p89"/>
            <p:cNvSpPr/>
            <p:nvPr/>
          </p:nvSpPr>
          <p:spPr>
            <a:xfrm>
              <a:off x="6756800" y="772850"/>
              <a:ext cx="1695900" cy="1695900"/>
            </a:xfrm>
            <a:prstGeom prst="ellips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54" name="Google Shape;1954;p89"/>
            <p:cNvSpPr/>
            <p:nvPr/>
          </p:nvSpPr>
          <p:spPr>
            <a:xfrm rot="8649824">
              <a:off x="6771695" y="787761"/>
              <a:ext cx="1666351" cy="1666351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037B7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55" name="Google Shape;1955;p89"/>
            <p:cNvSpPr/>
            <p:nvPr/>
          </p:nvSpPr>
          <p:spPr>
            <a:xfrm rot="-8629029">
              <a:off x="6771796" y="787863"/>
              <a:ext cx="1666260" cy="1666260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D02AA7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56" name="Google Shape;1956;p89"/>
            <p:cNvSpPr/>
            <p:nvPr/>
          </p:nvSpPr>
          <p:spPr>
            <a:xfrm rot="-4309758">
              <a:off x="6771841" y="788027"/>
              <a:ext cx="1666190" cy="1666190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374CF1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57" name="Google Shape;1957;p89"/>
            <p:cNvSpPr/>
            <p:nvPr/>
          </p:nvSpPr>
          <p:spPr>
            <a:xfrm>
              <a:off x="6771841" y="788027"/>
              <a:ext cx="1666200" cy="1666200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BEF2B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58" name="Google Shape;1958;p89"/>
            <p:cNvSpPr txBox="1"/>
            <p:nvPr/>
          </p:nvSpPr>
          <p:spPr>
            <a:xfrm>
              <a:off x="7458075" y="1943525"/>
              <a:ext cx="630000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59" name="Google Shape;1959;p89"/>
            <p:cNvSpPr/>
            <p:nvPr/>
          </p:nvSpPr>
          <p:spPr>
            <a:xfrm rot="4312496">
              <a:off x="6771674" y="787606"/>
              <a:ext cx="1666387" cy="1666387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845AD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60" name="Google Shape;1960;p89"/>
            <p:cNvSpPr txBox="1"/>
            <p:nvPr/>
          </p:nvSpPr>
          <p:spPr>
            <a:xfrm>
              <a:off x="7135575" y="952925"/>
              <a:ext cx="630000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61" name="Google Shape;1961;p89"/>
            <p:cNvSpPr txBox="1"/>
            <p:nvPr/>
          </p:nvSpPr>
          <p:spPr>
            <a:xfrm>
              <a:off x="7790126" y="952932"/>
              <a:ext cx="630000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62" name="Google Shape;1962;p89"/>
            <p:cNvSpPr txBox="1"/>
            <p:nvPr/>
          </p:nvSpPr>
          <p:spPr>
            <a:xfrm>
              <a:off x="7866326" y="1562532"/>
              <a:ext cx="630000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63" name="Google Shape;1963;p89"/>
            <p:cNvSpPr txBox="1"/>
            <p:nvPr/>
          </p:nvSpPr>
          <p:spPr>
            <a:xfrm>
              <a:off x="6906975" y="1562532"/>
              <a:ext cx="571500" cy="44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964" name="Google Shape;1964;p89"/>
            <p:cNvGrpSpPr/>
            <p:nvPr/>
          </p:nvGrpSpPr>
          <p:grpSpPr>
            <a:xfrm>
              <a:off x="7556109" y="828742"/>
              <a:ext cx="93900" cy="816939"/>
              <a:chOff x="996050" y="213293"/>
              <a:chExt cx="93900" cy="909732"/>
            </a:xfrm>
          </p:grpSpPr>
          <p:cxnSp>
            <p:nvCxnSpPr>
              <p:cNvPr id="1965" name="Google Shape;1965;p89"/>
              <p:cNvCxnSpPr/>
              <p:nvPr/>
            </p:nvCxnSpPr>
            <p:spPr>
              <a:xfrm rot="10800000" flipH="1">
                <a:off x="1046672" y="213293"/>
                <a:ext cx="0" cy="8514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1966" name="Google Shape;1966;p89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1967" name="Google Shape;1967;p89"/>
          <p:cNvCxnSpPr/>
          <p:nvPr/>
        </p:nvCxnSpPr>
        <p:spPr>
          <a:xfrm flipH="1">
            <a:off x="8615775" y="892674"/>
            <a:ext cx="0" cy="19350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68" name="Google Shape;1968;p89"/>
          <p:cNvSpPr txBox="1"/>
          <p:nvPr>
            <p:ph type="body" idx="1"/>
          </p:nvPr>
        </p:nvSpPr>
        <p:spPr>
          <a:xfrm>
            <a:off x="345450" y="3164950"/>
            <a:ext cx="8474700" cy="39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What is the probability that the outcome is </a:t>
            </a:r>
            <a:r>
              <a:rPr lang="en-GB" sz="2000">
                <a:solidFill>
                  <a:schemeClr val="accent5"/>
                </a:solidFill>
              </a:rPr>
              <a:t>even and not a factor of 10</a:t>
            </a:r>
            <a:r>
              <a:rPr lang="en-GB" sz="2000"/>
              <a:t> or</a:t>
            </a:r>
            <a:r>
              <a:rPr lang="en-GB" sz="2000">
                <a:solidFill>
                  <a:schemeClr val="accent5"/>
                </a:solidFill>
              </a:rPr>
              <a:t> odd</a:t>
            </a:r>
            <a:r>
              <a:rPr lang="en-GB" sz="2000"/>
              <a:t>?</a:t>
            </a:r>
            <a:endParaRPr sz="2000"/>
          </a:p>
        </p:txBody>
      </p:sp>
      <p:sp>
        <p:nvSpPr>
          <p:cNvPr id="1969" name="Google Shape;1969;p89"/>
          <p:cNvSpPr/>
          <p:nvPr/>
        </p:nvSpPr>
        <p:spPr>
          <a:xfrm>
            <a:off x="7467341" y="1767625"/>
            <a:ext cx="1105200" cy="4716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0" name="Google Shape;1970;p89"/>
          <p:cNvSpPr/>
          <p:nvPr/>
        </p:nvSpPr>
        <p:spPr>
          <a:xfrm>
            <a:off x="6264044" y="2321300"/>
            <a:ext cx="2304900" cy="4716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71" name="Google Shape;1971;p89" descr="&lt;math xmlns=&quot;http://www.w3.org/1998/Math/MathML&quot; display=&quot;block&quot; data-is-equatio=&quot;1&quot; data-latex=&quot;\frac{4}{5}&quot;&gt;&lt;mfrac&gt;&lt;mn&gt;4&lt;/mn&gt;&lt;mn&gt;5&lt;/mn&gt;&lt;/mfrac&gt;&lt;/math&gt;" title="four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9325" y="3595075"/>
            <a:ext cx="175675" cy="5793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75" name="Shape 1975"/>
        <p:cNvGrpSpPr/>
        <p:nvPr/>
      </p:nvGrpSpPr>
      <p:grpSpPr>
        <a:xfrm>
          <a:off x="0" y="0"/>
          <a:ext cx="0" cy="0"/>
        </a:xfrm>
      </p:grpSpPr>
      <p:sp>
        <p:nvSpPr>
          <p:cNvPr id="1976" name="Google Shape;1976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Probabilities for combined events</a:t>
            </a:r>
            <a:endParaRPr/>
          </a:p>
        </p:txBody>
      </p:sp>
      <p:sp>
        <p:nvSpPr>
          <p:cNvPr id="1977" name="Google Shape;1977;p90"/>
          <p:cNvSpPr txBox="1"/>
          <p:nvPr>
            <p:ph type="body" idx="1"/>
          </p:nvPr>
        </p:nvSpPr>
        <p:spPr>
          <a:xfrm>
            <a:off x="324000" y="683100"/>
            <a:ext cx="3472200" cy="39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spinner is spun once.</a:t>
            </a:r>
            <a:endParaRPr sz="2000"/>
          </a:p>
        </p:txBody>
      </p:sp>
      <p:cxnSp>
        <p:nvCxnSpPr>
          <p:cNvPr id="1978" name="Google Shape;1978;p90"/>
          <p:cNvCxnSpPr/>
          <p:nvPr/>
        </p:nvCxnSpPr>
        <p:spPr>
          <a:xfrm flipH="1">
            <a:off x="6229325" y="892674"/>
            <a:ext cx="0" cy="19350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79" name="Google Shape;1979;p90"/>
          <p:cNvCxnSpPr/>
          <p:nvPr/>
        </p:nvCxnSpPr>
        <p:spPr>
          <a:xfrm flipH="1">
            <a:off x="7426980" y="892674"/>
            <a:ext cx="0" cy="19350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80" name="Google Shape;1980;p90"/>
          <p:cNvCxnSpPr/>
          <p:nvPr/>
        </p:nvCxnSpPr>
        <p:spPr>
          <a:xfrm rot="10800000">
            <a:off x="5092000" y="1728014"/>
            <a:ext cx="35394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81" name="Google Shape;1981;p90"/>
          <p:cNvCxnSpPr/>
          <p:nvPr/>
        </p:nvCxnSpPr>
        <p:spPr>
          <a:xfrm rot="10800000">
            <a:off x="5092000" y="2286465"/>
            <a:ext cx="35394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82" name="Google Shape;1982;p90"/>
          <p:cNvCxnSpPr/>
          <p:nvPr/>
        </p:nvCxnSpPr>
        <p:spPr>
          <a:xfrm rot="10800000">
            <a:off x="5092000" y="2827706"/>
            <a:ext cx="35394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83" name="Google Shape;1983;p90"/>
          <p:cNvSpPr txBox="1"/>
          <p:nvPr/>
        </p:nvSpPr>
        <p:spPr>
          <a:xfrm>
            <a:off x="6404550" y="1017124"/>
            <a:ext cx="901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factor of 8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4" name="Google Shape;1984;p90"/>
          <p:cNvSpPr txBox="1"/>
          <p:nvPr/>
        </p:nvSpPr>
        <p:spPr>
          <a:xfrm>
            <a:off x="7548648" y="766625"/>
            <a:ext cx="901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a factor of 8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5" name="Google Shape;1985;p90"/>
          <p:cNvSpPr txBox="1"/>
          <p:nvPr/>
        </p:nvSpPr>
        <p:spPr>
          <a:xfrm>
            <a:off x="5335474" y="1788591"/>
            <a:ext cx="1030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even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6" name="Google Shape;1986;p90"/>
          <p:cNvSpPr txBox="1"/>
          <p:nvPr/>
        </p:nvSpPr>
        <p:spPr>
          <a:xfrm>
            <a:off x="5326432" y="2386646"/>
            <a:ext cx="1339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odd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7" name="Google Shape;1987;p90"/>
          <p:cNvSpPr txBox="1"/>
          <p:nvPr/>
        </p:nvSpPr>
        <p:spPr>
          <a:xfrm flipH="1">
            <a:off x="6711293" y="2411800"/>
            <a:ext cx="233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8" name="Google Shape;1988;p90"/>
          <p:cNvSpPr txBox="1"/>
          <p:nvPr/>
        </p:nvSpPr>
        <p:spPr>
          <a:xfrm>
            <a:off x="7723725" y="2403179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9" name="Google Shape;1989;p90"/>
          <p:cNvSpPr txBox="1"/>
          <p:nvPr/>
        </p:nvSpPr>
        <p:spPr>
          <a:xfrm>
            <a:off x="6445000" y="1831070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0" name="Google Shape;1990;p90"/>
          <p:cNvSpPr txBox="1"/>
          <p:nvPr/>
        </p:nvSpPr>
        <p:spPr>
          <a:xfrm>
            <a:off x="8188325" y="240318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1" name="Google Shape;1991;p90"/>
          <p:cNvSpPr txBox="1"/>
          <p:nvPr/>
        </p:nvSpPr>
        <p:spPr>
          <a:xfrm>
            <a:off x="6882325" y="185334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92" name="Google Shape;1992;p90"/>
          <p:cNvCxnSpPr/>
          <p:nvPr/>
        </p:nvCxnSpPr>
        <p:spPr>
          <a:xfrm flipH="1">
            <a:off x="8615775" y="892674"/>
            <a:ext cx="0" cy="19350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93" name="Google Shape;1993;p90"/>
          <p:cNvSpPr txBox="1"/>
          <p:nvPr>
            <p:ph type="body" idx="1"/>
          </p:nvPr>
        </p:nvSpPr>
        <p:spPr>
          <a:xfrm>
            <a:off x="345450" y="3164950"/>
            <a:ext cx="8474700" cy="39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What is the probability that the outcome is </a:t>
            </a:r>
            <a:r>
              <a:rPr lang="en-GB" sz="2000">
                <a:solidFill>
                  <a:schemeClr val="accent5"/>
                </a:solidFill>
              </a:rPr>
              <a:t>odd and a factor of 8</a:t>
            </a:r>
            <a:r>
              <a:rPr lang="en-GB" sz="2000"/>
              <a:t> or</a:t>
            </a:r>
            <a:r>
              <a:rPr lang="en-GB" sz="2000">
                <a:solidFill>
                  <a:schemeClr val="accent5"/>
                </a:solidFill>
              </a:rPr>
              <a:t> even</a:t>
            </a:r>
            <a:r>
              <a:rPr lang="en-GB" sz="2000"/>
              <a:t>?</a:t>
            </a:r>
            <a:endParaRPr sz="2000"/>
          </a:p>
        </p:txBody>
      </p:sp>
      <p:sp>
        <p:nvSpPr>
          <p:cNvPr id="1994" name="Google Shape;1994;p90"/>
          <p:cNvSpPr txBox="1"/>
          <p:nvPr/>
        </p:nvSpPr>
        <p:spPr>
          <a:xfrm flipH="1">
            <a:off x="7904518" y="1853350"/>
            <a:ext cx="233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5" name="Google Shape;1995;p90"/>
          <p:cNvSpPr/>
          <p:nvPr/>
        </p:nvSpPr>
        <p:spPr>
          <a:xfrm rot="-3572318">
            <a:off x="699697" y="1156130"/>
            <a:ext cx="1666413" cy="1666413"/>
          </a:xfrm>
          <a:prstGeom prst="pie">
            <a:avLst>
              <a:gd name="adj1" fmla="val 16218657"/>
              <a:gd name="adj2" fmla="val 19793024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996" name="Google Shape;1996;p90"/>
          <p:cNvSpPr/>
          <p:nvPr/>
        </p:nvSpPr>
        <p:spPr>
          <a:xfrm>
            <a:off x="684950" y="1141300"/>
            <a:ext cx="1695900" cy="16959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997" name="Google Shape;1997;p90"/>
          <p:cNvSpPr txBox="1"/>
          <p:nvPr/>
        </p:nvSpPr>
        <p:spPr>
          <a:xfrm>
            <a:off x="911325" y="208338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8" name="Google Shape;1998;p90"/>
          <p:cNvSpPr txBox="1"/>
          <p:nvPr/>
        </p:nvSpPr>
        <p:spPr>
          <a:xfrm>
            <a:off x="1094234" y="1270970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9" name="Google Shape;1999;p90"/>
          <p:cNvSpPr/>
          <p:nvPr/>
        </p:nvSpPr>
        <p:spPr>
          <a:xfrm flipH="1">
            <a:off x="699639" y="1156061"/>
            <a:ext cx="1666500" cy="1666500"/>
          </a:xfrm>
          <a:prstGeom prst="pie">
            <a:avLst>
              <a:gd name="adj1" fmla="val 12563709"/>
              <a:gd name="adj2" fmla="val 16200000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00" name="Google Shape;2000;p90"/>
          <p:cNvSpPr txBox="1"/>
          <p:nvPr/>
        </p:nvSpPr>
        <p:spPr>
          <a:xfrm>
            <a:off x="1642076" y="208338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1" name="Google Shape;2001;p90"/>
          <p:cNvSpPr/>
          <p:nvPr/>
        </p:nvSpPr>
        <p:spPr>
          <a:xfrm rot="3616151" flipH="1">
            <a:off x="699556" y="1155964"/>
            <a:ext cx="1666580" cy="1666580"/>
          </a:xfrm>
          <a:prstGeom prst="pie">
            <a:avLst>
              <a:gd name="adj1" fmla="val 12563709"/>
              <a:gd name="adj2" fmla="val 16200000"/>
            </a:avLst>
          </a:prstGeom>
          <a:solidFill>
            <a:schemeClr val="accent6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02" name="Google Shape;2002;p90"/>
          <p:cNvSpPr/>
          <p:nvPr/>
        </p:nvSpPr>
        <p:spPr>
          <a:xfrm rot="7179397" flipH="1">
            <a:off x="699488" y="1155776"/>
            <a:ext cx="1666731" cy="1666731"/>
          </a:xfrm>
          <a:prstGeom prst="pie">
            <a:avLst>
              <a:gd name="adj1" fmla="val 12563709"/>
              <a:gd name="adj2" fmla="val 16200000"/>
            </a:avLst>
          </a:prstGeom>
          <a:solidFill>
            <a:schemeClr val="accent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03" name="Google Shape;2003;p90"/>
          <p:cNvSpPr txBox="1"/>
          <p:nvPr/>
        </p:nvSpPr>
        <p:spPr>
          <a:xfrm>
            <a:off x="1674810" y="1269710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4" name="Google Shape;2004;p90"/>
          <p:cNvSpPr txBox="1"/>
          <p:nvPr/>
        </p:nvSpPr>
        <p:spPr>
          <a:xfrm>
            <a:off x="1946876" y="1762230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5" name="Google Shape;2005;p90"/>
          <p:cNvSpPr txBox="1"/>
          <p:nvPr/>
        </p:nvSpPr>
        <p:spPr>
          <a:xfrm>
            <a:off x="1662516" y="2295630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6" name="Google Shape;2006;p90"/>
          <p:cNvSpPr/>
          <p:nvPr/>
        </p:nvSpPr>
        <p:spPr>
          <a:xfrm rot="-7167804">
            <a:off x="699706" y="1156253"/>
            <a:ext cx="1666303" cy="1666303"/>
          </a:xfrm>
          <a:prstGeom prst="pie">
            <a:avLst>
              <a:gd name="adj1" fmla="val 16218657"/>
              <a:gd name="adj2" fmla="val 19793024"/>
            </a:avLst>
          </a:prstGeom>
          <a:solidFill>
            <a:schemeClr val="accent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07" name="Google Shape;2007;p90"/>
          <p:cNvSpPr/>
          <p:nvPr/>
        </p:nvSpPr>
        <p:spPr>
          <a:xfrm rot="10800000">
            <a:off x="699809" y="1156356"/>
            <a:ext cx="1666200" cy="1666200"/>
          </a:xfrm>
          <a:prstGeom prst="pie">
            <a:avLst>
              <a:gd name="adj1" fmla="val 16218657"/>
              <a:gd name="adj2" fmla="val 19793024"/>
            </a:avLst>
          </a:prstGeom>
          <a:solidFill>
            <a:schemeClr val="accent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08" name="Google Shape;2008;p90"/>
          <p:cNvSpPr txBox="1"/>
          <p:nvPr/>
        </p:nvSpPr>
        <p:spPr>
          <a:xfrm>
            <a:off x="807411" y="1775393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9" name="Google Shape;2009;p90"/>
          <p:cNvSpPr txBox="1"/>
          <p:nvPr/>
        </p:nvSpPr>
        <p:spPr>
          <a:xfrm>
            <a:off x="1075989" y="2287090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10" name="Google Shape;2010;p90"/>
          <p:cNvGrpSpPr/>
          <p:nvPr/>
        </p:nvGrpSpPr>
        <p:grpSpPr>
          <a:xfrm>
            <a:off x="1484259" y="1206813"/>
            <a:ext cx="93900" cy="816939"/>
            <a:chOff x="996050" y="213293"/>
            <a:chExt cx="93900" cy="909732"/>
          </a:xfrm>
        </p:grpSpPr>
        <p:cxnSp>
          <p:nvCxnSpPr>
            <p:cNvPr id="2011" name="Google Shape;2011;p9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012" name="Google Shape;2012;p9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pic>
        <p:nvPicPr>
          <p:cNvPr id="2013" name="Google Shape;2013;p90" descr="&lt;math xmlns=&quot;http://www.w3.org/1998/Math/MathML&quot; display=&quot;block&quot; data-is-equatio=&quot;1&quot; data-latex=&quot;\frac{4}{6}&quot;&gt;&lt;mfrac&gt;&lt;mn&gt;4&lt;/mn&gt;&lt;mn&gt;6&lt;/mn&gt;&lt;/mfrac&gt;&lt;/math&gt;" title="four six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0850" y="3780000"/>
            <a:ext cx="170775" cy="56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4" name="Google Shape;2014;p90"/>
          <p:cNvSpPr/>
          <p:nvPr/>
        </p:nvSpPr>
        <p:spPr>
          <a:xfrm>
            <a:off x="6271289" y="1773411"/>
            <a:ext cx="2304900" cy="4716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5" name="Google Shape;2015;p90"/>
          <p:cNvSpPr/>
          <p:nvPr/>
        </p:nvSpPr>
        <p:spPr>
          <a:xfrm>
            <a:off x="6275541" y="2318801"/>
            <a:ext cx="1105200" cy="4716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19" name="Shape 2019"/>
        <p:cNvGrpSpPr/>
        <p:nvPr/>
      </p:nvGrpSpPr>
      <p:grpSpPr>
        <a:xfrm>
          <a:off x="0" y="0"/>
          <a:ext cx="0" cy="0"/>
        </a:xfrm>
      </p:grpSpPr>
      <p:sp>
        <p:nvSpPr>
          <p:cNvPr id="2020" name="Google Shape;2020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Probabilities for combined events</a:t>
            </a:r>
            <a:endParaRPr/>
          </a:p>
        </p:txBody>
      </p:sp>
      <p:sp>
        <p:nvSpPr>
          <p:cNvPr id="2021" name="Google Shape;2021;p91"/>
          <p:cNvSpPr txBox="1"/>
          <p:nvPr>
            <p:ph type="body" idx="1"/>
          </p:nvPr>
        </p:nvSpPr>
        <p:spPr>
          <a:xfrm>
            <a:off x="324000" y="683100"/>
            <a:ext cx="3472200" cy="39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spinner is spun once.</a:t>
            </a:r>
            <a:endParaRPr sz="2000"/>
          </a:p>
        </p:txBody>
      </p:sp>
      <p:cxnSp>
        <p:nvCxnSpPr>
          <p:cNvPr id="2022" name="Google Shape;2022;p91"/>
          <p:cNvCxnSpPr/>
          <p:nvPr/>
        </p:nvCxnSpPr>
        <p:spPr>
          <a:xfrm flipH="1">
            <a:off x="6229325" y="892674"/>
            <a:ext cx="0" cy="19350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23" name="Google Shape;2023;p91"/>
          <p:cNvCxnSpPr/>
          <p:nvPr/>
        </p:nvCxnSpPr>
        <p:spPr>
          <a:xfrm flipH="1">
            <a:off x="7426980" y="892674"/>
            <a:ext cx="0" cy="19350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24" name="Google Shape;2024;p91"/>
          <p:cNvCxnSpPr/>
          <p:nvPr/>
        </p:nvCxnSpPr>
        <p:spPr>
          <a:xfrm rot="10800000">
            <a:off x="5092000" y="1728014"/>
            <a:ext cx="35394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25" name="Google Shape;2025;p91"/>
          <p:cNvCxnSpPr/>
          <p:nvPr/>
        </p:nvCxnSpPr>
        <p:spPr>
          <a:xfrm rot="10800000">
            <a:off x="5092000" y="2286465"/>
            <a:ext cx="35394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26" name="Google Shape;2026;p91"/>
          <p:cNvCxnSpPr/>
          <p:nvPr/>
        </p:nvCxnSpPr>
        <p:spPr>
          <a:xfrm rot="10800000">
            <a:off x="5092000" y="2827706"/>
            <a:ext cx="35394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27" name="Google Shape;2027;p91"/>
          <p:cNvSpPr txBox="1"/>
          <p:nvPr/>
        </p:nvSpPr>
        <p:spPr>
          <a:xfrm>
            <a:off x="6404550" y="1017124"/>
            <a:ext cx="901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factor of 8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8" name="Google Shape;2028;p91"/>
          <p:cNvSpPr txBox="1"/>
          <p:nvPr/>
        </p:nvSpPr>
        <p:spPr>
          <a:xfrm>
            <a:off x="7548648" y="766625"/>
            <a:ext cx="901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a factor of 8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9" name="Google Shape;2029;p91"/>
          <p:cNvSpPr txBox="1"/>
          <p:nvPr/>
        </p:nvSpPr>
        <p:spPr>
          <a:xfrm>
            <a:off x="5335474" y="1788591"/>
            <a:ext cx="1030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even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0" name="Google Shape;2030;p91"/>
          <p:cNvSpPr txBox="1"/>
          <p:nvPr/>
        </p:nvSpPr>
        <p:spPr>
          <a:xfrm>
            <a:off x="5326432" y="2386646"/>
            <a:ext cx="1339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odd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1" name="Google Shape;2031;p91"/>
          <p:cNvSpPr txBox="1"/>
          <p:nvPr/>
        </p:nvSpPr>
        <p:spPr>
          <a:xfrm flipH="1">
            <a:off x="6711293" y="2411800"/>
            <a:ext cx="233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2" name="Google Shape;2032;p91"/>
          <p:cNvSpPr txBox="1"/>
          <p:nvPr/>
        </p:nvSpPr>
        <p:spPr>
          <a:xfrm>
            <a:off x="7723725" y="2403179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3" name="Google Shape;2033;p91"/>
          <p:cNvSpPr txBox="1"/>
          <p:nvPr/>
        </p:nvSpPr>
        <p:spPr>
          <a:xfrm>
            <a:off x="6445000" y="1831070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4" name="Google Shape;2034;p91"/>
          <p:cNvSpPr txBox="1"/>
          <p:nvPr/>
        </p:nvSpPr>
        <p:spPr>
          <a:xfrm>
            <a:off x="8188325" y="240318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5" name="Google Shape;2035;p91"/>
          <p:cNvSpPr txBox="1"/>
          <p:nvPr/>
        </p:nvSpPr>
        <p:spPr>
          <a:xfrm>
            <a:off x="6882325" y="185334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36" name="Google Shape;2036;p91"/>
          <p:cNvCxnSpPr/>
          <p:nvPr/>
        </p:nvCxnSpPr>
        <p:spPr>
          <a:xfrm flipH="1">
            <a:off x="8615775" y="892674"/>
            <a:ext cx="0" cy="19350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37" name="Google Shape;2037;p91"/>
          <p:cNvSpPr txBox="1"/>
          <p:nvPr>
            <p:ph type="body" idx="1"/>
          </p:nvPr>
        </p:nvSpPr>
        <p:spPr>
          <a:xfrm>
            <a:off x="345450" y="3164950"/>
            <a:ext cx="8474700" cy="39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What is the probability that the outcome is </a:t>
            </a:r>
            <a:r>
              <a:rPr lang="en-GB" sz="2000">
                <a:solidFill>
                  <a:schemeClr val="accent5"/>
                </a:solidFill>
              </a:rPr>
              <a:t>odd </a:t>
            </a:r>
            <a:r>
              <a:rPr lang="en-GB" sz="2000"/>
              <a:t>or</a:t>
            </a:r>
            <a:r>
              <a:rPr lang="en-GB" sz="2000">
                <a:solidFill>
                  <a:schemeClr val="accent5"/>
                </a:solidFill>
              </a:rPr>
              <a:t> even and not a factor of 8</a:t>
            </a:r>
            <a:r>
              <a:rPr lang="en-GB" sz="2000"/>
              <a:t>?</a:t>
            </a:r>
            <a:endParaRPr sz="2000"/>
          </a:p>
        </p:txBody>
      </p:sp>
      <p:sp>
        <p:nvSpPr>
          <p:cNvPr id="2038" name="Google Shape;2038;p91"/>
          <p:cNvSpPr txBox="1"/>
          <p:nvPr/>
        </p:nvSpPr>
        <p:spPr>
          <a:xfrm flipH="1">
            <a:off x="7904518" y="1853350"/>
            <a:ext cx="233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9" name="Google Shape;2039;p91"/>
          <p:cNvSpPr/>
          <p:nvPr/>
        </p:nvSpPr>
        <p:spPr>
          <a:xfrm rot="-3572318">
            <a:off x="699697" y="1156130"/>
            <a:ext cx="1666413" cy="1666413"/>
          </a:xfrm>
          <a:prstGeom prst="pie">
            <a:avLst>
              <a:gd name="adj1" fmla="val 16218657"/>
              <a:gd name="adj2" fmla="val 19793024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40" name="Google Shape;2040;p91"/>
          <p:cNvSpPr/>
          <p:nvPr/>
        </p:nvSpPr>
        <p:spPr>
          <a:xfrm>
            <a:off x="684950" y="1141300"/>
            <a:ext cx="1695900" cy="16959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41" name="Google Shape;2041;p91"/>
          <p:cNvSpPr txBox="1"/>
          <p:nvPr/>
        </p:nvSpPr>
        <p:spPr>
          <a:xfrm>
            <a:off x="911325" y="208338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2" name="Google Shape;2042;p91"/>
          <p:cNvSpPr txBox="1"/>
          <p:nvPr/>
        </p:nvSpPr>
        <p:spPr>
          <a:xfrm>
            <a:off x="1094234" y="1270970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3" name="Google Shape;2043;p91"/>
          <p:cNvSpPr/>
          <p:nvPr/>
        </p:nvSpPr>
        <p:spPr>
          <a:xfrm flipH="1">
            <a:off x="699639" y="1156061"/>
            <a:ext cx="1666500" cy="1666500"/>
          </a:xfrm>
          <a:prstGeom prst="pie">
            <a:avLst>
              <a:gd name="adj1" fmla="val 12563709"/>
              <a:gd name="adj2" fmla="val 16200000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44" name="Google Shape;2044;p91"/>
          <p:cNvSpPr txBox="1"/>
          <p:nvPr/>
        </p:nvSpPr>
        <p:spPr>
          <a:xfrm>
            <a:off x="1642076" y="208338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5" name="Google Shape;2045;p91"/>
          <p:cNvSpPr/>
          <p:nvPr/>
        </p:nvSpPr>
        <p:spPr>
          <a:xfrm rot="3616151" flipH="1">
            <a:off x="699556" y="1155964"/>
            <a:ext cx="1666580" cy="1666580"/>
          </a:xfrm>
          <a:prstGeom prst="pie">
            <a:avLst>
              <a:gd name="adj1" fmla="val 12563709"/>
              <a:gd name="adj2" fmla="val 16200000"/>
            </a:avLst>
          </a:prstGeom>
          <a:solidFill>
            <a:schemeClr val="accent6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46" name="Google Shape;2046;p91"/>
          <p:cNvSpPr/>
          <p:nvPr/>
        </p:nvSpPr>
        <p:spPr>
          <a:xfrm rot="7179397" flipH="1">
            <a:off x="699488" y="1155776"/>
            <a:ext cx="1666731" cy="1666731"/>
          </a:xfrm>
          <a:prstGeom prst="pie">
            <a:avLst>
              <a:gd name="adj1" fmla="val 12563709"/>
              <a:gd name="adj2" fmla="val 16200000"/>
            </a:avLst>
          </a:prstGeom>
          <a:solidFill>
            <a:schemeClr val="accent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47" name="Google Shape;2047;p91"/>
          <p:cNvSpPr txBox="1"/>
          <p:nvPr/>
        </p:nvSpPr>
        <p:spPr>
          <a:xfrm>
            <a:off x="1674810" y="1269710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8" name="Google Shape;2048;p91"/>
          <p:cNvSpPr txBox="1"/>
          <p:nvPr/>
        </p:nvSpPr>
        <p:spPr>
          <a:xfrm>
            <a:off x="1946876" y="1762230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9" name="Google Shape;2049;p91"/>
          <p:cNvSpPr txBox="1"/>
          <p:nvPr/>
        </p:nvSpPr>
        <p:spPr>
          <a:xfrm>
            <a:off x="1662516" y="2295630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0" name="Google Shape;2050;p91"/>
          <p:cNvSpPr/>
          <p:nvPr/>
        </p:nvSpPr>
        <p:spPr>
          <a:xfrm rot="-7167804">
            <a:off x="699706" y="1156253"/>
            <a:ext cx="1666303" cy="1666303"/>
          </a:xfrm>
          <a:prstGeom prst="pie">
            <a:avLst>
              <a:gd name="adj1" fmla="val 16218657"/>
              <a:gd name="adj2" fmla="val 19793024"/>
            </a:avLst>
          </a:prstGeom>
          <a:solidFill>
            <a:schemeClr val="accent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51" name="Google Shape;2051;p91"/>
          <p:cNvSpPr/>
          <p:nvPr/>
        </p:nvSpPr>
        <p:spPr>
          <a:xfrm rot="10800000">
            <a:off x="699809" y="1156356"/>
            <a:ext cx="1666200" cy="1666200"/>
          </a:xfrm>
          <a:prstGeom prst="pie">
            <a:avLst>
              <a:gd name="adj1" fmla="val 16218657"/>
              <a:gd name="adj2" fmla="val 19793024"/>
            </a:avLst>
          </a:prstGeom>
          <a:solidFill>
            <a:schemeClr val="accent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52" name="Google Shape;2052;p91"/>
          <p:cNvSpPr txBox="1"/>
          <p:nvPr/>
        </p:nvSpPr>
        <p:spPr>
          <a:xfrm>
            <a:off x="807411" y="1775393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3" name="Google Shape;2053;p91"/>
          <p:cNvSpPr txBox="1"/>
          <p:nvPr/>
        </p:nvSpPr>
        <p:spPr>
          <a:xfrm>
            <a:off x="1075989" y="2287090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54" name="Google Shape;2054;p91"/>
          <p:cNvGrpSpPr/>
          <p:nvPr/>
        </p:nvGrpSpPr>
        <p:grpSpPr>
          <a:xfrm>
            <a:off x="1484259" y="1206813"/>
            <a:ext cx="93900" cy="816939"/>
            <a:chOff x="996050" y="213293"/>
            <a:chExt cx="93900" cy="909732"/>
          </a:xfrm>
        </p:grpSpPr>
        <p:cxnSp>
          <p:nvCxnSpPr>
            <p:cNvPr id="2055" name="Google Shape;2055;p91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056" name="Google Shape;2056;p91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pic>
        <p:nvPicPr>
          <p:cNvPr id="2057" name="Google Shape;2057;p91" descr="&lt;math xmlns=&quot;http://www.w3.org/1998/Math/MathML&quot; display=&quot;block&quot; data-is-equatio=&quot;1&quot; data-latex=&quot;\frac{4}{6}&quot;&gt;&lt;mfrac&gt;&lt;mn&gt;4&lt;/mn&gt;&lt;mn&gt;6&lt;/mn&gt;&lt;/mfrac&gt;&lt;/math&gt;" title="four six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0850" y="3780000"/>
            <a:ext cx="170775" cy="56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8" name="Google Shape;2058;p91"/>
          <p:cNvSpPr/>
          <p:nvPr/>
        </p:nvSpPr>
        <p:spPr>
          <a:xfrm>
            <a:off x="7459194" y="1773400"/>
            <a:ext cx="1116900" cy="4716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9" name="Google Shape;2059;p91"/>
          <p:cNvSpPr/>
          <p:nvPr/>
        </p:nvSpPr>
        <p:spPr>
          <a:xfrm>
            <a:off x="6275560" y="2318800"/>
            <a:ext cx="2304900" cy="4716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63" name="Shape 2063"/>
        <p:cNvGrpSpPr/>
        <p:nvPr/>
      </p:nvGrpSpPr>
      <p:grpSpPr>
        <a:xfrm>
          <a:off x="0" y="0"/>
          <a:ext cx="0" cy="0"/>
        </a:xfrm>
      </p:grpSpPr>
      <p:sp>
        <p:nvSpPr>
          <p:cNvPr id="2064" name="Google Shape;2064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Probabilities for combined events</a:t>
            </a:r>
            <a:endParaRPr/>
          </a:p>
        </p:txBody>
      </p:sp>
      <p:sp>
        <p:nvSpPr>
          <p:cNvPr id="2065" name="Google Shape;2065;p92"/>
          <p:cNvSpPr txBox="1"/>
          <p:nvPr>
            <p:ph type="body" idx="1"/>
          </p:nvPr>
        </p:nvSpPr>
        <p:spPr>
          <a:xfrm>
            <a:off x="324000" y="683100"/>
            <a:ext cx="8474700" cy="39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Lucas and Sam are playing a game with this spinner. </a:t>
            </a:r>
            <a:endParaRPr sz="1800"/>
          </a:p>
        </p:txBody>
      </p:sp>
      <p:cxnSp>
        <p:nvCxnSpPr>
          <p:cNvPr id="2066" name="Google Shape;2066;p92"/>
          <p:cNvCxnSpPr/>
          <p:nvPr/>
        </p:nvCxnSpPr>
        <p:spPr>
          <a:xfrm flipH="1">
            <a:off x="6381725" y="1775400"/>
            <a:ext cx="0" cy="2195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67" name="Google Shape;2067;p92"/>
          <p:cNvCxnSpPr/>
          <p:nvPr/>
        </p:nvCxnSpPr>
        <p:spPr>
          <a:xfrm flipH="1">
            <a:off x="7579380" y="1775400"/>
            <a:ext cx="0" cy="2195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68" name="Google Shape;2068;p92"/>
          <p:cNvCxnSpPr/>
          <p:nvPr/>
        </p:nvCxnSpPr>
        <p:spPr>
          <a:xfrm rot="10800000">
            <a:off x="4868500" y="2794825"/>
            <a:ext cx="3915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69" name="Google Shape;2069;p92"/>
          <p:cNvCxnSpPr/>
          <p:nvPr/>
        </p:nvCxnSpPr>
        <p:spPr>
          <a:xfrm rot="10800000">
            <a:off x="4868500" y="3353267"/>
            <a:ext cx="3915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70" name="Google Shape;2070;p92"/>
          <p:cNvCxnSpPr/>
          <p:nvPr/>
        </p:nvCxnSpPr>
        <p:spPr>
          <a:xfrm rot="10800000">
            <a:off x="4868500" y="3970700"/>
            <a:ext cx="3915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71" name="Google Shape;2071;p92"/>
          <p:cNvSpPr txBox="1"/>
          <p:nvPr/>
        </p:nvSpPr>
        <p:spPr>
          <a:xfrm>
            <a:off x="6556950" y="1931524"/>
            <a:ext cx="9018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Lucas gets a point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2" name="Google Shape;2072;p92"/>
          <p:cNvSpPr txBox="1"/>
          <p:nvPr/>
        </p:nvSpPr>
        <p:spPr>
          <a:xfrm>
            <a:off x="7701050" y="1681025"/>
            <a:ext cx="9726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Lucas doesn’t get a point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3" name="Google Shape;2073;p92"/>
          <p:cNvSpPr txBox="1"/>
          <p:nvPr/>
        </p:nvSpPr>
        <p:spPr>
          <a:xfrm>
            <a:off x="5252425" y="2779200"/>
            <a:ext cx="1129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Sam gets a point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4" name="Google Shape;2074;p92"/>
          <p:cNvSpPr txBox="1"/>
          <p:nvPr/>
        </p:nvSpPr>
        <p:spPr>
          <a:xfrm flipH="1">
            <a:off x="7230218" y="3485900"/>
            <a:ext cx="233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5" name="Google Shape;2075;p92"/>
          <p:cNvSpPr txBox="1"/>
          <p:nvPr/>
        </p:nvSpPr>
        <p:spPr>
          <a:xfrm>
            <a:off x="8121400" y="3517079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6" name="Google Shape;2076;p92"/>
          <p:cNvSpPr txBox="1"/>
          <p:nvPr/>
        </p:nvSpPr>
        <p:spPr>
          <a:xfrm>
            <a:off x="6749800" y="289787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7" name="Google Shape;2077;p92"/>
          <p:cNvSpPr txBox="1"/>
          <p:nvPr/>
        </p:nvSpPr>
        <p:spPr>
          <a:xfrm>
            <a:off x="6644625" y="3477022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8" name="Google Shape;2078;p92"/>
          <p:cNvSpPr txBox="1"/>
          <p:nvPr/>
        </p:nvSpPr>
        <p:spPr>
          <a:xfrm>
            <a:off x="8310550" y="291227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79" name="Google Shape;2079;p92"/>
          <p:cNvCxnSpPr/>
          <p:nvPr/>
        </p:nvCxnSpPr>
        <p:spPr>
          <a:xfrm flipH="1">
            <a:off x="8768175" y="1775400"/>
            <a:ext cx="0" cy="2195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80" name="Google Shape;2080;p92"/>
          <p:cNvSpPr txBox="1"/>
          <p:nvPr>
            <p:ph type="body" idx="1"/>
          </p:nvPr>
        </p:nvSpPr>
        <p:spPr>
          <a:xfrm>
            <a:off x="324000" y="2896000"/>
            <a:ext cx="4166700" cy="39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What is the probability that Lucas and Sam get a point?</a:t>
            </a:r>
            <a:endParaRPr sz="1800"/>
          </a:p>
        </p:txBody>
      </p:sp>
      <p:sp>
        <p:nvSpPr>
          <p:cNvPr id="2081" name="Google Shape;2081;p92"/>
          <p:cNvSpPr/>
          <p:nvPr/>
        </p:nvSpPr>
        <p:spPr>
          <a:xfrm rot="-3572318">
            <a:off x="699697" y="1156130"/>
            <a:ext cx="1666413" cy="1666413"/>
          </a:xfrm>
          <a:prstGeom prst="pie">
            <a:avLst>
              <a:gd name="adj1" fmla="val 16218657"/>
              <a:gd name="adj2" fmla="val 19793024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82" name="Google Shape;2082;p92"/>
          <p:cNvSpPr/>
          <p:nvPr/>
        </p:nvSpPr>
        <p:spPr>
          <a:xfrm>
            <a:off x="684950" y="1141300"/>
            <a:ext cx="1695900" cy="16959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83" name="Google Shape;2083;p92"/>
          <p:cNvSpPr txBox="1"/>
          <p:nvPr/>
        </p:nvSpPr>
        <p:spPr>
          <a:xfrm>
            <a:off x="911325" y="208338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4" name="Google Shape;2084;p92"/>
          <p:cNvSpPr txBox="1"/>
          <p:nvPr/>
        </p:nvSpPr>
        <p:spPr>
          <a:xfrm>
            <a:off x="1094234" y="1270970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5" name="Google Shape;2085;p92"/>
          <p:cNvSpPr/>
          <p:nvPr/>
        </p:nvSpPr>
        <p:spPr>
          <a:xfrm flipH="1">
            <a:off x="699639" y="1156061"/>
            <a:ext cx="1666500" cy="1666500"/>
          </a:xfrm>
          <a:prstGeom prst="pie">
            <a:avLst>
              <a:gd name="adj1" fmla="val 12563709"/>
              <a:gd name="adj2" fmla="val 16200000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86" name="Google Shape;2086;p92"/>
          <p:cNvSpPr txBox="1"/>
          <p:nvPr/>
        </p:nvSpPr>
        <p:spPr>
          <a:xfrm>
            <a:off x="1642076" y="208338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7" name="Google Shape;2087;p92"/>
          <p:cNvSpPr/>
          <p:nvPr/>
        </p:nvSpPr>
        <p:spPr>
          <a:xfrm rot="3616151" flipH="1">
            <a:off x="699556" y="1155964"/>
            <a:ext cx="1666580" cy="1666580"/>
          </a:xfrm>
          <a:prstGeom prst="pie">
            <a:avLst>
              <a:gd name="adj1" fmla="val 12563709"/>
              <a:gd name="adj2" fmla="val 16200000"/>
            </a:avLst>
          </a:prstGeom>
          <a:solidFill>
            <a:schemeClr val="accent6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88" name="Google Shape;2088;p92"/>
          <p:cNvSpPr/>
          <p:nvPr/>
        </p:nvSpPr>
        <p:spPr>
          <a:xfrm rot="7179397" flipH="1">
            <a:off x="699488" y="1155776"/>
            <a:ext cx="1666731" cy="1666731"/>
          </a:xfrm>
          <a:prstGeom prst="pie">
            <a:avLst>
              <a:gd name="adj1" fmla="val 12563709"/>
              <a:gd name="adj2" fmla="val 16200000"/>
            </a:avLst>
          </a:prstGeom>
          <a:solidFill>
            <a:schemeClr val="accent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89" name="Google Shape;2089;p92"/>
          <p:cNvSpPr txBox="1"/>
          <p:nvPr/>
        </p:nvSpPr>
        <p:spPr>
          <a:xfrm>
            <a:off x="1674810" y="1269710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0" name="Google Shape;2090;p92"/>
          <p:cNvSpPr txBox="1"/>
          <p:nvPr/>
        </p:nvSpPr>
        <p:spPr>
          <a:xfrm>
            <a:off x="1946876" y="1762230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1" name="Google Shape;2091;p92"/>
          <p:cNvSpPr txBox="1"/>
          <p:nvPr/>
        </p:nvSpPr>
        <p:spPr>
          <a:xfrm>
            <a:off x="1662516" y="2295630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2" name="Google Shape;2092;p92"/>
          <p:cNvSpPr/>
          <p:nvPr/>
        </p:nvSpPr>
        <p:spPr>
          <a:xfrm rot="-7167804">
            <a:off x="699706" y="1156253"/>
            <a:ext cx="1666303" cy="1666303"/>
          </a:xfrm>
          <a:prstGeom prst="pie">
            <a:avLst>
              <a:gd name="adj1" fmla="val 16218657"/>
              <a:gd name="adj2" fmla="val 19793024"/>
            </a:avLst>
          </a:prstGeom>
          <a:solidFill>
            <a:schemeClr val="accent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93" name="Google Shape;2093;p92"/>
          <p:cNvSpPr/>
          <p:nvPr/>
        </p:nvSpPr>
        <p:spPr>
          <a:xfrm rot="10800000">
            <a:off x="699809" y="1156356"/>
            <a:ext cx="1666200" cy="1666200"/>
          </a:xfrm>
          <a:prstGeom prst="pie">
            <a:avLst>
              <a:gd name="adj1" fmla="val 16218657"/>
              <a:gd name="adj2" fmla="val 19793024"/>
            </a:avLst>
          </a:prstGeom>
          <a:solidFill>
            <a:schemeClr val="accent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94" name="Google Shape;2094;p92"/>
          <p:cNvSpPr txBox="1"/>
          <p:nvPr/>
        </p:nvSpPr>
        <p:spPr>
          <a:xfrm>
            <a:off x="807411" y="1775393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5" name="Google Shape;2095;p92"/>
          <p:cNvSpPr txBox="1"/>
          <p:nvPr/>
        </p:nvSpPr>
        <p:spPr>
          <a:xfrm>
            <a:off x="1075989" y="2287090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96" name="Google Shape;2096;p92"/>
          <p:cNvGrpSpPr/>
          <p:nvPr/>
        </p:nvGrpSpPr>
        <p:grpSpPr>
          <a:xfrm>
            <a:off x="1484259" y="1206813"/>
            <a:ext cx="93900" cy="816939"/>
            <a:chOff x="996050" y="213293"/>
            <a:chExt cx="93900" cy="909732"/>
          </a:xfrm>
        </p:grpSpPr>
        <p:cxnSp>
          <p:nvCxnSpPr>
            <p:cNvPr id="2097" name="Google Shape;2097;p92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098" name="Google Shape;2098;p92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099" name="Google Shape;2099;p92"/>
          <p:cNvSpPr txBox="1"/>
          <p:nvPr/>
        </p:nvSpPr>
        <p:spPr>
          <a:xfrm>
            <a:off x="7781175" y="2920154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0" name="Google Shape;2100;p92"/>
          <p:cNvSpPr txBox="1"/>
          <p:nvPr>
            <p:ph type="body" idx="1"/>
          </p:nvPr>
        </p:nvSpPr>
        <p:spPr>
          <a:xfrm>
            <a:off x="2525400" y="1048255"/>
            <a:ext cx="6273300" cy="39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Lucas gets a point if the spinner lands on </a:t>
            </a:r>
            <a:r>
              <a:rPr lang="en-GB" sz="1800">
                <a:solidFill>
                  <a:schemeClr val="accent5"/>
                </a:solidFill>
              </a:rPr>
              <a:t>a factor of 10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2101" name="Google Shape;2101;p92"/>
          <p:cNvSpPr txBox="1"/>
          <p:nvPr>
            <p:ph type="body" idx="1"/>
          </p:nvPr>
        </p:nvSpPr>
        <p:spPr>
          <a:xfrm>
            <a:off x="2525400" y="1367638"/>
            <a:ext cx="6273300" cy="39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Sam gets a point if the spinner lands on </a:t>
            </a:r>
            <a:r>
              <a:rPr lang="en-GB" sz="1800">
                <a:solidFill>
                  <a:schemeClr val="accent5"/>
                </a:solidFill>
              </a:rPr>
              <a:t>an even number</a:t>
            </a:r>
            <a:r>
              <a:rPr lang="en-GB" sz="1800"/>
              <a:t>.</a:t>
            </a:r>
            <a:endParaRPr sz="1800"/>
          </a:p>
        </p:txBody>
      </p:sp>
      <p:pic>
        <p:nvPicPr>
          <p:cNvPr id="2102" name="Google Shape;2102;p92" descr="&lt;math xmlns=&quot;http://www.w3.org/1998/Math/MathML&quot; display=&quot;block&quot; data-is-equatio=&quot;1&quot; data-latex=&quot;\frac{1}{6}&quot;&gt;&lt;mfrac&gt;&lt;mn&gt;1&lt;/mn&gt;&lt;mn&gt;6&lt;/mn&gt;&lt;/mfrac&gt;&lt;/math&gt;" title="one six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8950" y="3291100"/>
            <a:ext cx="157400" cy="52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3" name="Google Shape;2103;p92"/>
          <p:cNvSpPr txBox="1"/>
          <p:nvPr/>
        </p:nvSpPr>
        <p:spPr>
          <a:xfrm>
            <a:off x="4906037" y="3388800"/>
            <a:ext cx="1475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Sam doesn’t get a point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4" name="Google Shape;2104;p92"/>
          <p:cNvSpPr/>
          <p:nvPr/>
        </p:nvSpPr>
        <p:spPr>
          <a:xfrm>
            <a:off x="6415758" y="2838238"/>
            <a:ext cx="1116900" cy="4716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08" name="Shape 2108"/>
        <p:cNvGrpSpPr/>
        <p:nvPr/>
      </p:nvGrpSpPr>
      <p:grpSpPr>
        <a:xfrm>
          <a:off x="0" y="0"/>
          <a:ext cx="0" cy="0"/>
        </a:xfrm>
      </p:grpSpPr>
      <p:sp>
        <p:nvSpPr>
          <p:cNvPr id="2109" name="Google Shape;2109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Probabilities for combined events</a:t>
            </a:r>
            <a:endParaRPr/>
          </a:p>
        </p:txBody>
      </p:sp>
      <p:sp>
        <p:nvSpPr>
          <p:cNvPr id="2110" name="Google Shape;2110;p93"/>
          <p:cNvSpPr txBox="1"/>
          <p:nvPr>
            <p:ph type="body" idx="1"/>
          </p:nvPr>
        </p:nvSpPr>
        <p:spPr>
          <a:xfrm>
            <a:off x="324000" y="683100"/>
            <a:ext cx="8474700" cy="39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Lucas and Sam are playing a game with this spinner. </a:t>
            </a:r>
            <a:endParaRPr sz="1800"/>
          </a:p>
        </p:txBody>
      </p:sp>
      <p:cxnSp>
        <p:nvCxnSpPr>
          <p:cNvPr id="2111" name="Google Shape;2111;p93"/>
          <p:cNvCxnSpPr/>
          <p:nvPr/>
        </p:nvCxnSpPr>
        <p:spPr>
          <a:xfrm flipH="1">
            <a:off x="6381725" y="1775400"/>
            <a:ext cx="0" cy="2195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12" name="Google Shape;2112;p93"/>
          <p:cNvCxnSpPr/>
          <p:nvPr/>
        </p:nvCxnSpPr>
        <p:spPr>
          <a:xfrm flipH="1">
            <a:off x="7579380" y="1775400"/>
            <a:ext cx="0" cy="2195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13" name="Google Shape;2113;p93"/>
          <p:cNvCxnSpPr/>
          <p:nvPr/>
        </p:nvCxnSpPr>
        <p:spPr>
          <a:xfrm rot="10800000">
            <a:off x="4868500" y="2794825"/>
            <a:ext cx="3915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14" name="Google Shape;2114;p93"/>
          <p:cNvCxnSpPr/>
          <p:nvPr/>
        </p:nvCxnSpPr>
        <p:spPr>
          <a:xfrm rot="10800000">
            <a:off x="4868500" y="3353267"/>
            <a:ext cx="3915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15" name="Google Shape;2115;p93"/>
          <p:cNvCxnSpPr/>
          <p:nvPr/>
        </p:nvCxnSpPr>
        <p:spPr>
          <a:xfrm rot="10800000">
            <a:off x="4868500" y="3970700"/>
            <a:ext cx="3915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16" name="Google Shape;2116;p93"/>
          <p:cNvSpPr txBox="1"/>
          <p:nvPr/>
        </p:nvSpPr>
        <p:spPr>
          <a:xfrm>
            <a:off x="6556950" y="1931524"/>
            <a:ext cx="9018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Lucas gets a point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7" name="Google Shape;2117;p93"/>
          <p:cNvSpPr txBox="1"/>
          <p:nvPr/>
        </p:nvSpPr>
        <p:spPr>
          <a:xfrm>
            <a:off x="7701050" y="1681025"/>
            <a:ext cx="9726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Lucas doesn’t get a point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8" name="Google Shape;2118;p93"/>
          <p:cNvSpPr txBox="1"/>
          <p:nvPr/>
        </p:nvSpPr>
        <p:spPr>
          <a:xfrm>
            <a:off x="5252425" y="2779200"/>
            <a:ext cx="1129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Sam gets a point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9" name="Google Shape;2119;p93"/>
          <p:cNvSpPr txBox="1"/>
          <p:nvPr/>
        </p:nvSpPr>
        <p:spPr>
          <a:xfrm flipH="1">
            <a:off x="7230218" y="3485900"/>
            <a:ext cx="233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0" name="Google Shape;2120;p93"/>
          <p:cNvSpPr txBox="1"/>
          <p:nvPr/>
        </p:nvSpPr>
        <p:spPr>
          <a:xfrm>
            <a:off x="8121400" y="3517079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1" name="Google Shape;2121;p93"/>
          <p:cNvSpPr txBox="1"/>
          <p:nvPr/>
        </p:nvSpPr>
        <p:spPr>
          <a:xfrm>
            <a:off x="6749800" y="289787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2" name="Google Shape;2122;p93"/>
          <p:cNvSpPr txBox="1"/>
          <p:nvPr/>
        </p:nvSpPr>
        <p:spPr>
          <a:xfrm>
            <a:off x="6644625" y="3477022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3" name="Google Shape;2123;p93"/>
          <p:cNvSpPr txBox="1"/>
          <p:nvPr/>
        </p:nvSpPr>
        <p:spPr>
          <a:xfrm>
            <a:off x="8310550" y="291227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24" name="Google Shape;2124;p93"/>
          <p:cNvCxnSpPr/>
          <p:nvPr/>
        </p:nvCxnSpPr>
        <p:spPr>
          <a:xfrm flipH="1">
            <a:off x="8768175" y="1775400"/>
            <a:ext cx="0" cy="2195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25" name="Google Shape;2125;p93"/>
          <p:cNvSpPr txBox="1"/>
          <p:nvPr>
            <p:ph type="body" idx="1"/>
          </p:nvPr>
        </p:nvSpPr>
        <p:spPr>
          <a:xfrm>
            <a:off x="324000" y="2900680"/>
            <a:ext cx="4284600" cy="39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What is the probability that Lucas or Sam get a point?</a:t>
            </a:r>
            <a:endParaRPr sz="1800"/>
          </a:p>
        </p:txBody>
      </p:sp>
      <p:sp>
        <p:nvSpPr>
          <p:cNvPr id="2126" name="Google Shape;2126;p93"/>
          <p:cNvSpPr/>
          <p:nvPr/>
        </p:nvSpPr>
        <p:spPr>
          <a:xfrm rot="-3572318">
            <a:off x="699697" y="1156130"/>
            <a:ext cx="1666413" cy="1666413"/>
          </a:xfrm>
          <a:prstGeom prst="pie">
            <a:avLst>
              <a:gd name="adj1" fmla="val 16218657"/>
              <a:gd name="adj2" fmla="val 19793024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27" name="Google Shape;2127;p93"/>
          <p:cNvSpPr/>
          <p:nvPr/>
        </p:nvSpPr>
        <p:spPr>
          <a:xfrm>
            <a:off x="684950" y="1141300"/>
            <a:ext cx="1695900" cy="16959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28" name="Google Shape;2128;p93"/>
          <p:cNvSpPr txBox="1"/>
          <p:nvPr/>
        </p:nvSpPr>
        <p:spPr>
          <a:xfrm>
            <a:off x="911325" y="208338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9" name="Google Shape;2129;p93"/>
          <p:cNvSpPr txBox="1"/>
          <p:nvPr/>
        </p:nvSpPr>
        <p:spPr>
          <a:xfrm>
            <a:off x="1094234" y="1270970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0" name="Google Shape;2130;p93"/>
          <p:cNvSpPr/>
          <p:nvPr/>
        </p:nvSpPr>
        <p:spPr>
          <a:xfrm flipH="1">
            <a:off x="699639" y="1156061"/>
            <a:ext cx="1666500" cy="1666500"/>
          </a:xfrm>
          <a:prstGeom prst="pie">
            <a:avLst>
              <a:gd name="adj1" fmla="val 12563709"/>
              <a:gd name="adj2" fmla="val 16200000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31" name="Google Shape;2131;p93"/>
          <p:cNvSpPr txBox="1"/>
          <p:nvPr/>
        </p:nvSpPr>
        <p:spPr>
          <a:xfrm>
            <a:off x="1642076" y="208338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2" name="Google Shape;2132;p93"/>
          <p:cNvSpPr/>
          <p:nvPr/>
        </p:nvSpPr>
        <p:spPr>
          <a:xfrm rot="3616151" flipH="1">
            <a:off x="699556" y="1155964"/>
            <a:ext cx="1666580" cy="1666580"/>
          </a:xfrm>
          <a:prstGeom prst="pie">
            <a:avLst>
              <a:gd name="adj1" fmla="val 12563709"/>
              <a:gd name="adj2" fmla="val 16200000"/>
            </a:avLst>
          </a:prstGeom>
          <a:solidFill>
            <a:schemeClr val="accent6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33" name="Google Shape;2133;p93"/>
          <p:cNvSpPr/>
          <p:nvPr/>
        </p:nvSpPr>
        <p:spPr>
          <a:xfrm rot="7179397" flipH="1">
            <a:off x="699488" y="1155776"/>
            <a:ext cx="1666731" cy="1666731"/>
          </a:xfrm>
          <a:prstGeom prst="pie">
            <a:avLst>
              <a:gd name="adj1" fmla="val 12563709"/>
              <a:gd name="adj2" fmla="val 16200000"/>
            </a:avLst>
          </a:prstGeom>
          <a:solidFill>
            <a:schemeClr val="accent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34" name="Google Shape;2134;p93"/>
          <p:cNvSpPr txBox="1"/>
          <p:nvPr/>
        </p:nvSpPr>
        <p:spPr>
          <a:xfrm>
            <a:off x="1674810" y="1269710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5" name="Google Shape;2135;p93"/>
          <p:cNvSpPr txBox="1"/>
          <p:nvPr/>
        </p:nvSpPr>
        <p:spPr>
          <a:xfrm>
            <a:off x="1946876" y="1762230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6" name="Google Shape;2136;p93"/>
          <p:cNvSpPr txBox="1"/>
          <p:nvPr/>
        </p:nvSpPr>
        <p:spPr>
          <a:xfrm>
            <a:off x="1662516" y="2295630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7" name="Google Shape;2137;p93"/>
          <p:cNvSpPr/>
          <p:nvPr/>
        </p:nvSpPr>
        <p:spPr>
          <a:xfrm rot="-7167804">
            <a:off x="699706" y="1156253"/>
            <a:ext cx="1666303" cy="1666303"/>
          </a:xfrm>
          <a:prstGeom prst="pie">
            <a:avLst>
              <a:gd name="adj1" fmla="val 16218657"/>
              <a:gd name="adj2" fmla="val 19793024"/>
            </a:avLst>
          </a:prstGeom>
          <a:solidFill>
            <a:schemeClr val="accent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38" name="Google Shape;2138;p93"/>
          <p:cNvSpPr/>
          <p:nvPr/>
        </p:nvSpPr>
        <p:spPr>
          <a:xfrm rot="10800000">
            <a:off x="699809" y="1156356"/>
            <a:ext cx="1666200" cy="1666200"/>
          </a:xfrm>
          <a:prstGeom prst="pie">
            <a:avLst>
              <a:gd name="adj1" fmla="val 16218657"/>
              <a:gd name="adj2" fmla="val 19793024"/>
            </a:avLst>
          </a:prstGeom>
          <a:solidFill>
            <a:schemeClr val="accent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39" name="Google Shape;2139;p93"/>
          <p:cNvSpPr txBox="1"/>
          <p:nvPr/>
        </p:nvSpPr>
        <p:spPr>
          <a:xfrm>
            <a:off x="807411" y="1775393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0" name="Google Shape;2140;p93"/>
          <p:cNvSpPr txBox="1"/>
          <p:nvPr/>
        </p:nvSpPr>
        <p:spPr>
          <a:xfrm>
            <a:off x="1075989" y="2287090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41" name="Google Shape;2141;p93"/>
          <p:cNvGrpSpPr/>
          <p:nvPr/>
        </p:nvGrpSpPr>
        <p:grpSpPr>
          <a:xfrm>
            <a:off x="1484259" y="1206813"/>
            <a:ext cx="93900" cy="816939"/>
            <a:chOff x="996050" y="213293"/>
            <a:chExt cx="93900" cy="909732"/>
          </a:xfrm>
        </p:grpSpPr>
        <p:cxnSp>
          <p:nvCxnSpPr>
            <p:cNvPr id="2142" name="Google Shape;2142;p93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143" name="Google Shape;2143;p93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144" name="Google Shape;2144;p93"/>
          <p:cNvSpPr txBox="1"/>
          <p:nvPr/>
        </p:nvSpPr>
        <p:spPr>
          <a:xfrm>
            <a:off x="7781175" y="2920154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5" name="Google Shape;2145;p93"/>
          <p:cNvSpPr txBox="1"/>
          <p:nvPr>
            <p:ph type="body" idx="1"/>
          </p:nvPr>
        </p:nvSpPr>
        <p:spPr>
          <a:xfrm>
            <a:off x="2525400" y="1048255"/>
            <a:ext cx="6273300" cy="39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Lucas gets a point if the spinner lands on </a:t>
            </a:r>
            <a:r>
              <a:rPr lang="en-GB" sz="1800">
                <a:solidFill>
                  <a:schemeClr val="accent5"/>
                </a:solidFill>
              </a:rPr>
              <a:t>a factor of 10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2146" name="Google Shape;2146;p93"/>
          <p:cNvSpPr txBox="1"/>
          <p:nvPr>
            <p:ph type="body" idx="1"/>
          </p:nvPr>
        </p:nvSpPr>
        <p:spPr>
          <a:xfrm>
            <a:off x="2525400" y="1367638"/>
            <a:ext cx="6273300" cy="39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Sam gets a point if the spinner lands on </a:t>
            </a:r>
            <a:r>
              <a:rPr lang="en-GB" sz="1800">
                <a:solidFill>
                  <a:schemeClr val="accent5"/>
                </a:solidFill>
              </a:rPr>
              <a:t>an even number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2147" name="Google Shape;2147;p93"/>
          <p:cNvSpPr txBox="1"/>
          <p:nvPr/>
        </p:nvSpPr>
        <p:spPr>
          <a:xfrm>
            <a:off x="4906037" y="3388800"/>
            <a:ext cx="1475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Sam doesn’t get a point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48" name="Google Shape;2148;p93" descr="&lt;math xmlns=&quot;http://www.w3.org/1998/Math/MathML&quot; display=&quot;block&quot; data-is-equatio=&quot;1&quot; data-latex=&quot;\frac{5}{6}&quot;&gt;&lt;mfrac&gt;&lt;mn&gt;5&lt;/mn&gt;&lt;mn&gt;6&lt;/mn&gt;&lt;/mfrac&gt;&lt;/math&gt;" title="five six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7600" y="3197350"/>
            <a:ext cx="157400" cy="52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149" name="Google Shape;2149;p93"/>
          <p:cNvSpPr txBox="1"/>
          <p:nvPr>
            <p:ph type="body" idx="1"/>
          </p:nvPr>
        </p:nvSpPr>
        <p:spPr>
          <a:xfrm>
            <a:off x="345450" y="3698350"/>
            <a:ext cx="4478400" cy="39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Lucas could get a point and Sam doesn’t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50" name="Google Shape;2150;p93"/>
          <p:cNvSpPr txBox="1"/>
          <p:nvPr>
            <p:ph type="body" idx="1"/>
          </p:nvPr>
        </p:nvSpPr>
        <p:spPr>
          <a:xfrm>
            <a:off x="345450" y="4073811"/>
            <a:ext cx="4478400" cy="39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Sam could get a point and Lucas doesn’t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51" name="Google Shape;2151;p93"/>
          <p:cNvSpPr txBox="1"/>
          <p:nvPr>
            <p:ph type="body" idx="1"/>
          </p:nvPr>
        </p:nvSpPr>
        <p:spPr>
          <a:xfrm>
            <a:off x="362725" y="4459200"/>
            <a:ext cx="4478400" cy="39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Lucas and Sam could both get a point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52" name="Google Shape;2152;p93"/>
          <p:cNvSpPr/>
          <p:nvPr/>
        </p:nvSpPr>
        <p:spPr>
          <a:xfrm>
            <a:off x="6429755" y="3426188"/>
            <a:ext cx="1116900" cy="4716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3" name="Google Shape;2153;p93"/>
          <p:cNvSpPr/>
          <p:nvPr/>
        </p:nvSpPr>
        <p:spPr>
          <a:xfrm>
            <a:off x="7639135" y="2836227"/>
            <a:ext cx="1116900" cy="4716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4" name="Google Shape;2154;p93"/>
          <p:cNvSpPr/>
          <p:nvPr/>
        </p:nvSpPr>
        <p:spPr>
          <a:xfrm>
            <a:off x="6415758" y="2838238"/>
            <a:ext cx="1116900" cy="4716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58" name="Shape 2158"/>
        <p:cNvGrpSpPr/>
        <p:nvPr/>
      </p:nvGrpSpPr>
      <p:grpSpPr>
        <a:xfrm>
          <a:off x="0" y="0"/>
          <a:ext cx="0" cy="0"/>
        </a:xfrm>
      </p:grpSpPr>
      <p:sp>
        <p:nvSpPr>
          <p:cNvPr id="2159" name="Google Shape;2159;p94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Which of the following satisfies an outcome being even or a factor of 50?</a:t>
            </a:r>
            <a:endParaRPr sz="1800"/>
          </a:p>
        </p:txBody>
      </p:sp>
      <p:sp>
        <p:nvSpPr>
          <p:cNvPr id="2160" name="Google Shape;2160;p9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Probabilities for combined events</a:t>
            </a:r>
            <a:endParaRPr/>
          </a:p>
        </p:txBody>
      </p:sp>
      <p:sp>
        <p:nvSpPr>
          <p:cNvPr id="2161" name="Google Shape;2161;p94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outcome is even and not a factor of 50</a:t>
            </a:r>
            <a:endParaRPr sz="1800"/>
          </a:p>
        </p:txBody>
      </p:sp>
      <p:sp>
        <p:nvSpPr>
          <p:cNvPr id="2162" name="Google Shape;2162;p94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outcome is even and is a factor of 50</a:t>
            </a:r>
            <a:endParaRPr sz="1800"/>
          </a:p>
        </p:txBody>
      </p:sp>
      <p:sp>
        <p:nvSpPr>
          <p:cNvPr id="2163" name="Google Shape;2163;p94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outcome is odd and not a factor of 50</a:t>
            </a:r>
            <a:endParaRPr sz="1800"/>
          </a:p>
        </p:txBody>
      </p:sp>
      <p:sp>
        <p:nvSpPr>
          <p:cNvPr id="2164" name="Google Shape;2164;p94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outcome is odd and is a factor of 50</a:t>
            </a:r>
            <a:endParaRPr sz="1800"/>
          </a:p>
        </p:txBody>
      </p:sp>
      <p:pic>
        <p:nvPicPr>
          <p:cNvPr id="2165" name="Google Shape;2165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8808" y="16391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6" name="Google Shape;2166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5633" y="24503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7" name="Google Shape;2167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4408" y="40656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71" name="Shape 2171"/>
        <p:cNvGrpSpPr/>
        <p:nvPr/>
      </p:nvGrpSpPr>
      <p:grpSpPr>
        <a:xfrm>
          <a:off x="0" y="0"/>
          <a:ext cx="0" cy="0"/>
        </a:xfrm>
      </p:grpSpPr>
      <p:sp>
        <p:nvSpPr>
          <p:cNvPr id="2172" name="Google Shape;2172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Probabilities for combined events</a:t>
            </a:r>
            <a:endParaRPr/>
          </a:p>
        </p:txBody>
      </p:sp>
      <p:cxnSp>
        <p:nvCxnSpPr>
          <p:cNvPr id="2173" name="Google Shape;2173;p95"/>
          <p:cNvCxnSpPr/>
          <p:nvPr/>
        </p:nvCxnSpPr>
        <p:spPr>
          <a:xfrm flipH="1">
            <a:off x="1155075" y="1871425"/>
            <a:ext cx="0" cy="19182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74" name="Google Shape;2174;p95"/>
          <p:cNvCxnSpPr/>
          <p:nvPr/>
        </p:nvCxnSpPr>
        <p:spPr>
          <a:xfrm flipH="1">
            <a:off x="1917075" y="1871425"/>
            <a:ext cx="0" cy="19182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75" name="Google Shape;2175;p95"/>
          <p:cNvCxnSpPr/>
          <p:nvPr/>
        </p:nvCxnSpPr>
        <p:spPr>
          <a:xfrm flipH="1">
            <a:off x="2782550" y="1855275"/>
            <a:ext cx="0" cy="19521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76" name="Google Shape;2176;p95"/>
          <p:cNvCxnSpPr/>
          <p:nvPr/>
        </p:nvCxnSpPr>
        <p:spPr>
          <a:xfrm rot="10800000">
            <a:off x="389158" y="3329400"/>
            <a:ext cx="319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77" name="Google Shape;2177;p95"/>
          <p:cNvCxnSpPr/>
          <p:nvPr/>
        </p:nvCxnSpPr>
        <p:spPr>
          <a:xfrm rot="10800000">
            <a:off x="397718" y="2335025"/>
            <a:ext cx="319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78" name="Google Shape;2178;p95"/>
          <p:cNvCxnSpPr/>
          <p:nvPr/>
        </p:nvCxnSpPr>
        <p:spPr>
          <a:xfrm rot="10800000">
            <a:off x="397718" y="2841331"/>
            <a:ext cx="319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79" name="Google Shape;2179;p95"/>
          <p:cNvSpPr txBox="1"/>
          <p:nvPr/>
        </p:nvSpPr>
        <p:spPr>
          <a:xfrm>
            <a:off x="1459875" y="1931450"/>
            <a:ext cx="2298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0" name="Google Shape;2180;p95"/>
          <p:cNvSpPr txBox="1"/>
          <p:nvPr/>
        </p:nvSpPr>
        <p:spPr>
          <a:xfrm>
            <a:off x="2043124" y="1931450"/>
            <a:ext cx="6306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not 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1" name="Google Shape;2181;p95"/>
          <p:cNvSpPr txBox="1"/>
          <p:nvPr/>
        </p:nvSpPr>
        <p:spPr>
          <a:xfrm>
            <a:off x="460750" y="2449425"/>
            <a:ext cx="3831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2" name="Google Shape;2182;p95"/>
          <p:cNvSpPr txBox="1"/>
          <p:nvPr/>
        </p:nvSpPr>
        <p:spPr>
          <a:xfrm>
            <a:off x="455075" y="2952025"/>
            <a:ext cx="7344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 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83" name="Google Shape;2183;p95"/>
          <p:cNvCxnSpPr/>
          <p:nvPr/>
        </p:nvCxnSpPr>
        <p:spPr>
          <a:xfrm rot="10800000">
            <a:off x="397726" y="3789625"/>
            <a:ext cx="319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84" name="Google Shape;2184;p95"/>
          <p:cNvCxnSpPr/>
          <p:nvPr/>
        </p:nvCxnSpPr>
        <p:spPr>
          <a:xfrm flipH="1">
            <a:off x="3588225" y="1855275"/>
            <a:ext cx="0" cy="19521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85" name="Google Shape;2185;p95"/>
          <p:cNvSpPr txBox="1"/>
          <p:nvPr/>
        </p:nvSpPr>
        <p:spPr>
          <a:xfrm>
            <a:off x="463700" y="3421475"/>
            <a:ext cx="7344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total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6" name="Google Shape;2186;p95"/>
          <p:cNvSpPr txBox="1"/>
          <p:nvPr/>
        </p:nvSpPr>
        <p:spPr>
          <a:xfrm>
            <a:off x="2941602" y="1940725"/>
            <a:ext cx="5715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total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7" name="Google Shape;2187;p95"/>
          <p:cNvSpPr txBox="1"/>
          <p:nvPr/>
        </p:nvSpPr>
        <p:spPr>
          <a:xfrm>
            <a:off x="3025791" y="3421475"/>
            <a:ext cx="3192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8" name="Google Shape;2188;p95"/>
          <p:cNvSpPr txBox="1"/>
          <p:nvPr/>
        </p:nvSpPr>
        <p:spPr>
          <a:xfrm>
            <a:off x="3051941" y="2448088"/>
            <a:ext cx="3192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9" name="Google Shape;2189;p95"/>
          <p:cNvSpPr txBox="1"/>
          <p:nvPr/>
        </p:nvSpPr>
        <p:spPr>
          <a:xfrm>
            <a:off x="1390734" y="3422696"/>
            <a:ext cx="3192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0" name="Google Shape;2190;p95"/>
          <p:cNvSpPr txBox="1"/>
          <p:nvPr/>
        </p:nvSpPr>
        <p:spPr>
          <a:xfrm>
            <a:off x="3040285" y="2976819"/>
            <a:ext cx="3192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1" name="Google Shape;2191;p95"/>
          <p:cNvSpPr txBox="1"/>
          <p:nvPr/>
        </p:nvSpPr>
        <p:spPr>
          <a:xfrm>
            <a:off x="2216574" y="3412286"/>
            <a:ext cx="3192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2" name="Google Shape;2192;p95"/>
          <p:cNvSpPr txBox="1"/>
          <p:nvPr/>
        </p:nvSpPr>
        <p:spPr>
          <a:xfrm>
            <a:off x="1466299" y="2448086"/>
            <a:ext cx="3192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3" name="Google Shape;2193;p95"/>
          <p:cNvSpPr txBox="1"/>
          <p:nvPr/>
        </p:nvSpPr>
        <p:spPr>
          <a:xfrm>
            <a:off x="2293886" y="2448099"/>
            <a:ext cx="3192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4" name="Google Shape;2194;p95"/>
          <p:cNvSpPr txBox="1"/>
          <p:nvPr/>
        </p:nvSpPr>
        <p:spPr>
          <a:xfrm>
            <a:off x="1474236" y="2945274"/>
            <a:ext cx="3192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5" name="Google Shape;2195;p95"/>
          <p:cNvSpPr txBox="1"/>
          <p:nvPr/>
        </p:nvSpPr>
        <p:spPr>
          <a:xfrm>
            <a:off x="2266424" y="2945274"/>
            <a:ext cx="3192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6" name="Google Shape;2196;p95"/>
          <p:cNvSpPr txBox="1"/>
          <p:nvPr/>
        </p:nvSpPr>
        <p:spPr>
          <a:xfrm>
            <a:off x="324000" y="759300"/>
            <a:ext cx="6395400" cy="11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game is being played where players spin the spinner twice and find the sum of their numbers.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7" name="Google Shape;2197;p95"/>
          <p:cNvSpPr txBox="1"/>
          <p:nvPr/>
        </p:nvSpPr>
        <p:spPr>
          <a:xfrm>
            <a:off x="328125" y="1494700"/>
            <a:ext cx="1608300" cy="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= {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even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}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8" name="Google Shape;2198;p95"/>
          <p:cNvSpPr txBox="1"/>
          <p:nvPr/>
        </p:nvSpPr>
        <p:spPr>
          <a:xfrm>
            <a:off x="2004525" y="1494700"/>
            <a:ext cx="2548200" cy="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 = {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more than 5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}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9" name="Google Shape;2199;p95"/>
          <p:cNvSpPr txBox="1"/>
          <p:nvPr/>
        </p:nvSpPr>
        <p:spPr>
          <a:xfrm>
            <a:off x="3932550" y="2205450"/>
            <a:ext cx="4887300" cy="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is the probability that the sum is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even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or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more than 5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0" name="Google Shape;2200;p95"/>
          <p:cNvSpPr/>
          <p:nvPr/>
        </p:nvSpPr>
        <p:spPr>
          <a:xfrm>
            <a:off x="1194622" y="2372625"/>
            <a:ext cx="1560900" cy="4311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1" name="Google Shape;2201;p95"/>
          <p:cNvSpPr/>
          <p:nvPr/>
        </p:nvSpPr>
        <p:spPr>
          <a:xfrm>
            <a:off x="1190275" y="2361800"/>
            <a:ext cx="692100" cy="9321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02" name="Google Shape;2202;p95" descr="&lt;math xmlns=&quot;http://www.w3.org/1998/Math/MathML&quot; display=&quot;block&quot; data-is-equatio=&quot;1&quot; data-latex=&quot;\frac{19}{25}&quot;&gt;&lt;mfrac&gt;&lt;mn&gt;19&lt;/mn&gt;&lt;mn&gt;25&lt;/mn&gt;&lt;/mfrac&gt;&lt;/math&gt;" title="19 over 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3475" y="2658150"/>
            <a:ext cx="266650" cy="492716"/>
          </a:xfrm>
          <a:prstGeom prst="rect">
            <a:avLst/>
          </a:prstGeom>
          <a:noFill/>
          <a:ln>
            <a:noFill/>
          </a:ln>
        </p:spPr>
      </p:pic>
      <p:sp>
        <p:nvSpPr>
          <p:cNvPr id="2203" name="Google Shape;2203;p95"/>
          <p:cNvSpPr/>
          <p:nvPr/>
        </p:nvSpPr>
        <p:spPr>
          <a:xfrm>
            <a:off x="7033589" y="821050"/>
            <a:ext cx="1137000" cy="11370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04" name="Google Shape;2204;p95"/>
          <p:cNvSpPr/>
          <p:nvPr/>
        </p:nvSpPr>
        <p:spPr>
          <a:xfrm rot="8650032">
            <a:off x="7043563" y="830989"/>
            <a:ext cx="1117143" cy="1117143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E6F2F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05" name="Google Shape;2205;p95"/>
          <p:cNvSpPr/>
          <p:nvPr/>
        </p:nvSpPr>
        <p:spPr>
          <a:xfrm rot="-8628989">
            <a:off x="7043740" y="831288"/>
            <a:ext cx="1116920" cy="1116920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E6F2F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06" name="Google Shape;2206;p95"/>
          <p:cNvSpPr/>
          <p:nvPr/>
        </p:nvSpPr>
        <p:spPr>
          <a:xfrm rot="-4309960">
            <a:off x="7043661" y="831128"/>
            <a:ext cx="1117087" cy="1117087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E6F2F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07" name="Google Shape;2207;p95"/>
          <p:cNvSpPr/>
          <p:nvPr/>
        </p:nvSpPr>
        <p:spPr>
          <a:xfrm>
            <a:off x="7043673" y="831225"/>
            <a:ext cx="1116900" cy="1116900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E6F2F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08" name="Google Shape;2208;p95"/>
          <p:cNvSpPr txBox="1"/>
          <p:nvPr/>
        </p:nvSpPr>
        <p:spPr>
          <a:xfrm>
            <a:off x="7464878" y="1582565"/>
            <a:ext cx="422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9" name="Google Shape;2209;p95"/>
          <p:cNvSpPr/>
          <p:nvPr/>
        </p:nvSpPr>
        <p:spPr>
          <a:xfrm rot="4312880">
            <a:off x="7043530" y="830895"/>
            <a:ext cx="1117092" cy="1117092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E6F2F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10" name="Google Shape;2210;p95"/>
          <p:cNvSpPr txBox="1"/>
          <p:nvPr/>
        </p:nvSpPr>
        <p:spPr>
          <a:xfrm>
            <a:off x="7211321" y="865573"/>
            <a:ext cx="422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1" name="Google Shape;2211;p95"/>
          <p:cNvSpPr txBox="1"/>
          <p:nvPr/>
        </p:nvSpPr>
        <p:spPr>
          <a:xfrm>
            <a:off x="7703025" y="865578"/>
            <a:ext cx="422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2" name="Google Shape;2212;p95"/>
          <p:cNvSpPr txBox="1"/>
          <p:nvPr/>
        </p:nvSpPr>
        <p:spPr>
          <a:xfrm>
            <a:off x="7824037" y="1303838"/>
            <a:ext cx="422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3" name="Google Shape;2213;p95"/>
          <p:cNvSpPr txBox="1"/>
          <p:nvPr/>
        </p:nvSpPr>
        <p:spPr>
          <a:xfrm>
            <a:off x="7050297" y="1282025"/>
            <a:ext cx="383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14" name="Google Shape;2214;p95"/>
          <p:cNvGrpSpPr/>
          <p:nvPr/>
        </p:nvGrpSpPr>
        <p:grpSpPr>
          <a:xfrm>
            <a:off x="7569445" y="858516"/>
            <a:ext cx="62951" cy="547659"/>
            <a:chOff x="996050" y="213293"/>
            <a:chExt cx="93900" cy="909732"/>
          </a:xfrm>
        </p:grpSpPr>
        <p:cxnSp>
          <p:nvCxnSpPr>
            <p:cNvPr id="2215" name="Google Shape;2215;p95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216" name="Google Shape;2216;p95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220" name="Shape 2220"/>
        <p:cNvGrpSpPr/>
        <p:nvPr/>
      </p:nvGrpSpPr>
      <p:grpSpPr>
        <a:xfrm>
          <a:off x="0" y="0"/>
          <a:ext cx="0" cy="0"/>
        </a:xfrm>
      </p:grpSpPr>
      <p:sp>
        <p:nvSpPr>
          <p:cNvPr id="2221" name="Google Shape;2221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Probabilities for combined events</a:t>
            </a:r>
            <a:endParaRPr/>
          </a:p>
        </p:txBody>
      </p:sp>
      <p:sp>
        <p:nvSpPr>
          <p:cNvPr id="2222" name="Google Shape;2222;p96"/>
          <p:cNvSpPr/>
          <p:nvPr/>
        </p:nvSpPr>
        <p:spPr>
          <a:xfrm>
            <a:off x="7033589" y="821050"/>
            <a:ext cx="1137000" cy="11370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23" name="Google Shape;2223;p96"/>
          <p:cNvSpPr/>
          <p:nvPr/>
        </p:nvSpPr>
        <p:spPr>
          <a:xfrm rot="8650032">
            <a:off x="7043563" y="830989"/>
            <a:ext cx="1117143" cy="1117143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E6F2F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24" name="Google Shape;2224;p96"/>
          <p:cNvSpPr/>
          <p:nvPr/>
        </p:nvSpPr>
        <p:spPr>
          <a:xfrm rot="-8628989">
            <a:off x="7043740" y="831288"/>
            <a:ext cx="1116920" cy="1116920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E6F2F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25" name="Google Shape;2225;p96"/>
          <p:cNvSpPr/>
          <p:nvPr/>
        </p:nvSpPr>
        <p:spPr>
          <a:xfrm rot="-4309960">
            <a:off x="7043661" y="831128"/>
            <a:ext cx="1117087" cy="1117087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E6F2F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26" name="Google Shape;2226;p96"/>
          <p:cNvSpPr/>
          <p:nvPr/>
        </p:nvSpPr>
        <p:spPr>
          <a:xfrm>
            <a:off x="7043673" y="831225"/>
            <a:ext cx="1116900" cy="1116900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E6F2F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27" name="Google Shape;2227;p96"/>
          <p:cNvSpPr txBox="1"/>
          <p:nvPr/>
        </p:nvSpPr>
        <p:spPr>
          <a:xfrm>
            <a:off x="7464878" y="1582565"/>
            <a:ext cx="422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8" name="Google Shape;2228;p96"/>
          <p:cNvSpPr/>
          <p:nvPr/>
        </p:nvSpPr>
        <p:spPr>
          <a:xfrm rot="4312880">
            <a:off x="7043530" y="830895"/>
            <a:ext cx="1117092" cy="1117092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E6F2F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29" name="Google Shape;2229;p96"/>
          <p:cNvSpPr txBox="1"/>
          <p:nvPr/>
        </p:nvSpPr>
        <p:spPr>
          <a:xfrm>
            <a:off x="7211321" y="865573"/>
            <a:ext cx="422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0" name="Google Shape;2230;p96"/>
          <p:cNvSpPr txBox="1"/>
          <p:nvPr/>
        </p:nvSpPr>
        <p:spPr>
          <a:xfrm>
            <a:off x="7703025" y="865578"/>
            <a:ext cx="422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1" name="Google Shape;2231;p96"/>
          <p:cNvSpPr txBox="1"/>
          <p:nvPr/>
        </p:nvSpPr>
        <p:spPr>
          <a:xfrm>
            <a:off x="7824037" y="1303838"/>
            <a:ext cx="422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2" name="Google Shape;2232;p96"/>
          <p:cNvSpPr txBox="1"/>
          <p:nvPr/>
        </p:nvSpPr>
        <p:spPr>
          <a:xfrm>
            <a:off x="7050297" y="1282025"/>
            <a:ext cx="383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33" name="Google Shape;2233;p96"/>
          <p:cNvGrpSpPr/>
          <p:nvPr/>
        </p:nvGrpSpPr>
        <p:grpSpPr>
          <a:xfrm>
            <a:off x="7569445" y="858516"/>
            <a:ext cx="62951" cy="547659"/>
            <a:chOff x="996050" y="213293"/>
            <a:chExt cx="93900" cy="909732"/>
          </a:xfrm>
        </p:grpSpPr>
        <p:cxnSp>
          <p:nvCxnSpPr>
            <p:cNvPr id="2234" name="Google Shape;2234;p96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235" name="Google Shape;2235;p96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cxnSp>
        <p:nvCxnSpPr>
          <p:cNvPr id="2236" name="Google Shape;2236;p96"/>
          <p:cNvCxnSpPr/>
          <p:nvPr/>
        </p:nvCxnSpPr>
        <p:spPr>
          <a:xfrm flipH="1">
            <a:off x="1155075" y="1871425"/>
            <a:ext cx="0" cy="19182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37" name="Google Shape;2237;p96"/>
          <p:cNvCxnSpPr/>
          <p:nvPr/>
        </p:nvCxnSpPr>
        <p:spPr>
          <a:xfrm flipH="1">
            <a:off x="1917075" y="1871425"/>
            <a:ext cx="0" cy="19182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38" name="Google Shape;2238;p96"/>
          <p:cNvCxnSpPr/>
          <p:nvPr/>
        </p:nvCxnSpPr>
        <p:spPr>
          <a:xfrm flipH="1">
            <a:off x="2782550" y="1855275"/>
            <a:ext cx="0" cy="19521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39" name="Google Shape;2239;p96"/>
          <p:cNvCxnSpPr/>
          <p:nvPr/>
        </p:nvCxnSpPr>
        <p:spPr>
          <a:xfrm rot="10800000">
            <a:off x="389158" y="3329400"/>
            <a:ext cx="319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40" name="Google Shape;2240;p96"/>
          <p:cNvCxnSpPr/>
          <p:nvPr/>
        </p:nvCxnSpPr>
        <p:spPr>
          <a:xfrm rot="10800000">
            <a:off x="397718" y="2335025"/>
            <a:ext cx="319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41" name="Google Shape;2241;p96"/>
          <p:cNvCxnSpPr/>
          <p:nvPr/>
        </p:nvCxnSpPr>
        <p:spPr>
          <a:xfrm rot="10800000">
            <a:off x="397718" y="2841331"/>
            <a:ext cx="319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42" name="Google Shape;2242;p96"/>
          <p:cNvSpPr txBox="1"/>
          <p:nvPr/>
        </p:nvSpPr>
        <p:spPr>
          <a:xfrm>
            <a:off x="1459875" y="1931450"/>
            <a:ext cx="2298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3" name="Google Shape;2243;p96"/>
          <p:cNvSpPr txBox="1"/>
          <p:nvPr/>
        </p:nvSpPr>
        <p:spPr>
          <a:xfrm>
            <a:off x="2043124" y="1931450"/>
            <a:ext cx="6306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not 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4" name="Google Shape;2244;p96"/>
          <p:cNvSpPr txBox="1"/>
          <p:nvPr/>
        </p:nvSpPr>
        <p:spPr>
          <a:xfrm>
            <a:off x="460750" y="2449425"/>
            <a:ext cx="3831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5" name="Google Shape;2245;p96"/>
          <p:cNvSpPr txBox="1"/>
          <p:nvPr/>
        </p:nvSpPr>
        <p:spPr>
          <a:xfrm>
            <a:off x="455075" y="2952025"/>
            <a:ext cx="7344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 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46" name="Google Shape;2246;p96"/>
          <p:cNvCxnSpPr/>
          <p:nvPr/>
        </p:nvCxnSpPr>
        <p:spPr>
          <a:xfrm rot="10800000">
            <a:off x="397726" y="3789625"/>
            <a:ext cx="319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47" name="Google Shape;2247;p96"/>
          <p:cNvCxnSpPr/>
          <p:nvPr/>
        </p:nvCxnSpPr>
        <p:spPr>
          <a:xfrm flipH="1">
            <a:off x="3588225" y="1855275"/>
            <a:ext cx="0" cy="19521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48" name="Google Shape;2248;p96"/>
          <p:cNvSpPr txBox="1"/>
          <p:nvPr/>
        </p:nvSpPr>
        <p:spPr>
          <a:xfrm>
            <a:off x="463700" y="3421475"/>
            <a:ext cx="7344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total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9" name="Google Shape;2249;p96"/>
          <p:cNvSpPr txBox="1"/>
          <p:nvPr/>
        </p:nvSpPr>
        <p:spPr>
          <a:xfrm>
            <a:off x="2941602" y="1940725"/>
            <a:ext cx="5715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total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0" name="Google Shape;2250;p96"/>
          <p:cNvSpPr txBox="1"/>
          <p:nvPr/>
        </p:nvSpPr>
        <p:spPr>
          <a:xfrm>
            <a:off x="3025791" y="3421475"/>
            <a:ext cx="3192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1" name="Google Shape;2251;p96"/>
          <p:cNvSpPr txBox="1"/>
          <p:nvPr/>
        </p:nvSpPr>
        <p:spPr>
          <a:xfrm>
            <a:off x="3051941" y="2448088"/>
            <a:ext cx="3192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2" name="Google Shape;2252;p96"/>
          <p:cNvSpPr txBox="1"/>
          <p:nvPr/>
        </p:nvSpPr>
        <p:spPr>
          <a:xfrm>
            <a:off x="1390734" y="3422696"/>
            <a:ext cx="3192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3" name="Google Shape;2253;p96"/>
          <p:cNvSpPr txBox="1"/>
          <p:nvPr/>
        </p:nvSpPr>
        <p:spPr>
          <a:xfrm>
            <a:off x="3040285" y="2976819"/>
            <a:ext cx="3192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4" name="Google Shape;2254;p96"/>
          <p:cNvSpPr txBox="1"/>
          <p:nvPr/>
        </p:nvSpPr>
        <p:spPr>
          <a:xfrm>
            <a:off x="2216574" y="3412286"/>
            <a:ext cx="3192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5" name="Google Shape;2255;p96"/>
          <p:cNvSpPr txBox="1"/>
          <p:nvPr/>
        </p:nvSpPr>
        <p:spPr>
          <a:xfrm>
            <a:off x="1466299" y="2448086"/>
            <a:ext cx="3192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6" name="Google Shape;2256;p96"/>
          <p:cNvSpPr txBox="1"/>
          <p:nvPr/>
        </p:nvSpPr>
        <p:spPr>
          <a:xfrm>
            <a:off x="2293886" y="2448099"/>
            <a:ext cx="3192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7" name="Google Shape;2257;p96"/>
          <p:cNvSpPr txBox="1"/>
          <p:nvPr/>
        </p:nvSpPr>
        <p:spPr>
          <a:xfrm>
            <a:off x="1474236" y="2945274"/>
            <a:ext cx="3192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8" name="Google Shape;2258;p96"/>
          <p:cNvSpPr txBox="1"/>
          <p:nvPr/>
        </p:nvSpPr>
        <p:spPr>
          <a:xfrm>
            <a:off x="2266424" y="2945274"/>
            <a:ext cx="3192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9" name="Google Shape;2259;p96"/>
          <p:cNvSpPr txBox="1"/>
          <p:nvPr/>
        </p:nvSpPr>
        <p:spPr>
          <a:xfrm>
            <a:off x="324000" y="759300"/>
            <a:ext cx="6395400" cy="11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game is being played where players spin the spinner twice and find the sum of their numbers.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0" name="Google Shape;2260;p96"/>
          <p:cNvSpPr txBox="1"/>
          <p:nvPr/>
        </p:nvSpPr>
        <p:spPr>
          <a:xfrm>
            <a:off x="328125" y="1494700"/>
            <a:ext cx="1608300" cy="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= {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even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}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1" name="Google Shape;2261;p96"/>
          <p:cNvSpPr txBox="1"/>
          <p:nvPr/>
        </p:nvSpPr>
        <p:spPr>
          <a:xfrm>
            <a:off x="2004525" y="1494700"/>
            <a:ext cx="2548200" cy="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 = {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more than 5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}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2" name="Google Shape;2262;p96"/>
          <p:cNvSpPr txBox="1"/>
          <p:nvPr/>
        </p:nvSpPr>
        <p:spPr>
          <a:xfrm>
            <a:off x="3932550" y="2205450"/>
            <a:ext cx="4887300" cy="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is the probability that the sum is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even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or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more than 5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3" name="Google Shape;2263;p96"/>
          <p:cNvSpPr txBox="1"/>
          <p:nvPr/>
        </p:nvSpPr>
        <p:spPr>
          <a:xfrm>
            <a:off x="3932550" y="3424650"/>
            <a:ext cx="4887300" cy="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is the probability that the sum is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even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and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not more than 5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or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 more than 5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4" name="Google Shape;2264;p96"/>
          <p:cNvSpPr/>
          <p:nvPr/>
        </p:nvSpPr>
        <p:spPr>
          <a:xfrm>
            <a:off x="1936425" y="2380250"/>
            <a:ext cx="807600" cy="4311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5" name="Google Shape;2265;p96"/>
          <p:cNvSpPr/>
          <p:nvPr/>
        </p:nvSpPr>
        <p:spPr>
          <a:xfrm>
            <a:off x="1190275" y="2361800"/>
            <a:ext cx="692100" cy="9321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66" name="Google Shape;2266;p96" descr="&lt;math xmlns=&quot;http://www.w3.org/1998/Math/MathML&quot; display=&quot;block&quot; data-is-equatio=&quot;1&quot; data-latex=&quot;\frac{19}{25}&quot;&gt;&lt;mfrac&gt;&lt;mn&gt;19&lt;/mn&gt;&lt;mn&gt;25&lt;/mn&gt;&lt;/mfrac&gt;&lt;/math&gt;" title="19 over 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3475" y="2658150"/>
            <a:ext cx="266650" cy="492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7" name="Google Shape;2267;p96" descr="&lt;math xmlns=&quot;http://www.w3.org/1998/Math/MathML&quot; display=&quot;block&quot; data-is-equatio=&quot;1&quot; data-latex=&quot;\frac{19}{25}&quot;&gt;&lt;mfrac&gt;&lt;mn&gt;19&lt;/mn&gt;&lt;mn&gt;25&lt;/mn&gt;&lt;/mfrac&gt;&lt;/math&gt;" title="19 over 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3475" y="4064725"/>
            <a:ext cx="266650" cy="4927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271" name="Shape 2271"/>
        <p:cNvGrpSpPr/>
        <p:nvPr/>
      </p:nvGrpSpPr>
      <p:grpSpPr>
        <a:xfrm>
          <a:off x="0" y="0"/>
          <a:ext cx="0" cy="0"/>
        </a:xfrm>
      </p:grpSpPr>
      <p:sp>
        <p:nvSpPr>
          <p:cNvPr id="2272" name="Google Shape;2272;p97"/>
          <p:cNvSpPr txBox="1"/>
          <p:nvPr>
            <p:ph type="body" idx="1"/>
          </p:nvPr>
        </p:nvSpPr>
        <p:spPr>
          <a:xfrm>
            <a:off x="324000" y="759300"/>
            <a:ext cx="8237700" cy="41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An 8-sided dice, has the numbers 1 to 8. </a:t>
            </a:r>
            <a:endParaRPr sz="1800"/>
          </a:p>
        </p:txBody>
      </p:sp>
      <p:sp>
        <p:nvSpPr>
          <p:cNvPr id="2273" name="Google Shape;2273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Probabilities for combined events</a:t>
            </a:r>
            <a:endParaRPr/>
          </a:p>
        </p:txBody>
      </p:sp>
      <p:sp>
        <p:nvSpPr>
          <p:cNvPr id="2274" name="Google Shape;2274;p97"/>
          <p:cNvSpPr txBox="1"/>
          <p:nvPr>
            <p:ph type="body" idx="1"/>
          </p:nvPr>
        </p:nvSpPr>
        <p:spPr>
          <a:xfrm>
            <a:off x="324000" y="1266125"/>
            <a:ext cx="8496000" cy="41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What is the probability that when it is rolled it lands on a </a:t>
            </a:r>
            <a:r>
              <a:rPr lang="en-GB" sz="1800">
                <a:solidFill>
                  <a:schemeClr val="accent5"/>
                </a:solidFill>
              </a:rPr>
              <a:t>factor of 8 (F)</a:t>
            </a:r>
            <a:r>
              <a:rPr lang="en-GB" sz="1800"/>
              <a:t> or an </a:t>
            </a:r>
            <a:r>
              <a:rPr lang="en-GB" sz="1800">
                <a:solidFill>
                  <a:schemeClr val="accent5"/>
                </a:solidFill>
              </a:rPr>
              <a:t>odd number (O)</a:t>
            </a:r>
            <a:r>
              <a:rPr lang="en-GB" sz="1800"/>
              <a:t>?</a:t>
            </a:r>
            <a:endParaRPr sz="1800"/>
          </a:p>
        </p:txBody>
      </p:sp>
      <p:cxnSp>
        <p:nvCxnSpPr>
          <p:cNvPr id="2275" name="Google Shape;2275;p97"/>
          <p:cNvCxnSpPr/>
          <p:nvPr/>
        </p:nvCxnSpPr>
        <p:spPr>
          <a:xfrm flipH="1">
            <a:off x="1764675" y="2328625"/>
            <a:ext cx="0" cy="19182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76" name="Google Shape;2276;p97"/>
          <p:cNvCxnSpPr/>
          <p:nvPr/>
        </p:nvCxnSpPr>
        <p:spPr>
          <a:xfrm flipH="1">
            <a:off x="2526675" y="2328625"/>
            <a:ext cx="0" cy="19182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77" name="Google Shape;2277;p97"/>
          <p:cNvCxnSpPr/>
          <p:nvPr/>
        </p:nvCxnSpPr>
        <p:spPr>
          <a:xfrm flipH="1">
            <a:off x="3392150" y="2312475"/>
            <a:ext cx="0" cy="19521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78" name="Google Shape;2278;p97"/>
          <p:cNvCxnSpPr/>
          <p:nvPr/>
        </p:nvCxnSpPr>
        <p:spPr>
          <a:xfrm rot="10800000">
            <a:off x="998758" y="3786600"/>
            <a:ext cx="319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79" name="Google Shape;2279;p97"/>
          <p:cNvCxnSpPr/>
          <p:nvPr/>
        </p:nvCxnSpPr>
        <p:spPr>
          <a:xfrm rot="10800000">
            <a:off x="1007318" y="2792225"/>
            <a:ext cx="319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80" name="Google Shape;2280;p97"/>
          <p:cNvCxnSpPr/>
          <p:nvPr/>
        </p:nvCxnSpPr>
        <p:spPr>
          <a:xfrm rot="10800000">
            <a:off x="1007318" y="3298531"/>
            <a:ext cx="319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81" name="Google Shape;2281;p97"/>
          <p:cNvSpPr txBox="1"/>
          <p:nvPr/>
        </p:nvSpPr>
        <p:spPr>
          <a:xfrm>
            <a:off x="2069475" y="2388650"/>
            <a:ext cx="2298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2" name="Google Shape;2282;p97"/>
          <p:cNvSpPr txBox="1"/>
          <p:nvPr/>
        </p:nvSpPr>
        <p:spPr>
          <a:xfrm>
            <a:off x="2652724" y="2388650"/>
            <a:ext cx="6306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not F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3" name="Google Shape;2283;p97"/>
          <p:cNvSpPr txBox="1"/>
          <p:nvPr/>
        </p:nvSpPr>
        <p:spPr>
          <a:xfrm>
            <a:off x="1070350" y="2906625"/>
            <a:ext cx="3831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4" name="Google Shape;2284;p97"/>
          <p:cNvSpPr txBox="1"/>
          <p:nvPr/>
        </p:nvSpPr>
        <p:spPr>
          <a:xfrm>
            <a:off x="1064675" y="3409225"/>
            <a:ext cx="7344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 O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85" name="Google Shape;2285;p97"/>
          <p:cNvCxnSpPr/>
          <p:nvPr/>
        </p:nvCxnSpPr>
        <p:spPr>
          <a:xfrm rot="10800000">
            <a:off x="1007326" y="4246825"/>
            <a:ext cx="319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86" name="Google Shape;2286;p97"/>
          <p:cNvCxnSpPr/>
          <p:nvPr/>
        </p:nvCxnSpPr>
        <p:spPr>
          <a:xfrm flipH="1">
            <a:off x="4197825" y="2312475"/>
            <a:ext cx="0" cy="19521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87" name="Google Shape;2287;p97"/>
          <p:cNvSpPr txBox="1"/>
          <p:nvPr/>
        </p:nvSpPr>
        <p:spPr>
          <a:xfrm>
            <a:off x="1073300" y="3878675"/>
            <a:ext cx="7344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total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8" name="Google Shape;2288;p97"/>
          <p:cNvSpPr txBox="1"/>
          <p:nvPr/>
        </p:nvSpPr>
        <p:spPr>
          <a:xfrm>
            <a:off x="3551202" y="2397925"/>
            <a:ext cx="5715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total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9" name="Google Shape;2289;p97"/>
          <p:cNvSpPr txBox="1"/>
          <p:nvPr/>
        </p:nvSpPr>
        <p:spPr>
          <a:xfrm>
            <a:off x="3711591" y="3878675"/>
            <a:ext cx="3192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0" name="Google Shape;2290;p97"/>
          <p:cNvSpPr txBox="1"/>
          <p:nvPr/>
        </p:nvSpPr>
        <p:spPr>
          <a:xfrm>
            <a:off x="3737741" y="2905288"/>
            <a:ext cx="3192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1" name="Google Shape;2291;p97"/>
          <p:cNvSpPr txBox="1"/>
          <p:nvPr/>
        </p:nvSpPr>
        <p:spPr>
          <a:xfrm>
            <a:off x="2076534" y="3879896"/>
            <a:ext cx="3192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2" name="Google Shape;2292;p97"/>
          <p:cNvSpPr txBox="1"/>
          <p:nvPr/>
        </p:nvSpPr>
        <p:spPr>
          <a:xfrm>
            <a:off x="3726085" y="3434019"/>
            <a:ext cx="3192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3" name="Google Shape;2293;p97"/>
          <p:cNvSpPr txBox="1"/>
          <p:nvPr/>
        </p:nvSpPr>
        <p:spPr>
          <a:xfrm>
            <a:off x="2902374" y="3869486"/>
            <a:ext cx="3192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4" name="Google Shape;2294;p97"/>
          <p:cNvSpPr txBox="1"/>
          <p:nvPr/>
        </p:nvSpPr>
        <p:spPr>
          <a:xfrm>
            <a:off x="2075899" y="2905286"/>
            <a:ext cx="3192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5" name="Google Shape;2295;p97"/>
          <p:cNvSpPr txBox="1"/>
          <p:nvPr/>
        </p:nvSpPr>
        <p:spPr>
          <a:xfrm>
            <a:off x="2903486" y="2905299"/>
            <a:ext cx="3192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6" name="Google Shape;2296;p97"/>
          <p:cNvSpPr txBox="1"/>
          <p:nvPr/>
        </p:nvSpPr>
        <p:spPr>
          <a:xfrm>
            <a:off x="2083836" y="3402474"/>
            <a:ext cx="3192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7" name="Google Shape;2297;p97"/>
          <p:cNvSpPr txBox="1"/>
          <p:nvPr/>
        </p:nvSpPr>
        <p:spPr>
          <a:xfrm>
            <a:off x="2915305" y="3402474"/>
            <a:ext cx="3192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8" name="Google Shape;2298;p97"/>
          <p:cNvSpPr/>
          <p:nvPr/>
        </p:nvSpPr>
        <p:spPr>
          <a:xfrm>
            <a:off x="1799625" y="2823363"/>
            <a:ext cx="692100" cy="9321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9" name="Google Shape;2299;p97"/>
          <p:cNvSpPr/>
          <p:nvPr/>
        </p:nvSpPr>
        <p:spPr>
          <a:xfrm>
            <a:off x="1799625" y="2823350"/>
            <a:ext cx="1592400" cy="4752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00" name="Google Shape;2300;p97" descr="&lt;math xmlns=&quot;http://www.w3.org/1998/Math/MathML&quot; display=&quot;block&quot; data-is-equatio=&quot;1&quot; data-latex=&quot;\frac{7}{8}&quot;&gt;&lt;mfrac&gt;&lt;mn&gt;7&lt;/mn&gt;&lt;mn&gt;8&lt;/mn&gt;&lt;/mfrac&gt;&lt;/math&gt;" title="seven eigh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7375" y="2700000"/>
            <a:ext cx="187023" cy="61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304" name="Shape 2304"/>
        <p:cNvGrpSpPr/>
        <p:nvPr/>
      </p:nvGrpSpPr>
      <p:grpSpPr>
        <a:xfrm>
          <a:off x="0" y="0"/>
          <a:ext cx="0" cy="0"/>
        </a:xfrm>
      </p:grpSpPr>
      <p:sp>
        <p:nvSpPr>
          <p:cNvPr id="2305" name="Google Shape;2305;p9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Probabilities for combined events</a:t>
            </a:r>
            <a:endParaRPr/>
          </a:p>
        </p:txBody>
      </p:sp>
      <p:sp>
        <p:nvSpPr>
          <p:cNvPr id="2306" name="Google Shape;2306;p98"/>
          <p:cNvSpPr txBox="1"/>
          <p:nvPr>
            <p:ph type="body" idx="1"/>
          </p:nvPr>
        </p:nvSpPr>
        <p:spPr>
          <a:xfrm>
            <a:off x="324000" y="759300"/>
            <a:ext cx="5317500" cy="67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1) This outcome table shows the sample space {1, 2, 3, 4, 5, 6, 7, 8, 9}. </a:t>
            </a:r>
            <a:endParaRPr sz="1800"/>
          </a:p>
        </p:txBody>
      </p:sp>
      <p:cxnSp>
        <p:nvCxnSpPr>
          <p:cNvPr id="2307" name="Google Shape;2307;p98"/>
          <p:cNvCxnSpPr/>
          <p:nvPr/>
        </p:nvCxnSpPr>
        <p:spPr>
          <a:xfrm flipH="1">
            <a:off x="6647677" y="892674"/>
            <a:ext cx="0" cy="19350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08" name="Google Shape;2308;p98"/>
          <p:cNvCxnSpPr/>
          <p:nvPr/>
        </p:nvCxnSpPr>
        <p:spPr>
          <a:xfrm flipH="1">
            <a:off x="7610458" y="892674"/>
            <a:ext cx="0" cy="19350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09" name="Google Shape;2309;p98"/>
          <p:cNvCxnSpPr/>
          <p:nvPr/>
        </p:nvCxnSpPr>
        <p:spPr>
          <a:xfrm rot="10800000">
            <a:off x="5881600" y="1728025"/>
            <a:ext cx="2749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10" name="Google Shape;2310;p98"/>
          <p:cNvCxnSpPr/>
          <p:nvPr/>
        </p:nvCxnSpPr>
        <p:spPr>
          <a:xfrm rot="10800000">
            <a:off x="5881600" y="2286467"/>
            <a:ext cx="2749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11" name="Google Shape;2311;p98"/>
          <p:cNvCxnSpPr/>
          <p:nvPr/>
        </p:nvCxnSpPr>
        <p:spPr>
          <a:xfrm rot="10800000">
            <a:off x="5881600" y="2827700"/>
            <a:ext cx="2749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12" name="Google Shape;2312;p98"/>
          <p:cNvSpPr txBox="1"/>
          <p:nvPr/>
        </p:nvSpPr>
        <p:spPr>
          <a:xfrm>
            <a:off x="6785550" y="1093324"/>
            <a:ext cx="901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factor of 18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3" name="Google Shape;2313;p98"/>
          <p:cNvSpPr txBox="1"/>
          <p:nvPr/>
        </p:nvSpPr>
        <p:spPr>
          <a:xfrm>
            <a:off x="7777248" y="842825"/>
            <a:ext cx="9018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a factor of 18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4" name="Google Shape;2314;p98"/>
          <p:cNvSpPr txBox="1"/>
          <p:nvPr/>
        </p:nvSpPr>
        <p:spPr>
          <a:xfrm>
            <a:off x="6003324" y="1805125"/>
            <a:ext cx="64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even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5" name="Google Shape;2315;p98"/>
          <p:cNvSpPr txBox="1"/>
          <p:nvPr/>
        </p:nvSpPr>
        <p:spPr>
          <a:xfrm>
            <a:off x="5994280" y="2403175"/>
            <a:ext cx="465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odd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6" name="Google Shape;2316;p98"/>
          <p:cNvSpPr txBox="1"/>
          <p:nvPr/>
        </p:nvSpPr>
        <p:spPr>
          <a:xfrm flipH="1">
            <a:off x="6812918" y="2403188"/>
            <a:ext cx="233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7" name="Google Shape;2317;p98"/>
          <p:cNvSpPr txBox="1"/>
          <p:nvPr/>
        </p:nvSpPr>
        <p:spPr>
          <a:xfrm>
            <a:off x="7075675" y="2403192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8" name="Google Shape;2318;p98"/>
          <p:cNvSpPr txBox="1"/>
          <p:nvPr/>
        </p:nvSpPr>
        <p:spPr>
          <a:xfrm>
            <a:off x="6902200" y="183107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9" name="Google Shape;2319;p98"/>
          <p:cNvSpPr txBox="1"/>
          <p:nvPr/>
        </p:nvSpPr>
        <p:spPr>
          <a:xfrm>
            <a:off x="7807625" y="241181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0" name="Google Shape;2320;p98"/>
          <p:cNvSpPr txBox="1"/>
          <p:nvPr/>
        </p:nvSpPr>
        <p:spPr>
          <a:xfrm>
            <a:off x="7831925" y="1853350"/>
            <a:ext cx="64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4    8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21" name="Google Shape;2321;p98"/>
          <p:cNvCxnSpPr/>
          <p:nvPr/>
        </p:nvCxnSpPr>
        <p:spPr>
          <a:xfrm flipH="1">
            <a:off x="8615775" y="892674"/>
            <a:ext cx="0" cy="19350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22" name="Google Shape;2322;p98"/>
          <p:cNvSpPr txBox="1"/>
          <p:nvPr/>
        </p:nvSpPr>
        <p:spPr>
          <a:xfrm flipH="1">
            <a:off x="7312818" y="1830041"/>
            <a:ext cx="233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3" name="Google Shape;2323;p98"/>
          <p:cNvSpPr txBox="1"/>
          <p:nvPr/>
        </p:nvSpPr>
        <p:spPr>
          <a:xfrm>
            <a:off x="8132456" y="2418736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4" name="Google Shape;2324;p98"/>
          <p:cNvSpPr txBox="1"/>
          <p:nvPr/>
        </p:nvSpPr>
        <p:spPr>
          <a:xfrm>
            <a:off x="7297195" y="2403185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5" name="Google Shape;2325;p98"/>
          <p:cNvSpPr txBox="1"/>
          <p:nvPr>
            <p:ph type="body" idx="1"/>
          </p:nvPr>
        </p:nvSpPr>
        <p:spPr>
          <a:xfrm>
            <a:off x="324000" y="1597500"/>
            <a:ext cx="5317500" cy="67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An outcome is going to be randomly selected.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Find the probability it is:</a:t>
            </a:r>
            <a:endParaRPr sz="1800"/>
          </a:p>
        </p:txBody>
      </p:sp>
      <p:sp>
        <p:nvSpPr>
          <p:cNvPr id="2326" name="Google Shape;2326;p98"/>
          <p:cNvSpPr txBox="1"/>
          <p:nvPr>
            <p:ph type="body" idx="1"/>
          </p:nvPr>
        </p:nvSpPr>
        <p:spPr>
          <a:xfrm>
            <a:off x="324025" y="2435700"/>
            <a:ext cx="53175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a) even and a factor of 18 or odd</a:t>
            </a:r>
            <a:endParaRPr sz="1800"/>
          </a:p>
        </p:txBody>
      </p:sp>
      <p:sp>
        <p:nvSpPr>
          <p:cNvPr id="2327" name="Google Shape;2327;p98"/>
          <p:cNvSpPr txBox="1"/>
          <p:nvPr>
            <p:ph type="body" idx="1"/>
          </p:nvPr>
        </p:nvSpPr>
        <p:spPr>
          <a:xfrm>
            <a:off x="324000" y="3093125"/>
            <a:ext cx="53175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b) odd and a factor of 18 or even</a:t>
            </a:r>
            <a:endParaRPr sz="1800"/>
          </a:p>
        </p:txBody>
      </p:sp>
      <p:sp>
        <p:nvSpPr>
          <p:cNvPr id="2328" name="Google Shape;2328;p98"/>
          <p:cNvSpPr txBox="1"/>
          <p:nvPr>
            <p:ph type="body" idx="1"/>
          </p:nvPr>
        </p:nvSpPr>
        <p:spPr>
          <a:xfrm>
            <a:off x="324000" y="3778925"/>
            <a:ext cx="53175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c) a factor of 18 or even and not a factor of 18</a:t>
            </a:r>
            <a:endParaRPr sz="1800"/>
          </a:p>
        </p:txBody>
      </p:sp>
      <p:sp>
        <p:nvSpPr>
          <p:cNvPr id="2329" name="Google Shape;2329;p98"/>
          <p:cNvSpPr txBox="1"/>
          <p:nvPr>
            <p:ph type="body" idx="1"/>
          </p:nvPr>
        </p:nvSpPr>
        <p:spPr>
          <a:xfrm>
            <a:off x="324000" y="4388525"/>
            <a:ext cx="53175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d) not a factor of 18 or even</a:t>
            </a:r>
            <a:endParaRPr sz="1800"/>
          </a:p>
        </p:txBody>
      </p:sp>
    </p:spTree>
  </p:cSld>
  <p:clrMapOvr>
    <a:masterClrMapping/>
  </p:clrMapOvr>
  <p:transition/>
  <p:timing/>
</p:sld>
</file>

<file path=ppt/slides/slide3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333" name="Shape 2333"/>
        <p:cNvGrpSpPr/>
        <p:nvPr/>
      </p:nvGrpSpPr>
      <p:grpSpPr>
        <a:xfrm>
          <a:off x="0" y="0"/>
          <a:ext cx="0" cy="0"/>
        </a:xfrm>
      </p:grpSpPr>
      <p:sp>
        <p:nvSpPr>
          <p:cNvPr id="2334" name="Google Shape;2334;p9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Probabilities for combined events</a:t>
            </a:r>
            <a:endParaRPr/>
          </a:p>
        </p:txBody>
      </p:sp>
      <p:sp>
        <p:nvSpPr>
          <p:cNvPr id="2335" name="Google Shape;2335;p99"/>
          <p:cNvSpPr txBox="1"/>
          <p:nvPr>
            <p:ph type="body" idx="1"/>
          </p:nvPr>
        </p:nvSpPr>
        <p:spPr>
          <a:xfrm>
            <a:off x="324000" y="759300"/>
            <a:ext cx="5194200" cy="67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1) This outcome table shows the sample space {1, 2, 3, 4, 5, 6, 7, 8, 9}. </a:t>
            </a:r>
            <a:endParaRPr sz="1800"/>
          </a:p>
        </p:txBody>
      </p:sp>
      <p:cxnSp>
        <p:nvCxnSpPr>
          <p:cNvPr id="2336" name="Google Shape;2336;p99"/>
          <p:cNvCxnSpPr/>
          <p:nvPr/>
        </p:nvCxnSpPr>
        <p:spPr>
          <a:xfrm flipH="1">
            <a:off x="6647677" y="892674"/>
            <a:ext cx="0" cy="19350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37" name="Google Shape;2337;p99"/>
          <p:cNvCxnSpPr/>
          <p:nvPr/>
        </p:nvCxnSpPr>
        <p:spPr>
          <a:xfrm flipH="1">
            <a:off x="7610458" y="892674"/>
            <a:ext cx="0" cy="19350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38" name="Google Shape;2338;p99"/>
          <p:cNvCxnSpPr/>
          <p:nvPr/>
        </p:nvCxnSpPr>
        <p:spPr>
          <a:xfrm rot="10800000">
            <a:off x="5881600" y="1728025"/>
            <a:ext cx="2749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39" name="Google Shape;2339;p99"/>
          <p:cNvCxnSpPr/>
          <p:nvPr/>
        </p:nvCxnSpPr>
        <p:spPr>
          <a:xfrm rot="10800000">
            <a:off x="5881600" y="2286467"/>
            <a:ext cx="2749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40" name="Google Shape;2340;p99"/>
          <p:cNvCxnSpPr/>
          <p:nvPr/>
        </p:nvCxnSpPr>
        <p:spPr>
          <a:xfrm rot="10800000">
            <a:off x="5881600" y="2827700"/>
            <a:ext cx="2749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41" name="Google Shape;2341;p99"/>
          <p:cNvSpPr txBox="1"/>
          <p:nvPr/>
        </p:nvSpPr>
        <p:spPr>
          <a:xfrm>
            <a:off x="6785550" y="1093324"/>
            <a:ext cx="901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factor of 18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2" name="Google Shape;2342;p99"/>
          <p:cNvSpPr txBox="1"/>
          <p:nvPr/>
        </p:nvSpPr>
        <p:spPr>
          <a:xfrm>
            <a:off x="7777248" y="842825"/>
            <a:ext cx="9018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a factor of 18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3" name="Google Shape;2343;p99"/>
          <p:cNvSpPr txBox="1"/>
          <p:nvPr/>
        </p:nvSpPr>
        <p:spPr>
          <a:xfrm>
            <a:off x="6003324" y="1805125"/>
            <a:ext cx="64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even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4" name="Google Shape;2344;p99"/>
          <p:cNvSpPr txBox="1"/>
          <p:nvPr/>
        </p:nvSpPr>
        <p:spPr>
          <a:xfrm>
            <a:off x="5994280" y="2403175"/>
            <a:ext cx="465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odd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5" name="Google Shape;2345;p99"/>
          <p:cNvSpPr txBox="1"/>
          <p:nvPr/>
        </p:nvSpPr>
        <p:spPr>
          <a:xfrm flipH="1">
            <a:off x="6812918" y="2403188"/>
            <a:ext cx="233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6" name="Google Shape;2346;p99"/>
          <p:cNvSpPr txBox="1"/>
          <p:nvPr/>
        </p:nvSpPr>
        <p:spPr>
          <a:xfrm>
            <a:off x="7075675" y="2403192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7" name="Google Shape;2347;p99"/>
          <p:cNvSpPr txBox="1"/>
          <p:nvPr/>
        </p:nvSpPr>
        <p:spPr>
          <a:xfrm>
            <a:off x="6902200" y="183107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8" name="Google Shape;2348;p99"/>
          <p:cNvSpPr txBox="1"/>
          <p:nvPr/>
        </p:nvSpPr>
        <p:spPr>
          <a:xfrm>
            <a:off x="7807625" y="241181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49" name="Google Shape;2349;p99"/>
          <p:cNvCxnSpPr/>
          <p:nvPr/>
        </p:nvCxnSpPr>
        <p:spPr>
          <a:xfrm flipH="1">
            <a:off x="8615775" y="892674"/>
            <a:ext cx="0" cy="19350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50" name="Google Shape;2350;p99"/>
          <p:cNvSpPr txBox="1"/>
          <p:nvPr/>
        </p:nvSpPr>
        <p:spPr>
          <a:xfrm flipH="1">
            <a:off x="7312818" y="1830041"/>
            <a:ext cx="233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1" name="Google Shape;2351;p99"/>
          <p:cNvSpPr txBox="1"/>
          <p:nvPr/>
        </p:nvSpPr>
        <p:spPr>
          <a:xfrm>
            <a:off x="8132456" y="2418736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2" name="Google Shape;2352;p99"/>
          <p:cNvSpPr txBox="1"/>
          <p:nvPr/>
        </p:nvSpPr>
        <p:spPr>
          <a:xfrm>
            <a:off x="7297195" y="2403185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3" name="Google Shape;2353;p99"/>
          <p:cNvSpPr txBox="1"/>
          <p:nvPr>
            <p:ph type="body" idx="1"/>
          </p:nvPr>
        </p:nvSpPr>
        <p:spPr>
          <a:xfrm>
            <a:off x="324000" y="1597500"/>
            <a:ext cx="5317500" cy="67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An outcome is going to be randomly selected.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Find the probability it is:</a:t>
            </a:r>
            <a:endParaRPr sz="1800"/>
          </a:p>
        </p:txBody>
      </p:sp>
      <p:sp>
        <p:nvSpPr>
          <p:cNvPr id="2354" name="Google Shape;2354;p99"/>
          <p:cNvSpPr txBox="1"/>
          <p:nvPr>
            <p:ph type="body" idx="1"/>
          </p:nvPr>
        </p:nvSpPr>
        <p:spPr>
          <a:xfrm>
            <a:off x="324025" y="2435700"/>
            <a:ext cx="53175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a) even and a factor of 18 or odd</a:t>
            </a:r>
            <a:endParaRPr sz="1800"/>
          </a:p>
        </p:txBody>
      </p:sp>
      <p:sp>
        <p:nvSpPr>
          <p:cNvPr id="2355" name="Google Shape;2355;p99"/>
          <p:cNvSpPr txBox="1"/>
          <p:nvPr>
            <p:ph type="body" idx="1"/>
          </p:nvPr>
        </p:nvSpPr>
        <p:spPr>
          <a:xfrm>
            <a:off x="324000" y="3093125"/>
            <a:ext cx="53175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b) odd and a factor of 18 or even</a:t>
            </a:r>
            <a:endParaRPr sz="1800"/>
          </a:p>
        </p:txBody>
      </p:sp>
      <p:sp>
        <p:nvSpPr>
          <p:cNvPr id="2356" name="Google Shape;2356;p99"/>
          <p:cNvSpPr txBox="1"/>
          <p:nvPr>
            <p:ph type="body" idx="1"/>
          </p:nvPr>
        </p:nvSpPr>
        <p:spPr>
          <a:xfrm>
            <a:off x="324000" y="3778925"/>
            <a:ext cx="53175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c) a factor of 18 or even and not a factor of 18</a:t>
            </a:r>
            <a:endParaRPr sz="1800"/>
          </a:p>
        </p:txBody>
      </p:sp>
      <p:sp>
        <p:nvSpPr>
          <p:cNvPr id="2357" name="Google Shape;2357;p99"/>
          <p:cNvSpPr txBox="1"/>
          <p:nvPr>
            <p:ph type="body" idx="1"/>
          </p:nvPr>
        </p:nvSpPr>
        <p:spPr>
          <a:xfrm>
            <a:off x="324000" y="4388525"/>
            <a:ext cx="53175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d) not a factor of 18 or even</a:t>
            </a:r>
            <a:endParaRPr sz="1800"/>
          </a:p>
        </p:txBody>
      </p:sp>
      <p:pic>
        <p:nvPicPr>
          <p:cNvPr id="2358" name="Google Shape;2358;p99" descr="&lt;math xmlns=&quot;http://www.w3.org/1998/Math/MathML&quot; display=&quot;block&quot; data-is-equatio=&quot;1&quot; data-latex=&quot;\frac{7}{9}&quot;&gt;&lt;mfrac&gt;&lt;mn&gt;7&lt;/mn&gt;&lt;mn&gt;9&lt;/mn&gt;&lt;/mfrac&gt;&lt;/math&gt;" title="seven ni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2999" y="2331063"/>
            <a:ext cx="168991" cy="5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9" name="Google Shape;2359;p99" descr="&lt;math xmlns=&quot;http://www.w3.org/1998/Math/MathML&quot; display=&quot;block&quot; data-is-equatio=&quot;1&quot; data-latex=&quot;\frac{6}{9}&quot;&gt;&lt;mfrac&gt;&lt;mn&gt;6&lt;/mn&gt;&lt;mn&gt;9&lt;/mn&gt;&lt;/mfrac&gt;&lt;/math&gt;" title="six ni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89341" y="4219975"/>
            <a:ext cx="165406" cy="551359"/>
          </a:xfrm>
          <a:prstGeom prst="rect">
            <a:avLst/>
          </a:prstGeom>
          <a:noFill/>
          <a:ln>
            <a:noFill/>
          </a:ln>
        </p:spPr>
      </p:pic>
      <p:sp>
        <p:nvSpPr>
          <p:cNvPr id="2360" name="Google Shape;2360;p99"/>
          <p:cNvSpPr txBox="1"/>
          <p:nvPr/>
        </p:nvSpPr>
        <p:spPr>
          <a:xfrm>
            <a:off x="7831925" y="1853350"/>
            <a:ext cx="64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4    8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61" name="Google Shape;2361;p99" descr="&lt;math xmlns=&quot;http://www.w3.org/1998/Math/MathML&quot; display=&quot;block&quot; data-is-equatio=&quot;1&quot; data-latex=&quot;\frac{7}{9}&quot;&gt;&lt;mfrac&gt;&lt;mn&gt;7&lt;/mn&gt;&lt;mn&gt;9&lt;/mn&gt;&lt;/mfrac&gt;&lt;/math&gt;" title="seven ni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2999" y="3054988"/>
            <a:ext cx="168991" cy="5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2" name="Google Shape;2362;p99" descr="&lt;math xmlns=&quot;http://www.w3.org/1998/Math/MathML&quot; display=&quot;block&quot; data-is-equatio=&quot;1&quot; data-latex=&quot;\frac{7}{9}&quot;&gt;&lt;mfrac&gt;&lt;mn&gt;7&lt;/mn&gt;&lt;mn&gt;9&lt;/mn&gt;&lt;/mfrac&gt;&lt;/math&gt;" title="seven ni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5399" y="3693263"/>
            <a:ext cx="168991" cy="55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3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366" name="Shape 2366"/>
        <p:cNvGrpSpPr/>
        <p:nvPr/>
      </p:nvGrpSpPr>
      <p:grpSpPr>
        <a:xfrm>
          <a:off x="0" y="0"/>
          <a:ext cx="0" cy="0"/>
        </a:xfrm>
      </p:grpSpPr>
      <p:sp>
        <p:nvSpPr>
          <p:cNvPr id="2367" name="Google Shape;2367;p100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Outcome tables can be used to find theoretical probabilities of combined events.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In some combinations, an outcome appears in both and therefore is only included once.</a:t>
            </a:r>
            <a:endParaRPr/>
          </a:p>
        </p:txBody>
      </p:sp>
      <p:sp>
        <p:nvSpPr>
          <p:cNvPr id="2368" name="Google Shape;2368;p100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Calculating theoretical probabilities from two-way tables (two events)</a:t>
            </a:r>
            <a:endParaRPr/>
          </a:p>
        </p:txBody>
      </p:sp>
    </p:spTree>
  </p:cSld>
  <p:clrMapOvr>
    <a:masterClrMapping/>
  </p:clrMapOvr>
  <p:transition/>
  <p:timing/>
</p:sld>
</file>

<file path=ppt/slides/slide3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372" name="Shape 2372"/>
        <p:cNvGrpSpPr/>
        <p:nvPr/>
      </p:nvGrpSpPr>
      <p:grpSpPr>
        <a:xfrm>
          <a:off x="0" y="0"/>
          <a:ext cx="0" cy="0"/>
        </a:xfrm>
      </p:grpSpPr>
      <p:sp>
        <p:nvSpPr>
          <p:cNvPr id="2373" name="Google Shape;2373;p101"/>
          <p:cNvSpPr txBox="1"/>
          <p:nvPr>
            <p:ph type="subTitle" idx="1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374" name="Google Shape;2374;p10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792</Paragraphs>
  <Slides>39</Slides>
  <Notes>39</Notes>
  <TotalTime>0</TotalTime>
  <HiddenSlides>1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baseType="lpstr" size="47">
      <vt:lpstr>Arial</vt:lpstr>
      <vt:lpstr>Lexend</vt:lpstr>
      <vt:lpstr>Lexend Medium</vt:lpstr>
      <vt:lpstr>Kalam</vt:lpstr>
      <vt:lpstr>Lexend Light</vt:lpstr>
      <vt:lpstr>Calibri</vt:lpstr>
      <vt:lpstr>ABeeZee</vt:lpstr>
      <vt:lpstr>simple-light-2</vt:lpstr>
      <vt:lpstr>Calculating theoretical probabilities from two-way tables (two events)</vt:lpstr>
      <vt:lpstr>PowerPoint Presentation</vt:lpstr>
      <vt:lpstr>PowerPoint Presentation</vt:lpstr>
      <vt:lpstr>PowerPoint Presentation</vt:lpstr>
      <vt:lpstr>Theoretical probabilities</vt:lpstr>
      <vt:lpstr>Theoretical probabilities</vt:lpstr>
      <vt:lpstr>Theoretical probabilities</vt:lpstr>
      <vt:lpstr>Theoretical probabilities</vt:lpstr>
      <vt:lpstr>Theoretical probabilities</vt:lpstr>
      <vt:lpstr>Theoretical probabilities</vt:lpstr>
      <vt:lpstr>Theoretical probabilities</vt:lpstr>
      <vt:lpstr>Theoretical probabilities</vt:lpstr>
      <vt:lpstr>Theoretical probabilities</vt:lpstr>
      <vt:lpstr>Theoretical probabilities</vt:lpstr>
      <vt:lpstr>Theoretical probabilities</vt:lpstr>
      <vt:lpstr>Theoretical probabilities</vt:lpstr>
      <vt:lpstr>Theoretical probabilities</vt:lpstr>
      <vt:lpstr>Theoretical probabilities</vt:lpstr>
      <vt:lpstr>Theoretical probabilities</vt:lpstr>
      <vt:lpstr>Theoretical probabilities</vt:lpstr>
      <vt:lpstr>Theoretical probabilities</vt:lpstr>
      <vt:lpstr>Theoretical probabilities</vt:lpstr>
      <vt:lpstr>Theoretical probabilities</vt:lpstr>
      <vt:lpstr>Theoretical probabilities</vt:lpstr>
      <vt:lpstr>Probabilities for combined events</vt:lpstr>
      <vt:lpstr>Probabilities for combined events</vt:lpstr>
      <vt:lpstr>Probabilities for combined events</vt:lpstr>
      <vt:lpstr>Probabilities for combined events</vt:lpstr>
      <vt:lpstr>Probabilities for combined events</vt:lpstr>
      <vt:lpstr>Probabilities for combined events</vt:lpstr>
      <vt:lpstr>Probabilities for combined events</vt:lpstr>
      <vt:lpstr>Which of the following satisfies an outcome being even or a factor of 50?</vt:lpstr>
      <vt:lpstr>Probabilities for combined events</vt:lpstr>
      <vt:lpstr>Probabilities for combined events</vt:lpstr>
      <vt:lpstr>Probabilities for combined events</vt:lpstr>
      <vt:lpstr>Probabilities for combined events</vt:lpstr>
      <vt:lpstr>Probabilities for combined events</vt:lpstr>
      <vt:lpstr>Calculating theoretical probabilities from two-way tables (two events)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2024-03-05T13:22:01.789</cp:lastPrinted>
  <dcterms:created xsi:type="dcterms:W3CDTF">2024-03-05T13:22:01Z</dcterms:created>
  <dcterms:modified xsi:type="dcterms:W3CDTF">2024-03-05T13:22:21Z</dcterms:modified>
</cp:coreProperties>
</file>