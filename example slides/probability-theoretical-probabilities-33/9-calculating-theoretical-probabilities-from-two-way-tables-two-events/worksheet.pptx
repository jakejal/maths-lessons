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8" name="Shape 248"/>
        <p:cNvGrpSpPr/>
        <p:nvPr/>
      </p:nvGrpSpPr>
      <p:grpSpPr>
        <a:xfrm>
          <a:off x="0" y="0"/>
          <a:ext cx="0" cy="0"/>
        </a:xfrm>
      </p:grpSpPr>
      <p:sp>
        <p:nvSpPr>
          <p:cNvPr id="249" name="Google Shape;249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two-way tables (two events)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2" y="1563650"/>
            <a:ext cx="59364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Theoretical probabilities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2096188"/>
            <a:ext cx="4033200" cy="8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spinner is going to be spun once.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Fill in the outcome table for the two events: less than 12 and prime.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" name="Google Shape;163;p20"/>
          <p:cNvCxnSpPr/>
          <p:nvPr/>
        </p:nvCxnSpPr>
        <p:spPr>
          <a:xfrm flipH="1">
            <a:off x="1333720" y="3084247"/>
            <a:ext cx="0" cy="1671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0"/>
          <p:cNvCxnSpPr/>
          <p:nvPr/>
        </p:nvCxnSpPr>
        <p:spPr>
          <a:xfrm flipH="1">
            <a:off x="2106740" y="3084247"/>
            <a:ext cx="0" cy="1671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0"/>
          <p:cNvCxnSpPr/>
          <p:nvPr/>
        </p:nvCxnSpPr>
        <p:spPr>
          <a:xfrm rot="10800000">
            <a:off x="678039" y="3602466"/>
            <a:ext cx="2181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Google Shape;166;p20"/>
          <p:cNvCxnSpPr/>
          <p:nvPr/>
        </p:nvCxnSpPr>
        <p:spPr>
          <a:xfrm rot="10800000">
            <a:off x="678039" y="4184876"/>
            <a:ext cx="2181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0"/>
          <p:cNvCxnSpPr/>
          <p:nvPr/>
        </p:nvCxnSpPr>
        <p:spPr>
          <a:xfrm rot="10800000">
            <a:off x="678039" y="4759911"/>
            <a:ext cx="2181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" name="Google Shape;168;p20"/>
          <p:cNvSpPr txBox="1"/>
          <p:nvPr/>
        </p:nvSpPr>
        <p:spPr>
          <a:xfrm>
            <a:off x="1387703" y="3141976"/>
            <a:ext cx="66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less than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158442" y="3141976"/>
            <a:ext cx="66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less than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757097" y="3791103"/>
            <a:ext cx="762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730553" y="4236254"/>
            <a:ext cx="60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 flipH="1">
            <a:off x="2859939" y="3084247"/>
            <a:ext cx="0" cy="1671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3" name="Google Shape;173;p20"/>
          <p:cNvGrpSpPr/>
          <p:nvPr/>
        </p:nvGrpSpPr>
        <p:grpSpPr>
          <a:xfrm>
            <a:off x="5447961" y="1823491"/>
            <a:ext cx="1390678" cy="1432617"/>
            <a:chOff x="2689958" y="1388753"/>
            <a:chExt cx="2541444" cy="2539200"/>
          </a:xfrm>
        </p:grpSpPr>
        <p:sp>
          <p:nvSpPr>
            <p:cNvPr id="174" name="Google Shape;174;p20"/>
            <p:cNvSpPr/>
            <p:nvPr/>
          </p:nvSpPr>
          <p:spPr>
            <a:xfrm>
              <a:off x="3051775" y="1749638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C63D0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/>
            <p:nvPr/>
          </p:nvSpPr>
          <p:spPr>
            <a:xfrm rot="2159765">
              <a:off x="3051799" y="174966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037B7D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/>
            <p:nvPr/>
          </p:nvSpPr>
          <p:spPr>
            <a:xfrm rot="4319561">
              <a:off x="3051819" y="1749683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374CF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 rot="6479899">
              <a:off x="3051749" y="1749624"/>
              <a:ext cx="1817540" cy="181754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D02AA7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 rot="8640235">
              <a:off x="3050572" y="1749544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 rot="10799433">
              <a:off x="3050406" y="1749682"/>
              <a:ext cx="1817700" cy="1817700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C63D0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 rot="-8640235">
              <a:off x="3050594" y="1749585"/>
              <a:ext cx="1817671" cy="1817671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037B7D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 rot="-6480439">
              <a:off x="3050616" y="1749544"/>
              <a:ext cx="1817633" cy="1817633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374CF1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 rot="-4320276">
              <a:off x="3052783" y="1749290"/>
              <a:ext cx="1817826" cy="1817826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D02AA7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 rot="-2160224">
              <a:off x="3052878" y="1749429"/>
              <a:ext cx="1817848" cy="1817848"/>
            </a:xfrm>
            <a:prstGeom prst="pie">
              <a:avLst>
                <a:gd name="adj1" fmla="val 14043283"/>
                <a:gd name="adj2" fmla="val 16200000"/>
              </a:avLst>
            </a:prstGeom>
            <a:solidFill>
              <a:srgbClr val="845AD9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4" name="Google Shape;184;p20"/>
            <p:cNvGrpSpPr/>
            <p:nvPr/>
          </p:nvGrpSpPr>
          <p:grpSpPr>
            <a:xfrm>
              <a:off x="3908257" y="1850698"/>
              <a:ext cx="97496" cy="848416"/>
              <a:chOff x="996050" y="213293"/>
              <a:chExt cx="93900" cy="909732"/>
            </a:xfrm>
          </p:grpSpPr>
          <p:cxnSp>
            <p:nvCxnSpPr>
              <p:cNvPr id="185" name="Google Shape;185;p20"/>
              <p:cNvCxnSpPr/>
              <p:nvPr/>
            </p:nvCxnSpPr>
            <p:spPr>
              <a:xfrm rot="10800000" flipH="1">
                <a:off x="1046672" y="213293"/>
                <a:ext cx="0" cy="851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86" name="Google Shape;186;p2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87" name="Google Shape;187;p20"/>
            <p:cNvSpPr txBox="1"/>
            <p:nvPr/>
          </p:nvSpPr>
          <p:spPr>
            <a:xfrm>
              <a:off x="3673554" y="1864275"/>
              <a:ext cx="1887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4097554" y="1878950"/>
              <a:ext cx="1887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4491229" y="2110575"/>
              <a:ext cx="1887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4582099" y="2535375"/>
              <a:ext cx="2244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4376281" y="2900175"/>
              <a:ext cx="3267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4031532" y="3165552"/>
              <a:ext cx="2895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3581507" y="3186150"/>
              <a:ext cx="3267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3233219" y="2911480"/>
              <a:ext cx="3390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3140734" y="2503997"/>
              <a:ext cx="4617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3328508" y="2110575"/>
              <a:ext cx="2739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" name="Google Shape;197;p20"/>
          <p:cNvSpPr txBox="1"/>
          <p:nvPr/>
        </p:nvSpPr>
        <p:spPr>
          <a:xfrm>
            <a:off x="3034263" y="3187220"/>
            <a:ext cx="3729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P(less than 12 and prime)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034263" y="3959884"/>
            <a:ext cx="3729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P(not prime and not less than 12)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034263" y="4715299"/>
            <a:ext cx="3729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Find P(prime and not less than 12)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76400" y="5864700"/>
            <a:ext cx="4971600" cy="23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spinner is going to be spun twice and then the product of the two numbers is found.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1228187" y="7250208"/>
            <a:ext cx="298500" cy="14805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559641" y="6970857"/>
            <a:ext cx="2295900" cy="2889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 flipH="1">
            <a:off x="1546912" y="6974836"/>
            <a:ext cx="0" cy="173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0"/>
          <p:cNvCxnSpPr/>
          <p:nvPr/>
        </p:nvCxnSpPr>
        <p:spPr>
          <a:xfrm flipH="1">
            <a:off x="2008788" y="6974836"/>
            <a:ext cx="0" cy="173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0"/>
          <p:cNvCxnSpPr/>
          <p:nvPr/>
        </p:nvCxnSpPr>
        <p:spPr>
          <a:xfrm flipH="1">
            <a:off x="2470664" y="6974836"/>
            <a:ext cx="0" cy="176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0"/>
          <p:cNvCxnSpPr/>
          <p:nvPr/>
        </p:nvCxnSpPr>
        <p:spPr>
          <a:xfrm rot="10800000">
            <a:off x="1235799" y="7261519"/>
            <a:ext cx="263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20"/>
          <p:cNvCxnSpPr/>
          <p:nvPr/>
        </p:nvCxnSpPr>
        <p:spPr>
          <a:xfrm rot="10800000">
            <a:off x="1235799" y="7556548"/>
            <a:ext cx="263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0"/>
          <p:cNvCxnSpPr/>
          <p:nvPr/>
        </p:nvCxnSpPr>
        <p:spPr>
          <a:xfrm rot="10800000">
            <a:off x="1235799" y="7851577"/>
            <a:ext cx="263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" name="Google Shape;209;p20"/>
          <p:cNvSpPr txBox="1"/>
          <p:nvPr/>
        </p:nvSpPr>
        <p:spPr>
          <a:xfrm>
            <a:off x="1718433" y="6974836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2183250" y="6974836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1323070" y="7280766"/>
            <a:ext cx="218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1333464" y="7575036"/>
            <a:ext cx="39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 rot="-5400000">
            <a:off x="2639441" y="5722501"/>
            <a:ext cx="124800" cy="22959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2465691" y="6598075"/>
            <a:ext cx="68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 rot="10800000">
            <a:off x="1050757" y="7261330"/>
            <a:ext cx="117600" cy="1480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02375" y="7869543"/>
            <a:ext cx="59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" name="Google Shape;217;p20"/>
          <p:cNvCxnSpPr/>
          <p:nvPr/>
        </p:nvCxnSpPr>
        <p:spPr>
          <a:xfrm flipH="1">
            <a:off x="3856294" y="6974836"/>
            <a:ext cx="0" cy="176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20"/>
          <p:cNvCxnSpPr/>
          <p:nvPr/>
        </p:nvCxnSpPr>
        <p:spPr>
          <a:xfrm rot="10800000">
            <a:off x="1235799" y="8736663"/>
            <a:ext cx="263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" name="Google Shape;219;p20"/>
          <p:cNvSpPr txBox="1"/>
          <p:nvPr/>
        </p:nvSpPr>
        <p:spPr>
          <a:xfrm>
            <a:off x="1328845" y="7868045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2648067" y="6974836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0"/>
          <p:cNvCxnSpPr/>
          <p:nvPr/>
        </p:nvCxnSpPr>
        <p:spPr>
          <a:xfrm flipH="1">
            <a:off x="2932541" y="6974836"/>
            <a:ext cx="0" cy="176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0"/>
          <p:cNvCxnSpPr/>
          <p:nvPr/>
        </p:nvCxnSpPr>
        <p:spPr>
          <a:xfrm flipH="1">
            <a:off x="3394417" y="6974836"/>
            <a:ext cx="0" cy="176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0"/>
          <p:cNvCxnSpPr/>
          <p:nvPr/>
        </p:nvCxnSpPr>
        <p:spPr>
          <a:xfrm rot="10800000">
            <a:off x="1235799" y="8146605"/>
            <a:ext cx="263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20"/>
          <p:cNvCxnSpPr/>
          <p:nvPr/>
        </p:nvCxnSpPr>
        <p:spPr>
          <a:xfrm rot="10800000">
            <a:off x="1235799" y="8441634"/>
            <a:ext cx="2634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20"/>
          <p:cNvSpPr txBox="1"/>
          <p:nvPr/>
        </p:nvSpPr>
        <p:spPr>
          <a:xfrm>
            <a:off x="3089443" y="6974836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584075" y="6974836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1328843" y="8457241"/>
            <a:ext cx="218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1328845" y="8151795"/>
            <a:ext cx="50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" name="Google Shape;229;p20"/>
          <p:cNvCxnSpPr/>
          <p:nvPr/>
        </p:nvCxnSpPr>
        <p:spPr>
          <a:xfrm rot="10800000">
            <a:off x="1541173" y="6969803"/>
            <a:ext cx="2326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p20"/>
          <p:cNvCxnSpPr/>
          <p:nvPr/>
        </p:nvCxnSpPr>
        <p:spPr>
          <a:xfrm flipH="1">
            <a:off x="1241080" y="7260010"/>
            <a:ext cx="0" cy="1484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" name="Google Shape;231;p20"/>
          <p:cNvSpPr/>
          <p:nvPr/>
        </p:nvSpPr>
        <p:spPr>
          <a:xfrm>
            <a:off x="5696898" y="5751988"/>
            <a:ext cx="884700" cy="8847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0"/>
          <p:cNvSpPr/>
          <p:nvPr/>
        </p:nvSpPr>
        <p:spPr>
          <a:xfrm rot="8650222">
            <a:off x="5704695" y="5759704"/>
            <a:ext cx="869183" cy="86918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3" name="Google Shape;233;p20"/>
          <p:cNvSpPr/>
          <p:nvPr/>
        </p:nvSpPr>
        <p:spPr>
          <a:xfrm rot="-8629108">
            <a:off x="5704807" y="5760021"/>
            <a:ext cx="868983" cy="86898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4" name="Google Shape;234;p20"/>
          <p:cNvSpPr/>
          <p:nvPr/>
        </p:nvSpPr>
        <p:spPr>
          <a:xfrm rot="-4310413">
            <a:off x="5704701" y="5759734"/>
            <a:ext cx="869194" cy="869194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5704743" y="5759905"/>
            <a:ext cx="869100" cy="8691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6032468" y="6344496"/>
            <a:ext cx="32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 rot="4313037">
            <a:off x="5704507" y="5759652"/>
            <a:ext cx="869292" cy="86929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5835185" y="5786630"/>
            <a:ext cx="32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217762" y="5786634"/>
            <a:ext cx="32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6311917" y="6127628"/>
            <a:ext cx="32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5709898" y="6110656"/>
            <a:ext cx="29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2" name="Google Shape;242;p20"/>
          <p:cNvGrpSpPr/>
          <p:nvPr/>
        </p:nvGrpSpPr>
        <p:grpSpPr>
          <a:xfrm>
            <a:off x="6113814" y="5781140"/>
            <a:ext cx="48978" cy="426118"/>
            <a:chOff x="996050" y="213293"/>
            <a:chExt cx="93900" cy="909732"/>
          </a:xfrm>
        </p:grpSpPr>
        <p:cxnSp>
          <p:nvCxnSpPr>
            <p:cNvPr id="243" name="Google Shape;243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4" name="Google Shape;244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45" name="Google Shape;245;p20"/>
          <p:cNvSpPr txBox="1"/>
          <p:nvPr/>
        </p:nvSpPr>
        <p:spPr>
          <a:xfrm>
            <a:off x="476400" y="6348897"/>
            <a:ext cx="46566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outcome table to show the possible products.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4135475" y="7119650"/>
            <a:ext cx="29649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P(square and factor of 36)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4135475" y="8102075"/>
            <a:ext cx="29649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P(even and less than 18)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1" name="Shape 251"/>
        <p:cNvGrpSpPr/>
        <p:nvPr/>
      </p:nvGrpSpPr>
      <p:grpSpPr>
        <a:xfrm>
          <a:off x="0" y="0"/>
          <a:ext cx="0" cy="0"/>
        </a:xfrm>
      </p:grpSpPr>
      <p:sp>
        <p:nvSpPr>
          <p:cNvPr id="252" name="Google Shape;25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3" name="Google Shape;25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two-way tables (two events)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476425" y="4916450"/>
            <a:ext cx="63429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Probabilities for combined events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76400" y="5486275"/>
            <a:ext cx="34488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outcome table shows the sample space {1, 2, 3, 4, 5, 6, 7, 8, 9}.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8" name="Google Shape;258;p21"/>
          <p:cNvCxnSpPr/>
          <p:nvPr/>
        </p:nvCxnSpPr>
        <p:spPr>
          <a:xfrm flipH="1">
            <a:off x="5483542" y="5591880"/>
            <a:ext cx="0" cy="153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" name="Google Shape;259;p21"/>
          <p:cNvCxnSpPr/>
          <p:nvPr/>
        </p:nvCxnSpPr>
        <p:spPr>
          <a:xfrm flipH="1">
            <a:off x="6245881" y="5591880"/>
            <a:ext cx="0" cy="153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" name="Google Shape;260;p21"/>
          <p:cNvCxnSpPr/>
          <p:nvPr/>
        </p:nvCxnSpPr>
        <p:spPr>
          <a:xfrm rot="10800000">
            <a:off x="4876872" y="6253317"/>
            <a:ext cx="217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21"/>
          <p:cNvCxnSpPr/>
          <p:nvPr/>
        </p:nvCxnSpPr>
        <p:spPr>
          <a:xfrm rot="10800000">
            <a:off x="4876872" y="6695496"/>
            <a:ext cx="217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" name="Google Shape;262;p21"/>
          <p:cNvCxnSpPr/>
          <p:nvPr/>
        </p:nvCxnSpPr>
        <p:spPr>
          <a:xfrm rot="10800000">
            <a:off x="4876872" y="7124047"/>
            <a:ext cx="21774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Google Shape;263;p21"/>
          <p:cNvSpPr txBox="1"/>
          <p:nvPr/>
        </p:nvSpPr>
        <p:spPr>
          <a:xfrm>
            <a:off x="5592703" y="5750750"/>
            <a:ext cx="51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 of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6377949" y="5552400"/>
            <a:ext cx="55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factor of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973339" y="6314365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966177" y="6787906"/>
            <a:ext cx="36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 flipH="1">
            <a:off x="5614327" y="6787916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822435" y="6787919"/>
            <a:ext cx="19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685076" y="6334909"/>
            <a:ext cx="19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402000" y="6794743"/>
            <a:ext cx="19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1" name="Google Shape;271;p21"/>
          <p:cNvCxnSpPr/>
          <p:nvPr/>
        </p:nvCxnSpPr>
        <p:spPr>
          <a:xfrm flipH="1">
            <a:off x="7041900" y="5591880"/>
            <a:ext cx="0" cy="1532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" name="Google Shape;272;p21"/>
          <p:cNvSpPr txBox="1"/>
          <p:nvPr/>
        </p:nvSpPr>
        <p:spPr>
          <a:xfrm flipH="1">
            <a:off x="6010153" y="6334094"/>
            <a:ext cx="18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6659203" y="6800227"/>
            <a:ext cx="19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5997836" y="6787913"/>
            <a:ext cx="19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76400" y="6149967"/>
            <a:ext cx="42105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outcome is going to be randomly selected.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probability it is: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76420" y="6813659"/>
            <a:ext cx="42105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even and a factor of 18 or odd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476400" y="7639013"/>
            <a:ext cx="42105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odd and a factor of 18 or even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76400" y="8410634"/>
            <a:ext cx="42105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factor of 18 or even and not a factor of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76400" y="9198120"/>
            <a:ext cx="42105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not a factor of 18 or even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6421240" y="6352550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4    8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" name="Google Shape;281;p21"/>
          <p:cNvCxnSpPr/>
          <p:nvPr/>
        </p:nvCxnSpPr>
        <p:spPr>
          <a:xfrm>
            <a:off x="451882" y="48616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2" name="Google Shape;282;p21"/>
          <p:cNvSpPr txBox="1"/>
          <p:nvPr/>
        </p:nvSpPr>
        <p:spPr>
          <a:xfrm>
            <a:off x="3927326" y="2491524"/>
            <a:ext cx="31731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P(spherical and has stitching)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76400" y="987900"/>
            <a:ext cx="55710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This two-way table shows the frequencies of some sports balls categorised by their shape and whether they have stitching on the surface.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e.g. an american football is not spherical but has stitching, whereas a golf ball is spherical but doesn’t have stitching.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3927326" y="3673519"/>
            <a:ext cx="31731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P(spherical and does not have stitching)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5" name="Google Shape;285;p21"/>
          <p:cNvPicPr preferRelativeResize="0"/>
          <p:nvPr/>
        </p:nvPicPr>
        <p:blipFill>
          <a:blip r:embed="rId3">
            <a:alphaModFix/>
          </a:blip>
          <a:srcRect b="9600"/>
          <a:stretch>
            <a:fillRect/>
          </a:stretch>
        </p:blipFill>
        <p:spPr>
          <a:xfrm rot="-1323600">
            <a:off x="6107004" y="1061617"/>
            <a:ext cx="897000" cy="49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3121" y="1352830"/>
            <a:ext cx="292953" cy="298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21"/>
          <p:cNvGrpSpPr/>
          <p:nvPr/>
        </p:nvGrpSpPr>
        <p:grpSpPr>
          <a:xfrm>
            <a:off x="574841" y="2220438"/>
            <a:ext cx="3167393" cy="1472317"/>
            <a:chOff x="5578375" y="933000"/>
            <a:chExt cx="4056600" cy="2169000"/>
          </a:xfrm>
        </p:grpSpPr>
        <p:cxnSp>
          <p:nvCxnSpPr>
            <p:cNvPr id="288" name="Google Shape;288;p21"/>
            <p:cNvCxnSpPr/>
            <p:nvPr/>
          </p:nvCxnSpPr>
          <p:spPr>
            <a:xfrm flipH="1">
              <a:off x="6689175" y="950623"/>
              <a:ext cx="0" cy="2148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21"/>
            <p:cNvCxnSpPr/>
            <p:nvPr/>
          </p:nvCxnSpPr>
          <p:spPr>
            <a:xfrm flipH="1">
              <a:off x="7816745" y="950623"/>
              <a:ext cx="0" cy="21486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0" name="Google Shape;290;p21"/>
            <p:cNvCxnSpPr/>
            <p:nvPr/>
          </p:nvCxnSpPr>
          <p:spPr>
            <a:xfrm flipH="1">
              <a:off x="8970904" y="933000"/>
              <a:ext cx="0" cy="2169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1" name="Google Shape;291;p21"/>
            <p:cNvCxnSpPr/>
            <p:nvPr/>
          </p:nvCxnSpPr>
          <p:spPr>
            <a:xfrm rot="10800000">
              <a:off x="5578538" y="1569800"/>
              <a:ext cx="4054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2" name="Google Shape;292;p21"/>
            <p:cNvCxnSpPr/>
            <p:nvPr/>
          </p:nvCxnSpPr>
          <p:spPr>
            <a:xfrm rot="10800000">
              <a:off x="5578538" y="2083850"/>
              <a:ext cx="4054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3" name="Google Shape;293;p21"/>
            <p:cNvCxnSpPr/>
            <p:nvPr/>
          </p:nvCxnSpPr>
          <p:spPr>
            <a:xfrm rot="10800000">
              <a:off x="5578375" y="2555070"/>
              <a:ext cx="40566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4" name="Google Shape;294;p21"/>
          <p:cNvSpPr txBox="1"/>
          <p:nvPr/>
        </p:nvSpPr>
        <p:spPr>
          <a:xfrm>
            <a:off x="1487040" y="2459375"/>
            <a:ext cx="8268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spherical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2379498" y="2221595"/>
            <a:ext cx="8268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spherical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596032" y="2780129"/>
            <a:ext cx="7704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stitching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68001" y="3094350"/>
            <a:ext cx="953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stitching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1824313" y="2794072"/>
            <a:ext cx="1302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2702625" y="2794072"/>
            <a:ext cx="1302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1824321" y="3081076"/>
            <a:ext cx="200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2702625" y="3081076"/>
            <a:ext cx="1302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2" name="Google Shape;302;p21"/>
          <p:cNvCxnSpPr/>
          <p:nvPr/>
        </p:nvCxnSpPr>
        <p:spPr>
          <a:xfrm rot="10800000">
            <a:off x="574788" y="3685227"/>
            <a:ext cx="3173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21"/>
          <p:cNvSpPr txBox="1"/>
          <p:nvPr/>
        </p:nvSpPr>
        <p:spPr>
          <a:xfrm>
            <a:off x="1812220" y="3417935"/>
            <a:ext cx="200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3446931" y="2794072"/>
            <a:ext cx="1302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3386263" y="3099276"/>
            <a:ext cx="200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2702625" y="3417935"/>
            <a:ext cx="1302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3386261" y="3417935"/>
            <a:ext cx="200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3293818" y="2457442"/>
            <a:ext cx="4446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895428" y="3417931"/>
            <a:ext cx="6654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3927326" y="2112020"/>
            <a:ext cx="28689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ball is selected at random.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1" name="Google Shape;311;p21"/>
          <p:cNvCxnSpPr/>
          <p:nvPr/>
        </p:nvCxnSpPr>
        <p:spPr>
          <a:xfrm flipH="1">
            <a:off x="3757127" y="2220438"/>
            <a:ext cx="0" cy="1472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Calculating theoretical probabilities from two-way tables (two events)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2024-03-05T13:21:53.875</cp:lastPrinted>
  <dcterms:created xsi:type="dcterms:W3CDTF">2024-03-05T13:21:53Z</dcterms:created>
  <dcterms:modified xsi:type="dcterms:W3CDTF">2024-03-05T13:24:34Z</dcterms:modified>
</cp:coreProperties>
</file>