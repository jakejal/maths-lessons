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7A184686-FD91-4B92-AF2B-33BAE4DE10ED}">
  <a:tblStyle styleId="{7A184686-FD91-4B92-AF2B-33BAE4DE10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7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a table (one event)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76400" y="2112913"/>
            <a:ext cx="6287400" cy="23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table shows the number of sweets of each flavour in a novelty box of sweets.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1" y="1563650"/>
            <a:ext cx="61140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Finding probabilities from a frequency table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20"/>
          <p:cNvGraphicFramePr>
            <a:graphicFrameLocks noGrp="1"/>
          </p:cNvGraphicFramePr>
          <p:nvPr/>
        </p:nvGraphicFramePr>
        <p:xfrm>
          <a:off x="715650" y="2483700"/>
          <a:ext cx="2066125" cy="3072600"/>
        </p:xfrm>
        <a:graphic>
          <a:graphicData uri="http://schemas.openxmlformats.org/drawingml/2006/table">
            <a:tbl>
              <a:tblPr>
                <a:noFill/>
                <a:tableStyleId>{7A184686-FD91-4B92-AF2B-33BAE4DE10ED}</a:tableStyleId>
              </a:tblPr>
              <a:tblGrid>
                <a:gridCol w="1023300"/>
                <a:gridCol w="1042825"/>
              </a:tblGrid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flavour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strawberry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caramel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toffee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fudge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chocolate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grass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earwax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fish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garlic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20"/>
          <p:cNvSpPr txBox="1"/>
          <p:nvPr/>
        </p:nvSpPr>
        <p:spPr>
          <a:xfrm>
            <a:off x="2977225" y="2412925"/>
            <a:ext cx="41232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the probabilities for picking each of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following flavours when a sweet is chosen at random.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3434422" y="2927135"/>
            <a:ext cx="13200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P(strawberry)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5187252" y="2920673"/>
            <a:ext cx="13200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P(caramel)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3434422" y="3321321"/>
            <a:ext cx="13200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P(toffee)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5187252" y="3314859"/>
            <a:ext cx="13200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P(chocolate)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3434422" y="3715508"/>
            <a:ext cx="13200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P(grass)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187252" y="3709045"/>
            <a:ext cx="13200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P(earwax)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3434422" y="4109694"/>
            <a:ext cx="13200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P(fish)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187252" y="4103232"/>
            <a:ext cx="13200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P(garlic)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2977225" y="4744050"/>
            <a:ext cx="39834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nasty flavours are grass, earwax, fish and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garlic. What is the probability of choosing a nasty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flavoured sweet?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5712300"/>
            <a:ext cx="6624000" cy="19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Sam is carrying out a data investigation about how pupils in a nearby village travel to school. She conducts a survey and records her results in a tally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3317775" y="6187516"/>
          <a:ext cx="3746475" cy="1443225"/>
        </p:xfrm>
        <a:graphic>
          <a:graphicData uri="http://schemas.openxmlformats.org/drawingml/2006/table">
            <a:tbl>
              <a:tblPr>
                <a:noFill/>
                <a:tableStyleId>{7A184686-FD91-4B92-AF2B-33BAE4DE10ED}</a:tableStyleId>
              </a:tblPr>
              <a:tblGrid>
                <a:gridCol w="1151550"/>
                <a:gridCol w="1483025"/>
                <a:gridCol w="1111900"/>
              </a:tblGrid>
              <a:tr h="435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 of transport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tally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2519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19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bus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19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bicycle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19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walk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77" name="Google Shape;177;p20"/>
          <p:cNvGrpSpPr/>
          <p:nvPr/>
        </p:nvGrpSpPr>
        <p:grpSpPr>
          <a:xfrm>
            <a:off x="4704077" y="6709090"/>
            <a:ext cx="259779" cy="157410"/>
            <a:chOff x="6605147" y="1426486"/>
            <a:chExt cx="390000" cy="244539"/>
          </a:xfrm>
        </p:grpSpPr>
        <p:cxnSp>
          <p:nvCxnSpPr>
            <p:cNvPr id="178" name="Google Shape;178;p20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" name="Google Shape;179;p20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" name="Google Shape;180;p20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" name="Google Shape;181;p20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2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3" name="Google Shape;183;p20"/>
          <p:cNvGrpSpPr/>
          <p:nvPr/>
        </p:nvGrpSpPr>
        <p:grpSpPr>
          <a:xfrm>
            <a:off x="5011320" y="6709090"/>
            <a:ext cx="259779" cy="157410"/>
            <a:chOff x="6605147" y="1426486"/>
            <a:chExt cx="390000" cy="244539"/>
          </a:xfrm>
        </p:grpSpPr>
        <p:cxnSp>
          <p:nvCxnSpPr>
            <p:cNvPr id="184" name="Google Shape;184;p20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" name="Google Shape;185;p20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" name="Google Shape;186;p20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" name="Google Shape;187;p20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9" name="Google Shape;189;p20"/>
          <p:cNvGrpSpPr/>
          <p:nvPr/>
        </p:nvGrpSpPr>
        <p:grpSpPr>
          <a:xfrm>
            <a:off x="5332669" y="6709090"/>
            <a:ext cx="259779" cy="157410"/>
            <a:chOff x="6605147" y="1426486"/>
            <a:chExt cx="390000" cy="244539"/>
          </a:xfrm>
        </p:grpSpPr>
        <p:cxnSp>
          <p:nvCxnSpPr>
            <p:cNvPr id="190" name="Google Shape;190;p20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" name="Google Shape;191;p20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" name="Google Shape;192;p20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" name="Google Shape;193;p20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" name="Google Shape;194;p2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5" name="Google Shape;195;p20"/>
          <p:cNvGrpSpPr/>
          <p:nvPr/>
        </p:nvGrpSpPr>
        <p:grpSpPr>
          <a:xfrm>
            <a:off x="5654018" y="6709090"/>
            <a:ext cx="259779" cy="157410"/>
            <a:chOff x="6605147" y="1426486"/>
            <a:chExt cx="390000" cy="244539"/>
          </a:xfrm>
        </p:grpSpPr>
        <p:cxnSp>
          <p:nvCxnSpPr>
            <p:cNvPr id="196" name="Google Shape;196;p20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" name="Google Shape;197;p20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" name="Google Shape;198;p20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20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2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1" name="Google Shape;201;p20"/>
          <p:cNvGrpSpPr/>
          <p:nvPr/>
        </p:nvGrpSpPr>
        <p:grpSpPr>
          <a:xfrm>
            <a:off x="4704077" y="6943386"/>
            <a:ext cx="259779" cy="157410"/>
            <a:chOff x="6605147" y="1426486"/>
            <a:chExt cx="390000" cy="244539"/>
          </a:xfrm>
        </p:grpSpPr>
        <p:cxnSp>
          <p:nvCxnSpPr>
            <p:cNvPr id="202" name="Google Shape;202;p20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" name="Google Shape;203;p20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" name="Google Shape;204;p20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20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2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07" name="Google Shape;207;p20"/>
          <p:cNvCxnSpPr/>
          <p:nvPr/>
        </p:nvCxnSpPr>
        <p:spPr>
          <a:xfrm flipH="1">
            <a:off x="5066576" y="7188666"/>
            <a:ext cx="0" cy="156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20"/>
          <p:cNvCxnSpPr/>
          <p:nvPr/>
        </p:nvCxnSpPr>
        <p:spPr>
          <a:xfrm flipH="1">
            <a:off x="5117261" y="7188666"/>
            <a:ext cx="0" cy="156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20"/>
          <p:cNvCxnSpPr/>
          <p:nvPr/>
        </p:nvCxnSpPr>
        <p:spPr>
          <a:xfrm flipH="1">
            <a:off x="5683885" y="7433891"/>
            <a:ext cx="0" cy="156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0"/>
          <p:cNvCxnSpPr/>
          <p:nvPr/>
        </p:nvCxnSpPr>
        <p:spPr>
          <a:xfrm flipH="1">
            <a:off x="5362170" y="6943434"/>
            <a:ext cx="0" cy="156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20"/>
          <p:cNvCxnSpPr/>
          <p:nvPr/>
        </p:nvCxnSpPr>
        <p:spPr>
          <a:xfrm flipH="1">
            <a:off x="5412855" y="6943434"/>
            <a:ext cx="0" cy="156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2" name="Google Shape;212;p20"/>
          <p:cNvGrpSpPr/>
          <p:nvPr/>
        </p:nvGrpSpPr>
        <p:grpSpPr>
          <a:xfrm>
            <a:off x="5008639" y="6943386"/>
            <a:ext cx="259779" cy="157410"/>
            <a:chOff x="6605147" y="1426486"/>
            <a:chExt cx="390000" cy="244539"/>
          </a:xfrm>
        </p:grpSpPr>
        <p:cxnSp>
          <p:nvCxnSpPr>
            <p:cNvPr id="213" name="Google Shape;213;p20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" name="Google Shape;214;p20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p20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Google Shape;216;p20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" name="Google Shape;217;p2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8" name="Google Shape;218;p20"/>
          <p:cNvGrpSpPr/>
          <p:nvPr/>
        </p:nvGrpSpPr>
        <p:grpSpPr>
          <a:xfrm>
            <a:off x="4713902" y="7188618"/>
            <a:ext cx="259779" cy="157410"/>
            <a:chOff x="6605147" y="1426486"/>
            <a:chExt cx="390000" cy="244539"/>
          </a:xfrm>
        </p:grpSpPr>
        <p:cxnSp>
          <p:nvCxnSpPr>
            <p:cNvPr id="219" name="Google Shape;219;p20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0" name="Google Shape;220;p20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" name="Google Shape;221;p20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" name="Google Shape;222;p20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3" name="Google Shape;223;p2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4" name="Google Shape;224;p20"/>
          <p:cNvGrpSpPr/>
          <p:nvPr/>
        </p:nvGrpSpPr>
        <p:grpSpPr>
          <a:xfrm>
            <a:off x="4707079" y="7433850"/>
            <a:ext cx="259779" cy="157410"/>
            <a:chOff x="6605147" y="1426486"/>
            <a:chExt cx="390000" cy="244539"/>
          </a:xfrm>
        </p:grpSpPr>
        <p:cxnSp>
          <p:nvCxnSpPr>
            <p:cNvPr id="225" name="Google Shape;225;p20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0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0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8" name="Google Shape;228;p20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" name="Google Shape;229;p2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0" name="Google Shape;230;p20"/>
          <p:cNvGrpSpPr/>
          <p:nvPr/>
        </p:nvGrpSpPr>
        <p:grpSpPr>
          <a:xfrm>
            <a:off x="5011641" y="7433850"/>
            <a:ext cx="259779" cy="157410"/>
            <a:chOff x="6605147" y="1426486"/>
            <a:chExt cx="390000" cy="244539"/>
          </a:xfrm>
        </p:grpSpPr>
        <p:cxnSp>
          <p:nvCxnSpPr>
            <p:cNvPr id="231" name="Google Shape;231;p20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2" name="Google Shape;232;p20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3" name="Google Shape;233;p20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4" name="Google Shape;234;p20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5" name="Google Shape;235;p2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6" name="Google Shape;236;p20"/>
          <p:cNvGrpSpPr/>
          <p:nvPr/>
        </p:nvGrpSpPr>
        <p:grpSpPr>
          <a:xfrm>
            <a:off x="5316203" y="7433850"/>
            <a:ext cx="259779" cy="157410"/>
            <a:chOff x="6605147" y="1426486"/>
            <a:chExt cx="390000" cy="244539"/>
          </a:xfrm>
        </p:grpSpPr>
        <p:cxnSp>
          <p:nvCxnSpPr>
            <p:cNvPr id="237" name="Google Shape;237;p20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8" name="Google Shape;238;p20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" name="Google Shape;239;p20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" name="Google Shape;240;p20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" name="Google Shape;241;p2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42" name="Google Shape;242;p20"/>
          <p:cNvCxnSpPr/>
          <p:nvPr/>
        </p:nvCxnSpPr>
        <p:spPr>
          <a:xfrm flipH="1">
            <a:off x="5167930" y="7188666"/>
            <a:ext cx="0" cy="156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3" name="Google Shape;243;p20"/>
          <p:cNvCxnSpPr/>
          <p:nvPr/>
        </p:nvCxnSpPr>
        <p:spPr>
          <a:xfrm flipH="1">
            <a:off x="5218615" y="7188666"/>
            <a:ext cx="0" cy="156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4" name="Google Shape;244;p20"/>
          <p:cNvSpPr txBox="1"/>
          <p:nvPr/>
        </p:nvSpPr>
        <p:spPr>
          <a:xfrm>
            <a:off x="491175" y="6263757"/>
            <a:ext cx="2814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frequency column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of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417575" y="8226695"/>
            <a:ext cx="6610500" cy="16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i) What is the probability that the person chosen travels by car?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ii) What is the probability that the person chosen travels by bus?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iii) What is the probability that the person chosen travels by bicycle?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iv) What is the probability that the person chosen walks to school?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491175" y="7895100"/>
            <a:ext cx="66105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To further her investigation, Sam chooses a pupil at random to interview.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0" name="Shape 250"/>
        <p:cNvGrpSpPr/>
        <p:nvPr/>
      </p:nvGrpSpPr>
      <p:grpSpPr>
        <a:xfrm>
          <a:off x="0" y="0"/>
          <a:ext cx="0" cy="0"/>
        </a:xfrm>
      </p:grpSpPr>
      <p:sp>
        <p:nvSpPr>
          <p:cNvPr id="251" name="Google Shape;25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52" name="Google Shape;252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a table (one event)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468000" y="725450"/>
            <a:ext cx="6231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Finding probabilities from an outcome table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76400" y="1284514"/>
            <a:ext cx="65523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Party hats from a pack are sorted according to how they are decorated.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 hat is chosen at random from the pack.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7" name="Google Shape;257;p21"/>
          <p:cNvGrpSpPr/>
          <p:nvPr/>
        </p:nvGrpSpPr>
        <p:grpSpPr>
          <a:xfrm>
            <a:off x="4558636" y="1740419"/>
            <a:ext cx="2533762" cy="2144441"/>
            <a:chOff x="5578500" y="1041300"/>
            <a:chExt cx="3261375" cy="2760254"/>
          </a:xfrm>
        </p:grpSpPr>
        <p:cxnSp>
          <p:nvCxnSpPr>
            <p:cNvPr id="258" name="Google Shape;258;p21"/>
            <p:cNvCxnSpPr/>
            <p:nvPr/>
          </p:nvCxnSpPr>
          <p:spPr>
            <a:xfrm flipH="1">
              <a:off x="6417725" y="1063754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" name="Google Shape;259;p21"/>
            <p:cNvCxnSpPr/>
            <p:nvPr/>
          </p:nvCxnSpPr>
          <p:spPr>
            <a:xfrm flipH="1">
              <a:off x="7618863" y="1063754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" name="Google Shape;260;p21"/>
            <p:cNvCxnSpPr/>
            <p:nvPr/>
          </p:nvCxnSpPr>
          <p:spPr>
            <a:xfrm flipH="1">
              <a:off x="8820000" y="1041300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" name="Google Shape;261;p21"/>
            <p:cNvCxnSpPr/>
            <p:nvPr/>
          </p:nvCxnSpPr>
          <p:spPr>
            <a:xfrm rot="10800000">
              <a:off x="5578500" y="1569800"/>
              <a:ext cx="32415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" name="Google Shape;262;p21"/>
            <p:cNvCxnSpPr/>
            <p:nvPr/>
          </p:nvCxnSpPr>
          <p:spPr>
            <a:xfrm rot="10800000">
              <a:off x="5578500" y="2678785"/>
              <a:ext cx="32415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3" name="Google Shape;263;p21"/>
            <p:cNvCxnSpPr/>
            <p:nvPr/>
          </p:nvCxnSpPr>
          <p:spPr>
            <a:xfrm rot="10800000">
              <a:off x="5578575" y="3787725"/>
              <a:ext cx="32613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4" name="Google Shape;264;p21"/>
          <p:cNvSpPr txBox="1"/>
          <p:nvPr/>
        </p:nvSpPr>
        <p:spPr>
          <a:xfrm>
            <a:off x="5345844" y="1833828"/>
            <a:ext cx="6621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stripes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6218409" y="1829535"/>
            <a:ext cx="7989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stripes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4548247" y="2392697"/>
            <a:ext cx="6621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topper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4581515" y="3236148"/>
            <a:ext cx="5631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topper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8" name="Google Shape;268;p21"/>
          <p:cNvPicPr preferRelativeResize="0"/>
          <p:nvPr/>
        </p:nvPicPr>
        <p:blipFill>
          <a:blip r:embed="rId3">
            <a:alphaModFix/>
          </a:blip>
          <a:srcRect r="85007" b="47794"/>
          <a:stretch>
            <a:fillRect/>
          </a:stretch>
        </p:blipFill>
        <p:spPr>
          <a:xfrm>
            <a:off x="6201590" y="2144716"/>
            <a:ext cx="353280" cy="57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1"/>
          <p:cNvPicPr preferRelativeResize="0"/>
          <p:nvPr/>
        </p:nvPicPr>
        <p:blipFill>
          <a:blip r:embed="rId3">
            <a:alphaModFix/>
          </a:blip>
          <a:srcRect l="20916" r="64090" b="47794"/>
          <a:stretch>
            <a:fillRect/>
          </a:stretch>
        </p:blipFill>
        <p:spPr>
          <a:xfrm>
            <a:off x="5210362" y="2972503"/>
            <a:ext cx="353280" cy="57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/>
          <p:cNvPicPr preferRelativeResize="0"/>
          <p:nvPr/>
        </p:nvPicPr>
        <p:blipFill>
          <a:blip r:embed="rId3">
            <a:alphaModFix/>
          </a:blip>
          <a:srcRect l="21101" t="51777" r="63905" b="-3983"/>
          <a:stretch>
            <a:fillRect/>
          </a:stretch>
        </p:blipFill>
        <p:spPr>
          <a:xfrm>
            <a:off x="6608158" y="2144719"/>
            <a:ext cx="353280" cy="57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1"/>
          <p:cNvPicPr preferRelativeResize="0"/>
          <p:nvPr/>
        </p:nvPicPr>
        <p:blipFill>
          <a:blip r:embed="rId3">
            <a:alphaModFix/>
          </a:blip>
          <a:srcRect l="-713" t="52920" r="85720" b="-5126"/>
          <a:stretch>
            <a:fillRect/>
          </a:stretch>
        </p:blipFill>
        <p:spPr>
          <a:xfrm>
            <a:off x="5252294" y="2144724"/>
            <a:ext cx="353280" cy="57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1"/>
          <p:cNvPicPr preferRelativeResize="0"/>
          <p:nvPr/>
        </p:nvPicPr>
        <p:blipFill>
          <a:blip r:embed="rId3">
            <a:alphaModFix/>
          </a:blip>
          <a:srcRect l="41227" t="7713" r="41887" b="52401"/>
          <a:stretch>
            <a:fillRect/>
          </a:stretch>
        </p:blipFill>
        <p:spPr>
          <a:xfrm>
            <a:off x="6277603" y="3040249"/>
            <a:ext cx="397800" cy="438000"/>
          </a:xfrm>
          <a:prstGeom prst="triangle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273" name="Google Shape;273;p21"/>
          <p:cNvPicPr preferRelativeResize="0"/>
          <p:nvPr/>
        </p:nvPicPr>
        <p:blipFill>
          <a:blip r:embed="rId3">
            <a:alphaModFix/>
          </a:blip>
          <a:srcRect l="64903" t="53302" r="20104" b="-5507"/>
          <a:stretch>
            <a:fillRect/>
          </a:stretch>
        </p:blipFill>
        <p:spPr>
          <a:xfrm>
            <a:off x="5647500" y="2144729"/>
            <a:ext cx="353280" cy="57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1"/>
          <p:cNvPicPr preferRelativeResize="0"/>
          <p:nvPr/>
        </p:nvPicPr>
        <p:blipFill>
          <a:blip r:embed="rId3">
            <a:alphaModFix/>
          </a:blip>
          <a:srcRect l="85462" r="-455" b="47794"/>
          <a:stretch>
            <a:fillRect/>
          </a:stretch>
        </p:blipFill>
        <p:spPr>
          <a:xfrm>
            <a:off x="5647499" y="2972507"/>
            <a:ext cx="353280" cy="57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1"/>
          <p:cNvPicPr preferRelativeResize="0"/>
          <p:nvPr/>
        </p:nvPicPr>
        <p:blipFill>
          <a:blip r:embed="rId3">
            <a:alphaModFix/>
          </a:blip>
          <a:srcRect l="85825" t="51777" r="-818" b="-3983"/>
          <a:stretch>
            <a:fillRect/>
          </a:stretch>
        </p:blipFill>
        <p:spPr>
          <a:xfrm>
            <a:off x="6299883" y="2392706"/>
            <a:ext cx="353280" cy="57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1"/>
          <p:cNvPicPr preferRelativeResize="0"/>
          <p:nvPr/>
        </p:nvPicPr>
        <p:blipFill>
          <a:blip r:embed="rId3">
            <a:alphaModFix/>
          </a:blip>
          <a:srcRect l="63469" t="-1905" r="21537" b="49699"/>
          <a:stretch>
            <a:fillRect/>
          </a:stretch>
        </p:blipFill>
        <p:spPr>
          <a:xfrm>
            <a:off x="6675433" y="2392702"/>
            <a:ext cx="353280" cy="57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1"/>
          <p:cNvPicPr preferRelativeResize="0"/>
          <p:nvPr/>
        </p:nvPicPr>
        <p:blipFill>
          <a:blip r:embed="rId3">
            <a:alphaModFix/>
          </a:blip>
          <a:srcRect l="42737" t="53302" r="42269" b="-5507"/>
          <a:stretch>
            <a:fillRect/>
          </a:stretch>
        </p:blipFill>
        <p:spPr>
          <a:xfrm>
            <a:off x="5414307" y="3294329"/>
            <a:ext cx="353280" cy="57362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1"/>
          <p:cNvSpPr txBox="1"/>
          <p:nvPr/>
        </p:nvSpPr>
        <p:spPr>
          <a:xfrm>
            <a:off x="661098" y="1791689"/>
            <a:ext cx="36315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each of the following probabilities.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661097" y="2397883"/>
            <a:ext cx="36315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P(stripes and topper)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661097" y="3001686"/>
            <a:ext cx="36315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P(stripes and no topper)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661097" y="3605488"/>
            <a:ext cx="36315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P(no stripes and topper)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637950" y="4673886"/>
            <a:ext cx="279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P(stripes)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637950" y="5161506"/>
            <a:ext cx="279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P(topper)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637950" y="4155639"/>
            <a:ext cx="279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P(no stripes and no topper)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76400" y="6169500"/>
            <a:ext cx="65526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deck of cards contains the numbers 1 to 20.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Sort the numbers 1 to 20 into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6" name="Google Shape;286;p21"/>
          <p:cNvGrpSpPr/>
          <p:nvPr/>
        </p:nvGrpSpPr>
        <p:grpSpPr>
          <a:xfrm>
            <a:off x="4541889" y="6625392"/>
            <a:ext cx="2550395" cy="2144441"/>
            <a:chOff x="5578500" y="1041300"/>
            <a:chExt cx="3261375" cy="2760254"/>
          </a:xfrm>
        </p:grpSpPr>
        <p:cxnSp>
          <p:nvCxnSpPr>
            <p:cNvPr id="287" name="Google Shape;287;p21"/>
            <p:cNvCxnSpPr/>
            <p:nvPr/>
          </p:nvCxnSpPr>
          <p:spPr>
            <a:xfrm flipH="1">
              <a:off x="6287766" y="1063754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" name="Google Shape;288;p21"/>
            <p:cNvCxnSpPr/>
            <p:nvPr/>
          </p:nvCxnSpPr>
          <p:spPr>
            <a:xfrm flipH="1">
              <a:off x="7468803" y="1063754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9" name="Google Shape;289;p21"/>
            <p:cNvCxnSpPr/>
            <p:nvPr/>
          </p:nvCxnSpPr>
          <p:spPr>
            <a:xfrm flipH="1">
              <a:off x="8820000" y="1041300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0" name="Google Shape;290;p21"/>
            <p:cNvCxnSpPr/>
            <p:nvPr/>
          </p:nvCxnSpPr>
          <p:spPr>
            <a:xfrm rot="10800000">
              <a:off x="5578500" y="1569800"/>
              <a:ext cx="32415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1" name="Google Shape;291;p21"/>
            <p:cNvCxnSpPr/>
            <p:nvPr/>
          </p:nvCxnSpPr>
          <p:spPr>
            <a:xfrm rot="10800000">
              <a:off x="5578500" y="2678785"/>
              <a:ext cx="32415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2" name="Google Shape;292;p21"/>
            <p:cNvCxnSpPr/>
            <p:nvPr/>
          </p:nvCxnSpPr>
          <p:spPr>
            <a:xfrm rot="10800000">
              <a:off x="5578575" y="3787725"/>
              <a:ext cx="32613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93" name="Google Shape;293;p21"/>
          <p:cNvSpPr txBox="1"/>
          <p:nvPr/>
        </p:nvSpPr>
        <p:spPr>
          <a:xfrm>
            <a:off x="5168440" y="6586208"/>
            <a:ext cx="6621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 of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6069348" y="6596146"/>
            <a:ext cx="9198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multiple of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4548402" y="7159325"/>
            <a:ext cx="4833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factor of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4548401" y="7988100"/>
            <a:ext cx="5631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factor of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476400" y="6820686"/>
            <a:ext cx="39276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 card is chosen at random from the deck.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Find the probabilities of the following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outcomes.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653996" y="7590269"/>
            <a:ext cx="30555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P(multiple of 4 and factor of 20)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653996" y="8063859"/>
            <a:ext cx="33684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P(multiple of 4 and not factor of 20)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653996" y="8537449"/>
            <a:ext cx="33684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iii) P(multiple of 4)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653996" y="9011038"/>
            <a:ext cx="33684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iv) P(not multiple of 4)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Calculating theoretical probabilities from a table (one event)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2024-03-05T12:31:36.046</cp:lastPrinted>
  <dcterms:created xsi:type="dcterms:W3CDTF">2024-03-05T12:31:36Z</dcterms:created>
  <dcterms:modified xsi:type="dcterms:W3CDTF">2024-03-05T12:34:31Z</dcterms:modified>
</cp:coreProperties>
</file>