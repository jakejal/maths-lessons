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4.2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</p:sldIdLst>
  <p:sldSz cx="7560000" cy="10692000"/>
  <p:notesSz cx="6858000" cy="9144000"/>
  <p:embeddedFontLst>
    <p:embeddedFont>
      <p:font typeface="Lexend" panose="00000000000000000000"/>
      <p:regular r:id="rId7"/>
    </p:embeddedFont>
    <p:embeddedFont>
      <p:font typeface="Kalam" panose="02000000000000000000"/>
      <p:regular r:id="rId8"/>
    </p:embeddedFont>
    <p:embeddedFont>
      <p:font typeface="Lexend Medium" panose="00000000000000000000"/>
      <p:regular r:id="rId9"/>
    </p:embeddedFont>
    <p:embeddedFont>
      <p:font typeface="Lexend Light" panose="00000000000000000000"/>
      <p:regular r:id="rId10"/>
    </p:embeddedFont>
  </p:embeddedFontLst>
  <p:custDataLst>
    <p:tags r:id="rId6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72E0F290-2BE4-4F54-8B8D-3E6E01DAE4CF}">
  <a:tblStyle styleId="{72E0F290-2BE4-4F54-8B8D-3E6E01DAE4C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4.fntdata" /><Relationship Id="rId11" Type="http://schemas.openxmlformats.org/officeDocument/2006/relationships/presProps" Target="presProps.xml" /><Relationship Id="rId12" Type="http://schemas.openxmlformats.org/officeDocument/2006/relationships/viewProps" Target="viewProps.xml" /><Relationship Id="rId13" Type="http://schemas.openxmlformats.org/officeDocument/2006/relationships/theme" Target="theme/theme1.xml" /><Relationship Id="rId14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tags" Target="tags/tag1.xml" /><Relationship Id="rId7" Type="http://schemas.openxmlformats.org/officeDocument/2006/relationships/font" Target="fonts/font1.fntdata" /><Relationship Id="rId8" Type="http://schemas.openxmlformats.org/officeDocument/2006/relationships/font" Target="fonts/font2.fntdata" /><Relationship Id="rId9" Type="http://schemas.openxmlformats.org/officeDocument/2006/relationships/font" Target="fonts/font3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5" name="Shape 155"/>
        <p:cNvGrpSpPr/>
        <p:nvPr/>
      </p:nvGrpSpPr>
      <p:grpSpPr>
        <a:xfrm>
          <a:off x="0" y="0"/>
          <a:ext cx="0" cy="0"/>
        </a:xfrm>
      </p:grpSpPr>
      <p:sp>
        <p:nvSpPr>
          <p:cNvPr id="156" name="Google Shape;156;g27996905f60_0_125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7996905f60_0_12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320" name="Shape 320"/>
        <p:cNvGrpSpPr/>
        <p:nvPr/>
      </p:nvGrpSpPr>
      <p:grpSpPr>
        <a:xfrm>
          <a:off x="0" y="0"/>
          <a:ext cx="0" cy="0"/>
        </a:xfrm>
      </p:grpSpPr>
      <p:sp>
        <p:nvSpPr>
          <p:cNvPr id="321" name="Google Shape;321;g27996905f60_0_130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g27996905f60_0_13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3.png" /><Relationship Id="rId3" Type="http://schemas.openxmlformats.org/officeDocument/2006/relationships/image" Target="../media/image4.png" /><Relationship Id="rId4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2" name="Google Shape;32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</a:xfrm>
      </p:grpSpPr>
      <p:sp>
        <p:nvSpPr>
          <p:cNvPr id="34" name="Google Shape;34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</a:xfrm>
      </p:grpSpPr>
      <p:sp>
        <p:nvSpPr>
          <p:cNvPr id="40" name="Google Shape;40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</a:xfrm>
      </p:grpSpPr>
      <p:sp>
        <p:nvSpPr>
          <p:cNvPr id="47" name="Google Shape;47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</a:xfrm>
      </p:grpSpPr>
      <p:sp>
        <p:nvSpPr>
          <p:cNvPr id="56" name="Google Shape;56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type="subTitle" idx="2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type="subTitle" idx="1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type="subTitle" idx="1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type="subTitle" idx="1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>
            <p:ph type="subTitle" idx="1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40" name="Google Shape;140;p18"/>
          <p:cNvSpPr txBox="1"/>
          <p:nvPr>
            <p:ph type="subTitle" idx="2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1" name="Google Shape;141;p18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8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pic>
        <p:nvPicPr>
          <p:cNvPr id="144" name="Google Shape;144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7" name="Google Shape;147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9" name="Google Shape;149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50" name="Google Shape;15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" name="Google Shape;152;p19"/>
          <p:cNvSpPr txBox="1"/>
          <p:nvPr>
            <p:ph type="subTitle" idx="1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53" name="Google Shape;153;p19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.xml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2.xml" /><Relationship Id="rId3" Type="http://schemas.openxmlformats.org/officeDocument/2006/relationships/image" Target="../media/image5.png" /><Relationship Id="rId4" Type="http://schemas.openxmlformats.org/officeDocument/2006/relationships/image" Target="../media/image6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58" name="Shape 158"/>
        <p:cNvGrpSpPr/>
        <p:nvPr/>
      </p:nvGrpSpPr>
      <p:grpSpPr>
        <a:xfrm>
          <a:off x="0" y="0"/>
          <a:ext cx="0" cy="0"/>
        </a:xfrm>
      </p:grpSpPr>
      <p:sp>
        <p:nvSpPr>
          <p:cNvPr id="159" name="Google Shape;159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Summing probabilities</a:t>
            </a:r>
            <a:endParaRPr/>
          </a:p>
        </p:txBody>
      </p:sp>
      <p:sp>
        <p:nvSpPr>
          <p:cNvPr id="160" name="Google Shape;160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cxnSp>
        <p:nvCxnSpPr>
          <p:cNvPr id="161" name="Google Shape;161;p20"/>
          <p:cNvCxnSpPr/>
          <p:nvPr/>
        </p:nvCxnSpPr>
        <p:spPr>
          <a:xfrm>
            <a:off x="474757" y="9971988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2" name="Google Shape;162;p20"/>
          <p:cNvSpPr txBox="1"/>
          <p:nvPr/>
        </p:nvSpPr>
        <p:spPr>
          <a:xfrm>
            <a:off x="476400" y="1666451"/>
            <a:ext cx="6410100" cy="52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The spinner is spun once. For each pair of events listed below, state whether their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probabilities would sum to 1. Justify your answers with reasoning.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20"/>
          <p:cNvSpPr txBox="1"/>
          <p:nvPr/>
        </p:nvSpPr>
        <p:spPr>
          <a:xfrm>
            <a:off x="476400" y="1335050"/>
            <a:ext cx="62337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 Summing probabilities of events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" name="Google Shape;164;p20"/>
          <p:cNvSpPr/>
          <p:nvPr/>
        </p:nvSpPr>
        <p:spPr>
          <a:xfrm>
            <a:off x="5624624" y="2115973"/>
            <a:ext cx="1319700" cy="1319700"/>
          </a:xfrm>
          <a:prstGeom prst="ellips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65" name="Google Shape;165;p20"/>
          <p:cNvSpPr/>
          <p:nvPr/>
        </p:nvSpPr>
        <p:spPr>
          <a:xfrm flipH="1">
            <a:off x="5635952" y="2127459"/>
            <a:ext cx="1296900" cy="1296900"/>
          </a:xfrm>
          <a:prstGeom prst="pie">
            <a:avLst>
              <a:gd name="adj1" fmla="val 5387953"/>
              <a:gd name="adj2" fmla="val 10824216"/>
            </a:avLst>
          </a:prstGeom>
          <a:solidFill>
            <a:srgbClr val="F3EEFB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66" name="Google Shape;166;p20"/>
          <p:cNvSpPr/>
          <p:nvPr/>
        </p:nvSpPr>
        <p:spPr>
          <a:xfrm>
            <a:off x="5636110" y="2127459"/>
            <a:ext cx="1296900" cy="1296900"/>
          </a:xfrm>
          <a:prstGeom prst="pie">
            <a:avLst>
              <a:gd name="adj1" fmla="val 5387953"/>
              <a:gd name="adj2" fmla="val 8080958"/>
            </a:avLst>
          </a:prstGeom>
          <a:solidFill>
            <a:srgbClr val="F3EEFB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67" name="Google Shape;167;p20"/>
          <p:cNvSpPr txBox="1"/>
          <p:nvPr/>
        </p:nvSpPr>
        <p:spPr>
          <a:xfrm>
            <a:off x="5992439" y="3086237"/>
            <a:ext cx="490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8" name="Google Shape;168;p20"/>
          <p:cNvSpPr/>
          <p:nvPr/>
        </p:nvSpPr>
        <p:spPr>
          <a:xfrm>
            <a:off x="5636110" y="2127459"/>
            <a:ext cx="1296900" cy="1296900"/>
          </a:xfrm>
          <a:prstGeom prst="pie">
            <a:avLst>
              <a:gd name="adj1" fmla="val 10799941"/>
              <a:gd name="adj2" fmla="val 13483876"/>
            </a:avLst>
          </a:prstGeom>
          <a:solidFill>
            <a:srgbClr val="F3EEFB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69" name="Google Shape;169;p20"/>
          <p:cNvSpPr/>
          <p:nvPr/>
        </p:nvSpPr>
        <p:spPr>
          <a:xfrm flipH="1">
            <a:off x="5635952" y="2127459"/>
            <a:ext cx="1296900" cy="1296900"/>
          </a:xfrm>
          <a:prstGeom prst="pie">
            <a:avLst>
              <a:gd name="adj1" fmla="val 13450827"/>
              <a:gd name="adj2" fmla="val 16200000"/>
            </a:avLst>
          </a:prstGeom>
          <a:solidFill>
            <a:srgbClr val="F3EEFB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70" name="Google Shape;170;p20"/>
          <p:cNvSpPr txBox="1"/>
          <p:nvPr/>
        </p:nvSpPr>
        <p:spPr>
          <a:xfrm>
            <a:off x="6367585" y="2158141"/>
            <a:ext cx="490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" name="Google Shape;171;p20"/>
          <p:cNvSpPr/>
          <p:nvPr/>
        </p:nvSpPr>
        <p:spPr>
          <a:xfrm>
            <a:off x="5636110" y="2127459"/>
            <a:ext cx="1296900" cy="1296900"/>
          </a:xfrm>
          <a:prstGeom prst="pie">
            <a:avLst>
              <a:gd name="adj1" fmla="val 13499013"/>
              <a:gd name="adj2" fmla="val 16232488"/>
            </a:avLst>
          </a:prstGeom>
          <a:solidFill>
            <a:srgbClr val="F3EEFB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72" name="Google Shape;172;p20"/>
          <p:cNvSpPr txBox="1"/>
          <p:nvPr/>
        </p:nvSpPr>
        <p:spPr>
          <a:xfrm>
            <a:off x="5971179" y="2152488"/>
            <a:ext cx="444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8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" name="Google Shape;173;p20"/>
          <p:cNvSpPr/>
          <p:nvPr/>
        </p:nvSpPr>
        <p:spPr>
          <a:xfrm>
            <a:off x="5636110" y="2127459"/>
            <a:ext cx="1296900" cy="1296900"/>
          </a:xfrm>
          <a:prstGeom prst="pie">
            <a:avLst>
              <a:gd name="adj1" fmla="val 8080793"/>
              <a:gd name="adj2" fmla="val 10858220"/>
            </a:avLst>
          </a:prstGeom>
          <a:solidFill>
            <a:srgbClr val="F3EEFB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74" name="Google Shape;174;p20"/>
          <p:cNvSpPr txBox="1"/>
          <p:nvPr/>
        </p:nvSpPr>
        <p:spPr>
          <a:xfrm>
            <a:off x="5689617" y="2806724"/>
            <a:ext cx="444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6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" name="Google Shape;175;p20"/>
          <p:cNvSpPr/>
          <p:nvPr/>
        </p:nvSpPr>
        <p:spPr>
          <a:xfrm flipH="1">
            <a:off x="5635952" y="2127459"/>
            <a:ext cx="1296900" cy="1296900"/>
          </a:xfrm>
          <a:prstGeom prst="pie">
            <a:avLst>
              <a:gd name="adj1" fmla="val 10765400"/>
              <a:gd name="adj2" fmla="val 13465582"/>
            </a:avLst>
          </a:prstGeom>
          <a:solidFill>
            <a:srgbClr val="F3EEFB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76" name="Google Shape;176;p20"/>
          <p:cNvSpPr txBox="1"/>
          <p:nvPr/>
        </p:nvSpPr>
        <p:spPr>
          <a:xfrm>
            <a:off x="5694027" y="2445820"/>
            <a:ext cx="490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7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" name="Google Shape;177;p20"/>
          <p:cNvSpPr/>
          <p:nvPr/>
        </p:nvSpPr>
        <p:spPr>
          <a:xfrm flipH="1">
            <a:off x="5635952" y="2127459"/>
            <a:ext cx="1296900" cy="1296900"/>
          </a:xfrm>
          <a:prstGeom prst="pie">
            <a:avLst>
              <a:gd name="adj1" fmla="val 5387953"/>
              <a:gd name="adj2" fmla="val 8084426"/>
            </a:avLst>
          </a:prstGeom>
          <a:solidFill>
            <a:srgbClr val="F3EEFB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78" name="Google Shape;178;p20"/>
          <p:cNvSpPr txBox="1"/>
          <p:nvPr/>
        </p:nvSpPr>
        <p:spPr>
          <a:xfrm>
            <a:off x="6315784" y="3086243"/>
            <a:ext cx="490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" name="Google Shape;179;p20"/>
          <p:cNvSpPr txBox="1"/>
          <p:nvPr/>
        </p:nvSpPr>
        <p:spPr>
          <a:xfrm>
            <a:off x="6596662" y="2828898"/>
            <a:ext cx="490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" name="Google Shape;180;p20"/>
          <p:cNvSpPr txBox="1"/>
          <p:nvPr/>
        </p:nvSpPr>
        <p:spPr>
          <a:xfrm>
            <a:off x="6602708" y="2475740"/>
            <a:ext cx="444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81" name="Google Shape;181;p20"/>
          <p:cNvGrpSpPr/>
          <p:nvPr/>
        </p:nvGrpSpPr>
        <p:grpSpPr>
          <a:xfrm>
            <a:off x="6246655" y="2166956"/>
            <a:ext cx="73073" cy="635721"/>
            <a:chOff x="996050" y="213293"/>
            <a:chExt cx="93900" cy="909732"/>
          </a:xfrm>
        </p:grpSpPr>
        <p:cxnSp>
          <p:nvCxnSpPr>
            <p:cNvPr id="182" name="Google Shape;182;p20"/>
            <p:cNvCxnSpPr/>
            <p:nvPr/>
          </p:nvCxnSpPr>
          <p:spPr>
            <a:xfrm rot="10800000" flipH="1">
              <a:off x="1046672" y="213293"/>
              <a:ext cx="0" cy="8514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83" name="Google Shape;183;p20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184" name="Google Shape;184;p20"/>
          <p:cNvSpPr txBox="1"/>
          <p:nvPr/>
        </p:nvSpPr>
        <p:spPr>
          <a:xfrm>
            <a:off x="476400" y="2166302"/>
            <a:ext cx="2814300" cy="209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A = {odd}, B = {even}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A = {odd}, B = {multiple of 4}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A = {odd}, B = {factor of 24}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 txBox="1"/>
          <p:nvPr/>
        </p:nvSpPr>
        <p:spPr>
          <a:xfrm>
            <a:off x="476400" y="4645500"/>
            <a:ext cx="3616800" cy="163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 A = {odd}, B = {prime}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e) A = {integer}, B = {non-integer}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86" name="Google Shape;186;p20"/>
          <p:cNvGrpSpPr/>
          <p:nvPr/>
        </p:nvGrpSpPr>
        <p:grpSpPr>
          <a:xfrm>
            <a:off x="6105281" y="6560914"/>
            <a:ext cx="291109" cy="507587"/>
            <a:chOff x="1848000" y="1454825"/>
            <a:chExt cx="541800" cy="944700"/>
          </a:xfrm>
        </p:grpSpPr>
        <p:sp>
          <p:nvSpPr>
            <p:cNvPr id="187" name="Google Shape;187;p20"/>
            <p:cNvSpPr/>
            <p:nvPr/>
          </p:nvSpPr>
          <p:spPr>
            <a:xfrm rot="5400000">
              <a:off x="1646550" y="1656275"/>
              <a:ext cx="944700" cy="541800"/>
            </a:xfrm>
            <a:prstGeom prst="rect">
              <a:avLst/>
            </a:prstGeom>
            <a:solidFill>
              <a:srgbClr val="F0F0F0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8" name="Google Shape;188;p20"/>
            <p:cNvSpPr/>
            <p:nvPr/>
          </p:nvSpPr>
          <p:spPr>
            <a:xfrm>
              <a:off x="1915964" y="1852171"/>
              <a:ext cx="402900" cy="152400"/>
            </a:xfrm>
            <a:prstGeom prst="diamond">
              <a:avLst/>
            </a:prstGeom>
            <a:solidFill>
              <a:srgbClr val="845AD9"/>
            </a:solidFill>
            <a:ln w="9525" cap="flat" cmpd="sng">
              <a:solidFill>
                <a:srgbClr val="845A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89" name="Google Shape;189;p20"/>
          <p:cNvGrpSpPr/>
          <p:nvPr/>
        </p:nvGrpSpPr>
        <p:grpSpPr>
          <a:xfrm>
            <a:off x="6105281" y="7707298"/>
            <a:ext cx="291109" cy="507587"/>
            <a:chOff x="1848000" y="3588425"/>
            <a:chExt cx="541800" cy="944700"/>
          </a:xfrm>
        </p:grpSpPr>
        <p:sp>
          <p:nvSpPr>
            <p:cNvPr id="190" name="Google Shape;190;p20"/>
            <p:cNvSpPr/>
            <p:nvPr/>
          </p:nvSpPr>
          <p:spPr>
            <a:xfrm rot="5400000">
              <a:off x="1646550" y="3789875"/>
              <a:ext cx="944700" cy="541800"/>
            </a:xfrm>
            <a:prstGeom prst="rect">
              <a:avLst/>
            </a:prstGeom>
            <a:solidFill>
              <a:srgbClr val="F0F0F0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1" name="Google Shape;191;p20"/>
            <p:cNvSpPr/>
            <p:nvPr/>
          </p:nvSpPr>
          <p:spPr>
            <a:xfrm>
              <a:off x="1922700" y="4005832"/>
              <a:ext cx="392400" cy="131400"/>
            </a:xfrm>
            <a:prstGeom prst="ellipse">
              <a:avLst/>
            </a:prstGeom>
            <a:solidFill>
              <a:srgbClr val="845AD9"/>
            </a:solidFill>
            <a:ln w="9525" cap="flat" cmpd="sng">
              <a:solidFill>
                <a:srgbClr val="845A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92" name="Google Shape;192;p20"/>
          <p:cNvGrpSpPr/>
          <p:nvPr/>
        </p:nvGrpSpPr>
        <p:grpSpPr>
          <a:xfrm>
            <a:off x="6105281" y="7134106"/>
            <a:ext cx="291109" cy="507587"/>
            <a:chOff x="1848000" y="2521625"/>
            <a:chExt cx="541800" cy="944700"/>
          </a:xfrm>
        </p:grpSpPr>
        <p:sp>
          <p:nvSpPr>
            <p:cNvPr id="193" name="Google Shape;193;p20"/>
            <p:cNvSpPr/>
            <p:nvPr/>
          </p:nvSpPr>
          <p:spPr>
            <a:xfrm rot="5400000">
              <a:off x="1646550" y="2723075"/>
              <a:ext cx="944700" cy="541800"/>
            </a:xfrm>
            <a:prstGeom prst="rect">
              <a:avLst/>
            </a:prstGeom>
            <a:solidFill>
              <a:srgbClr val="F0F0F0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4" name="Google Shape;194;p20"/>
            <p:cNvSpPr/>
            <p:nvPr/>
          </p:nvSpPr>
          <p:spPr>
            <a:xfrm rot="-3007802">
              <a:off x="1927835" y="2850269"/>
              <a:ext cx="362978" cy="298152"/>
            </a:xfrm>
            <a:prstGeom prst="lightningBolt">
              <a:avLst/>
            </a:prstGeom>
            <a:solidFill>
              <a:srgbClr val="845AD9"/>
            </a:solidFill>
            <a:ln w="9525" cap="flat" cmpd="sng">
              <a:solidFill>
                <a:srgbClr val="845A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95" name="Google Shape;195;p20"/>
          <p:cNvSpPr txBox="1"/>
          <p:nvPr/>
        </p:nvSpPr>
        <p:spPr>
          <a:xfrm>
            <a:off x="476400" y="6245700"/>
            <a:ext cx="6610500" cy="21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A game involves the set of cards below. Each card shows one of three shapes.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96" name="Google Shape;196;p20"/>
          <p:cNvGrpSpPr/>
          <p:nvPr/>
        </p:nvGrpSpPr>
        <p:grpSpPr>
          <a:xfrm>
            <a:off x="4999756" y="6560914"/>
            <a:ext cx="291109" cy="507587"/>
            <a:chOff x="2533800" y="1454825"/>
            <a:chExt cx="541800" cy="944700"/>
          </a:xfrm>
        </p:grpSpPr>
        <p:sp>
          <p:nvSpPr>
            <p:cNvPr id="197" name="Google Shape;197;p20"/>
            <p:cNvSpPr/>
            <p:nvPr/>
          </p:nvSpPr>
          <p:spPr>
            <a:xfrm rot="5400000">
              <a:off x="2332350" y="1656275"/>
              <a:ext cx="944700" cy="541800"/>
            </a:xfrm>
            <a:prstGeom prst="rect">
              <a:avLst/>
            </a:prstGeom>
            <a:solidFill>
              <a:srgbClr val="F0F0F0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8" name="Google Shape;198;p20"/>
            <p:cNvSpPr/>
            <p:nvPr/>
          </p:nvSpPr>
          <p:spPr>
            <a:xfrm>
              <a:off x="2601764" y="1650786"/>
              <a:ext cx="402900" cy="152400"/>
            </a:xfrm>
            <a:prstGeom prst="diamond">
              <a:avLst/>
            </a:prstGeom>
            <a:noFill/>
            <a:ln w="19050" cap="flat" cmpd="sng">
              <a:solidFill>
                <a:srgbClr val="845A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9" name="Google Shape;199;p20"/>
            <p:cNvSpPr/>
            <p:nvPr/>
          </p:nvSpPr>
          <p:spPr>
            <a:xfrm>
              <a:off x="2601764" y="1852171"/>
              <a:ext cx="402900" cy="152400"/>
            </a:xfrm>
            <a:prstGeom prst="diamond">
              <a:avLst/>
            </a:prstGeom>
            <a:noFill/>
            <a:ln w="19050" cap="flat" cmpd="sng">
              <a:solidFill>
                <a:srgbClr val="845A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0" name="Google Shape;200;p20"/>
            <p:cNvSpPr/>
            <p:nvPr/>
          </p:nvSpPr>
          <p:spPr>
            <a:xfrm>
              <a:off x="2601764" y="2053557"/>
              <a:ext cx="402900" cy="152400"/>
            </a:xfrm>
            <a:prstGeom prst="diamond">
              <a:avLst/>
            </a:prstGeom>
            <a:noFill/>
            <a:ln w="19050" cap="flat" cmpd="sng">
              <a:solidFill>
                <a:srgbClr val="845A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01" name="Google Shape;201;p20"/>
          <p:cNvGrpSpPr/>
          <p:nvPr/>
        </p:nvGrpSpPr>
        <p:grpSpPr>
          <a:xfrm>
            <a:off x="5736737" y="6560914"/>
            <a:ext cx="291109" cy="507587"/>
            <a:chOff x="3219600" y="1454825"/>
            <a:chExt cx="541800" cy="944700"/>
          </a:xfrm>
        </p:grpSpPr>
        <p:sp>
          <p:nvSpPr>
            <p:cNvPr id="202" name="Google Shape;202;p20"/>
            <p:cNvSpPr/>
            <p:nvPr/>
          </p:nvSpPr>
          <p:spPr>
            <a:xfrm rot="5400000">
              <a:off x="3018150" y="1656275"/>
              <a:ext cx="944700" cy="541800"/>
            </a:xfrm>
            <a:prstGeom prst="rect">
              <a:avLst/>
            </a:prstGeom>
            <a:solidFill>
              <a:srgbClr val="F0F0F0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3" name="Google Shape;203;p20"/>
            <p:cNvSpPr/>
            <p:nvPr/>
          </p:nvSpPr>
          <p:spPr>
            <a:xfrm>
              <a:off x="3287564" y="1765086"/>
              <a:ext cx="402900" cy="152400"/>
            </a:xfrm>
            <a:prstGeom prst="diamond">
              <a:avLst/>
            </a:prstGeom>
            <a:noFill/>
            <a:ln w="19050" cap="flat" cmpd="sng">
              <a:solidFill>
                <a:srgbClr val="845A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4" name="Google Shape;204;p20"/>
            <p:cNvSpPr/>
            <p:nvPr/>
          </p:nvSpPr>
          <p:spPr>
            <a:xfrm>
              <a:off x="3287564" y="1966471"/>
              <a:ext cx="402900" cy="152400"/>
            </a:xfrm>
            <a:prstGeom prst="diamond">
              <a:avLst/>
            </a:prstGeom>
            <a:noFill/>
            <a:ln w="19050" cap="flat" cmpd="sng">
              <a:solidFill>
                <a:srgbClr val="845A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05" name="Google Shape;205;p20"/>
          <p:cNvGrpSpPr/>
          <p:nvPr/>
        </p:nvGrpSpPr>
        <p:grpSpPr>
          <a:xfrm>
            <a:off x="6473719" y="6560914"/>
            <a:ext cx="291109" cy="507587"/>
            <a:chOff x="3905400" y="1454825"/>
            <a:chExt cx="541800" cy="944700"/>
          </a:xfrm>
        </p:grpSpPr>
        <p:sp>
          <p:nvSpPr>
            <p:cNvPr id="206" name="Google Shape;206;p20"/>
            <p:cNvSpPr/>
            <p:nvPr/>
          </p:nvSpPr>
          <p:spPr>
            <a:xfrm rot="5400000">
              <a:off x="3703950" y="1656275"/>
              <a:ext cx="944700" cy="541800"/>
            </a:xfrm>
            <a:prstGeom prst="rect">
              <a:avLst/>
            </a:prstGeom>
            <a:solidFill>
              <a:srgbClr val="F0F0F0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7" name="Google Shape;207;p20"/>
            <p:cNvSpPr/>
            <p:nvPr/>
          </p:nvSpPr>
          <p:spPr>
            <a:xfrm>
              <a:off x="3973364" y="1852171"/>
              <a:ext cx="402900" cy="152400"/>
            </a:xfrm>
            <a:prstGeom prst="diamond">
              <a:avLst/>
            </a:prstGeom>
            <a:noFill/>
            <a:ln w="19050" cap="flat" cmpd="sng">
              <a:solidFill>
                <a:srgbClr val="845A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08" name="Google Shape;208;p20"/>
          <p:cNvGrpSpPr/>
          <p:nvPr/>
        </p:nvGrpSpPr>
        <p:grpSpPr>
          <a:xfrm>
            <a:off x="4999756" y="7707298"/>
            <a:ext cx="291109" cy="507587"/>
            <a:chOff x="2533800" y="3588425"/>
            <a:chExt cx="541800" cy="944700"/>
          </a:xfrm>
        </p:grpSpPr>
        <p:sp>
          <p:nvSpPr>
            <p:cNvPr id="209" name="Google Shape;209;p20"/>
            <p:cNvSpPr/>
            <p:nvPr/>
          </p:nvSpPr>
          <p:spPr>
            <a:xfrm rot="5400000">
              <a:off x="2332350" y="3789875"/>
              <a:ext cx="944700" cy="541800"/>
            </a:xfrm>
            <a:prstGeom prst="rect">
              <a:avLst/>
            </a:prstGeom>
            <a:solidFill>
              <a:srgbClr val="F0F0F0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0" name="Google Shape;210;p20"/>
            <p:cNvSpPr/>
            <p:nvPr/>
          </p:nvSpPr>
          <p:spPr>
            <a:xfrm>
              <a:off x="2608500" y="3804292"/>
              <a:ext cx="392400" cy="131400"/>
            </a:xfrm>
            <a:prstGeom prst="ellipse">
              <a:avLst/>
            </a:prstGeom>
            <a:noFill/>
            <a:ln w="19050" cap="flat" cmpd="sng">
              <a:solidFill>
                <a:srgbClr val="845A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1" name="Google Shape;211;p20"/>
            <p:cNvSpPr/>
            <p:nvPr/>
          </p:nvSpPr>
          <p:spPr>
            <a:xfrm>
              <a:off x="2608500" y="4005832"/>
              <a:ext cx="392400" cy="131400"/>
            </a:xfrm>
            <a:prstGeom prst="ellipse">
              <a:avLst/>
            </a:prstGeom>
            <a:noFill/>
            <a:ln w="19050" cap="flat" cmpd="sng">
              <a:solidFill>
                <a:srgbClr val="845A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2" name="Google Shape;212;p20"/>
            <p:cNvSpPr/>
            <p:nvPr/>
          </p:nvSpPr>
          <p:spPr>
            <a:xfrm>
              <a:off x="2608500" y="4207372"/>
              <a:ext cx="392400" cy="131400"/>
            </a:xfrm>
            <a:prstGeom prst="ellipse">
              <a:avLst/>
            </a:prstGeom>
            <a:noFill/>
            <a:ln w="19050" cap="flat" cmpd="sng">
              <a:solidFill>
                <a:srgbClr val="845A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13" name="Google Shape;213;p20"/>
          <p:cNvGrpSpPr/>
          <p:nvPr/>
        </p:nvGrpSpPr>
        <p:grpSpPr>
          <a:xfrm>
            <a:off x="5736737" y="7707298"/>
            <a:ext cx="291109" cy="507587"/>
            <a:chOff x="3219600" y="3588425"/>
            <a:chExt cx="541800" cy="944700"/>
          </a:xfrm>
        </p:grpSpPr>
        <p:sp>
          <p:nvSpPr>
            <p:cNvPr id="214" name="Google Shape;214;p20"/>
            <p:cNvSpPr/>
            <p:nvPr/>
          </p:nvSpPr>
          <p:spPr>
            <a:xfrm rot="5400000">
              <a:off x="3018150" y="3789875"/>
              <a:ext cx="944700" cy="541800"/>
            </a:xfrm>
            <a:prstGeom prst="rect">
              <a:avLst/>
            </a:prstGeom>
            <a:solidFill>
              <a:srgbClr val="F0F0F0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5" name="Google Shape;215;p20"/>
            <p:cNvSpPr/>
            <p:nvPr/>
          </p:nvSpPr>
          <p:spPr>
            <a:xfrm>
              <a:off x="3294300" y="3896727"/>
              <a:ext cx="392400" cy="131400"/>
            </a:xfrm>
            <a:prstGeom prst="ellipse">
              <a:avLst/>
            </a:prstGeom>
            <a:noFill/>
            <a:ln w="19050" cap="flat" cmpd="sng">
              <a:solidFill>
                <a:srgbClr val="845A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6" name="Google Shape;216;p20"/>
            <p:cNvSpPr/>
            <p:nvPr/>
          </p:nvSpPr>
          <p:spPr>
            <a:xfrm>
              <a:off x="3294300" y="4098268"/>
              <a:ext cx="392400" cy="131400"/>
            </a:xfrm>
            <a:prstGeom prst="ellipse">
              <a:avLst/>
            </a:prstGeom>
            <a:noFill/>
            <a:ln w="19050" cap="flat" cmpd="sng">
              <a:solidFill>
                <a:srgbClr val="845A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17" name="Google Shape;217;p20"/>
          <p:cNvGrpSpPr/>
          <p:nvPr/>
        </p:nvGrpSpPr>
        <p:grpSpPr>
          <a:xfrm>
            <a:off x="6473719" y="7707298"/>
            <a:ext cx="291109" cy="507587"/>
            <a:chOff x="3905400" y="3588425"/>
            <a:chExt cx="541800" cy="944700"/>
          </a:xfrm>
        </p:grpSpPr>
        <p:sp>
          <p:nvSpPr>
            <p:cNvPr id="218" name="Google Shape;218;p20"/>
            <p:cNvSpPr/>
            <p:nvPr/>
          </p:nvSpPr>
          <p:spPr>
            <a:xfrm rot="5400000">
              <a:off x="3703950" y="3789875"/>
              <a:ext cx="944700" cy="541800"/>
            </a:xfrm>
            <a:prstGeom prst="rect">
              <a:avLst/>
            </a:prstGeom>
            <a:solidFill>
              <a:srgbClr val="F0F0F0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9" name="Google Shape;219;p20"/>
            <p:cNvSpPr/>
            <p:nvPr/>
          </p:nvSpPr>
          <p:spPr>
            <a:xfrm>
              <a:off x="3980100" y="4005832"/>
              <a:ext cx="392400" cy="131400"/>
            </a:xfrm>
            <a:prstGeom prst="ellipse">
              <a:avLst/>
            </a:prstGeom>
            <a:noFill/>
            <a:ln w="19050" cap="flat" cmpd="sng">
              <a:solidFill>
                <a:srgbClr val="845A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20" name="Google Shape;220;p20"/>
          <p:cNvGrpSpPr/>
          <p:nvPr/>
        </p:nvGrpSpPr>
        <p:grpSpPr>
          <a:xfrm>
            <a:off x="4999756" y="7134106"/>
            <a:ext cx="291109" cy="507587"/>
            <a:chOff x="2533800" y="2521625"/>
            <a:chExt cx="541800" cy="944700"/>
          </a:xfrm>
        </p:grpSpPr>
        <p:sp>
          <p:nvSpPr>
            <p:cNvPr id="221" name="Google Shape;221;p20"/>
            <p:cNvSpPr/>
            <p:nvPr/>
          </p:nvSpPr>
          <p:spPr>
            <a:xfrm rot="5400000">
              <a:off x="2332350" y="2723075"/>
              <a:ext cx="944700" cy="541800"/>
            </a:xfrm>
            <a:prstGeom prst="rect">
              <a:avLst/>
            </a:prstGeom>
            <a:solidFill>
              <a:srgbClr val="F0F0F0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2" name="Google Shape;222;p20"/>
            <p:cNvSpPr/>
            <p:nvPr/>
          </p:nvSpPr>
          <p:spPr>
            <a:xfrm rot="-3007802">
              <a:off x="2613635" y="2621669"/>
              <a:ext cx="362978" cy="298152"/>
            </a:xfrm>
            <a:prstGeom prst="lightningBolt">
              <a:avLst/>
            </a:prstGeom>
            <a:noFill/>
            <a:ln w="19050" cap="flat" cmpd="sng">
              <a:solidFill>
                <a:srgbClr val="845A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3" name="Google Shape;223;p20"/>
            <p:cNvSpPr/>
            <p:nvPr/>
          </p:nvSpPr>
          <p:spPr>
            <a:xfrm rot="-3007802">
              <a:off x="2613635" y="2850269"/>
              <a:ext cx="362978" cy="298152"/>
            </a:xfrm>
            <a:prstGeom prst="lightningBolt">
              <a:avLst/>
            </a:prstGeom>
            <a:noFill/>
            <a:ln w="19050" cap="flat" cmpd="sng">
              <a:solidFill>
                <a:srgbClr val="845A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4" name="Google Shape;224;p20"/>
            <p:cNvSpPr/>
            <p:nvPr/>
          </p:nvSpPr>
          <p:spPr>
            <a:xfrm rot="-3007802">
              <a:off x="2613635" y="3078869"/>
              <a:ext cx="362978" cy="298152"/>
            </a:xfrm>
            <a:prstGeom prst="lightningBolt">
              <a:avLst/>
            </a:prstGeom>
            <a:noFill/>
            <a:ln w="19050" cap="flat" cmpd="sng">
              <a:solidFill>
                <a:srgbClr val="845A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25" name="Google Shape;225;p20"/>
          <p:cNvGrpSpPr/>
          <p:nvPr/>
        </p:nvGrpSpPr>
        <p:grpSpPr>
          <a:xfrm>
            <a:off x="6473719" y="7134106"/>
            <a:ext cx="291109" cy="507587"/>
            <a:chOff x="3905400" y="2521625"/>
            <a:chExt cx="541800" cy="944700"/>
          </a:xfrm>
        </p:grpSpPr>
        <p:sp>
          <p:nvSpPr>
            <p:cNvPr id="226" name="Google Shape;226;p20"/>
            <p:cNvSpPr/>
            <p:nvPr/>
          </p:nvSpPr>
          <p:spPr>
            <a:xfrm rot="5400000">
              <a:off x="3703950" y="2723075"/>
              <a:ext cx="944700" cy="541800"/>
            </a:xfrm>
            <a:prstGeom prst="rect">
              <a:avLst/>
            </a:prstGeom>
            <a:solidFill>
              <a:srgbClr val="F0F0F0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7" name="Google Shape;227;p20"/>
            <p:cNvSpPr/>
            <p:nvPr/>
          </p:nvSpPr>
          <p:spPr>
            <a:xfrm rot="-3007802">
              <a:off x="3985235" y="2850269"/>
              <a:ext cx="362978" cy="298152"/>
            </a:xfrm>
            <a:prstGeom prst="lightningBolt">
              <a:avLst/>
            </a:prstGeom>
            <a:noFill/>
            <a:ln w="19050" cap="flat" cmpd="sng">
              <a:solidFill>
                <a:srgbClr val="845A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28" name="Google Shape;228;p20"/>
          <p:cNvGrpSpPr/>
          <p:nvPr/>
        </p:nvGrpSpPr>
        <p:grpSpPr>
          <a:xfrm>
            <a:off x="5736737" y="7134106"/>
            <a:ext cx="291109" cy="507587"/>
            <a:chOff x="3219600" y="2521625"/>
            <a:chExt cx="541800" cy="944700"/>
          </a:xfrm>
        </p:grpSpPr>
        <p:sp>
          <p:nvSpPr>
            <p:cNvPr id="229" name="Google Shape;229;p20"/>
            <p:cNvSpPr/>
            <p:nvPr/>
          </p:nvSpPr>
          <p:spPr>
            <a:xfrm rot="5400000">
              <a:off x="3018150" y="2723075"/>
              <a:ext cx="944700" cy="541800"/>
            </a:xfrm>
            <a:prstGeom prst="rect">
              <a:avLst/>
            </a:prstGeom>
            <a:solidFill>
              <a:srgbClr val="F0F0F0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30" name="Google Shape;230;p20"/>
            <p:cNvSpPr/>
            <p:nvPr/>
          </p:nvSpPr>
          <p:spPr>
            <a:xfrm rot="-3007802">
              <a:off x="3299435" y="2719456"/>
              <a:ext cx="362978" cy="298152"/>
            </a:xfrm>
            <a:prstGeom prst="lightningBolt">
              <a:avLst/>
            </a:prstGeom>
            <a:noFill/>
            <a:ln w="19050" cap="flat" cmpd="sng">
              <a:solidFill>
                <a:srgbClr val="845A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31" name="Google Shape;231;p20"/>
            <p:cNvSpPr/>
            <p:nvPr/>
          </p:nvSpPr>
          <p:spPr>
            <a:xfrm rot="-3007802">
              <a:off x="3299435" y="2948056"/>
              <a:ext cx="362978" cy="298152"/>
            </a:xfrm>
            <a:prstGeom prst="lightningBolt">
              <a:avLst/>
            </a:prstGeom>
            <a:noFill/>
            <a:ln w="19050" cap="flat" cmpd="sng">
              <a:solidFill>
                <a:srgbClr val="845A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32" name="Google Shape;232;p20"/>
          <p:cNvGrpSpPr/>
          <p:nvPr/>
        </p:nvGrpSpPr>
        <p:grpSpPr>
          <a:xfrm>
            <a:off x="4631318" y="6560914"/>
            <a:ext cx="291109" cy="507587"/>
            <a:chOff x="476400" y="1454825"/>
            <a:chExt cx="541800" cy="944700"/>
          </a:xfrm>
        </p:grpSpPr>
        <p:sp>
          <p:nvSpPr>
            <p:cNvPr id="233" name="Google Shape;233;p20"/>
            <p:cNvSpPr/>
            <p:nvPr/>
          </p:nvSpPr>
          <p:spPr>
            <a:xfrm rot="5400000">
              <a:off x="274950" y="1656275"/>
              <a:ext cx="944700" cy="541800"/>
            </a:xfrm>
            <a:prstGeom prst="rect">
              <a:avLst/>
            </a:prstGeom>
            <a:solidFill>
              <a:srgbClr val="F0F0F0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34" name="Google Shape;234;p20"/>
            <p:cNvSpPr/>
            <p:nvPr/>
          </p:nvSpPr>
          <p:spPr>
            <a:xfrm>
              <a:off x="544364" y="1650786"/>
              <a:ext cx="402900" cy="152400"/>
            </a:xfrm>
            <a:prstGeom prst="diamond">
              <a:avLst/>
            </a:prstGeom>
            <a:solidFill>
              <a:srgbClr val="845AD9"/>
            </a:solidFill>
            <a:ln w="9525" cap="flat" cmpd="sng">
              <a:solidFill>
                <a:srgbClr val="845A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35" name="Google Shape;235;p20"/>
            <p:cNvSpPr/>
            <p:nvPr/>
          </p:nvSpPr>
          <p:spPr>
            <a:xfrm>
              <a:off x="544364" y="1852171"/>
              <a:ext cx="402900" cy="152400"/>
            </a:xfrm>
            <a:prstGeom prst="diamond">
              <a:avLst/>
            </a:prstGeom>
            <a:solidFill>
              <a:srgbClr val="845AD9"/>
            </a:solidFill>
            <a:ln w="9525" cap="flat" cmpd="sng">
              <a:solidFill>
                <a:srgbClr val="845A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36" name="Google Shape;236;p20"/>
            <p:cNvSpPr/>
            <p:nvPr/>
          </p:nvSpPr>
          <p:spPr>
            <a:xfrm>
              <a:off x="544364" y="2053557"/>
              <a:ext cx="402900" cy="152400"/>
            </a:xfrm>
            <a:prstGeom prst="diamond">
              <a:avLst/>
            </a:prstGeom>
            <a:solidFill>
              <a:srgbClr val="845AD9"/>
            </a:solidFill>
            <a:ln w="9525" cap="flat" cmpd="sng">
              <a:solidFill>
                <a:srgbClr val="845A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37" name="Google Shape;237;p20"/>
          <p:cNvGrpSpPr/>
          <p:nvPr/>
        </p:nvGrpSpPr>
        <p:grpSpPr>
          <a:xfrm>
            <a:off x="5368299" y="6560914"/>
            <a:ext cx="291109" cy="507587"/>
            <a:chOff x="1162200" y="1454825"/>
            <a:chExt cx="541800" cy="944700"/>
          </a:xfrm>
        </p:grpSpPr>
        <p:sp>
          <p:nvSpPr>
            <p:cNvPr id="238" name="Google Shape;238;p20"/>
            <p:cNvSpPr/>
            <p:nvPr/>
          </p:nvSpPr>
          <p:spPr>
            <a:xfrm rot="5400000">
              <a:off x="960750" y="1656275"/>
              <a:ext cx="944700" cy="541800"/>
            </a:xfrm>
            <a:prstGeom prst="rect">
              <a:avLst/>
            </a:prstGeom>
            <a:solidFill>
              <a:srgbClr val="F0F0F0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39" name="Google Shape;239;p20"/>
            <p:cNvSpPr/>
            <p:nvPr/>
          </p:nvSpPr>
          <p:spPr>
            <a:xfrm>
              <a:off x="1230164" y="1765086"/>
              <a:ext cx="402900" cy="152400"/>
            </a:xfrm>
            <a:prstGeom prst="diamond">
              <a:avLst/>
            </a:prstGeom>
            <a:solidFill>
              <a:srgbClr val="845AD9"/>
            </a:solidFill>
            <a:ln w="9525" cap="flat" cmpd="sng">
              <a:solidFill>
                <a:srgbClr val="845A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0" name="Google Shape;240;p20"/>
            <p:cNvSpPr/>
            <p:nvPr/>
          </p:nvSpPr>
          <p:spPr>
            <a:xfrm>
              <a:off x="1230164" y="1966471"/>
              <a:ext cx="402900" cy="152400"/>
            </a:xfrm>
            <a:prstGeom prst="diamond">
              <a:avLst/>
            </a:prstGeom>
            <a:solidFill>
              <a:srgbClr val="845AD9"/>
            </a:solidFill>
            <a:ln w="9525" cap="flat" cmpd="sng">
              <a:solidFill>
                <a:srgbClr val="845A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1" name="Google Shape;241;p20"/>
          <p:cNvGrpSpPr/>
          <p:nvPr/>
        </p:nvGrpSpPr>
        <p:grpSpPr>
          <a:xfrm>
            <a:off x="4631318" y="7707298"/>
            <a:ext cx="291109" cy="507587"/>
            <a:chOff x="476400" y="3588425"/>
            <a:chExt cx="541800" cy="944700"/>
          </a:xfrm>
        </p:grpSpPr>
        <p:sp>
          <p:nvSpPr>
            <p:cNvPr id="242" name="Google Shape;242;p20"/>
            <p:cNvSpPr/>
            <p:nvPr/>
          </p:nvSpPr>
          <p:spPr>
            <a:xfrm rot="5400000">
              <a:off x="274950" y="3789875"/>
              <a:ext cx="944700" cy="541800"/>
            </a:xfrm>
            <a:prstGeom prst="rect">
              <a:avLst/>
            </a:prstGeom>
            <a:solidFill>
              <a:srgbClr val="F0F0F0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3" name="Google Shape;243;p20"/>
            <p:cNvSpPr/>
            <p:nvPr/>
          </p:nvSpPr>
          <p:spPr>
            <a:xfrm>
              <a:off x="551100" y="3804292"/>
              <a:ext cx="392400" cy="131400"/>
            </a:xfrm>
            <a:prstGeom prst="ellipse">
              <a:avLst/>
            </a:prstGeom>
            <a:solidFill>
              <a:srgbClr val="845AD9"/>
            </a:solidFill>
            <a:ln w="9525" cap="flat" cmpd="sng">
              <a:solidFill>
                <a:srgbClr val="845A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4" name="Google Shape;244;p20"/>
            <p:cNvSpPr/>
            <p:nvPr/>
          </p:nvSpPr>
          <p:spPr>
            <a:xfrm>
              <a:off x="551100" y="4005832"/>
              <a:ext cx="392400" cy="131400"/>
            </a:xfrm>
            <a:prstGeom prst="ellipse">
              <a:avLst/>
            </a:prstGeom>
            <a:solidFill>
              <a:srgbClr val="845AD9"/>
            </a:solidFill>
            <a:ln w="9525" cap="flat" cmpd="sng">
              <a:solidFill>
                <a:srgbClr val="845A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5" name="Google Shape;245;p20"/>
            <p:cNvSpPr/>
            <p:nvPr/>
          </p:nvSpPr>
          <p:spPr>
            <a:xfrm>
              <a:off x="551100" y="4207372"/>
              <a:ext cx="392400" cy="131400"/>
            </a:xfrm>
            <a:prstGeom prst="ellipse">
              <a:avLst/>
            </a:prstGeom>
            <a:solidFill>
              <a:srgbClr val="845AD9"/>
            </a:solidFill>
            <a:ln w="9525" cap="flat" cmpd="sng">
              <a:solidFill>
                <a:srgbClr val="845A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6" name="Google Shape;246;p20"/>
          <p:cNvGrpSpPr/>
          <p:nvPr/>
        </p:nvGrpSpPr>
        <p:grpSpPr>
          <a:xfrm>
            <a:off x="5368299" y="7707298"/>
            <a:ext cx="291109" cy="507587"/>
            <a:chOff x="1162200" y="3588425"/>
            <a:chExt cx="541800" cy="944700"/>
          </a:xfrm>
        </p:grpSpPr>
        <p:sp>
          <p:nvSpPr>
            <p:cNvPr id="247" name="Google Shape;247;p20"/>
            <p:cNvSpPr/>
            <p:nvPr/>
          </p:nvSpPr>
          <p:spPr>
            <a:xfrm rot="5400000">
              <a:off x="960750" y="3789875"/>
              <a:ext cx="944700" cy="541800"/>
            </a:xfrm>
            <a:prstGeom prst="rect">
              <a:avLst/>
            </a:prstGeom>
            <a:solidFill>
              <a:srgbClr val="F0F0F0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8" name="Google Shape;248;p20"/>
            <p:cNvSpPr/>
            <p:nvPr/>
          </p:nvSpPr>
          <p:spPr>
            <a:xfrm>
              <a:off x="1236900" y="3896727"/>
              <a:ext cx="392400" cy="131400"/>
            </a:xfrm>
            <a:prstGeom prst="ellipse">
              <a:avLst/>
            </a:prstGeom>
            <a:solidFill>
              <a:srgbClr val="845AD9"/>
            </a:solidFill>
            <a:ln w="9525" cap="flat" cmpd="sng">
              <a:solidFill>
                <a:srgbClr val="845A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9" name="Google Shape;249;p20"/>
            <p:cNvSpPr/>
            <p:nvPr/>
          </p:nvSpPr>
          <p:spPr>
            <a:xfrm>
              <a:off x="1236900" y="4098268"/>
              <a:ext cx="392400" cy="131400"/>
            </a:xfrm>
            <a:prstGeom prst="ellipse">
              <a:avLst/>
            </a:prstGeom>
            <a:solidFill>
              <a:srgbClr val="845AD9"/>
            </a:solidFill>
            <a:ln w="9525" cap="flat" cmpd="sng">
              <a:solidFill>
                <a:srgbClr val="845A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0" name="Google Shape;250;p20"/>
          <p:cNvGrpSpPr/>
          <p:nvPr/>
        </p:nvGrpSpPr>
        <p:grpSpPr>
          <a:xfrm>
            <a:off x="4631318" y="7134106"/>
            <a:ext cx="291109" cy="507587"/>
            <a:chOff x="476400" y="2521625"/>
            <a:chExt cx="541800" cy="944700"/>
          </a:xfrm>
        </p:grpSpPr>
        <p:sp>
          <p:nvSpPr>
            <p:cNvPr id="251" name="Google Shape;251;p20"/>
            <p:cNvSpPr/>
            <p:nvPr/>
          </p:nvSpPr>
          <p:spPr>
            <a:xfrm rot="5400000">
              <a:off x="274950" y="2723075"/>
              <a:ext cx="944700" cy="541800"/>
            </a:xfrm>
            <a:prstGeom prst="rect">
              <a:avLst/>
            </a:prstGeom>
            <a:solidFill>
              <a:srgbClr val="F0F0F0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2" name="Google Shape;252;p20"/>
            <p:cNvSpPr/>
            <p:nvPr/>
          </p:nvSpPr>
          <p:spPr>
            <a:xfrm rot="-3007802">
              <a:off x="556235" y="2621669"/>
              <a:ext cx="362978" cy="298152"/>
            </a:xfrm>
            <a:prstGeom prst="lightningBolt">
              <a:avLst/>
            </a:prstGeom>
            <a:solidFill>
              <a:srgbClr val="845AD9"/>
            </a:solidFill>
            <a:ln w="9525" cap="flat" cmpd="sng">
              <a:solidFill>
                <a:srgbClr val="845A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3" name="Google Shape;253;p20"/>
            <p:cNvSpPr/>
            <p:nvPr/>
          </p:nvSpPr>
          <p:spPr>
            <a:xfrm rot="-3007802">
              <a:off x="556235" y="2850269"/>
              <a:ext cx="362978" cy="298152"/>
            </a:xfrm>
            <a:prstGeom prst="lightningBolt">
              <a:avLst/>
            </a:prstGeom>
            <a:solidFill>
              <a:srgbClr val="845AD9"/>
            </a:solidFill>
            <a:ln w="9525" cap="flat" cmpd="sng">
              <a:solidFill>
                <a:srgbClr val="845A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4" name="Google Shape;254;p20"/>
            <p:cNvSpPr/>
            <p:nvPr/>
          </p:nvSpPr>
          <p:spPr>
            <a:xfrm rot="-3007802">
              <a:off x="556235" y="3078869"/>
              <a:ext cx="362978" cy="298152"/>
            </a:xfrm>
            <a:prstGeom prst="lightningBolt">
              <a:avLst/>
            </a:prstGeom>
            <a:solidFill>
              <a:srgbClr val="845AD9"/>
            </a:solidFill>
            <a:ln w="9525" cap="flat" cmpd="sng">
              <a:solidFill>
                <a:srgbClr val="845A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5" name="Google Shape;255;p20"/>
          <p:cNvGrpSpPr/>
          <p:nvPr/>
        </p:nvGrpSpPr>
        <p:grpSpPr>
          <a:xfrm>
            <a:off x="5368299" y="7134106"/>
            <a:ext cx="291109" cy="507587"/>
            <a:chOff x="1162200" y="2521625"/>
            <a:chExt cx="541800" cy="944700"/>
          </a:xfrm>
        </p:grpSpPr>
        <p:sp>
          <p:nvSpPr>
            <p:cNvPr id="256" name="Google Shape;256;p20"/>
            <p:cNvSpPr/>
            <p:nvPr/>
          </p:nvSpPr>
          <p:spPr>
            <a:xfrm rot="5400000">
              <a:off x="960750" y="2723075"/>
              <a:ext cx="944700" cy="541800"/>
            </a:xfrm>
            <a:prstGeom prst="rect">
              <a:avLst/>
            </a:prstGeom>
            <a:solidFill>
              <a:srgbClr val="F0F0F0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7" name="Google Shape;257;p20"/>
            <p:cNvSpPr/>
            <p:nvPr/>
          </p:nvSpPr>
          <p:spPr>
            <a:xfrm rot="-3007802">
              <a:off x="1242035" y="2719456"/>
              <a:ext cx="362978" cy="298152"/>
            </a:xfrm>
            <a:prstGeom prst="lightningBolt">
              <a:avLst/>
            </a:prstGeom>
            <a:solidFill>
              <a:srgbClr val="845AD9"/>
            </a:solidFill>
            <a:ln w="9525" cap="flat" cmpd="sng">
              <a:solidFill>
                <a:srgbClr val="845A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8" name="Google Shape;258;p20"/>
            <p:cNvSpPr/>
            <p:nvPr/>
          </p:nvSpPr>
          <p:spPr>
            <a:xfrm rot="-3007802">
              <a:off x="1242035" y="2948056"/>
              <a:ext cx="362978" cy="298152"/>
            </a:xfrm>
            <a:prstGeom prst="lightningBolt">
              <a:avLst/>
            </a:prstGeom>
            <a:solidFill>
              <a:srgbClr val="845AD9"/>
            </a:solidFill>
            <a:ln w="9525" cap="flat" cmpd="sng">
              <a:solidFill>
                <a:srgbClr val="845A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59" name="Google Shape;259;p20"/>
          <p:cNvSpPr txBox="1"/>
          <p:nvPr/>
        </p:nvSpPr>
        <p:spPr>
          <a:xfrm>
            <a:off x="617423" y="6550294"/>
            <a:ext cx="1435800" cy="20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three shapes: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60" name="Google Shape;260;p20"/>
          <p:cNvGrpSpPr/>
          <p:nvPr/>
        </p:nvGrpSpPr>
        <p:grpSpPr>
          <a:xfrm>
            <a:off x="4266268" y="6560914"/>
            <a:ext cx="291109" cy="507587"/>
            <a:chOff x="3219600" y="1454825"/>
            <a:chExt cx="541800" cy="944700"/>
          </a:xfrm>
        </p:grpSpPr>
        <p:sp>
          <p:nvSpPr>
            <p:cNvPr id="261" name="Google Shape;261;p20"/>
            <p:cNvSpPr/>
            <p:nvPr/>
          </p:nvSpPr>
          <p:spPr>
            <a:xfrm rot="5400000">
              <a:off x="3018150" y="1656275"/>
              <a:ext cx="944700" cy="541800"/>
            </a:xfrm>
            <a:prstGeom prst="rect">
              <a:avLst/>
            </a:prstGeom>
            <a:solidFill>
              <a:srgbClr val="F0F0F0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2" name="Google Shape;262;p20"/>
            <p:cNvSpPr/>
            <p:nvPr/>
          </p:nvSpPr>
          <p:spPr>
            <a:xfrm>
              <a:off x="3287564" y="1765086"/>
              <a:ext cx="402900" cy="152400"/>
            </a:xfrm>
            <a:prstGeom prst="diamond">
              <a:avLst/>
            </a:prstGeom>
            <a:noFill/>
            <a:ln w="19050" cap="flat" cmpd="sng">
              <a:solidFill>
                <a:srgbClr val="845A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3" name="Google Shape;263;p20"/>
            <p:cNvSpPr/>
            <p:nvPr/>
          </p:nvSpPr>
          <p:spPr>
            <a:xfrm>
              <a:off x="3287564" y="1966471"/>
              <a:ext cx="402900" cy="152400"/>
            </a:xfrm>
            <a:prstGeom prst="diamond">
              <a:avLst/>
            </a:prstGeom>
            <a:noFill/>
            <a:ln w="19050" cap="flat" cmpd="sng">
              <a:solidFill>
                <a:srgbClr val="845A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64" name="Google Shape;264;p20"/>
          <p:cNvGrpSpPr/>
          <p:nvPr/>
        </p:nvGrpSpPr>
        <p:grpSpPr>
          <a:xfrm>
            <a:off x="4266268" y="7707298"/>
            <a:ext cx="291109" cy="507587"/>
            <a:chOff x="3219600" y="3588425"/>
            <a:chExt cx="541800" cy="944700"/>
          </a:xfrm>
        </p:grpSpPr>
        <p:sp>
          <p:nvSpPr>
            <p:cNvPr id="265" name="Google Shape;265;p20"/>
            <p:cNvSpPr/>
            <p:nvPr/>
          </p:nvSpPr>
          <p:spPr>
            <a:xfrm rot="5400000">
              <a:off x="3018150" y="3789875"/>
              <a:ext cx="944700" cy="541800"/>
            </a:xfrm>
            <a:prstGeom prst="rect">
              <a:avLst/>
            </a:prstGeom>
            <a:solidFill>
              <a:srgbClr val="F0F0F0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6" name="Google Shape;266;p20"/>
            <p:cNvSpPr/>
            <p:nvPr/>
          </p:nvSpPr>
          <p:spPr>
            <a:xfrm>
              <a:off x="3294300" y="3896727"/>
              <a:ext cx="392400" cy="131400"/>
            </a:xfrm>
            <a:prstGeom prst="ellipse">
              <a:avLst/>
            </a:prstGeom>
            <a:noFill/>
            <a:ln w="19050" cap="flat" cmpd="sng">
              <a:solidFill>
                <a:srgbClr val="845A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7" name="Google Shape;267;p20"/>
            <p:cNvSpPr/>
            <p:nvPr/>
          </p:nvSpPr>
          <p:spPr>
            <a:xfrm>
              <a:off x="3294300" y="4098268"/>
              <a:ext cx="392400" cy="131400"/>
            </a:xfrm>
            <a:prstGeom prst="ellipse">
              <a:avLst/>
            </a:prstGeom>
            <a:noFill/>
            <a:ln w="19050" cap="flat" cmpd="sng">
              <a:solidFill>
                <a:srgbClr val="845A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68" name="Google Shape;268;p20"/>
          <p:cNvGrpSpPr/>
          <p:nvPr/>
        </p:nvGrpSpPr>
        <p:grpSpPr>
          <a:xfrm>
            <a:off x="4266268" y="7134106"/>
            <a:ext cx="291109" cy="507587"/>
            <a:chOff x="3219600" y="2521625"/>
            <a:chExt cx="541800" cy="944700"/>
          </a:xfrm>
        </p:grpSpPr>
        <p:sp>
          <p:nvSpPr>
            <p:cNvPr id="269" name="Google Shape;269;p20"/>
            <p:cNvSpPr/>
            <p:nvPr/>
          </p:nvSpPr>
          <p:spPr>
            <a:xfrm rot="5400000">
              <a:off x="3018150" y="2723075"/>
              <a:ext cx="944700" cy="541800"/>
            </a:xfrm>
            <a:prstGeom prst="rect">
              <a:avLst/>
            </a:prstGeom>
            <a:solidFill>
              <a:srgbClr val="F0F0F0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70" name="Google Shape;270;p20"/>
            <p:cNvSpPr/>
            <p:nvPr/>
          </p:nvSpPr>
          <p:spPr>
            <a:xfrm rot="-3007802">
              <a:off x="3299435" y="2719456"/>
              <a:ext cx="362978" cy="298152"/>
            </a:xfrm>
            <a:prstGeom prst="lightningBolt">
              <a:avLst/>
            </a:prstGeom>
            <a:noFill/>
            <a:ln w="19050" cap="flat" cmpd="sng">
              <a:solidFill>
                <a:srgbClr val="845A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71" name="Google Shape;271;p20"/>
            <p:cNvSpPr/>
            <p:nvPr/>
          </p:nvSpPr>
          <p:spPr>
            <a:xfrm rot="-3007802">
              <a:off x="3299435" y="2948056"/>
              <a:ext cx="362978" cy="298152"/>
            </a:xfrm>
            <a:prstGeom prst="lightningBolt">
              <a:avLst/>
            </a:prstGeom>
            <a:noFill/>
            <a:ln w="19050" cap="flat" cmpd="sng">
              <a:solidFill>
                <a:srgbClr val="845A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72" name="Google Shape;272;p20"/>
          <p:cNvGrpSpPr/>
          <p:nvPr/>
        </p:nvGrpSpPr>
        <p:grpSpPr>
          <a:xfrm>
            <a:off x="3897830" y="6560914"/>
            <a:ext cx="291109" cy="507587"/>
            <a:chOff x="1162200" y="1454825"/>
            <a:chExt cx="541800" cy="944700"/>
          </a:xfrm>
        </p:grpSpPr>
        <p:sp>
          <p:nvSpPr>
            <p:cNvPr id="273" name="Google Shape;273;p20"/>
            <p:cNvSpPr/>
            <p:nvPr/>
          </p:nvSpPr>
          <p:spPr>
            <a:xfrm rot="5400000">
              <a:off x="960750" y="1656275"/>
              <a:ext cx="944700" cy="541800"/>
            </a:xfrm>
            <a:prstGeom prst="rect">
              <a:avLst/>
            </a:prstGeom>
            <a:solidFill>
              <a:srgbClr val="F0F0F0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74" name="Google Shape;274;p20"/>
            <p:cNvSpPr/>
            <p:nvPr/>
          </p:nvSpPr>
          <p:spPr>
            <a:xfrm>
              <a:off x="1230164" y="1765086"/>
              <a:ext cx="402900" cy="152400"/>
            </a:xfrm>
            <a:prstGeom prst="diamond">
              <a:avLst/>
            </a:prstGeom>
            <a:solidFill>
              <a:srgbClr val="845AD9"/>
            </a:solidFill>
            <a:ln w="9525" cap="flat" cmpd="sng">
              <a:solidFill>
                <a:srgbClr val="845A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75" name="Google Shape;275;p20"/>
            <p:cNvSpPr/>
            <p:nvPr/>
          </p:nvSpPr>
          <p:spPr>
            <a:xfrm>
              <a:off x="1230164" y="1966471"/>
              <a:ext cx="402900" cy="152400"/>
            </a:xfrm>
            <a:prstGeom prst="diamond">
              <a:avLst/>
            </a:prstGeom>
            <a:solidFill>
              <a:srgbClr val="845AD9"/>
            </a:solidFill>
            <a:ln w="9525" cap="flat" cmpd="sng">
              <a:solidFill>
                <a:srgbClr val="845A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76" name="Google Shape;276;p20"/>
          <p:cNvGrpSpPr/>
          <p:nvPr/>
        </p:nvGrpSpPr>
        <p:grpSpPr>
          <a:xfrm>
            <a:off x="3897830" y="7707298"/>
            <a:ext cx="291109" cy="507587"/>
            <a:chOff x="1162200" y="3588425"/>
            <a:chExt cx="541800" cy="944700"/>
          </a:xfrm>
        </p:grpSpPr>
        <p:sp>
          <p:nvSpPr>
            <p:cNvPr id="277" name="Google Shape;277;p20"/>
            <p:cNvSpPr/>
            <p:nvPr/>
          </p:nvSpPr>
          <p:spPr>
            <a:xfrm rot="5400000">
              <a:off x="960750" y="3789875"/>
              <a:ext cx="944700" cy="541800"/>
            </a:xfrm>
            <a:prstGeom prst="rect">
              <a:avLst/>
            </a:prstGeom>
            <a:solidFill>
              <a:srgbClr val="F0F0F0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78" name="Google Shape;278;p20"/>
            <p:cNvSpPr/>
            <p:nvPr/>
          </p:nvSpPr>
          <p:spPr>
            <a:xfrm>
              <a:off x="1236900" y="3896727"/>
              <a:ext cx="392400" cy="131400"/>
            </a:xfrm>
            <a:prstGeom prst="ellipse">
              <a:avLst/>
            </a:prstGeom>
            <a:solidFill>
              <a:srgbClr val="845AD9"/>
            </a:solidFill>
            <a:ln w="9525" cap="flat" cmpd="sng">
              <a:solidFill>
                <a:srgbClr val="845A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79" name="Google Shape;279;p20"/>
            <p:cNvSpPr/>
            <p:nvPr/>
          </p:nvSpPr>
          <p:spPr>
            <a:xfrm>
              <a:off x="1236900" y="4098268"/>
              <a:ext cx="392400" cy="131400"/>
            </a:xfrm>
            <a:prstGeom prst="ellipse">
              <a:avLst/>
            </a:prstGeom>
            <a:solidFill>
              <a:srgbClr val="845AD9"/>
            </a:solidFill>
            <a:ln w="9525" cap="flat" cmpd="sng">
              <a:solidFill>
                <a:srgbClr val="845A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0" name="Google Shape;280;p20"/>
          <p:cNvGrpSpPr/>
          <p:nvPr/>
        </p:nvGrpSpPr>
        <p:grpSpPr>
          <a:xfrm>
            <a:off x="3897830" y="7134106"/>
            <a:ext cx="291109" cy="507587"/>
            <a:chOff x="1162200" y="2521625"/>
            <a:chExt cx="541800" cy="944700"/>
          </a:xfrm>
        </p:grpSpPr>
        <p:sp>
          <p:nvSpPr>
            <p:cNvPr id="281" name="Google Shape;281;p20"/>
            <p:cNvSpPr/>
            <p:nvPr/>
          </p:nvSpPr>
          <p:spPr>
            <a:xfrm rot="5400000">
              <a:off x="960750" y="2723075"/>
              <a:ext cx="944700" cy="541800"/>
            </a:xfrm>
            <a:prstGeom prst="rect">
              <a:avLst/>
            </a:prstGeom>
            <a:solidFill>
              <a:srgbClr val="F0F0F0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82" name="Google Shape;282;p20"/>
            <p:cNvSpPr/>
            <p:nvPr/>
          </p:nvSpPr>
          <p:spPr>
            <a:xfrm rot="-3007802">
              <a:off x="1242035" y="2719456"/>
              <a:ext cx="362978" cy="298152"/>
            </a:xfrm>
            <a:prstGeom prst="lightningBolt">
              <a:avLst/>
            </a:prstGeom>
            <a:solidFill>
              <a:srgbClr val="845AD9"/>
            </a:solidFill>
            <a:ln w="9525" cap="flat" cmpd="sng">
              <a:solidFill>
                <a:srgbClr val="845A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83" name="Google Shape;283;p20"/>
            <p:cNvSpPr/>
            <p:nvPr/>
          </p:nvSpPr>
          <p:spPr>
            <a:xfrm rot="-3007802">
              <a:off x="1242035" y="2948056"/>
              <a:ext cx="362978" cy="298152"/>
            </a:xfrm>
            <a:prstGeom prst="lightningBolt">
              <a:avLst/>
            </a:prstGeom>
            <a:solidFill>
              <a:srgbClr val="845AD9"/>
            </a:solidFill>
            <a:ln w="9525" cap="flat" cmpd="sng">
              <a:solidFill>
                <a:srgbClr val="845A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84" name="Google Shape;284;p20"/>
          <p:cNvSpPr/>
          <p:nvPr/>
        </p:nvSpPr>
        <p:spPr>
          <a:xfrm>
            <a:off x="3934382" y="6944801"/>
            <a:ext cx="216600" cy="81900"/>
          </a:xfrm>
          <a:prstGeom prst="diamond">
            <a:avLst/>
          </a:prstGeom>
          <a:solidFill>
            <a:srgbClr val="845AD9"/>
          </a:solidFill>
          <a:ln w="9525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5" name="Google Shape;285;p20"/>
          <p:cNvSpPr/>
          <p:nvPr/>
        </p:nvSpPr>
        <p:spPr>
          <a:xfrm>
            <a:off x="3934382" y="6618030"/>
            <a:ext cx="216600" cy="81900"/>
          </a:xfrm>
          <a:prstGeom prst="diamond">
            <a:avLst/>
          </a:prstGeom>
          <a:solidFill>
            <a:srgbClr val="845AD9"/>
          </a:solidFill>
          <a:ln w="9525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6" name="Google Shape;286;p20"/>
          <p:cNvSpPr/>
          <p:nvPr/>
        </p:nvSpPr>
        <p:spPr>
          <a:xfrm>
            <a:off x="4302878" y="6618743"/>
            <a:ext cx="216600" cy="81900"/>
          </a:xfrm>
          <a:prstGeom prst="diamond">
            <a:avLst/>
          </a:prstGeom>
          <a:noFill/>
          <a:ln w="19050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7" name="Google Shape;287;p20"/>
          <p:cNvSpPr/>
          <p:nvPr/>
        </p:nvSpPr>
        <p:spPr>
          <a:xfrm rot="-3007279">
            <a:off x="4309259" y="7131563"/>
            <a:ext cx="195058" cy="160211"/>
          </a:xfrm>
          <a:prstGeom prst="lightningBolt">
            <a:avLst/>
          </a:prstGeom>
          <a:noFill/>
          <a:ln w="19050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8" name="Google Shape;288;p20"/>
          <p:cNvSpPr/>
          <p:nvPr/>
        </p:nvSpPr>
        <p:spPr>
          <a:xfrm>
            <a:off x="4306497" y="7764134"/>
            <a:ext cx="210900" cy="70500"/>
          </a:xfrm>
          <a:prstGeom prst="ellipse">
            <a:avLst/>
          </a:prstGeom>
          <a:noFill/>
          <a:ln w="19050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9" name="Google Shape;289;p20"/>
          <p:cNvSpPr/>
          <p:nvPr/>
        </p:nvSpPr>
        <p:spPr>
          <a:xfrm>
            <a:off x="4302878" y="6944801"/>
            <a:ext cx="216600" cy="81900"/>
          </a:xfrm>
          <a:prstGeom prst="diamond">
            <a:avLst/>
          </a:prstGeom>
          <a:noFill/>
          <a:ln w="19050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0" name="Google Shape;290;p20"/>
          <p:cNvSpPr/>
          <p:nvPr/>
        </p:nvSpPr>
        <p:spPr>
          <a:xfrm rot="-3007279">
            <a:off x="4309259" y="7472244"/>
            <a:ext cx="195058" cy="160211"/>
          </a:xfrm>
          <a:prstGeom prst="lightningBolt">
            <a:avLst/>
          </a:prstGeom>
          <a:noFill/>
          <a:ln w="19050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1" name="Google Shape;291;p20"/>
          <p:cNvSpPr/>
          <p:nvPr/>
        </p:nvSpPr>
        <p:spPr>
          <a:xfrm>
            <a:off x="4306497" y="8090275"/>
            <a:ext cx="210900" cy="70500"/>
          </a:xfrm>
          <a:prstGeom prst="ellipse">
            <a:avLst/>
          </a:prstGeom>
          <a:noFill/>
          <a:ln w="19050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2" name="Google Shape;292;p20"/>
          <p:cNvSpPr/>
          <p:nvPr/>
        </p:nvSpPr>
        <p:spPr>
          <a:xfrm rot="-3007279">
            <a:off x="3940763" y="7131563"/>
            <a:ext cx="195058" cy="160211"/>
          </a:xfrm>
          <a:prstGeom prst="lightningBolt">
            <a:avLst/>
          </a:prstGeom>
          <a:solidFill>
            <a:srgbClr val="845AD9"/>
          </a:solidFill>
          <a:ln w="9525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3" name="Google Shape;293;p20"/>
          <p:cNvSpPr/>
          <p:nvPr/>
        </p:nvSpPr>
        <p:spPr>
          <a:xfrm rot="-3007279">
            <a:off x="3940763" y="7472244"/>
            <a:ext cx="195058" cy="160211"/>
          </a:xfrm>
          <a:prstGeom prst="lightningBolt">
            <a:avLst/>
          </a:prstGeom>
          <a:solidFill>
            <a:srgbClr val="845AD9"/>
          </a:solidFill>
          <a:ln w="9525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4" name="Google Shape;294;p20"/>
          <p:cNvSpPr/>
          <p:nvPr/>
        </p:nvSpPr>
        <p:spPr>
          <a:xfrm>
            <a:off x="3938001" y="7764134"/>
            <a:ext cx="210900" cy="70500"/>
          </a:xfrm>
          <a:prstGeom prst="ellipse">
            <a:avLst/>
          </a:prstGeom>
          <a:solidFill>
            <a:srgbClr val="845AD9"/>
          </a:solidFill>
          <a:ln w="9525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5" name="Google Shape;295;p20"/>
          <p:cNvSpPr/>
          <p:nvPr/>
        </p:nvSpPr>
        <p:spPr>
          <a:xfrm>
            <a:off x="3938001" y="8090275"/>
            <a:ext cx="210900" cy="70500"/>
          </a:xfrm>
          <a:prstGeom prst="ellipse">
            <a:avLst/>
          </a:prstGeom>
          <a:solidFill>
            <a:srgbClr val="845AD9"/>
          </a:solidFill>
          <a:ln w="9525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6" name="Google Shape;296;p20"/>
          <p:cNvSpPr/>
          <p:nvPr/>
        </p:nvSpPr>
        <p:spPr>
          <a:xfrm>
            <a:off x="2066437" y="6601999"/>
            <a:ext cx="216600" cy="81900"/>
          </a:xfrm>
          <a:prstGeom prst="diamond">
            <a:avLst/>
          </a:prstGeom>
          <a:solidFill>
            <a:srgbClr val="845AD9"/>
          </a:solidFill>
          <a:ln w="9525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7" name="Google Shape;297;p20"/>
          <p:cNvSpPr/>
          <p:nvPr/>
        </p:nvSpPr>
        <p:spPr>
          <a:xfrm rot="-3007279">
            <a:off x="2072818" y="6799741"/>
            <a:ext cx="195058" cy="160211"/>
          </a:xfrm>
          <a:prstGeom prst="lightningBolt">
            <a:avLst/>
          </a:prstGeom>
          <a:solidFill>
            <a:srgbClr val="845AD9"/>
          </a:solidFill>
          <a:ln w="9525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8" name="Google Shape;298;p20"/>
          <p:cNvSpPr/>
          <p:nvPr/>
        </p:nvSpPr>
        <p:spPr>
          <a:xfrm>
            <a:off x="2070056" y="7056570"/>
            <a:ext cx="210900" cy="70500"/>
          </a:xfrm>
          <a:prstGeom prst="ellipse">
            <a:avLst/>
          </a:prstGeom>
          <a:solidFill>
            <a:srgbClr val="845AD9"/>
          </a:solidFill>
          <a:ln w="9525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9" name="Google Shape;299;p20"/>
          <p:cNvSpPr txBox="1"/>
          <p:nvPr/>
        </p:nvSpPr>
        <p:spPr>
          <a:xfrm>
            <a:off x="2338680" y="6555784"/>
            <a:ext cx="1435800" cy="20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rhombus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0" name="Google Shape;300;p20"/>
          <p:cNvSpPr txBox="1"/>
          <p:nvPr/>
        </p:nvSpPr>
        <p:spPr>
          <a:xfrm>
            <a:off x="2338680" y="6779122"/>
            <a:ext cx="1435800" cy="20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lightning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20"/>
          <p:cNvSpPr txBox="1"/>
          <p:nvPr/>
        </p:nvSpPr>
        <p:spPr>
          <a:xfrm>
            <a:off x="2338682" y="7013448"/>
            <a:ext cx="428400" cy="20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oval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2" name="Google Shape;302;p20"/>
          <p:cNvSpPr txBox="1"/>
          <p:nvPr/>
        </p:nvSpPr>
        <p:spPr>
          <a:xfrm>
            <a:off x="617423" y="7350751"/>
            <a:ext cx="2731800" cy="20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Shapes are either solid or hollow.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3" name="Google Shape;303;p20"/>
          <p:cNvSpPr/>
          <p:nvPr/>
        </p:nvSpPr>
        <p:spPr>
          <a:xfrm>
            <a:off x="957408" y="7612799"/>
            <a:ext cx="216600" cy="81900"/>
          </a:xfrm>
          <a:prstGeom prst="diamond">
            <a:avLst/>
          </a:prstGeom>
          <a:solidFill>
            <a:srgbClr val="845AD9"/>
          </a:solidFill>
          <a:ln w="9525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4" name="Google Shape;304;p20"/>
          <p:cNvSpPr/>
          <p:nvPr/>
        </p:nvSpPr>
        <p:spPr>
          <a:xfrm>
            <a:off x="2046645" y="7607308"/>
            <a:ext cx="216600" cy="81900"/>
          </a:xfrm>
          <a:prstGeom prst="diamond">
            <a:avLst/>
          </a:prstGeom>
          <a:noFill/>
          <a:ln w="28575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5" name="Google Shape;305;p20"/>
          <p:cNvSpPr txBox="1"/>
          <p:nvPr/>
        </p:nvSpPr>
        <p:spPr>
          <a:xfrm>
            <a:off x="617423" y="7558448"/>
            <a:ext cx="312600" cy="20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E.g.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6" name="Google Shape;306;p20"/>
          <p:cNvSpPr txBox="1"/>
          <p:nvPr/>
        </p:nvSpPr>
        <p:spPr>
          <a:xfrm>
            <a:off x="1238024" y="7568598"/>
            <a:ext cx="661800" cy="20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solid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7" name="Google Shape;307;p20"/>
          <p:cNvSpPr txBox="1"/>
          <p:nvPr/>
        </p:nvSpPr>
        <p:spPr>
          <a:xfrm>
            <a:off x="2327260" y="7568598"/>
            <a:ext cx="661800" cy="20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hollow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8" name="Google Shape;308;p20"/>
          <p:cNvSpPr txBox="1"/>
          <p:nvPr/>
        </p:nvSpPr>
        <p:spPr>
          <a:xfrm>
            <a:off x="495925" y="7882000"/>
            <a:ext cx="3096000" cy="44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From the list of events below, find sets of events where the probabilities sum to 1.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9" name="Google Shape;309;p20"/>
          <p:cNvSpPr txBox="1"/>
          <p:nvPr/>
        </p:nvSpPr>
        <p:spPr>
          <a:xfrm>
            <a:off x="510528" y="8434501"/>
            <a:ext cx="1674900" cy="20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 = {rhombus}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0" name="Google Shape;310;p20"/>
          <p:cNvSpPr txBox="1"/>
          <p:nvPr/>
        </p:nvSpPr>
        <p:spPr>
          <a:xfrm>
            <a:off x="2216998" y="8434501"/>
            <a:ext cx="1674900" cy="20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 = {1 shape}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1" name="Google Shape;311;p20"/>
          <p:cNvSpPr txBox="1"/>
          <p:nvPr/>
        </p:nvSpPr>
        <p:spPr>
          <a:xfrm>
            <a:off x="3760083" y="8434501"/>
            <a:ext cx="1674900" cy="20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 = {solid}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2" name="Google Shape;312;p20"/>
          <p:cNvSpPr txBox="1"/>
          <p:nvPr/>
        </p:nvSpPr>
        <p:spPr>
          <a:xfrm>
            <a:off x="5412092" y="8424351"/>
            <a:ext cx="1674900" cy="20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 = {lightning}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3" name="Google Shape;313;p20"/>
          <p:cNvSpPr txBox="1"/>
          <p:nvPr/>
        </p:nvSpPr>
        <p:spPr>
          <a:xfrm>
            <a:off x="510528" y="8706811"/>
            <a:ext cx="1674900" cy="20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 = {2 shapes}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4" name="Google Shape;314;p20"/>
          <p:cNvSpPr txBox="1"/>
          <p:nvPr/>
        </p:nvSpPr>
        <p:spPr>
          <a:xfrm>
            <a:off x="2216998" y="8706811"/>
            <a:ext cx="1674900" cy="20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 = {hollow}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5" name="Google Shape;315;p20"/>
          <p:cNvSpPr txBox="1"/>
          <p:nvPr/>
        </p:nvSpPr>
        <p:spPr>
          <a:xfrm>
            <a:off x="3760083" y="8706811"/>
            <a:ext cx="1674900" cy="20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G = {3 shapes}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6" name="Google Shape;316;p20"/>
          <p:cNvSpPr txBox="1"/>
          <p:nvPr/>
        </p:nvSpPr>
        <p:spPr>
          <a:xfrm>
            <a:off x="5412092" y="8696661"/>
            <a:ext cx="1674900" cy="20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 = {oval}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7" name="Google Shape;317;p20"/>
          <p:cNvSpPr txBox="1"/>
          <p:nvPr/>
        </p:nvSpPr>
        <p:spPr>
          <a:xfrm>
            <a:off x="510528" y="8979120"/>
            <a:ext cx="1761300" cy="20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 = {4 shapes}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8" name="Google Shape;318;p20"/>
          <p:cNvSpPr txBox="1"/>
          <p:nvPr/>
        </p:nvSpPr>
        <p:spPr>
          <a:xfrm>
            <a:off x="2216998" y="8979120"/>
            <a:ext cx="1674900" cy="20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J = {not oval}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9" name="Google Shape;319;p20"/>
          <p:cNvSpPr txBox="1"/>
          <p:nvPr/>
        </p:nvSpPr>
        <p:spPr>
          <a:xfrm>
            <a:off x="3760083" y="8979120"/>
            <a:ext cx="1930500" cy="20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K = {more than 1 shape}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323" name="Shape 323"/>
        <p:cNvGrpSpPr/>
        <p:nvPr/>
      </p:nvGrpSpPr>
      <p:grpSpPr>
        <a:xfrm>
          <a:off x="0" y="0"/>
          <a:ext cx="0" cy="0"/>
        </a:xfrm>
      </p:grpSpPr>
      <p:sp>
        <p:nvSpPr>
          <p:cNvPr id="324" name="Google Shape;324;p2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  <p:sp>
        <p:nvSpPr>
          <p:cNvPr id="325" name="Google Shape;325;p21"/>
          <p:cNvSpPr txBox="1"/>
          <p:nvPr>
            <p:ph type="subTitle" idx="1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Summing probabilities</a:t>
            </a:r>
            <a:endParaRPr/>
          </a:p>
        </p:txBody>
      </p:sp>
      <p:sp>
        <p:nvSpPr>
          <p:cNvPr id="326" name="Google Shape;326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v2.3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7" name="Google Shape;327;p21"/>
          <p:cNvSpPr txBox="1"/>
          <p:nvPr>
            <p:ph type="subTitle" idx="2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Mathematics in Education and Industry</a:t>
            </a:r>
            <a:endParaRPr/>
          </a:p>
        </p:txBody>
      </p:sp>
      <p:graphicFrame>
        <p:nvGraphicFramePr>
          <p:cNvPr id="328" name="Google Shape;328;p21"/>
          <p:cNvGraphicFramePr>
            <a:graphicFrameLocks noGrp="1"/>
          </p:cNvGraphicFramePr>
          <p:nvPr/>
        </p:nvGraphicFramePr>
        <p:xfrm>
          <a:off x="4213200" y="3252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{72E0F290-2BE4-4F54-8B8D-3E6E01DAE4CF}</a:tableStyleId>
              </a:tblPr>
              <a:tblGrid>
                <a:gridCol w="1088175"/>
                <a:gridCol w="382850"/>
                <a:gridCol w="417875"/>
                <a:gridCol w="418225"/>
                <a:gridCol w="421350"/>
              </a:tblGrid>
              <a:tr h="3524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outcome</a:t>
                      </a:r>
                      <a:endParaRPr sz="1200" b="1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D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5538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probability</a:t>
                      </a:r>
                      <a:endParaRPr sz="1200" b="1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329" name="Google Shape;329;p21"/>
          <p:cNvSpPr txBox="1"/>
          <p:nvPr/>
        </p:nvSpPr>
        <p:spPr>
          <a:xfrm>
            <a:off x="476400" y="1143706"/>
            <a:ext cx="6532200" cy="4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Find the value of each unknown probability.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Each question presents a complete set of possible outcomes for a trial.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0" name="Google Shape;330;p21"/>
          <p:cNvSpPr txBox="1"/>
          <p:nvPr/>
        </p:nvSpPr>
        <p:spPr>
          <a:xfrm>
            <a:off x="476398" y="725450"/>
            <a:ext cx="6352200" cy="30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B:  Finding missing probabilities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1" name="Google Shape;331;p21"/>
          <p:cNvSpPr txBox="1"/>
          <p:nvPr/>
        </p:nvSpPr>
        <p:spPr>
          <a:xfrm>
            <a:off x="476400" y="1687521"/>
            <a:ext cx="1935900" cy="49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P(rain) = 25%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P(not rain) =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endParaRPr sz="12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2" name="Google Shape;332;p21"/>
          <p:cNvSpPr txBox="1"/>
          <p:nvPr/>
        </p:nvSpPr>
        <p:spPr>
          <a:xfrm>
            <a:off x="2671797" y="1687521"/>
            <a:ext cx="2005500" cy="4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 P(train on time) = 0.6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P(train late) =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 sz="12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3" name="Google Shape;333;p21"/>
          <p:cNvSpPr txBox="1"/>
          <p:nvPr/>
        </p:nvSpPr>
        <p:spPr>
          <a:xfrm>
            <a:off x="4867193" y="1687521"/>
            <a:ext cx="1935900" cy="49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34" name="Google Shape;334;p21"/>
          <p:cNvCxnSpPr/>
          <p:nvPr/>
        </p:nvCxnSpPr>
        <p:spPr>
          <a:xfrm rot="10800000" flipH="1">
            <a:off x="5144889" y="1826715"/>
            <a:ext cx="673500" cy="4182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35" name="Google Shape;335;p21"/>
          <p:cNvCxnSpPr/>
          <p:nvPr/>
        </p:nvCxnSpPr>
        <p:spPr>
          <a:xfrm>
            <a:off x="5144889" y="2229649"/>
            <a:ext cx="673500" cy="4182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36" name="Google Shape;336;p21"/>
          <p:cNvSpPr txBox="1"/>
          <p:nvPr/>
        </p:nvSpPr>
        <p:spPr>
          <a:xfrm>
            <a:off x="5870918" y="1715075"/>
            <a:ext cx="468300" cy="2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7" name="Google Shape;337;p21"/>
          <p:cNvSpPr txBox="1"/>
          <p:nvPr/>
        </p:nvSpPr>
        <p:spPr>
          <a:xfrm>
            <a:off x="5861666" y="2551257"/>
            <a:ext cx="941700" cy="2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not win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8" name="Google Shape;338;p21"/>
          <p:cNvSpPr txBox="1"/>
          <p:nvPr/>
        </p:nvSpPr>
        <p:spPr>
          <a:xfrm>
            <a:off x="5452893" y="1671086"/>
            <a:ext cx="558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endParaRPr sz="12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9" name="Google Shape;339;p21"/>
          <p:cNvSpPr txBox="1"/>
          <p:nvPr/>
        </p:nvSpPr>
        <p:spPr>
          <a:xfrm>
            <a:off x="476400" y="3016845"/>
            <a:ext cx="2032500" cy="66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 P(Player 1 wins) = 24%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P(Player 2 wins) = 32%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P(draw) =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endParaRPr sz="12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0" name="Google Shape;340;p21"/>
          <p:cNvSpPr txBox="1"/>
          <p:nvPr/>
        </p:nvSpPr>
        <p:spPr>
          <a:xfrm>
            <a:off x="2671797" y="3016845"/>
            <a:ext cx="236400" cy="2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1" name="Google Shape;341;p21"/>
          <p:cNvSpPr txBox="1"/>
          <p:nvPr/>
        </p:nvSpPr>
        <p:spPr>
          <a:xfrm>
            <a:off x="4368027" y="3016845"/>
            <a:ext cx="236400" cy="21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f)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42" name="Google Shape;342;p21"/>
          <p:cNvCxnSpPr/>
          <p:nvPr/>
        </p:nvCxnSpPr>
        <p:spPr>
          <a:xfrm rot="10800000" flipH="1">
            <a:off x="2848786" y="3172968"/>
            <a:ext cx="673500" cy="4833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43" name="Google Shape;343;p21"/>
          <p:cNvCxnSpPr/>
          <p:nvPr/>
        </p:nvCxnSpPr>
        <p:spPr>
          <a:xfrm>
            <a:off x="2848786" y="3638639"/>
            <a:ext cx="673500" cy="4833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44" name="Google Shape;344;p21"/>
          <p:cNvSpPr txBox="1"/>
          <p:nvPr/>
        </p:nvSpPr>
        <p:spPr>
          <a:xfrm>
            <a:off x="3574817" y="3044400"/>
            <a:ext cx="468300" cy="3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red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5" name="Google Shape;345;p21"/>
          <p:cNvSpPr txBox="1"/>
          <p:nvPr/>
        </p:nvSpPr>
        <p:spPr>
          <a:xfrm>
            <a:off x="3565564" y="4010035"/>
            <a:ext cx="941700" cy="3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green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6" name="Google Shape;346;p21"/>
          <p:cNvSpPr txBox="1"/>
          <p:nvPr/>
        </p:nvSpPr>
        <p:spPr>
          <a:xfrm>
            <a:off x="3223306" y="3350035"/>
            <a:ext cx="558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endParaRPr sz="12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47" name="Google Shape;347;p21"/>
          <p:cNvCxnSpPr/>
          <p:nvPr/>
        </p:nvCxnSpPr>
        <p:spPr>
          <a:xfrm>
            <a:off x="2848786" y="3638639"/>
            <a:ext cx="7026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48" name="Google Shape;348;p21"/>
          <p:cNvSpPr txBox="1"/>
          <p:nvPr/>
        </p:nvSpPr>
        <p:spPr>
          <a:xfrm>
            <a:off x="3586999" y="3511746"/>
            <a:ext cx="468300" cy="3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blue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9" name="Google Shape;349;p21"/>
          <p:cNvSpPr txBox="1"/>
          <p:nvPr/>
        </p:nvSpPr>
        <p:spPr>
          <a:xfrm>
            <a:off x="3155425" y="3098413"/>
            <a:ext cx="301800" cy="24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0.1 </a:t>
            </a:r>
            <a:endParaRPr sz="12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0" name="Google Shape;350;p21"/>
          <p:cNvSpPr txBox="1"/>
          <p:nvPr/>
        </p:nvSpPr>
        <p:spPr>
          <a:xfrm>
            <a:off x="3336696" y="3816251"/>
            <a:ext cx="418200" cy="21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0.35 </a:t>
            </a:r>
            <a:endParaRPr sz="12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51" name="Google Shape;351;p21" descr="&lt;math xmlns=&quot;http://www.w3.org/1998/Math/MathML&quot; display=&quot;block&quot; data-is-equatio=&quot;1&quot; data-latex=&quot;\frac{3}{7}&quot;&gt;&lt;mfrac&gt;&lt;mn&gt;3&lt;/mn&gt;&lt;mn&gt;7&lt;/mn&gt;&lt;/mfrac&gt;&lt;/math&gt;" title="three seven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94112" y="2162903"/>
            <a:ext cx="100226" cy="329238"/>
          </a:xfrm>
          <a:prstGeom prst="rect">
            <a:avLst/>
          </a:prstGeom>
          <a:noFill/>
          <a:ln>
            <a:noFill/>
          </a:ln>
        </p:spPr>
      </p:pic>
      <p:pic>
        <p:nvPicPr>
          <p:cNvPr id="352" name="Google Shape;352;p21" descr="&lt;math xmlns=&quot;http://www.w3.org/1998/Math/MathML&quot; display=&quot;block&quot; data-is-equatio=&quot;1&quot; data-latex=&quot;\frac{1}{6}\ \ \ \frac{1}{4}\ \ \ \frac{3}{12}&quot;&gt;&lt;mfrac&gt;&lt;mn&gt;1&lt;/mn&gt;&lt;mn&gt;6&lt;/mn&gt;&lt;/mfrac&gt;&lt;mtext&gt;&lt;/mtext&gt;&lt;mtext&gt;&lt;/mtext&gt;&lt;mtext&gt;&lt;/mtext&gt;&lt;mfrac&gt;&lt;mn&gt;1&lt;/mn&gt;&lt;mn&gt;4&lt;/mn&gt;&lt;/mfrac&gt;&lt;mtext&gt;&lt;/mtext&gt;&lt;mtext&gt;&lt;/mtext&gt;&lt;mtext&gt;&lt;/mtext&gt;&lt;mfrac&gt;&lt;mn&gt;3&lt;/mn&gt;&lt;mn&gt;12&lt;/mn&gt;&lt;/mfrac&gt;&lt;/math&gt;" title="one sixth one fourth 3 over 12"/>
          <p:cNvPicPr preferRelativeResize="0"/>
          <p:nvPr/>
        </p:nvPicPr>
        <p:blipFill>
          <a:blip r:embed="rId4">
            <a:alphaModFix/>
          </a:blip>
          <a:srcRect r="77067"/>
          <a:stretch>
            <a:fillRect/>
          </a:stretch>
        </p:blipFill>
        <p:spPr>
          <a:xfrm>
            <a:off x="5500882" y="3659392"/>
            <a:ext cx="175998" cy="366111"/>
          </a:xfrm>
          <a:prstGeom prst="rect">
            <a:avLst/>
          </a:prstGeom>
          <a:noFill/>
          <a:ln>
            <a:noFill/>
          </a:ln>
        </p:spPr>
      </p:pic>
      <p:pic>
        <p:nvPicPr>
          <p:cNvPr id="353" name="Google Shape;353;p21" descr="&lt;math xmlns=&quot;http://www.w3.org/1998/Math/MathML&quot; display=&quot;block&quot; data-is-equatio=&quot;1&quot; data-latex=&quot;\frac{1}{6}\ \ \ \frac{1}{4}\ \ \ \frac{3}{12}&quot;&gt;&lt;mfrac&gt;&lt;mn&gt;1&lt;/mn&gt;&lt;mn&gt;6&lt;/mn&gt;&lt;/mfrac&gt;&lt;mtext&gt;&lt;/mtext&gt;&lt;mtext&gt;&lt;/mtext&gt;&lt;mtext&gt;&lt;/mtext&gt;&lt;mfrac&gt;&lt;mn&gt;1&lt;/mn&gt;&lt;mn&gt;4&lt;/mn&gt;&lt;/mfrac&gt;&lt;mtext&gt;&lt;/mtext&gt;&lt;mtext&gt;&lt;/mtext&gt;&lt;mtext&gt;&lt;/mtext&gt;&lt;mfrac&gt;&lt;mn&gt;3&lt;/mn&gt;&lt;mn&gt;12&lt;/mn&gt;&lt;/mfrac&gt;&lt;/math&gt;" title="one sixth one fourth 3 over 12"/>
          <p:cNvPicPr preferRelativeResize="0"/>
          <p:nvPr/>
        </p:nvPicPr>
        <p:blipFill>
          <a:blip r:embed="rId4">
            <a:alphaModFix/>
          </a:blip>
          <a:srcRect l="30221" r="38968"/>
          <a:stretch>
            <a:fillRect/>
          </a:stretch>
        </p:blipFill>
        <p:spPr>
          <a:xfrm>
            <a:off x="5835403" y="3659392"/>
            <a:ext cx="236461" cy="366111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21" descr="&lt;math xmlns=&quot;http://www.w3.org/1998/Math/MathML&quot; display=&quot;block&quot; data-is-equatio=&quot;1&quot; data-latex=&quot;\frac{1}{6}\ \ \ \frac{1}{4}\ \ \ \frac{3}{12}&quot;&gt;&lt;mfrac&gt;&lt;mn&gt;1&lt;/mn&gt;&lt;mn&gt;6&lt;/mn&gt;&lt;/mfrac&gt;&lt;mtext&gt;&lt;/mtext&gt;&lt;mtext&gt;&lt;/mtext&gt;&lt;mtext&gt;&lt;/mtext&gt;&lt;mfrac&gt;&lt;mn&gt;1&lt;/mn&gt;&lt;mn&gt;4&lt;/mn&gt;&lt;/mfrac&gt;&lt;mtext&gt;&lt;/mtext&gt;&lt;mtext&gt;&lt;/mtext&gt;&lt;mtext&gt;&lt;/mtext&gt;&lt;mfrac&gt;&lt;mn&gt;3&lt;/mn&gt;&lt;mn&gt;12&lt;/mn&gt;&lt;/mfrac&gt;&lt;/math&gt;" title="one sixth one fourth 3 over 12"/>
          <p:cNvPicPr preferRelativeResize="0"/>
          <p:nvPr/>
        </p:nvPicPr>
        <p:blipFill>
          <a:blip r:embed="rId4">
            <a:alphaModFix/>
          </a:blip>
          <a:srcRect l="69189"/>
          <a:stretch>
            <a:fillRect/>
          </a:stretch>
        </p:blipFill>
        <p:spPr>
          <a:xfrm>
            <a:off x="6557439" y="3659392"/>
            <a:ext cx="236461" cy="366111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21"/>
          <p:cNvSpPr txBox="1"/>
          <p:nvPr/>
        </p:nvSpPr>
        <p:spPr>
          <a:xfrm>
            <a:off x="6230789" y="3663664"/>
            <a:ext cx="236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endParaRPr sz="12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6" name="Google Shape;356;p21"/>
          <p:cNvSpPr txBox="1"/>
          <p:nvPr/>
        </p:nvSpPr>
        <p:spPr>
          <a:xfrm>
            <a:off x="476400" y="4721700"/>
            <a:ext cx="64371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Izzy, Laura and Sofia compete in a swimming race.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The outcomes and probabilities are represented in the table.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357" name="Google Shape;357;p21"/>
          <p:cNvGraphicFramePr>
            <a:graphicFrameLocks noGrp="1"/>
          </p:cNvGraphicFramePr>
          <p:nvPr/>
        </p:nvGraphicFramePr>
        <p:xfrm>
          <a:off x="561837" y="5238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{72E0F290-2BE4-4F54-8B8D-3E6E01DAE4CF}</a:tableStyleId>
              </a:tblPr>
              <a:tblGrid>
                <a:gridCol w="1057750"/>
                <a:gridCol w="766350"/>
                <a:gridCol w="766350"/>
                <a:gridCol w="766350"/>
              </a:tblGrid>
              <a:tr h="39645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winner</a:t>
                      </a:r>
                      <a:endParaRPr sz="1200" b="1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Laura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Andeep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Sofia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</a:tr>
              <a:tr h="39645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probability</a:t>
                      </a:r>
                      <a:endParaRPr sz="1200" b="1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58" name="Google Shape;358;p21"/>
          <p:cNvSpPr txBox="1"/>
          <p:nvPr/>
        </p:nvSpPr>
        <p:spPr>
          <a:xfrm>
            <a:off x="1961092" y="5695950"/>
            <a:ext cx="306000" cy="29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9" name="Google Shape;359;p21"/>
          <p:cNvSpPr txBox="1"/>
          <p:nvPr/>
        </p:nvSpPr>
        <p:spPr>
          <a:xfrm>
            <a:off x="2693615" y="5695950"/>
            <a:ext cx="306000" cy="29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0" name="Google Shape;360;p21"/>
          <p:cNvSpPr txBox="1"/>
          <p:nvPr/>
        </p:nvSpPr>
        <p:spPr>
          <a:xfrm>
            <a:off x="3467674" y="5725961"/>
            <a:ext cx="306000" cy="29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0.4</a:t>
            </a:r>
            <a:endParaRPr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1" name="Google Shape;361;p21"/>
          <p:cNvSpPr txBox="1"/>
          <p:nvPr/>
        </p:nvSpPr>
        <p:spPr>
          <a:xfrm>
            <a:off x="655029" y="6184041"/>
            <a:ext cx="6437100" cy="45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Find the value of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2" name="Google Shape;362;p21"/>
          <p:cNvSpPr txBox="1"/>
          <p:nvPr/>
        </p:nvSpPr>
        <p:spPr>
          <a:xfrm>
            <a:off x="476400" y="6931500"/>
            <a:ext cx="6615600" cy="138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Aisha, Jun, Lucas and Sam compete against each other on a video game.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Jun is as likely to win as Aisha.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Lucas is twice as likely to win as Jun.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Sam is three times as likely to win as Lucas.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What is the probability that Sam wins?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4.02.14"/>
  <p:tag name="AS_TITLE" val="Aspose.Slides for .NET Standard 2.0"/>
  <p:tag name="AS_VERSION" val="24.2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66</Paragraphs>
  <Slides>2</Slides>
  <Notes>2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10">
      <vt:lpstr>Arial</vt:lpstr>
      <vt:lpstr>Lexend</vt:lpstr>
      <vt:lpstr>Kalam</vt:lpstr>
      <vt:lpstr>Lexend Medium</vt:lpstr>
      <vt:lpstr>Lexend Light</vt:lpstr>
      <vt:lpstr>Calibri</vt:lpstr>
      <vt:lpstr>Times New Roman</vt:lpstr>
      <vt:lpstr>simple-light-2</vt:lpstr>
      <vt:lpstr>Summing probabilities</vt:lpstr>
      <vt:lpstr>PowerPoint Presentation</vt:lpstr>
    </vt:vector>
  </TitlesOfParts>
  <LinksUpToDate>0</LinksUpToDate>
  <SharedDoc>0</SharedDoc>
  <HyperlinksChanged>0</HyperlinksChanged>
  <Application>Aspose.Slides for .NET</Application>
  <AppVersion>24.0200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2024-03-05T13:02:45.689</cp:lastPrinted>
  <dcterms:created xsi:type="dcterms:W3CDTF">2024-03-05T13:02:45Z</dcterms:created>
  <dcterms:modified xsi:type="dcterms:W3CDTF">2024-03-05T13:03:10Z</dcterms:modified>
</cp:coreProperties>
</file>