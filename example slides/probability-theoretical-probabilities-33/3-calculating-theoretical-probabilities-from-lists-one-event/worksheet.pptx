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lists (one event)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517439" y="2037718"/>
            <a:ext cx="62988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Here are four win/lose spinners.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9927" y="1639850"/>
            <a:ext cx="62391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Finding probabilities of events with spinners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622307" y="3733311"/>
            <a:ext cx="1175400" cy="11754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4" name="Google Shape;164;p20"/>
          <p:cNvSpPr/>
          <p:nvPr/>
        </p:nvSpPr>
        <p:spPr>
          <a:xfrm rot="8650304">
            <a:off x="632512" y="3743461"/>
            <a:ext cx="1155191" cy="1155191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5" name="Google Shape;165;p20"/>
          <p:cNvSpPr/>
          <p:nvPr/>
        </p:nvSpPr>
        <p:spPr>
          <a:xfrm rot="-8628706">
            <a:off x="632845" y="3743833"/>
            <a:ext cx="1154902" cy="115490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6" name="Google Shape;166;p20"/>
          <p:cNvSpPr/>
          <p:nvPr/>
        </p:nvSpPr>
        <p:spPr>
          <a:xfrm rot="-4310281">
            <a:off x="632674" y="3743736"/>
            <a:ext cx="1154940" cy="115494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632733" y="3743831"/>
            <a:ext cx="1154700" cy="11547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715347" y="2392850"/>
            <a:ext cx="989700" cy="989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9" name="Google Shape;169;p20"/>
          <p:cNvSpPr/>
          <p:nvPr/>
        </p:nvSpPr>
        <p:spPr>
          <a:xfrm rot="7199428">
            <a:off x="724066" y="2401592"/>
            <a:ext cx="972280" cy="97228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 rot="-7211797">
            <a:off x="724068" y="2401667"/>
            <a:ext cx="972227" cy="972227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724027" y="2401565"/>
            <a:ext cx="972600" cy="9726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1299832" y="2642839"/>
            <a:ext cx="47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012352" y="3015725"/>
            <a:ext cx="57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729975" y="2642839"/>
            <a:ext cx="47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1002775" y="4468600"/>
            <a:ext cx="52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 rot="4313105">
            <a:off x="632615" y="3743454"/>
            <a:ext cx="1154945" cy="1154945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786807" y="3908228"/>
            <a:ext cx="45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1373241" y="4295877"/>
            <a:ext cx="51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34770" y="4295856"/>
            <a:ext cx="51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" name="Google Shape;180;p20"/>
          <p:cNvGrpSpPr/>
          <p:nvPr/>
        </p:nvGrpSpPr>
        <p:grpSpPr>
          <a:xfrm>
            <a:off x="1176392" y="3772060"/>
            <a:ext cx="65091" cy="566308"/>
            <a:chOff x="996050" y="213293"/>
            <a:chExt cx="93900" cy="909732"/>
          </a:xfrm>
        </p:grpSpPr>
        <p:cxnSp>
          <p:nvCxnSpPr>
            <p:cNvPr id="181" name="Google Shape;181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2" name="Google Shape;182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3" name="Google Shape;183;p20"/>
          <p:cNvGrpSpPr/>
          <p:nvPr/>
        </p:nvGrpSpPr>
        <p:grpSpPr>
          <a:xfrm>
            <a:off x="1181751" y="2442312"/>
            <a:ext cx="54791" cy="476699"/>
            <a:chOff x="996050" y="213293"/>
            <a:chExt cx="93900" cy="909732"/>
          </a:xfrm>
        </p:grpSpPr>
        <p:cxnSp>
          <p:nvCxnSpPr>
            <p:cNvPr id="184" name="Google Shape;184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5" name="Google Shape;18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86" name="Google Shape;186;p20"/>
          <p:cNvSpPr/>
          <p:nvPr/>
        </p:nvSpPr>
        <p:spPr>
          <a:xfrm>
            <a:off x="2208556" y="4184682"/>
            <a:ext cx="989700" cy="989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7" name="Google Shape;187;p20"/>
          <p:cNvSpPr/>
          <p:nvPr/>
        </p:nvSpPr>
        <p:spPr>
          <a:xfrm flipH="1">
            <a:off x="2216922" y="4193295"/>
            <a:ext cx="972600" cy="9726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2217169" y="4193295"/>
            <a:ext cx="972600" cy="972600"/>
          </a:xfrm>
          <a:prstGeom prst="pie">
            <a:avLst>
              <a:gd name="adj1" fmla="val 5387953"/>
              <a:gd name="adj2" fmla="val 10858220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2217169" y="4193295"/>
            <a:ext cx="972600" cy="9726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2239359" y="4351985"/>
            <a:ext cx="45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 flipH="1">
            <a:off x="2216922" y="4193295"/>
            <a:ext cx="972600" cy="9726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2732013" y="4351985"/>
            <a:ext cx="51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3" name="Google Shape;193;p20"/>
          <p:cNvGrpSpPr/>
          <p:nvPr/>
        </p:nvGrpSpPr>
        <p:grpSpPr>
          <a:xfrm>
            <a:off x="2674954" y="4222935"/>
            <a:ext cx="54791" cy="476790"/>
            <a:chOff x="996050" y="213293"/>
            <a:chExt cx="93900" cy="909732"/>
          </a:xfrm>
        </p:grpSpPr>
        <p:cxnSp>
          <p:nvCxnSpPr>
            <p:cNvPr id="194" name="Google Shape;194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5" name="Google Shape;19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96" name="Google Shape;196;p20"/>
          <p:cNvSpPr/>
          <p:nvPr/>
        </p:nvSpPr>
        <p:spPr>
          <a:xfrm>
            <a:off x="2038654" y="2521527"/>
            <a:ext cx="1329300" cy="1329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7" name="Google Shape;197;p20"/>
          <p:cNvSpPr/>
          <p:nvPr/>
        </p:nvSpPr>
        <p:spPr>
          <a:xfrm flipH="1">
            <a:off x="2049976" y="2533097"/>
            <a:ext cx="1306500" cy="13065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2050224" y="2533097"/>
            <a:ext cx="1306500" cy="1306500"/>
          </a:xfrm>
          <a:prstGeom prst="pie">
            <a:avLst>
              <a:gd name="adj1" fmla="val 5387953"/>
              <a:gd name="adj2" fmla="val 8080958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2050224" y="2533097"/>
            <a:ext cx="1306500" cy="13065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0" name="Google Shape;200;p20"/>
          <p:cNvSpPr/>
          <p:nvPr/>
        </p:nvSpPr>
        <p:spPr>
          <a:xfrm flipH="1">
            <a:off x="2049976" y="2533097"/>
            <a:ext cx="1306500" cy="1306500"/>
          </a:xfrm>
          <a:prstGeom prst="pie">
            <a:avLst>
              <a:gd name="adj1" fmla="val 13450827"/>
              <a:gd name="adj2" fmla="val 16200000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2050224" y="2533097"/>
            <a:ext cx="1306500" cy="13065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2050224" y="2533097"/>
            <a:ext cx="1306500" cy="13065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2068167" y="3157611"/>
            <a:ext cx="44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 flipH="1">
            <a:off x="2049976" y="2533097"/>
            <a:ext cx="1306500" cy="1306500"/>
          </a:xfrm>
          <a:prstGeom prst="pie">
            <a:avLst>
              <a:gd name="adj1" fmla="val 10765400"/>
              <a:gd name="adj2" fmla="val 1346558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5" name="Google Shape;205;p20"/>
          <p:cNvSpPr/>
          <p:nvPr/>
        </p:nvSpPr>
        <p:spPr>
          <a:xfrm flipH="1">
            <a:off x="2049976" y="2533097"/>
            <a:ext cx="1306500" cy="13065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2598952" y="3439178"/>
            <a:ext cx="49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2881824" y="3169493"/>
            <a:ext cx="51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2938695" y="2831491"/>
            <a:ext cx="46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9" name="Google Shape;209;p20"/>
          <p:cNvGrpSpPr/>
          <p:nvPr/>
        </p:nvGrpSpPr>
        <p:grpSpPr>
          <a:xfrm>
            <a:off x="2665140" y="2572879"/>
            <a:ext cx="73599" cy="640360"/>
            <a:chOff x="996050" y="213293"/>
            <a:chExt cx="93900" cy="909732"/>
          </a:xfrm>
        </p:grpSpPr>
        <p:cxnSp>
          <p:nvCxnSpPr>
            <p:cNvPr id="210" name="Google Shape;210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1" name="Google Shape;211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12" name="Google Shape;212;p20"/>
          <p:cNvSpPr txBox="1"/>
          <p:nvPr/>
        </p:nvSpPr>
        <p:spPr>
          <a:xfrm>
            <a:off x="3570592" y="2213889"/>
            <a:ext cx="34431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For each spinner, find the probability that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it lands on ‘win’ in a single spin.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3570592" y="3670514"/>
            <a:ext cx="3443100" cy="7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Sofia wants to choose the spinner that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gives her the best chance of winning.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Which spinner should she choose?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3570592" y="4661018"/>
            <a:ext cx="3443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spinner is least likely to land on win?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622298" y="2392847"/>
            <a:ext cx="168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2125212" y="2518089"/>
            <a:ext cx="168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2250454" y="4042888"/>
            <a:ext cx="168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622298" y="3770517"/>
            <a:ext cx="1680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1247999" y="3920148"/>
            <a:ext cx="51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2740049" y="2534351"/>
            <a:ext cx="46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2148564" y="2871404"/>
            <a:ext cx="46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2239359" y="4727713"/>
            <a:ext cx="45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2740330" y="4727713"/>
            <a:ext cx="45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2260794" y="2574383"/>
            <a:ext cx="51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2282964" y="3457019"/>
            <a:ext cx="49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476400" y="5331300"/>
            <a:ext cx="6352500" cy="23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Alex, Jun and Sam spin the spinner 40 times in total.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They get a point every time the spinner lands on their name.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4960829" y="5807946"/>
            <a:ext cx="1550700" cy="1550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0"/>
          <p:cNvSpPr/>
          <p:nvPr/>
        </p:nvSpPr>
        <p:spPr>
          <a:xfrm flipH="1">
            <a:off x="4974013" y="5821442"/>
            <a:ext cx="1524000" cy="15237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80808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4974326" y="5821442"/>
            <a:ext cx="1524000" cy="1523700"/>
          </a:xfrm>
          <a:prstGeom prst="pie">
            <a:avLst>
              <a:gd name="adj1" fmla="val 5387953"/>
              <a:gd name="adj2" fmla="val 8080958"/>
            </a:avLst>
          </a:prstGeom>
          <a:solidFill>
            <a:srgbClr val="80808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5253670" y="6878335"/>
            <a:ext cx="57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4974326" y="5821442"/>
            <a:ext cx="1524000" cy="15237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80808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0"/>
          <p:cNvSpPr/>
          <p:nvPr/>
        </p:nvSpPr>
        <p:spPr>
          <a:xfrm flipH="1">
            <a:off x="4974013" y="5821442"/>
            <a:ext cx="1524000" cy="1523700"/>
          </a:xfrm>
          <a:prstGeom prst="pie">
            <a:avLst>
              <a:gd name="adj1" fmla="val 13450827"/>
              <a:gd name="adj2" fmla="val 16200000"/>
            </a:avLst>
          </a:prstGeom>
          <a:solidFill>
            <a:srgbClr val="80808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5754147" y="5906395"/>
            <a:ext cx="57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4974326" y="5821442"/>
            <a:ext cx="1524000" cy="15237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CC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5288366" y="5888978"/>
            <a:ext cx="52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4974326" y="5821442"/>
            <a:ext cx="1524000" cy="15237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CC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4995255" y="6549908"/>
            <a:ext cx="52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/>
          <p:nvPr/>
        </p:nvSpPr>
        <p:spPr>
          <a:xfrm flipH="1">
            <a:off x="4974013" y="5821442"/>
            <a:ext cx="1524000" cy="1523700"/>
          </a:xfrm>
          <a:prstGeom prst="pie">
            <a:avLst>
              <a:gd name="adj1" fmla="val 10765400"/>
              <a:gd name="adj2" fmla="val 13465582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5047313" y="6210319"/>
            <a:ext cx="57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/>
          <p:nvPr/>
        </p:nvSpPr>
        <p:spPr>
          <a:xfrm flipH="1">
            <a:off x="4974013" y="5821442"/>
            <a:ext cx="1524000" cy="15237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CC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5703277" y="6878342"/>
            <a:ext cx="57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5963639" y="6575962"/>
            <a:ext cx="57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5970744" y="6230672"/>
            <a:ext cx="52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4" name="Google Shape;244;p20"/>
          <p:cNvGrpSpPr/>
          <p:nvPr/>
        </p:nvGrpSpPr>
        <p:grpSpPr>
          <a:xfrm>
            <a:off x="5691629" y="5867831"/>
            <a:ext cx="85853" cy="746890"/>
            <a:chOff x="996050" y="213293"/>
            <a:chExt cx="93900" cy="909732"/>
          </a:xfrm>
        </p:grpSpPr>
        <p:cxnSp>
          <p:nvCxnSpPr>
            <p:cNvPr id="245" name="Google Shape;245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46" name="Google Shape;246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47" name="Google Shape;247;p20"/>
          <p:cNvSpPr txBox="1"/>
          <p:nvPr/>
        </p:nvSpPr>
        <p:spPr>
          <a:xfrm>
            <a:off x="476400" y="5901475"/>
            <a:ext cx="4025400" cy="22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Who should expect to get the most points?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Who should expect to get the fewest points?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is the probability the spinner lands on Alex?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What is the probability the spinner lands on Jun?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What is the probability the spinner lands on Sam?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462675" y="8423225"/>
            <a:ext cx="6610500" cy="14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How many more points should Sam expect to get  compared to Alex?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Will your answer to (f) necessarily happen when they spin the spinner? Explain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2" name="Shape 252"/>
        <p:cNvGrpSpPr/>
        <p:nvPr/>
      </p:nvGrpSpPr>
      <p:grpSpPr>
        <a:xfrm>
          <a:off x="0" y="0"/>
          <a:ext cx="0" cy="0"/>
        </a:xfrm>
      </p:grpSpPr>
      <p:sp>
        <p:nvSpPr>
          <p:cNvPr id="253" name="Google Shape;25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54" name="Google Shape;254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lists (one event)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3055579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67999" y="573050"/>
            <a:ext cx="60825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Finding probabilities of events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76400" y="966339"/>
            <a:ext cx="6442200" cy="7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Andeep and Lucas each have a deck of cards spelling out their own name.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They play a game where they each randomly select a card from their deck, record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letter and then return the card to the deck.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0" name="Google Shape;26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88323" y="1754788"/>
            <a:ext cx="297950" cy="38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3643" y="1779716"/>
            <a:ext cx="320066" cy="35928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1"/>
          <p:cNvSpPr/>
          <p:nvPr/>
        </p:nvSpPr>
        <p:spPr>
          <a:xfrm>
            <a:off x="1322174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1668855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2015536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2362217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2708898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5713466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4326742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4673423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5020104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5366785" y="1754788"/>
            <a:ext cx="263100" cy="384300"/>
          </a:xfrm>
          <a:prstGeom prst="rect">
            <a:avLst/>
          </a:prstGeom>
          <a:solidFill>
            <a:srgbClr val="E6F2F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1381750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1728431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2075112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2421793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2768474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3115155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4386318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4732999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5079680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5426361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5773042" y="1823475"/>
            <a:ext cx="1602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649740" y="2353062"/>
            <a:ext cx="64422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win a point if they draw a card containing the letter 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497340" y="2699743"/>
            <a:ext cx="64422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are the probabilities for each player winning a point?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97340" y="3374685"/>
            <a:ext cx="64422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Who is most likely to get a point when they select a card?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5148011" y="3329736"/>
            <a:ext cx="446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Lucas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476400" y="3807300"/>
            <a:ext cx="66156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They change the rules so that they get a point if they select a vowel.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Who is most is most likely to get a point with these rules? Explain your answer.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476400" y="5864700"/>
            <a:ext cx="66156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regular six-sided dice is rolled. Find the following probabilities.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76400" y="6161374"/>
            <a:ext cx="7350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P(3)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2602876" y="6161374"/>
            <a:ext cx="912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P(4)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4729352" y="6161374"/>
            <a:ext cx="17427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P(not 4)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476400" y="6695388"/>
            <a:ext cx="11376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P(even)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2612454" y="6695388"/>
            <a:ext cx="11718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P(odd)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4748508" y="6695388"/>
            <a:ext cx="20598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P(multiple of 3)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476400" y="7229401"/>
            <a:ext cx="13590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P(7)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2612454" y="7229401"/>
            <a:ext cx="13590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P(not 7)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4748508" y="7229401"/>
            <a:ext cx="14454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P(factor of 60)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476400" y="7769700"/>
            <a:ext cx="66156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j) The dice is rolled 60 times. Approximately how many times could it be expected to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land on the number 3, based on its probability?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476400" y="8546954"/>
            <a:ext cx="66156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k) Will your answer to part (j) necessarily happen? Explain your answer.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80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Calculating theoretical probabilities from lists (one event)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2024-03-05T12:29:12.694</cp:lastPrinted>
  <dcterms:created xsi:type="dcterms:W3CDTF">2024-03-05T12:29:12Z</dcterms:created>
  <dcterms:modified xsi:type="dcterms:W3CDTF">2024-03-05T12:32:08Z</dcterms:modified>
</cp:coreProperties>
</file>