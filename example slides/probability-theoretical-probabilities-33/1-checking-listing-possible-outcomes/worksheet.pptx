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listing possible outcomes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400" y="1761317"/>
            <a:ext cx="6624000" cy="2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There are two decks of cards.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9576" y="1258850"/>
            <a:ext cx="643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Listing outcomes: one-stage or two-stage trials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007271" y="2040823"/>
            <a:ext cx="306300" cy="447300"/>
          </a:xfrm>
          <a:prstGeom prst="rect">
            <a:avLst/>
          </a:prstGeom>
          <a:solidFill>
            <a:srgbClr val="FAEAF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436176" y="2040823"/>
            <a:ext cx="306300" cy="447300"/>
          </a:xfrm>
          <a:prstGeom prst="rect">
            <a:avLst/>
          </a:prstGeom>
          <a:solidFill>
            <a:srgbClr val="FAEAF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865081" y="2040823"/>
            <a:ext cx="306300" cy="447300"/>
          </a:xfrm>
          <a:prstGeom prst="rect">
            <a:avLst/>
          </a:prstGeom>
          <a:solidFill>
            <a:srgbClr val="FAEAF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62487" y="2166300"/>
            <a:ext cx="12222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Deck A (0 to 2):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103990" y="2158238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532895" y="2158238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961800" y="2158238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007271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436176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865081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293985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722890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151795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580699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009604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438509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867413" y="2592272"/>
            <a:ext cx="306300" cy="447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103990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532895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61800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390704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819609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248514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77418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106323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535228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964132" y="2709687"/>
            <a:ext cx="1404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62493" y="2717749"/>
            <a:ext cx="12498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Deck B (0 to 9):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8000" y="3231850"/>
            <a:ext cx="6480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all the possible outcomes for drawing a card from Deck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8000" y="3890923"/>
            <a:ext cx="6480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down all the possible outcomes for drawing a card from Deck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9225" y="4569300"/>
            <a:ext cx="62928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Write down all the possible outcomes for drawing one card from each deck.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79225" y="5642005"/>
            <a:ext cx="62928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Describe the system that you used to list all of the outcomes in part (c).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6400" y="6702900"/>
            <a:ext cx="6434400" cy="22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 restaurant menu for two courses.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customer chooses one starter and one main course.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all the possible outcomes for a customer’s meal.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Describe the system that you used to list all of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outcomes in part (a).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959900" y="6736301"/>
            <a:ext cx="1863600" cy="2320500"/>
          </a:xfrm>
          <a:prstGeom prst="rect">
            <a:avLst/>
          </a:prstGeom>
          <a:solidFill>
            <a:srgbClr val="F3EEFB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569152" y="6787740"/>
            <a:ext cx="6525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654738" y="7890432"/>
            <a:ext cx="535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119061" y="7025821"/>
            <a:ext cx="4626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soup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119059" y="7263902"/>
            <a:ext cx="7479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calamari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119060" y="7498851"/>
            <a:ext cx="1102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meatballs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119058" y="8128513"/>
            <a:ext cx="12141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lasagne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119060" y="8366595"/>
            <a:ext cx="118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ravioli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119060" y="8601543"/>
            <a:ext cx="1102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bologn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119060" y="8839625"/>
            <a:ext cx="1102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pizza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541599" y="7025829"/>
            <a:ext cx="3330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881491" y="7263910"/>
            <a:ext cx="3330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925348" y="7501992"/>
            <a:ext cx="3330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785945" y="8141052"/>
            <a:ext cx="3330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(L)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659073" y="8371302"/>
            <a:ext cx="3330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(R)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903282" y="8601552"/>
            <a:ext cx="3330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560395" y="8839633"/>
            <a:ext cx="3330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(P)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9" name="Google Shape;21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listing possible outcomes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76400" y="998592"/>
            <a:ext cx="66156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flipped coin has two outcomes: ‘heads’ (H) and ‘tails’ (T).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Complete the list all possible outcomes for when a coin is flipped three times.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7999" y="573050"/>
            <a:ext cx="6441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Listing outcomes for three-stage trials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266779" y="1687659"/>
            <a:ext cx="56352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HHH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76400" y="3578700"/>
            <a:ext cx="66156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netball team plays three matches. Each match, the team could either win (W),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lose (L) or draw (D).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List all the possible outcomes for the results of the three matches.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76400" y="6702900"/>
            <a:ext cx="6615600" cy="1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restaurant menu for two courses.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customer chooses one starter, one main course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and one dessert.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List all the possible outcomes for a customer’s meal.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may use your answers to Task A to help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857466" y="6584852"/>
            <a:ext cx="1916100" cy="32271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483875" y="6637727"/>
            <a:ext cx="671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571869" y="7771451"/>
            <a:ext cx="550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021117" y="6882508"/>
            <a:ext cx="475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soup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021115" y="7127290"/>
            <a:ext cx="768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calamari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021116" y="7368850"/>
            <a:ext cx="1133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meatballs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021113" y="8016232"/>
            <a:ext cx="1248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lasagne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021116" y="8261013"/>
            <a:ext cx="1220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ravioli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021116" y="8502574"/>
            <a:ext cx="1133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bologn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021116" y="8747355"/>
            <a:ext cx="1133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pizza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510678" y="9027565"/>
            <a:ext cx="768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021113" y="9272347"/>
            <a:ext cx="1248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ice cream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021113" y="9517128"/>
            <a:ext cx="1248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tiramisu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455546" y="6882517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5805004" y="7127298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850095" y="7372079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706769" y="8029124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(L)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576326" y="8265853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(R)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812134" y="8502582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474871" y="8747364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(P)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845264" y="9269134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722873" y="9513916"/>
            <a:ext cx="342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(T)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listing possible outcomes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2024-03-05T12:29:08.463</cp:lastPrinted>
  <dcterms:created xsi:type="dcterms:W3CDTF">2024-03-05T12:29:08Z</dcterms:created>
  <dcterms:modified xsi:type="dcterms:W3CDTF">2024-03-05T12:29:17Z</dcterms:modified>
</cp:coreProperties>
</file>