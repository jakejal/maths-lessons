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g2bccff5304a_0_93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bccff5304a_0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1989926"/>
            <a:ext cx="66240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Venn diagram to write the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7998" y="1563650"/>
            <a:ext cx="645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Theoretical probabilities from Venn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284114" y="2527056"/>
            <a:ext cx="2372100" cy="1431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145625" y="2288109"/>
            <a:ext cx="27165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546225" y="2683832"/>
            <a:ext cx="1109400" cy="1119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583783" y="2650058"/>
            <a:ext cx="1731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230451" y="2683832"/>
            <a:ext cx="1109400" cy="1119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174612" y="2650063"/>
            <a:ext cx="1731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836175" y="2831833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373520" y="2879297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347849" y="3651929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406430" y="3109267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453719" y="3179133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043449" y="3089778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470474" y="3692583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406430" y="3310991"/>
            <a:ext cx="17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6400" y="2410877"/>
            <a:ext cx="85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6400" y="2854039"/>
            <a:ext cx="85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6400" y="3297202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400" y="3740364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P(only 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76400" y="43407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Venn diagram to write the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6400" y="4761651"/>
            <a:ext cx="85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5204814"/>
            <a:ext cx="85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6400" y="5647976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6091139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P(only 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611987" y="4850499"/>
            <a:ext cx="1291500" cy="1291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454041" y="4670063"/>
            <a:ext cx="2441100" cy="2227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55711" y="4811520"/>
            <a:ext cx="2016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5019077" y="4850484"/>
            <a:ext cx="1680991" cy="1926463"/>
            <a:chOff x="1248950" y="1774293"/>
            <a:chExt cx="2090525" cy="2395800"/>
          </a:xfrm>
        </p:grpSpPr>
        <p:sp>
          <p:nvSpPr>
            <p:cNvPr id="190" name="Google Shape;190;p20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" name="Google Shape;192;p20"/>
          <p:cNvSpPr txBox="1"/>
          <p:nvPr/>
        </p:nvSpPr>
        <p:spPr>
          <a:xfrm>
            <a:off x="6509139" y="4811526"/>
            <a:ext cx="2016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084684" y="5842510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582430" y="5049207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582119" y="6628604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606566" y="5588839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016001" y="4996993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896003" y="5059023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515318" y="6019753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896003" y="5588831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605630" y="6512677"/>
            <a:ext cx="11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532720" y="5272091"/>
            <a:ext cx="28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338530" y="4625596"/>
            <a:ext cx="11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04" name="Google Shape;204;p20"/>
          <p:cNvSpPr txBox="1"/>
          <p:nvPr/>
        </p:nvSpPr>
        <p:spPr>
          <a:xfrm>
            <a:off x="5019087" y="6512677"/>
            <a:ext cx="2016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76400" y="6566397"/>
            <a:ext cx="1302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P(not 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76400" y="7081958"/>
            <a:ext cx="3437100" cy="13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Venn diagram given these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2017771" y="8060423"/>
            <a:ext cx="8556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017771" y="8598040"/>
            <a:ext cx="8556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492806" y="7618961"/>
            <a:ext cx="2386800" cy="1440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353454" y="7378525"/>
            <a:ext cx="27333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integers 1 to 8 inclusive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756550" y="7776712"/>
            <a:ext cx="1116300" cy="112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794342" y="7742728"/>
            <a:ext cx="1743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445040" y="7776712"/>
            <a:ext cx="1116300" cy="112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395085" y="7742733"/>
            <a:ext cx="1743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540899" y="8039681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188942" y="8068123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619921" y="8760883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599075" y="8320672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681580" y="8379011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984253" y="8039673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582277" y="8760877"/>
            <a:ext cx="17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" name="Google Shape;222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0029" y="8010425"/>
            <a:ext cx="106371" cy="34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052" y="8528005"/>
            <a:ext cx="106319" cy="35236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476400" y="9178217"/>
            <a:ext cx="34371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Work out P(only 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8" name="Shape 228"/>
        <p:cNvGrpSpPr/>
        <p:nvPr/>
      </p:nvGrpSpPr>
      <p:grpSpPr>
        <a:xfrm>
          <a:off x="0" y="0"/>
          <a:ext cx="0" cy="0"/>
        </a:xfrm>
      </p:grpSpPr>
      <p:sp>
        <p:nvSpPr>
          <p:cNvPr id="229" name="Google Shape;22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  <p:sp>
        <p:nvSpPr>
          <p:cNvPr id="230" name="Google Shape;23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cxnSp>
        <p:nvCxnSpPr>
          <p:cNvPr id="231" name="Google Shape;231;p21"/>
          <p:cNvCxnSpPr/>
          <p:nvPr/>
        </p:nvCxnSpPr>
        <p:spPr>
          <a:xfrm>
            <a:off x="476407" y="30453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Google Shape;232;p21"/>
          <p:cNvSpPr txBox="1"/>
          <p:nvPr/>
        </p:nvSpPr>
        <p:spPr>
          <a:xfrm>
            <a:off x="476400" y="910024"/>
            <a:ext cx="3548400" cy="15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This Venn diagram shows the number of outcomes in each event.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21 outcomes in the sample space.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Venn diagram given these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794653" y="2328975"/>
            <a:ext cx="10476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P(not 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2606403" y="2328322"/>
            <a:ext cx="10083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P(only 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622819" y="958792"/>
            <a:ext cx="2464200" cy="1487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478956" y="901525"/>
            <a:ext cx="1392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895100" y="1121651"/>
            <a:ext cx="1152600" cy="1162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934115" y="1086566"/>
            <a:ext cx="1800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5605877" y="1121651"/>
            <a:ext cx="1152600" cy="1162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6586675" y="1086571"/>
            <a:ext cx="1800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6310209" y="1549796"/>
            <a:ext cx="18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6818789" y="2137682"/>
            <a:ext cx="18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3" name="Google Shape;243;p21" descr="&lt;math xmlns=&quot;http://www.w3.org/1998/Math/MathML&quot; display=&quot;block&quot; data-is-equatio=&quot;1&quot; data-latex=&quot;\frac{13}{21}&quot;&gt;&lt;mfrac&gt;&lt;mn&gt;13&lt;/mn&gt;&lt;mn&gt;21&lt;/mn&gt;&lt;/mfrac&gt;&lt;/math&gt;" title="13 over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024" y="2235974"/>
            <a:ext cx="180000" cy="32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&lt;math xmlns=&quot;http://www.w3.org/1998/Math/MathML&quot; display=&quot;block&quot; data-is-equatio=&quot;1&quot; data-latex=&quot;\frac{1}{7}&quot;&gt;&lt;mfrac&gt;&lt;mn&gt;1&lt;/mn&gt;&lt;mn&gt;7&lt;/mn&gt;&lt;/mfrac&gt;&lt;/math&gt;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714" y="2272110"/>
            <a:ext cx="98118" cy="32704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476400" y="3741348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Compare the probabilities from each Venn diagram. The Venn diagrams show the number of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8001" y="3087650"/>
            <a:ext cx="6436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Comparing probabilities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385308" y="4512590"/>
            <a:ext cx="2074800" cy="1185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1264184" y="4466962"/>
            <a:ext cx="1170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1614553" y="4642350"/>
            <a:ext cx="970500" cy="926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1647402" y="4553248"/>
            <a:ext cx="151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212985" y="4642350"/>
            <a:ext cx="970500" cy="926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3038760" y="4553252"/>
            <a:ext cx="151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915214" y="4988520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2805991" y="4983481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3147518" y="5451895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2346872" y="4988358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2014308" y="4247506"/>
            <a:ext cx="728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320419" y="4512590"/>
            <a:ext cx="2074800" cy="1185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199295" y="4466962"/>
            <a:ext cx="1170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549664" y="4642350"/>
            <a:ext cx="970500" cy="926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582513" y="4553248"/>
            <a:ext cx="151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148097" y="4642350"/>
            <a:ext cx="970500" cy="926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5973871" y="4553252"/>
            <a:ext cx="151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850326" y="4988520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5741103" y="4983481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6169297" y="5451886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5281983" y="4988358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949420" y="4247506"/>
            <a:ext cx="728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76400" y="6003834"/>
            <a:ext cx="6972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76400" y="6915269"/>
            <a:ext cx="13617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P(only 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76400" y="7905870"/>
            <a:ext cx="9516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7" name="Google Shape;277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(one event)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1386018" y="1531128"/>
            <a:ext cx="2076300" cy="1319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262198" y="1531128"/>
            <a:ext cx="2076300" cy="1319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784531" y="2028160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1908351" y="201143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476400" y="759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Compare the probabilities from each Venn diagram. The Venn diagrams show the number of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1264792" y="1485473"/>
            <a:ext cx="117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1615440" y="166098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1648305" y="1571825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2214327" y="166098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3040737" y="1571829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1855129" y="1823847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2807789" y="1818803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3149579" y="2471164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2348315" y="2007271"/>
            <a:ext cx="15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2015495" y="1265848"/>
            <a:ext cx="729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4952870" y="1265848"/>
            <a:ext cx="729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476400" y="3175928"/>
            <a:ext cx="697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1917919" y="2587837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4140972" y="1485473"/>
            <a:ext cx="117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4491620" y="166098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4524485" y="1571825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5090508" y="1660988"/>
            <a:ext cx="971100" cy="701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5916917" y="1571829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4731309" y="1823847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5683969" y="1818803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6025759" y="2471164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5224495" y="2043179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4791992" y="2587837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2354040" y="2409969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2660017" y="2103992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2048063" y="2103992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5181212" y="2409969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5224132" y="1797280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5456952" y="2122162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476400" y="4252386"/>
            <a:ext cx="7308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476400" y="5241175"/>
            <a:ext cx="106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476400" y="6474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second Venn diagram with number of outcomes such that you are more likely to select an outcome from event B in Venn 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1386009" y="7429722"/>
            <a:ext cx="2076300" cy="1185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1264792" y="7384058"/>
            <a:ext cx="117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1615431" y="7559581"/>
            <a:ext cx="971100" cy="926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1648305" y="7470411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2214325" y="7559581"/>
            <a:ext cx="971100" cy="926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3040737" y="7470415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1916325" y="7906018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2807789" y="7900974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3149579" y="8369749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2348315" y="7905856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2015495" y="7164434"/>
            <a:ext cx="729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4323385" y="7429722"/>
            <a:ext cx="2076300" cy="1185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4202167" y="7384058"/>
            <a:ext cx="117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4552807" y="7559581"/>
            <a:ext cx="971100" cy="926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4585681" y="7470411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5151701" y="7559581"/>
            <a:ext cx="971100" cy="926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5978112" y="7470415"/>
            <a:ext cx="151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4853700" y="7906018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6086955" y="8369749"/>
            <a:ext cx="238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5285690" y="7905856"/>
            <a:ext cx="15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4952870" y="7164434"/>
            <a:ext cx="729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Venn diagrams (one event)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2024-03-05T12:44:44.868</cp:lastPrinted>
  <dcterms:created xsi:type="dcterms:W3CDTF">2024-03-05T12:44:44Z</dcterms:created>
  <dcterms:modified xsi:type="dcterms:W3CDTF">2024-03-05T12:47:25Z</dcterms:modified>
</cp:coreProperties>
</file>