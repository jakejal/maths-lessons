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82" r:id="rId1"/>
    <p:sldMasterId id="2147483783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9144000" cy="5143500"/>
  <p:notesSz cx="6858000" cy="9144000"/>
  <p:embeddedFontLst>
    <p:embeddedFont>
      <p:font typeface="Lexend" panose="00000000000000000000"/>
      <p:regular r:id="rId47"/>
    </p:embeddedFont>
    <p:embeddedFont>
      <p:font typeface="Lexend Medium" panose="00000000000000000000"/>
      <p:regular r:id="rId48"/>
    </p:embeddedFont>
    <p:embeddedFont>
      <p:font typeface="Kalam" panose="02000000000000000000"/>
      <p:regular r:id="rId49"/>
    </p:embeddedFont>
    <p:embeddedFont>
      <p:font typeface="Lexend Light" panose="00000000000000000000"/>
      <p:regular r:id="rId50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7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9E09B1E-6A3A-4F4D-B9CD-FC7385DBCEE5}">
  <a:tblStyle styleId="{09E09B1E-6A3A-4F4D-B9CD-FC7385DBCE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7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tags" Target="tags/tag1.xml" /><Relationship Id="rId47" Type="http://schemas.openxmlformats.org/officeDocument/2006/relationships/font" Target="fonts/font1.fntdata" /><Relationship Id="rId48" Type="http://schemas.openxmlformats.org/officeDocument/2006/relationships/font" Target="fonts/font2.fntdata" /><Relationship Id="rId49" Type="http://schemas.openxmlformats.org/officeDocument/2006/relationships/font" Target="fonts/font3.fntdata" /><Relationship Id="rId5" Type="http://schemas.openxmlformats.org/officeDocument/2006/relationships/slide" Target="slides/slide2.xml" /><Relationship Id="rId50" Type="http://schemas.openxmlformats.org/officeDocument/2006/relationships/font" Target="fonts/font4.fntdata" /><Relationship Id="rId51" Type="http://schemas.openxmlformats.org/officeDocument/2006/relationships/presProps" Target="presProps.xml" /><Relationship Id="rId52" Type="http://schemas.openxmlformats.org/officeDocument/2006/relationships/viewProps" Target="viewProps.xml" /><Relationship Id="rId53" Type="http://schemas.openxmlformats.org/officeDocument/2006/relationships/theme" Target="theme/theme1.xml" /><Relationship Id="rId54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sp>
        <p:nvSpPr>
          <p:cNvPr id="1612" name="Google Shape;1612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7" name="Shape 1617"/>
        <p:cNvGrpSpPr/>
        <p:nvPr/>
      </p:nvGrpSpPr>
      <p:grpSpPr>
        <a:xfrm>
          <a:off x="0" y="0"/>
          <a:ext cx="0" cy="0"/>
        </a:xfrm>
      </p:grpSpPr>
      <p:sp>
        <p:nvSpPr>
          <p:cNvPr id="1618" name="Google Shape;1618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2" name="Shape 1622"/>
        <p:cNvGrpSpPr/>
        <p:nvPr/>
      </p:nvGrpSpPr>
      <p:grpSpPr>
        <a:xfrm>
          <a:off x="0" y="0"/>
          <a:ext cx="0" cy="0"/>
        </a:xfrm>
      </p:grpSpPr>
      <p:sp>
        <p:nvSpPr>
          <p:cNvPr id="1623" name="Google Shape;1623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7" name="Shape 1627"/>
        <p:cNvGrpSpPr/>
        <p:nvPr/>
      </p:nvGrpSpPr>
      <p:grpSpPr>
        <a:xfrm>
          <a:off x="0" y="0"/>
          <a:ext cx="0" cy="0"/>
        </a:xfrm>
      </p:grpSpPr>
      <p:sp>
        <p:nvSpPr>
          <p:cNvPr id="1628" name="Google Shape;1628;g29d64986ab5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9d64986ab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4" name="Shape 1634"/>
        <p:cNvGrpSpPr/>
        <p:nvPr/>
      </p:nvGrpSpPr>
      <p:grpSpPr>
        <a:xfrm>
          <a:off x="0" y="0"/>
          <a:ext cx="0" cy="0"/>
        </a:xfrm>
      </p:grpSpPr>
      <p:sp>
        <p:nvSpPr>
          <p:cNvPr id="1635" name="Google Shape;1635;g28be5dac620_0_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8be5dac620_0_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3" name="Shape 1643"/>
        <p:cNvGrpSpPr/>
        <p:nvPr/>
      </p:nvGrpSpPr>
      <p:grpSpPr>
        <a:xfrm>
          <a:off x="0" y="0"/>
          <a:ext cx="0" cy="0"/>
        </a:xfrm>
      </p:grpSpPr>
      <p:sp>
        <p:nvSpPr>
          <p:cNvPr id="1644" name="Google Shape;1644;g28be5dac620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8be5dac620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1" name="Shape 1731"/>
        <p:cNvGrpSpPr/>
        <p:nvPr/>
      </p:nvGrpSpPr>
      <p:grpSpPr>
        <a:xfrm>
          <a:off x="0" y="0"/>
          <a:ext cx="0" cy="0"/>
        </a:xfrm>
      </p:grpSpPr>
      <p:sp>
        <p:nvSpPr>
          <p:cNvPr id="1732" name="Google Shape;1732;g28be5dac620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28be5dac620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0" name="Shape 1770"/>
        <p:cNvGrpSpPr/>
        <p:nvPr/>
      </p:nvGrpSpPr>
      <p:grpSpPr>
        <a:xfrm>
          <a:off x="0" y="0"/>
          <a:ext cx="0" cy="0"/>
        </a:xfrm>
      </p:grpSpPr>
      <p:sp>
        <p:nvSpPr>
          <p:cNvPr id="1771" name="Google Shape;1771;g290257a972c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90257a972c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0" name="Shape 1780"/>
        <p:cNvGrpSpPr/>
        <p:nvPr/>
      </p:nvGrpSpPr>
      <p:grpSpPr>
        <a:xfrm>
          <a:off x="0" y="0"/>
          <a:ext cx="0" cy="0"/>
        </a:xfrm>
      </p:grpSpPr>
      <p:sp>
        <p:nvSpPr>
          <p:cNvPr id="1781" name="Google Shape;1781;g28c68c066a8_0_7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28c68c066a8_0_7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4" name="Shape 1794"/>
        <p:cNvGrpSpPr/>
        <p:nvPr/>
      </p:nvGrpSpPr>
      <p:grpSpPr>
        <a:xfrm>
          <a:off x="0" y="0"/>
          <a:ext cx="0" cy="0"/>
        </a:xfrm>
      </p:grpSpPr>
      <p:sp>
        <p:nvSpPr>
          <p:cNvPr id="1795" name="Google Shape;1795;g28c68c066a8_0_7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8c68c066a8_0_7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9" name="Shape 1809"/>
        <p:cNvGrpSpPr/>
        <p:nvPr/>
      </p:nvGrpSpPr>
      <p:grpSpPr>
        <a:xfrm>
          <a:off x="0" y="0"/>
          <a:ext cx="0" cy="0"/>
        </a:xfrm>
      </p:grpSpPr>
      <p:sp>
        <p:nvSpPr>
          <p:cNvPr id="1810" name="Google Shape;1810;g1e925fab34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e925fab34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4" name="Shape 1824"/>
        <p:cNvGrpSpPr/>
        <p:nvPr/>
      </p:nvGrpSpPr>
      <p:grpSpPr>
        <a:xfrm>
          <a:off x="0" y="0"/>
          <a:ext cx="0" cy="0"/>
        </a:xfrm>
      </p:grpSpPr>
      <p:sp>
        <p:nvSpPr>
          <p:cNvPr id="1825" name="Google Shape;1825;g28be5dac620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28be5dac620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5" name="Shape 1845"/>
        <p:cNvGrpSpPr/>
        <p:nvPr/>
      </p:nvGrpSpPr>
      <p:grpSpPr>
        <a:xfrm>
          <a:off x="0" y="0"/>
          <a:ext cx="0" cy="0"/>
        </a:xfrm>
      </p:grpSpPr>
      <p:sp>
        <p:nvSpPr>
          <p:cNvPr id="1846" name="Google Shape;1846;g28be5dac620_0_1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28be5dac620_0_1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1" name="Shape 1871"/>
        <p:cNvGrpSpPr/>
        <p:nvPr/>
      </p:nvGrpSpPr>
      <p:grpSpPr>
        <a:xfrm>
          <a:off x="0" y="0"/>
          <a:ext cx="0" cy="0"/>
        </a:xfrm>
      </p:grpSpPr>
      <p:sp>
        <p:nvSpPr>
          <p:cNvPr id="1872" name="Google Shape;1872;g28be5dac620_0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28be5dac620_0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7" name="Shape 1887"/>
        <p:cNvGrpSpPr/>
        <p:nvPr/>
      </p:nvGrpSpPr>
      <p:grpSpPr>
        <a:xfrm>
          <a:off x="0" y="0"/>
          <a:ext cx="0" cy="0"/>
        </a:xfrm>
      </p:grpSpPr>
      <p:sp>
        <p:nvSpPr>
          <p:cNvPr id="1888" name="Google Shape;1888;g28be5dac620_0_2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28be5dac620_0_2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6" name="Shape 1906"/>
        <p:cNvGrpSpPr/>
        <p:nvPr/>
      </p:nvGrpSpPr>
      <p:grpSpPr>
        <a:xfrm>
          <a:off x="0" y="0"/>
          <a:ext cx="0" cy="0"/>
        </a:xfrm>
      </p:grpSpPr>
      <p:sp>
        <p:nvSpPr>
          <p:cNvPr id="1907" name="Google Shape;1907;g3cd9019acdf_0_8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3cd9019acdf_0_8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Y7U3L4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2" name="Shape 1922"/>
        <p:cNvGrpSpPr/>
        <p:nvPr/>
      </p:nvGrpSpPr>
      <p:grpSpPr>
        <a:xfrm>
          <a:off x="0" y="0"/>
          <a:ext cx="0" cy="0"/>
        </a:xfrm>
      </p:grpSpPr>
      <p:sp>
        <p:nvSpPr>
          <p:cNvPr id="1923" name="Google Shape;1923;g28c68c066a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8c68c066a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8" name="Shape 1958"/>
        <p:cNvGrpSpPr/>
        <p:nvPr/>
      </p:nvGrpSpPr>
      <p:grpSpPr>
        <a:xfrm>
          <a:off x="0" y="0"/>
          <a:ext cx="0" cy="0"/>
        </a:xfrm>
      </p:grpSpPr>
      <p:sp>
        <p:nvSpPr>
          <p:cNvPr id="1959" name="Google Shape;1959;g28c68c066a8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8c68c066a8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8" name="Shape 2008"/>
        <p:cNvGrpSpPr/>
        <p:nvPr/>
      </p:nvGrpSpPr>
      <p:grpSpPr>
        <a:xfrm>
          <a:off x="0" y="0"/>
          <a:ext cx="0" cy="0"/>
        </a:xfrm>
      </p:grpSpPr>
      <p:sp>
        <p:nvSpPr>
          <p:cNvPr id="2009" name="Google Shape;2009;g28be5dac620_0_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28be5dac620_0_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7" name="Shape 2017"/>
        <p:cNvGrpSpPr/>
        <p:nvPr/>
      </p:nvGrpSpPr>
      <p:grpSpPr>
        <a:xfrm>
          <a:off x="0" y="0"/>
          <a:ext cx="0" cy="0"/>
        </a:xfrm>
      </p:grpSpPr>
      <p:sp>
        <p:nvSpPr>
          <p:cNvPr id="2018" name="Google Shape;2018;g28c68c066a8_0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28c68c066a8_0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6" name="Shape 2046"/>
        <p:cNvGrpSpPr/>
        <p:nvPr/>
      </p:nvGrpSpPr>
      <p:grpSpPr>
        <a:xfrm>
          <a:off x="0" y="0"/>
          <a:ext cx="0" cy="0"/>
        </a:xfrm>
      </p:grpSpPr>
      <p:sp>
        <p:nvSpPr>
          <p:cNvPr id="2047" name="Google Shape;2047;g28c68c066a8_0_1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28c68c066a8_0_1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0" name="Shape 2080"/>
        <p:cNvGrpSpPr/>
        <p:nvPr/>
      </p:nvGrpSpPr>
      <p:grpSpPr>
        <a:xfrm>
          <a:off x="0" y="0"/>
          <a:ext cx="0" cy="0"/>
        </a:xfrm>
      </p:grpSpPr>
      <p:sp>
        <p:nvSpPr>
          <p:cNvPr id="2081" name="Google Shape;2081;g28c68c066a8_0_2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28c68c066a8_0_2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3" name="Shape 2103"/>
        <p:cNvGrpSpPr/>
        <p:nvPr/>
      </p:nvGrpSpPr>
      <p:grpSpPr>
        <a:xfrm>
          <a:off x="0" y="0"/>
          <a:ext cx="0" cy="0"/>
        </a:xfrm>
      </p:grpSpPr>
      <p:sp>
        <p:nvSpPr>
          <p:cNvPr id="2104" name="Google Shape;2104;g28c68c066a8_0_7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8c68c066a8_0_7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1" name="Shape 2131"/>
        <p:cNvGrpSpPr/>
        <p:nvPr/>
      </p:nvGrpSpPr>
      <p:grpSpPr>
        <a:xfrm>
          <a:off x="0" y="0"/>
          <a:ext cx="0" cy="0"/>
        </a:xfrm>
      </p:grpSpPr>
      <p:sp>
        <p:nvSpPr>
          <p:cNvPr id="2132" name="Google Shape;2132;g28c68c066a8_0_8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28c68c066a8_0_8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0" name="Shape 2140"/>
        <p:cNvGrpSpPr/>
        <p:nvPr/>
      </p:nvGrpSpPr>
      <p:grpSpPr>
        <a:xfrm>
          <a:off x="0" y="0"/>
          <a:ext cx="0" cy="0"/>
        </a:xfrm>
      </p:grpSpPr>
      <p:sp>
        <p:nvSpPr>
          <p:cNvPr id="2141" name="Google Shape;2141;g29114a1d1c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9114a1d1c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2" name="Shape 2192"/>
        <p:cNvGrpSpPr/>
        <p:nvPr/>
      </p:nvGrpSpPr>
      <p:grpSpPr>
        <a:xfrm>
          <a:off x="0" y="0"/>
          <a:ext cx="0" cy="0"/>
        </a:xfrm>
      </p:grpSpPr>
      <p:sp>
        <p:nvSpPr>
          <p:cNvPr id="2193" name="Google Shape;2193;g2912b83b11d_0_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2912b83b11d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44" name="Shape 2244"/>
        <p:cNvGrpSpPr/>
        <p:nvPr/>
      </p:nvGrpSpPr>
      <p:grpSpPr>
        <a:xfrm>
          <a:off x="0" y="0"/>
          <a:ext cx="0" cy="0"/>
        </a:xfrm>
      </p:grpSpPr>
      <p:sp>
        <p:nvSpPr>
          <p:cNvPr id="2245" name="Google Shape;2245;g28be5dac620_0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28be5dac620_0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3" name="Shape 2253"/>
        <p:cNvGrpSpPr/>
        <p:nvPr/>
      </p:nvGrpSpPr>
      <p:grpSpPr>
        <a:xfrm>
          <a:off x="0" y="0"/>
          <a:ext cx="0" cy="0"/>
        </a:xfrm>
      </p:grpSpPr>
      <p:sp>
        <p:nvSpPr>
          <p:cNvPr id="2254" name="Google Shape;2254;g28c68c066a8_0_6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28c68c066a8_0_6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67" name="Shape 2267"/>
        <p:cNvGrpSpPr/>
        <p:nvPr/>
      </p:nvGrpSpPr>
      <p:grpSpPr>
        <a:xfrm>
          <a:off x="0" y="0"/>
          <a:ext cx="0" cy="0"/>
        </a:xfrm>
      </p:grpSpPr>
      <p:sp>
        <p:nvSpPr>
          <p:cNvPr id="2268" name="Google Shape;2268;g29d64986ab5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29d64986ab5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82" name="Shape 2282"/>
        <p:cNvGrpSpPr/>
        <p:nvPr/>
      </p:nvGrpSpPr>
      <p:grpSpPr>
        <a:xfrm>
          <a:off x="0" y="0"/>
          <a:ext cx="0" cy="0"/>
        </a:xfrm>
      </p:grpSpPr>
      <p:sp>
        <p:nvSpPr>
          <p:cNvPr id="2283" name="Google Shape;2283;g29d64986ab5_2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29d64986ab5_2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97" name="Shape 2297"/>
        <p:cNvGrpSpPr/>
        <p:nvPr/>
      </p:nvGrpSpPr>
      <p:grpSpPr>
        <a:xfrm>
          <a:off x="0" y="0"/>
          <a:ext cx="0" cy="0"/>
        </a:xfrm>
      </p:grpSpPr>
      <p:sp>
        <p:nvSpPr>
          <p:cNvPr id="2298" name="Google Shape;2298;g28c68c066a8_0_9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28c68c066a8_0_9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11" name="Shape 2311"/>
        <p:cNvGrpSpPr/>
        <p:nvPr/>
      </p:nvGrpSpPr>
      <p:grpSpPr>
        <a:xfrm>
          <a:off x="0" y="0"/>
          <a:ext cx="0" cy="0"/>
        </a:xfrm>
      </p:grpSpPr>
      <p:sp>
        <p:nvSpPr>
          <p:cNvPr id="2312" name="Google Shape;2312;g29d64986ab5_3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3" name="Google Shape;2313;g29d64986ab5_3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26" name="Shape 2326"/>
        <p:cNvGrpSpPr/>
        <p:nvPr/>
      </p:nvGrpSpPr>
      <p:grpSpPr>
        <a:xfrm>
          <a:off x="0" y="0"/>
          <a:ext cx="0" cy="0"/>
        </a:xfrm>
      </p:grpSpPr>
      <p:sp>
        <p:nvSpPr>
          <p:cNvPr id="2327" name="Google Shape;2327;g28c68c066a8_0_6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28c68c066a8_0_6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49" name="Shape 2349"/>
        <p:cNvGrpSpPr/>
        <p:nvPr/>
      </p:nvGrpSpPr>
      <p:grpSpPr>
        <a:xfrm>
          <a:off x="0" y="0"/>
          <a:ext cx="0" cy="0"/>
        </a:xfrm>
      </p:grpSpPr>
      <p:sp>
        <p:nvSpPr>
          <p:cNvPr id="2350" name="Google Shape;2350;g28c68c066a8_0_6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28c68c066a8_0_6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68" name="Shape 2368"/>
        <p:cNvGrpSpPr/>
        <p:nvPr/>
      </p:nvGrpSpPr>
      <p:grpSpPr>
        <a:xfrm>
          <a:off x="0" y="0"/>
          <a:ext cx="0" cy="0"/>
        </a:xfrm>
      </p:grpSpPr>
      <p:sp>
        <p:nvSpPr>
          <p:cNvPr id="2369" name="Google Shape;2369;g290257a972c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290257a972c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2" name="Shape 2382"/>
        <p:cNvGrpSpPr/>
        <p:nvPr/>
      </p:nvGrpSpPr>
      <p:grpSpPr>
        <a:xfrm>
          <a:off x="0" y="0"/>
          <a:ext cx="0" cy="0"/>
        </a:xfrm>
      </p:grpSpPr>
      <p:sp>
        <p:nvSpPr>
          <p:cNvPr id="2383" name="Google Shape;2383;g28d49fdb6b4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28d49fdb6b4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13" name="Shape 2413"/>
        <p:cNvGrpSpPr/>
        <p:nvPr/>
      </p:nvGrpSpPr>
      <p:grpSpPr>
        <a:xfrm>
          <a:off x="0" y="0"/>
          <a:ext cx="0" cy="0"/>
        </a:xfrm>
      </p:grpSpPr>
      <p:sp>
        <p:nvSpPr>
          <p:cNvPr id="2414" name="Google Shape;2414;g28c68c066a8_0_6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5" name="Google Shape;2415;g28c68c066a8_0_6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4" name="Shape 2444"/>
        <p:cNvGrpSpPr/>
        <p:nvPr/>
      </p:nvGrpSpPr>
      <p:grpSpPr>
        <a:xfrm>
          <a:off x="0" y="0"/>
          <a:ext cx="0" cy="0"/>
        </a:xfrm>
      </p:grpSpPr>
      <p:sp>
        <p:nvSpPr>
          <p:cNvPr id="2445" name="Google Shape;2445;g28c68c066a8_0_6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28c68c066a8_0_6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54" name="Shape 2454"/>
        <p:cNvGrpSpPr/>
        <p:nvPr/>
      </p:nvGrpSpPr>
      <p:grpSpPr>
        <a:xfrm>
          <a:off x="0" y="0"/>
          <a:ext cx="0" cy="0"/>
        </a:xfrm>
      </p:grpSpPr>
      <p:sp>
        <p:nvSpPr>
          <p:cNvPr id="2455" name="Google Shape;2455;g28c68c066a8_0_9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6" name="Google Shape;2456;g28c68c066a8_0_9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0" name="Shape 2460"/>
        <p:cNvGrpSpPr/>
        <p:nvPr/>
      </p:nvGrpSpPr>
      <p:grpSpPr>
        <a:xfrm>
          <a:off x="0" y="0"/>
          <a:ext cx="0" cy="0"/>
        </a:xfrm>
      </p:grpSpPr>
      <p:sp>
        <p:nvSpPr>
          <p:cNvPr id="2461" name="Google Shape;2461;g28c68c066a8_0_6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2" name="Google Shape;2462;g28c68c066a8_0_6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6" name="Shape 2466"/>
        <p:cNvGrpSpPr/>
        <p:nvPr/>
      </p:nvGrpSpPr>
      <p:grpSpPr>
        <a:xfrm>
          <a:off x="0" y="0"/>
          <a:ext cx="0" cy="0"/>
        </a:xfrm>
      </p:grpSpPr>
      <p:sp>
        <p:nvSpPr>
          <p:cNvPr id="2467" name="Google Shape;246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8" name="Google Shape;246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75" name="Shape 2475"/>
        <p:cNvGrpSpPr/>
        <p:nvPr/>
      </p:nvGrpSpPr>
      <p:grpSpPr>
        <a:xfrm>
          <a:off x="0" y="0"/>
          <a:ext cx="0" cy="0"/>
        </a:xfrm>
      </p:grpSpPr>
      <p:sp>
        <p:nvSpPr>
          <p:cNvPr id="2476" name="Google Shape;247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7" name="Google Shape;247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4.png" /><Relationship Id="rId3" Type="http://schemas.openxmlformats.org/officeDocument/2006/relationships/image" Target="../media/image43.png" /><Relationship Id="rId4" Type="http://schemas.openxmlformats.org/officeDocument/2006/relationships/image" Target="../media/image1.png" /><Relationship Id="rId5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4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5.png" /><Relationship Id="rId5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6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7.png" /><Relationship Id="rId5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8.png" /><Relationship Id="rId5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49.png" /><Relationship Id="rId5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0.png" /><Relationship Id="rId5" Type="http://schemas.openxmlformats.org/officeDocument/2006/relationships/slideMaster" Target="../slideMasters/slideMaster2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0.png" /><Relationship Id="rId5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1.png" /><Relationship Id="rId5" Type="http://schemas.openxmlformats.org/officeDocument/2006/relationships/slideMaster" Target="../slideMasters/slideMaster2.xml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4.png" /><Relationship Id="rId4" Type="http://schemas.openxmlformats.org/officeDocument/2006/relationships/image" Target="../media/image52.png" /><Relationship Id="rId5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Art and design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65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3" name="Google Shape;753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55" name="Google Shape;755;p6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56" name="Google Shape;756;p6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7" name="Google Shape;757;p6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58" name="Google Shape;75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65"/>
          <p:cNvPicPr preferRelativeResize="0"/>
          <p:nvPr/>
        </p:nvPicPr>
        <p:blipFill>
          <a:blip r:embed="rId4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pic>
        <p:nvPicPr>
          <p:cNvPr id="762" name="Google Shape;762;p66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6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pic>
        <p:nvPicPr>
          <p:cNvPr id="770" name="Google Shape;770;p67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2" name="Google Shape;772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7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4" name="Google Shape;774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6" name="Google Shape;77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itizenship">
  <p:cSld name="Title Slide 2_1_1_1_1_1_1_1_1_1_1_5">
    <p:bg>
      <p:bgPr>
        <a:solidFill>
          <a:srgbClr val="BEF2BD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pic>
        <p:nvPicPr>
          <p:cNvPr id="778" name="Google Shape;778;p6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8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4" name="Google Shape;784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5" name="Google Shape;785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6" name="Google Shape;786;p6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87" name="Google Shape;78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omputing">
  <p:cSld name="Title Slide 2_1_1_1_1_1_1_1_1_1_1_3">
    <p:bg>
      <p:bgPr>
        <a:solidFill>
          <a:srgbClr val="BEF2BD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</a:xfrm>
      </p:grpSpPr>
      <p:pic>
        <p:nvPicPr>
          <p:cNvPr id="789" name="Google Shape;789;p6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Computing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5" name="Google Shape;795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6" name="Google Shape;796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6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98" name="Google Shape;79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Design and technology">
  <p:cSld name="Title Slide 2_1_1_1_1_1_1_1_1_1_1_2">
    <p:bg>
      <p:bgPr>
        <a:solidFill>
          <a:srgbClr val="BEF2BD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</a:xfrm>
      </p:grpSpPr>
      <p:pic>
        <p:nvPicPr>
          <p:cNvPr id="800" name="Google Shape;800;p7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p70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4" name="Google Shape;804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6" name="Google Shape;80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7" name="Google Shape;807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p7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09" name="Google Shape;80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_2">
    <p:bg>
      <p:bgPr>
        <a:solidFill>
          <a:srgbClr val="BEF2BD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pic>
        <p:nvPicPr>
          <p:cNvPr id="811" name="Google Shape;811;p71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1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4" name="Google Shape;814;p71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5" name="Google Shape;815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French">
  <p:cSld name="Title Slide 2_1_1_1_1_1_1_1_1_1_1_1">
    <p:bg>
      <p:bgPr>
        <a:solidFill>
          <a:srgbClr val="BEF2BD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</a:xfrm>
      </p:grpSpPr>
      <p:pic>
        <p:nvPicPr>
          <p:cNvPr id="819" name="Google Shape;819;p7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1" name="Google Shape;82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French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2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3" name="Google Shape;823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5" name="Google Shape;825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6" name="Google Shape;826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7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28" name="Google Shape;82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00">
            <a:off x="6960295" y="1032880"/>
            <a:ext cx="1690503" cy="1834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pic>
        <p:nvPicPr>
          <p:cNvPr id="830" name="Google Shape;830;p73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3" name="Google Shape;833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5" name="Google Shape;8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rman">
  <p:cSld name="Title Slide 2_1_1_1_1_1_1_1_1_1_1_1_1">
    <p:bg>
      <p:bgPr>
        <a:solidFill>
          <a:srgbClr val="BEF2BD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</a:xfrm>
      </p:grpSpPr>
      <p:pic>
        <p:nvPicPr>
          <p:cNvPr id="838" name="Google Shape;838;p7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0" name="Google Shape;840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German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42" name="Google Shape;84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44" name="Google Shape;844;p7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45" name="Google Shape;845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7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47" name="Google Shape;84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9963">
            <a:off x="6821686" y="1467541"/>
            <a:ext cx="1981958" cy="1067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_2">
    <p:bg>
      <p:bgPr>
        <a:solidFill>
          <a:srgbClr val="BEF2BD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pic>
        <p:nvPicPr>
          <p:cNvPr id="849" name="Google Shape;849;p7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1" name="Google Shape;851;p7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53" name="Google Shape;853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55" name="Google Shape;855;p7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56" name="Google Shape;856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7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58" name="Google Shape;858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_2">
    <p:bg>
      <p:bgPr>
        <a:solidFill>
          <a:srgbClr val="BEF2BD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pic>
        <p:nvPicPr>
          <p:cNvPr id="860" name="Google Shape;860;p7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2" name="Google Shape;862;p7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6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64" name="Google Shape;864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66" name="Google Shape;866;p7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pic>
        <p:nvPicPr>
          <p:cNvPr id="868" name="Google Shape;868;p7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0" name="Google Shape;870;p7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72" name="Google Shape;872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74" name="Google Shape;874;p77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al education">
  <p:cSld name="Title Slide 2_1_1_1_1_1_1_1_1_1_1_1_1_2">
    <p:bg>
      <p:bgPr>
        <a:solidFill>
          <a:srgbClr val="BEF2BD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pic>
        <p:nvPicPr>
          <p:cNvPr id="876" name="Google Shape;876;p7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8" name="Google Shape;878;p78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8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0" name="Google Shape;880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82" name="Google Shape;882;p7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83" name="Google Shape;883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7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5" name="Google Shape;88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59976">
            <a:off x="6935172" y="1377298"/>
            <a:ext cx="1845860" cy="1302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_2">
    <p:bg>
      <p:bgPr>
        <a:solidFill>
          <a:srgbClr val="BEF2BD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</a:xfrm>
      </p:grpSpPr>
      <p:pic>
        <p:nvPicPr>
          <p:cNvPr id="887" name="Google Shape;887;p7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9" name="Google Shape;889;p7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91" name="Google Shape;891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93" name="Google Shape;893;p7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94" name="Google Shape;894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5" name="Google Shape;895;p7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96" name="Google Shape;896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Relationships and health education">
  <p:cSld name="Title Slide 2_1_1_1_1_1_1_1_1_1_1_7">
    <p:bg>
      <p:bgPr>
        <a:solidFill>
          <a:srgbClr val="BEF2BD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pic>
        <p:nvPicPr>
          <p:cNvPr id="898" name="Google Shape;898;p8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41120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0" name="Google Shape;900;p80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Relationships and health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8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02" name="Google Shape;90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04" name="Google Shape;904;p8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05" name="Google Shape;905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8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07" name="Google Shape;90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Relationships, sex and health education">
  <p:cSld name="Title Slide 2_1_1_1_1_1_1_1_1_1_1_7_1">
    <p:bg>
      <p:bgPr>
        <a:solidFill>
          <a:srgbClr val="BEF2BD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</a:xfrm>
      </p:grpSpPr>
      <p:pic>
        <p:nvPicPr>
          <p:cNvPr id="909" name="Google Shape;909;p81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46397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1" name="Google Shape;911;p81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Relationships, sex and health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13" name="Google Shape;91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8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15" name="Google Shape;915;p8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16" name="Google Shape;916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8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8" name="Google Shape;91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Religious education">
  <p:cSld name="Title Slide 2_1_1_1_1_1_1_1_1_1_1_1_1_1">
    <p:bg>
      <p:bgPr>
        <a:solidFill>
          <a:srgbClr val="BEF2BD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</a:xfrm>
      </p:grpSpPr>
      <p:pic>
        <p:nvPicPr>
          <p:cNvPr id="920" name="Google Shape;920;p8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2" name="Google Shape;922;p82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2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24" name="Google Shape;924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26" name="Google Shape;926;p8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27" name="Google Shape;927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8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29" name="Google Shape;92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_2">
    <p:bg>
      <p:bgPr>
        <a:solidFill>
          <a:srgbClr val="BEF2BD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p8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8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3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34" name="Google Shape;934;p8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936" name="Google Shape;936;p83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7" name="Google Shape;937;p8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38" name="Google Shape;93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83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940" name="Google Shape;940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panish">
  <p:cSld name="Title Slide 2_1_1_1_1_1_1_1_1_1_1_1_2_1">
    <p:bg>
      <p:bgPr>
        <a:solidFill>
          <a:srgbClr val="BEF2BD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pic>
        <p:nvPicPr>
          <p:cNvPr id="942" name="Google Shape;942;p8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4" name="Google Shape;944;p8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Spanish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4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46" name="Google Shape;946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48" name="Google Shape;948;p8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9" name="Google Shape;949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8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51" name="Google Shape;95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5">
            <a:off x="6985483" y="1098759"/>
            <a:ext cx="1731447" cy="176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</a:xfrm>
      </p:grpSpPr>
      <p:pic>
        <p:nvPicPr>
          <p:cNvPr id="953" name="Google Shape;953;p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p86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6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6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6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1" name="Google Shape;961;p86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962" name="Google Shape;962;p86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963" name="Google Shape;963;p8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964" name="Google Shape;96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965" name="Google Shape;965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966" name="Google Shape;966;p86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68" name="Google Shape;968;p8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969" name="Shape 969"/>
        <p:cNvGrpSpPr/>
        <p:nvPr/>
      </p:nvGrpSpPr>
      <p:grpSpPr>
        <a:xfrm>
          <a:off x="0" y="0"/>
          <a:ext cx="0" cy="0"/>
        </a:xfrm>
      </p:grpSpPr>
      <p:sp>
        <p:nvSpPr>
          <p:cNvPr id="970" name="Google Shape;970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1" name="Google Shape;971;p8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87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7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5" name="Google Shape;975;p87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6" name="Google Shape;976;p87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7" name="Google Shape;977;p87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979" name="Shape 979"/>
        <p:cNvGrpSpPr/>
        <p:nvPr/>
      </p:nvGrpSpPr>
      <p:grpSpPr>
        <a:xfrm>
          <a:off x="0" y="0"/>
          <a:ext cx="0" cy="0"/>
        </a:xfrm>
      </p:grpSpPr>
      <p:sp>
        <p:nvSpPr>
          <p:cNvPr id="980" name="Google Shape;980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1" name="Google Shape;981;p8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88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4" name="Google Shape;984;p88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5" name="Google Shape;985;p88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6" name="Google Shape;986;p88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7" name="Google Shape;987;p88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8" name="Google Shape;988;p88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89" name="Google Shape;989;p88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0" name="Google Shape;990;p88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991" name="Shape 991"/>
        <p:cNvGrpSpPr/>
        <p:nvPr/>
      </p:nvGrpSpPr>
      <p:grpSpPr>
        <a:xfrm>
          <a:off x="0" y="0"/>
          <a:ext cx="0" cy="0"/>
        </a:xfrm>
      </p:grpSpPr>
      <p:sp>
        <p:nvSpPr>
          <p:cNvPr id="992" name="Google Shape;992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93" name="Google Shape;993;p8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9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6" name="Google Shape;996;p89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7" name="Google Shape;997;p89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8" name="Google Shape;998;p89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9" name="Google Shape;999;p89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0" name="Google Shape;1000;p89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1" name="Google Shape;1001;p89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2" name="Google Shape;1002;p89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3" name="Google Shape;1003;p89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4" name="Google Shape;1004;p89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005" name="Shape 1005"/>
        <p:cNvGrpSpPr/>
        <p:nvPr/>
      </p:nvGrpSpPr>
      <p:grpSpPr>
        <a:xfrm>
          <a:off x="0" y="0"/>
          <a:ext cx="0" cy="0"/>
        </a:xfrm>
      </p:grpSpPr>
      <p:sp>
        <p:nvSpPr>
          <p:cNvPr id="1006" name="Google Shape;100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7" name="Google Shape;1007;p90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0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0" name="Google Shape;1010;p90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1" name="Google Shape;1011;p90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2" name="Google Shape;1012;p90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p9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5" name="Google Shape;1015;p91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1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1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8" name="Google Shape;1018;p91"/>
          <p:cNvCxnSpPr>
            <a:endCxn id="101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0" name="Google Shape;102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2" name="Google Shape;1022;p91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9" name="Google Shape;101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91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9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91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026" name="Shape 1026"/>
        <p:cNvGrpSpPr/>
        <p:nvPr/>
      </p:nvGrpSpPr>
      <p:grpSpPr>
        <a:xfrm>
          <a:off x="0" y="0"/>
          <a:ext cx="0" cy="0"/>
        </a:xfrm>
      </p:grpSpPr>
      <p:pic>
        <p:nvPicPr>
          <p:cNvPr id="1027" name="Google Shape;1027;p92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2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2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92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2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2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3" name="Google Shape;1033;p92"/>
          <p:cNvCxnSpPr>
            <a:endCxn id="1034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34" name="Google Shape;103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7" name="Google Shape;1037;p92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8" name="Google Shape;1038;p92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39" name="Google Shape;1039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41" name="Google Shape;1041;p92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2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044" name="Shape 1044"/>
        <p:cNvGrpSpPr/>
        <p:nvPr/>
      </p:nvGrpSpPr>
      <p:grpSpPr>
        <a:xfrm>
          <a:off x="0" y="0"/>
          <a:ext cx="0" cy="0"/>
        </a:xfrm>
      </p:grpSpPr>
      <p:pic>
        <p:nvPicPr>
          <p:cNvPr id="1045" name="Google Shape;1045;p93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93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93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93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93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3" name="Google Shape;1053;p9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54" name="Google Shape;1054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8" name="Google Shape;1058;p93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9" name="Google Shape;1059;p93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0" name="Google Shape;1060;p93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61" name="Google Shape;1061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63" name="Google Shape;1063;p93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9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3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pic>
        <p:nvPicPr>
          <p:cNvPr id="1067" name="Google Shape;1067;p9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9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9" name="Google Shape;1069;p9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0" name="Google Shape;107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1" name="Google Shape;1071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9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1073" name="Shape 1073"/>
        <p:cNvGrpSpPr/>
        <p:nvPr/>
      </p:nvGrpSpPr>
      <p:grpSpPr>
        <a:xfrm>
          <a:off x="0" y="0"/>
          <a:ext cx="0" cy="0"/>
        </a:xfrm>
      </p:grpSpPr>
      <p:pic>
        <p:nvPicPr>
          <p:cNvPr id="1074" name="Google Shape;1074;p9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6" name="Google Shape;1076;p9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7" name="Google Shape;1077;p9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9" name="Google Shape;107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pic>
        <p:nvPicPr>
          <p:cNvPr id="1081" name="Google Shape;1081;p9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83" name="Google Shape;1083;p9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4" name="Google Shape;1084;p9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86" name="Google Shape;108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1087" name="Shape 1087"/>
        <p:cNvGrpSpPr/>
        <p:nvPr/>
      </p:nvGrpSpPr>
      <p:grpSpPr>
        <a:xfrm>
          <a:off x="0" y="0"/>
          <a:ext cx="0" cy="0"/>
        </a:xfrm>
      </p:grpSpPr>
      <p:pic>
        <p:nvPicPr>
          <p:cNvPr id="1088" name="Google Shape;1088;p9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0" name="Google Shape;1090;p9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91" name="Google Shape;1091;p9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3" name="Google Shape;1093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</a:xfrm>
      </p:grpSpPr>
      <p:sp>
        <p:nvSpPr>
          <p:cNvPr id="1095" name="Google Shape;1095;p9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6" name="Google Shape;1096;p9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8" name="Google Shape;1098;p9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9" name="Google Shape;1099;p9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0" name="Google Shape;1100;p9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01" name="Google Shape;1101;p9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02" name="Google Shape;1102;p9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9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9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05" name="Google Shape;1105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</a:xfrm>
      </p:grpSpPr>
      <p:sp>
        <p:nvSpPr>
          <p:cNvPr id="1108" name="Google Shape;1108;p9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9" name="Google Shape;1109;p9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1" name="Google Shape;1111;p9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2" name="Google Shape;1112;p9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3" name="Google Shape;111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14" name="Google Shape;1114;p9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15" name="Google Shape;1115;p9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7" name="Google Shape;1117;p9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18" name="Google Shape;1118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9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</a:xfrm>
      </p:grpSpPr>
      <p:sp>
        <p:nvSpPr>
          <p:cNvPr id="1121" name="Google Shape;1121;p10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22" name="Google Shape;1122;p10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4" name="Google Shape;1124;p100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100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27" name="Google Shape;1127;p10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28" name="Google Shape;1128;p10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10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10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31" name="Google Shape;113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10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sp>
        <p:nvSpPr>
          <p:cNvPr id="1134" name="Google Shape;1134;p10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35" name="Google Shape;1135;p10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7" name="Google Shape;1137;p101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8" name="Google Shape;1138;p101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9" name="Google Shape;1139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40" name="Google Shape;1140;p10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41" name="Google Shape;1141;p10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10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3" name="Google Shape;1143;p10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44" name="Google Shape;1144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10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146" name="Shape 1146"/>
        <p:cNvGrpSpPr/>
        <p:nvPr/>
      </p:nvGrpSpPr>
      <p:grpSpPr>
        <a:xfrm>
          <a:off x="0" y="0"/>
          <a:ext cx="0" cy="0"/>
        </a:xfrm>
      </p:grpSpPr>
      <p:pic>
        <p:nvPicPr>
          <p:cNvPr id="1147" name="Google Shape;1147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1" name="Google Shape;1151;p10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10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10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102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5" name="Google Shape;1155;p102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6" name="Google Shape;1156;p10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57" name="Google Shape;1157;p10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8" name="Google Shape;1158;p10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10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0" name="Google Shape;116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3" name="Google Shape;1163;p10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64" name="Google Shape;116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5" name="Google Shape;116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6" name="Google Shape;1166;p10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67" name="Google Shape;116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</a:xfrm>
      </p:grpSpPr>
      <p:pic>
        <p:nvPicPr>
          <p:cNvPr id="1170" name="Google Shape;1170;p10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2" name="Google Shape;1172;p10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10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10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10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6" name="Google Shape;1176;p10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77" name="Google Shape;117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0" name="Google Shape;1180;p10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1" name="Google Shape;1181;p10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2" name="Google Shape;1182;p10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83" name="Google Shape;118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4" name="Google Shape;118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5" name="Google Shape;1185;p10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86" name="Google Shape;1186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88" name="Google Shape;1188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0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10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</a:xfrm>
      </p:grpSpPr>
      <p:pic>
        <p:nvPicPr>
          <p:cNvPr id="1193" name="Google Shape;1193;p10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5" name="Google Shape;1195;p10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10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10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10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10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00" name="Google Shape;1200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3" name="Google Shape;1203;p104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10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10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06" name="Google Shape;1206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10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11" name="Google Shape;1211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10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10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</a:xfrm>
      </p:grpSpPr>
      <p:pic>
        <p:nvPicPr>
          <p:cNvPr id="1216" name="Google Shape;1216;p10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8" name="Google Shape;1218;p10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10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10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105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10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223" name="Google Shape;1223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6" name="Google Shape;1226;p105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5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34" name="Google Shape;1234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0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10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238" name="Shape 1238"/>
        <p:cNvGrpSpPr/>
        <p:nvPr/>
      </p:nvGrpSpPr>
      <p:grpSpPr>
        <a:xfrm>
          <a:off x="0" y="0"/>
          <a:ext cx="0" cy="0"/>
        </a:xfrm>
      </p:grpSpPr>
      <p:pic>
        <p:nvPicPr>
          <p:cNvPr id="1239" name="Google Shape;1239;p10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1" name="Google Shape;124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2" name="Google Shape;1242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10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5" name="Google Shape;1245;p10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10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8" name="Google Shape;1248;p10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1" name="Google Shape;1251;p10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257" name="Shape 1257"/>
        <p:cNvGrpSpPr/>
        <p:nvPr/>
      </p:nvGrpSpPr>
      <p:grpSpPr>
        <a:xfrm>
          <a:off x="0" y="0"/>
          <a:ext cx="0" cy="0"/>
        </a:xfrm>
      </p:grpSpPr>
      <p:pic>
        <p:nvPicPr>
          <p:cNvPr id="1258" name="Google Shape;1258;p10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0" name="Google Shape;126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1" name="Google Shape;126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10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4" name="Google Shape;1264;p10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5" name="Google Shape;1265;p10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6" name="Google Shape;1266;p10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7" name="Google Shape;1267;p10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0" name="Google Shape;1270;p10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</a:xfrm>
      </p:grpSpPr>
      <p:pic>
        <p:nvPicPr>
          <p:cNvPr id="1277" name="Google Shape;1277;p10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9" name="Google Shape;127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0" name="Google Shape;128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3" name="Google Shape;1283;p108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4" name="Google Shape;1284;p108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5" name="Google Shape;1285;p108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6" name="Google Shape;1286;p10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9" name="Google Shape;1289;p10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90" name="Google Shape;1290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1" name="Google Shape;129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2" name="Google Shape;1292;p10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295" name="Shape 1295"/>
        <p:cNvGrpSpPr/>
        <p:nvPr/>
      </p:nvGrpSpPr>
      <p:grpSpPr>
        <a:xfrm>
          <a:off x="0" y="0"/>
          <a:ext cx="0" cy="0"/>
        </a:xfrm>
      </p:grpSpPr>
      <p:pic>
        <p:nvPicPr>
          <p:cNvPr id="1296" name="Google Shape;1296;p10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8" name="Google Shape;1298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9" name="Google Shape;1299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10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2" name="Google Shape;1302;p109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3" name="Google Shape;1303;p109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4" name="Google Shape;1304;p109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05" name="Google Shape;1305;p10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8" name="Google Shape;1308;p10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09" name="Google Shape;1309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1" name="Google Shape;1311;p10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314" name="Shape 1314"/>
        <p:cNvGrpSpPr/>
        <p:nvPr/>
      </p:nvGrpSpPr>
      <p:grpSpPr>
        <a:xfrm>
          <a:off x="0" y="0"/>
          <a:ext cx="0" cy="0"/>
        </a:xfrm>
      </p:grpSpPr>
      <p:pic>
        <p:nvPicPr>
          <p:cNvPr id="1315" name="Google Shape;1315;p1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7" name="Google Shape;1317;p11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8" name="Google Shape;1318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1" name="Google Shape;1321;p11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2" name="Google Shape;1322;p11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3" name="Google Shape;1323;p11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4" name="Google Shape;1324;p11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25" name="Google Shape;1325;p11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26" name="Google Shape;1326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1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29" name="Google Shape;1329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1" name="Google Shape;1331;p11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32" name="Google Shape;1332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3" name="Google Shape;1333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4" name="Google Shape;1334;p11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35" name="Google Shape;1335;p1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pic>
        <p:nvPicPr>
          <p:cNvPr id="1338" name="Google Shape;1338;p11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0" name="Google Shape;1340;p11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1" name="Google Shape;134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4" name="Google Shape;1344;p11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5" name="Google Shape;1345;p11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6" name="Google Shape;1346;p11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7" name="Google Shape;1347;p11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48" name="Google Shape;1348;p11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49" name="Google Shape;1349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11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52" name="Google Shape;1352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3" name="Google Shape;1353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11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55" name="Google Shape;1355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6" name="Google Shape;1356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7" name="Google Shape;1357;p11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58" name="Google Shape;1358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9" name="Google Shape;1359;p11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</a:xfrm>
      </p:grpSpPr>
      <p:pic>
        <p:nvPicPr>
          <p:cNvPr id="1361" name="Google Shape;1361;p11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3" name="Google Shape;1363;p11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64" name="Google Shape;1364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11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7" name="Google Shape;1367;p11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8" name="Google Shape;1368;p11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9" name="Google Shape;1369;p11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70" name="Google Shape;1370;p11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71" name="Google Shape;1371;p11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4" name="Google Shape;1374;p11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75" name="Google Shape;1375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6" name="Google Shape;1376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7" name="Google Shape;1377;p11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78" name="Google Shape;1378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0" name="Google Shape;1380;p11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81" name="Google Shape;1381;p1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</a:xfrm>
      </p:grpSpPr>
      <p:pic>
        <p:nvPicPr>
          <p:cNvPr id="1384" name="Google Shape;1384;p11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6" name="Google Shape;1386;p11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7" name="Google Shape;1387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0" name="Google Shape;1390;p113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1" name="Google Shape;1391;p113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2" name="Google Shape;1392;p113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93" name="Google Shape;1393;p113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94" name="Google Shape;1394;p11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95" name="Google Shape;1395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6" name="Google Shape;1396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7" name="Google Shape;1397;p11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98" name="Google Shape;1398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9" name="Google Shape;1399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0" name="Google Shape;1400;p11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01" name="Google Shape;1401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3" name="Google Shape;1403;p11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04" name="Google Shape;1404;p1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5" name="Google Shape;1405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pic>
        <p:nvPicPr>
          <p:cNvPr id="1407" name="Google Shape;1407;p1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9" name="Google Shape;1409;p11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10" name="Google Shape;1410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3" name="Google Shape;1413;p11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14" name="Google Shape;1414;p11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15" name="Google Shape;1415;p11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16" name="Google Shape;1416;p11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17" name="Google Shape;1417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8" name="Google Shape;1418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9" name="Google Shape;1419;p11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20" name="Google Shape;1420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2" name="Google Shape;1422;p11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23" name="Google Shape;1423;p1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</a:xfrm>
      </p:grpSpPr>
      <p:pic>
        <p:nvPicPr>
          <p:cNvPr id="1426" name="Google Shape;1426;p11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8" name="Google Shape;1428;p11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29" name="Google Shape;142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2" name="Google Shape;1432;p11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33" name="Google Shape;1433;p11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34" name="Google Shape;1434;p11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35" name="Google Shape;1435;p11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36" name="Google Shape;1436;p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7" name="Google Shape;1437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8" name="Google Shape;1438;p11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39" name="Google Shape;1439;p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1" name="Google Shape;1441;p11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42" name="Google Shape;1442;p1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pic>
        <p:nvPicPr>
          <p:cNvPr id="1445" name="Google Shape;1445;p11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7" name="Google Shape;1447;p11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48" name="Google Shape;1448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1" name="Google Shape;1451;p116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52" name="Google Shape;1452;p116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53" name="Google Shape;1453;p116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54" name="Google Shape;1454;p11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55" name="Google Shape;1455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6" name="Google Shape;1456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7" name="Google Shape;1457;p11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58" name="Google Shape;1458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0" name="Google Shape;1460;p11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61" name="Google Shape;1461;p1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2" name="Google Shape;1462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</a:xfrm>
      </p:grpSpPr>
      <p:pic>
        <p:nvPicPr>
          <p:cNvPr id="1464" name="Google Shape;1464;p11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6" name="Google Shape;1466;p11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67" name="Google Shape;146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1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0" name="Google Shape;1470;p117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71" name="Google Shape;1471;p117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472" name="Google Shape;1472;p117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73" name="Google Shape;1473;p11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74" name="Google Shape;1474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5" name="Google Shape;1475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6" name="Google Shape;1476;p11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77" name="Google Shape;1477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8" name="Google Shape;1478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9" name="Google Shape;1479;p11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80" name="Google Shape;1480;p1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1" name="Google Shape;1481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</a:xfrm>
      </p:grpSpPr>
      <p:pic>
        <p:nvPicPr>
          <p:cNvPr id="1483" name="Google Shape;1483;p1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5" name="Google Shape;1485;p11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86" name="Google Shape;1486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</a:xfrm>
      </p:grpSpPr>
      <p:pic>
        <p:nvPicPr>
          <p:cNvPr id="1490" name="Google Shape;1490;p11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2" name="Google Shape;1492;p11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93" name="Google Shape;149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pic>
        <p:nvPicPr>
          <p:cNvPr id="1497" name="Google Shape;1497;p12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9" name="Google Shape;1499;p1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00" name="Google Shape;1500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pic>
        <p:nvPicPr>
          <p:cNvPr id="1504" name="Google Shape;1504;p12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6" name="Google Shape;1506;p1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07" name="Google Shape;150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510" name="Shape 1510"/>
        <p:cNvGrpSpPr/>
        <p:nvPr/>
      </p:nvGrpSpPr>
      <p:grpSpPr>
        <a:xfrm>
          <a:off x="0" y="0"/>
          <a:ext cx="0" cy="0"/>
        </a:xfrm>
      </p:grpSpPr>
      <p:pic>
        <p:nvPicPr>
          <p:cNvPr id="1511" name="Google Shape;1511;p1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3" name="Google Shape;1513;p1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14" name="Google Shape;151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2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7" name="Google Shape;1517;p12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pic>
        <p:nvPicPr>
          <p:cNvPr id="1519" name="Google Shape;1519;p1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1" name="Google Shape;1521;p1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2" name="Google Shape;1522;p12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3" name="Google Shape;1523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12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5" name="Google Shape;1525;p12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526" name="Shape 1526"/>
        <p:cNvGrpSpPr/>
        <p:nvPr/>
      </p:nvGrpSpPr>
      <p:grpSpPr>
        <a:xfrm>
          <a:off x="0" y="0"/>
          <a:ext cx="0" cy="0"/>
        </a:xfrm>
      </p:grpSpPr>
      <p:pic>
        <p:nvPicPr>
          <p:cNvPr id="1527" name="Google Shape;1527;p1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1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9" name="Google Shape;1529;p1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30" name="Google Shape;1530;p1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1" name="Google Shape;1531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2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3" name="Google Shape;1533;p12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534" name="Shape 1534"/>
        <p:cNvGrpSpPr/>
        <p:nvPr/>
      </p:nvGrpSpPr>
      <p:grpSpPr>
        <a:xfrm>
          <a:off x="0" y="0"/>
          <a:ext cx="0" cy="0"/>
        </a:xfrm>
      </p:grpSpPr>
      <p:pic>
        <p:nvPicPr>
          <p:cNvPr id="1535" name="Google Shape;1535;p1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37" name="Google Shape;1537;p1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38" name="Google Shape;1538;p1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9" name="Google Shape;1539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2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1" name="Google Shape;1541;p12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542" name="Shape 1542"/>
        <p:cNvGrpSpPr/>
        <p:nvPr/>
      </p:nvGrpSpPr>
      <p:grpSpPr>
        <a:xfrm>
          <a:off x="0" y="0"/>
          <a:ext cx="0" cy="0"/>
        </a:xfrm>
      </p:grpSpPr>
      <p:pic>
        <p:nvPicPr>
          <p:cNvPr id="1543" name="Google Shape;1543;p1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5" name="Google Shape;1545;p12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46" name="Google Shape;1546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2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9" name="Google Shape;1549;p12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550" name="Shape 1550"/>
        <p:cNvGrpSpPr/>
        <p:nvPr/>
      </p:nvGrpSpPr>
      <p:grpSpPr>
        <a:xfrm>
          <a:off x="0" y="0"/>
          <a:ext cx="0" cy="0"/>
        </a:xfrm>
      </p:grpSpPr>
      <p:pic>
        <p:nvPicPr>
          <p:cNvPr id="1551" name="Google Shape;1551;p1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3" name="Google Shape;1553;p12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4" name="Google Shape;1554;p1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5" name="Google Shape;1555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2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7" name="Google Shape;1557;p12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558" name="Shape 1558"/>
        <p:cNvGrpSpPr/>
        <p:nvPr/>
      </p:nvGrpSpPr>
      <p:grpSpPr>
        <a:xfrm>
          <a:off x="0" y="0"/>
          <a:ext cx="0" cy="0"/>
        </a:xfrm>
      </p:grpSpPr>
      <p:pic>
        <p:nvPicPr>
          <p:cNvPr id="1559" name="Google Shape;1559;p1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1" name="Google Shape;1561;p12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62" name="Google Shape;1562;p1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3" name="Google Shape;1563;p1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2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5" name="Google Shape;1565;p12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</a:xfrm>
      </p:grpSpPr>
      <p:pic>
        <p:nvPicPr>
          <p:cNvPr id="1567" name="Google Shape;1567;p1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9" name="Google Shape;1569;p12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0" name="Google Shape;1570;p1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2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2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1574" name="Shape 1574"/>
        <p:cNvGrpSpPr/>
        <p:nvPr/>
      </p:nvGrpSpPr>
      <p:grpSpPr>
        <a:xfrm>
          <a:off x="0" y="0"/>
          <a:ext cx="0" cy="0"/>
        </a:xfrm>
      </p:grpSpPr>
      <p:sp>
        <p:nvSpPr>
          <p:cNvPr id="1575" name="Google Shape;1575;p13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6" name="Google Shape;1576;p130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3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8" name="Google Shape;1578;p13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13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580" name="Shape 1580"/>
        <p:cNvGrpSpPr/>
        <p:nvPr/>
      </p:nvGrpSpPr>
      <p:grpSpPr>
        <a:xfrm>
          <a:off x="0" y="0"/>
          <a:ext cx="0" cy="0"/>
        </a:xfrm>
      </p:grpSpPr>
      <p:sp>
        <p:nvSpPr>
          <p:cNvPr id="1581" name="Google Shape;1581;p13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82" name="Google Shape;1582;p131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3" name="Google Shape;1583;p131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4" name="Google Shape;1584;p13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3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586" name="Shape 1586"/>
        <p:cNvGrpSpPr/>
        <p:nvPr/>
      </p:nvGrpSpPr>
      <p:grpSpPr>
        <a:xfrm>
          <a:off x="0" y="0"/>
          <a:ext cx="0" cy="0"/>
        </a:xfrm>
      </p:grpSpPr>
      <p:pic>
        <p:nvPicPr>
          <p:cNvPr id="1587" name="Google Shape;1587;p1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13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sp>
        <p:nvSpPr>
          <p:cNvPr id="1590" name="Google Shape;1590;p13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13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3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3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3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3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</a:xfrm>
      </p:grpSpPr>
      <p:pic>
        <p:nvPicPr>
          <p:cNvPr id="1600" name="Google Shape;1600;p1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134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602" name="Shape 1602"/>
        <p:cNvGrpSpPr/>
        <p:nvPr/>
      </p:nvGrpSpPr>
      <p:grpSpPr>
        <a:xfrm>
          <a:off x="0" y="0"/>
          <a:ext cx="0" cy="0"/>
        </a:xfrm>
      </p:grpSpPr>
      <p:sp>
        <p:nvSpPr>
          <p:cNvPr id="1603" name="Google Shape;1603;p13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1604" name="Shape 1604"/>
        <p:cNvGrpSpPr/>
        <p:nvPr/>
      </p:nvGrpSpPr>
      <p:grpSpPr>
        <a:xfrm>
          <a:off x="0" y="0"/>
          <a:ext cx="0" cy="0"/>
        </a:xfrm>
      </p:grpSpPr>
      <p:sp>
        <p:nvSpPr>
          <p:cNvPr id="1605" name="Google Shape;1605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606" name="Google Shape;1606;p13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36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9" name="Google Shape;1609;p136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0" name="Google Shape;1610;p136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3.xml" /><Relationship Id="rId10" Type="http://schemas.openxmlformats.org/officeDocument/2006/relationships/slideLayout" Target="../slideLayouts/slideLayout72.xml" /><Relationship Id="rId11" Type="http://schemas.openxmlformats.org/officeDocument/2006/relationships/slideLayout" Target="../slideLayouts/slideLayout73.xml" /><Relationship Id="rId12" Type="http://schemas.openxmlformats.org/officeDocument/2006/relationships/slideLayout" Target="../slideLayouts/slideLayout74.xml" /><Relationship Id="rId13" Type="http://schemas.openxmlformats.org/officeDocument/2006/relationships/slideLayout" Target="../slideLayouts/slideLayout75.xml" /><Relationship Id="rId14" Type="http://schemas.openxmlformats.org/officeDocument/2006/relationships/slideLayout" Target="../slideLayouts/slideLayout76.xml" /><Relationship Id="rId15" Type="http://schemas.openxmlformats.org/officeDocument/2006/relationships/slideLayout" Target="../slideLayouts/slideLayout77.xml" /><Relationship Id="rId16" Type="http://schemas.openxmlformats.org/officeDocument/2006/relationships/slideLayout" Target="../slideLayouts/slideLayout78.xml" /><Relationship Id="rId17" Type="http://schemas.openxmlformats.org/officeDocument/2006/relationships/slideLayout" Target="../slideLayouts/slideLayout79.xml" /><Relationship Id="rId18" Type="http://schemas.openxmlformats.org/officeDocument/2006/relationships/slideLayout" Target="../slideLayouts/slideLayout80.xml" /><Relationship Id="rId19" Type="http://schemas.openxmlformats.org/officeDocument/2006/relationships/slideLayout" Target="../slideLayouts/slideLayout81.xml" /><Relationship Id="rId2" Type="http://schemas.openxmlformats.org/officeDocument/2006/relationships/slideLayout" Target="../slideLayouts/slideLayout64.xml" /><Relationship Id="rId20" Type="http://schemas.openxmlformats.org/officeDocument/2006/relationships/slideLayout" Target="../slideLayouts/slideLayout82.xml" /><Relationship Id="rId21" Type="http://schemas.openxmlformats.org/officeDocument/2006/relationships/slideLayout" Target="../slideLayouts/slideLayout83.xml" /><Relationship Id="rId22" Type="http://schemas.openxmlformats.org/officeDocument/2006/relationships/slideLayout" Target="../slideLayouts/slideLayout84.xml" /><Relationship Id="rId23" Type="http://schemas.openxmlformats.org/officeDocument/2006/relationships/slideLayout" Target="../slideLayouts/slideLayout85.xml" /><Relationship Id="rId24" Type="http://schemas.openxmlformats.org/officeDocument/2006/relationships/slideLayout" Target="../slideLayouts/slideLayout86.xml" /><Relationship Id="rId25" Type="http://schemas.openxmlformats.org/officeDocument/2006/relationships/slideLayout" Target="../slideLayouts/slideLayout87.xml" /><Relationship Id="rId26" Type="http://schemas.openxmlformats.org/officeDocument/2006/relationships/slideLayout" Target="../slideLayouts/slideLayout88.xml" /><Relationship Id="rId27" Type="http://schemas.openxmlformats.org/officeDocument/2006/relationships/slideLayout" Target="../slideLayouts/slideLayout89.xml" /><Relationship Id="rId28" Type="http://schemas.openxmlformats.org/officeDocument/2006/relationships/slideLayout" Target="../slideLayouts/slideLayout90.xml" /><Relationship Id="rId29" Type="http://schemas.openxmlformats.org/officeDocument/2006/relationships/slideLayout" Target="../slideLayouts/slideLayout91.xml" /><Relationship Id="rId3" Type="http://schemas.openxmlformats.org/officeDocument/2006/relationships/slideLayout" Target="../slideLayouts/slideLayout65.xml" /><Relationship Id="rId30" Type="http://schemas.openxmlformats.org/officeDocument/2006/relationships/slideLayout" Target="../slideLayouts/slideLayout92.xml" /><Relationship Id="rId31" Type="http://schemas.openxmlformats.org/officeDocument/2006/relationships/slideLayout" Target="../slideLayouts/slideLayout93.xml" /><Relationship Id="rId32" Type="http://schemas.openxmlformats.org/officeDocument/2006/relationships/slideLayout" Target="../slideLayouts/slideLayout94.xml" /><Relationship Id="rId33" Type="http://schemas.openxmlformats.org/officeDocument/2006/relationships/slideLayout" Target="../slideLayouts/slideLayout95.xml" /><Relationship Id="rId34" Type="http://schemas.openxmlformats.org/officeDocument/2006/relationships/slideLayout" Target="../slideLayouts/slideLayout96.xml" /><Relationship Id="rId35" Type="http://schemas.openxmlformats.org/officeDocument/2006/relationships/slideLayout" Target="../slideLayouts/slideLayout97.xml" /><Relationship Id="rId36" Type="http://schemas.openxmlformats.org/officeDocument/2006/relationships/slideLayout" Target="../slideLayouts/slideLayout98.xml" /><Relationship Id="rId37" Type="http://schemas.openxmlformats.org/officeDocument/2006/relationships/slideLayout" Target="../slideLayouts/slideLayout99.xml" /><Relationship Id="rId38" Type="http://schemas.openxmlformats.org/officeDocument/2006/relationships/slideLayout" Target="../slideLayouts/slideLayout100.xml" /><Relationship Id="rId39" Type="http://schemas.openxmlformats.org/officeDocument/2006/relationships/slideLayout" Target="../slideLayouts/slideLayout101.xml" /><Relationship Id="rId4" Type="http://schemas.openxmlformats.org/officeDocument/2006/relationships/slideLayout" Target="../slideLayouts/slideLayout66.xml" /><Relationship Id="rId40" Type="http://schemas.openxmlformats.org/officeDocument/2006/relationships/slideLayout" Target="../slideLayouts/slideLayout102.xml" /><Relationship Id="rId41" Type="http://schemas.openxmlformats.org/officeDocument/2006/relationships/slideLayout" Target="../slideLayouts/slideLayout103.xml" /><Relationship Id="rId42" Type="http://schemas.openxmlformats.org/officeDocument/2006/relationships/slideLayout" Target="../slideLayouts/slideLayout104.xml" /><Relationship Id="rId43" Type="http://schemas.openxmlformats.org/officeDocument/2006/relationships/slideLayout" Target="../slideLayouts/slideLayout105.xml" /><Relationship Id="rId44" Type="http://schemas.openxmlformats.org/officeDocument/2006/relationships/slideLayout" Target="../slideLayouts/slideLayout106.xml" /><Relationship Id="rId45" Type="http://schemas.openxmlformats.org/officeDocument/2006/relationships/slideLayout" Target="../slideLayouts/slideLayout107.xml" /><Relationship Id="rId46" Type="http://schemas.openxmlformats.org/officeDocument/2006/relationships/slideLayout" Target="../slideLayouts/slideLayout108.xml" /><Relationship Id="rId47" Type="http://schemas.openxmlformats.org/officeDocument/2006/relationships/slideLayout" Target="../slideLayouts/slideLayout109.xml" /><Relationship Id="rId48" Type="http://schemas.openxmlformats.org/officeDocument/2006/relationships/slideLayout" Target="../slideLayouts/slideLayout110.xml" /><Relationship Id="rId49" Type="http://schemas.openxmlformats.org/officeDocument/2006/relationships/slideLayout" Target="../slideLayouts/slideLayout111.xml" /><Relationship Id="rId5" Type="http://schemas.openxmlformats.org/officeDocument/2006/relationships/slideLayout" Target="../slideLayouts/slideLayout67.xml" /><Relationship Id="rId50" Type="http://schemas.openxmlformats.org/officeDocument/2006/relationships/slideLayout" Target="../slideLayouts/slideLayout112.xml" /><Relationship Id="rId51" Type="http://schemas.openxmlformats.org/officeDocument/2006/relationships/slideLayout" Target="../slideLayouts/slideLayout113.xml" /><Relationship Id="rId52" Type="http://schemas.openxmlformats.org/officeDocument/2006/relationships/slideLayout" Target="../slideLayouts/slideLayout114.xml" /><Relationship Id="rId53" Type="http://schemas.openxmlformats.org/officeDocument/2006/relationships/slideLayout" Target="../slideLayouts/slideLayout115.xml" /><Relationship Id="rId54" Type="http://schemas.openxmlformats.org/officeDocument/2006/relationships/slideLayout" Target="../slideLayouts/slideLayout116.xml" /><Relationship Id="rId55" Type="http://schemas.openxmlformats.org/officeDocument/2006/relationships/slideLayout" Target="../slideLayouts/slideLayout117.xml" /><Relationship Id="rId56" Type="http://schemas.openxmlformats.org/officeDocument/2006/relationships/slideLayout" Target="../slideLayouts/slideLayout118.xml" /><Relationship Id="rId57" Type="http://schemas.openxmlformats.org/officeDocument/2006/relationships/slideLayout" Target="../slideLayouts/slideLayout119.xml" /><Relationship Id="rId58" Type="http://schemas.openxmlformats.org/officeDocument/2006/relationships/slideLayout" Target="../slideLayouts/slideLayout120.xml" /><Relationship Id="rId59" Type="http://schemas.openxmlformats.org/officeDocument/2006/relationships/slideLayout" Target="../slideLayouts/slideLayout121.xml" /><Relationship Id="rId6" Type="http://schemas.openxmlformats.org/officeDocument/2006/relationships/slideLayout" Target="../slideLayouts/slideLayout68.xml" /><Relationship Id="rId60" Type="http://schemas.openxmlformats.org/officeDocument/2006/relationships/slideLayout" Target="../slideLayouts/slideLayout122.xml" /><Relationship Id="rId61" Type="http://schemas.openxmlformats.org/officeDocument/2006/relationships/slideLayout" Target="../slideLayouts/slideLayout123.xml" /><Relationship Id="rId62" Type="http://schemas.openxmlformats.org/officeDocument/2006/relationships/slideLayout" Target="../slideLayouts/slideLayout124.xml" /><Relationship Id="rId63" Type="http://schemas.openxmlformats.org/officeDocument/2006/relationships/slideLayout" Target="../slideLayouts/slideLayout125.xml" /><Relationship Id="rId64" Type="http://schemas.openxmlformats.org/officeDocument/2006/relationships/slideLayout" Target="../slideLayouts/slideLayout126.xml" /><Relationship Id="rId65" Type="http://schemas.openxmlformats.org/officeDocument/2006/relationships/slideLayout" Target="../slideLayouts/slideLayout127.xml" /><Relationship Id="rId66" Type="http://schemas.openxmlformats.org/officeDocument/2006/relationships/slideLayout" Target="../slideLayouts/slideLayout128.xml" /><Relationship Id="rId67" Type="http://schemas.openxmlformats.org/officeDocument/2006/relationships/slideLayout" Target="../slideLayouts/slideLayout129.xml" /><Relationship Id="rId68" Type="http://schemas.openxmlformats.org/officeDocument/2006/relationships/slideLayout" Target="../slideLayouts/slideLayout130.xml" /><Relationship Id="rId69" Type="http://schemas.openxmlformats.org/officeDocument/2006/relationships/slideLayout" Target="../slideLayouts/slideLayout131.xml" /><Relationship Id="rId7" Type="http://schemas.openxmlformats.org/officeDocument/2006/relationships/slideLayout" Target="../slideLayouts/slideLayout69.xml" /><Relationship Id="rId70" Type="http://schemas.openxmlformats.org/officeDocument/2006/relationships/slideLayout" Target="../slideLayouts/slideLayout132.xml" /><Relationship Id="rId71" Type="http://schemas.openxmlformats.org/officeDocument/2006/relationships/slideLayout" Target="../slideLayouts/slideLayout133.xml" /><Relationship Id="rId72" Type="http://schemas.openxmlformats.org/officeDocument/2006/relationships/slideLayout" Target="../slideLayouts/slideLayout134.xml" /><Relationship Id="rId73" Type="http://schemas.openxmlformats.org/officeDocument/2006/relationships/image" Target="../media/image42.png" /><Relationship Id="rId74" Type="http://schemas.openxmlformats.org/officeDocument/2006/relationships/theme" Target="../theme/theme2.xml" /><Relationship Id="rId8" Type="http://schemas.openxmlformats.org/officeDocument/2006/relationships/slideLayout" Target="../slideLayouts/slideLayout70.xml" /><Relationship Id="rId9" Type="http://schemas.openxmlformats.org/officeDocument/2006/relationships/slideLayout" Target="../slideLayouts/slideLayout7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7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  <p:sldLayoutId id="2147483773" r:id="rId64"/>
    <p:sldLayoutId id="2147483774" r:id="rId65"/>
    <p:sldLayoutId id="2147483775" r:id="rId66"/>
    <p:sldLayoutId id="2147483776" r:id="rId67"/>
    <p:sldLayoutId id="2147483777" r:id="rId68"/>
    <p:sldLayoutId id="2147483778" r:id="rId69"/>
    <p:sldLayoutId id="2147483779" r:id="rId70"/>
    <p:sldLayoutId id="2147483780" r:id="rId71"/>
    <p:sldLayoutId id="2147483781" r:id="rId7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5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55.png" /><Relationship Id="rId4" Type="http://schemas.openxmlformats.org/officeDocument/2006/relationships/image" Target="../media/image5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4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2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9.png" /><Relationship Id="rId4" Type="http://schemas.openxmlformats.org/officeDocument/2006/relationships/image" Target="../media/image60.png" /><Relationship Id="rId5" Type="http://schemas.openxmlformats.org/officeDocument/2006/relationships/image" Target="../media/image61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3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54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4" name="Shape 1614"/>
        <p:cNvGrpSpPr/>
        <p:nvPr/>
      </p:nvGrpSpPr>
      <p:grpSpPr>
        <a:xfrm>
          <a:off x="0" y="0"/>
          <a:ext cx="0" cy="0"/>
        </a:xfrm>
      </p:grpSpPr>
      <p:sp>
        <p:nvSpPr>
          <p:cNvPr id="1615" name="Google Shape;1615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1616" name="Google Shape;1616;p137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620" name="Shape 1620"/>
        <p:cNvGrpSpPr/>
        <p:nvPr/>
      </p:nvGrpSpPr>
      <p:grpSpPr>
        <a:xfrm>
          <a:off x="0" y="0"/>
          <a:ext cx="0" cy="0"/>
        </a:xfrm>
      </p:grpSpPr>
      <p:sp>
        <p:nvSpPr>
          <p:cNvPr id="1621" name="Google Shape;1621;p13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5" name="Shape 1625"/>
        <p:cNvGrpSpPr/>
        <p:nvPr/>
      </p:nvGrpSpPr>
      <p:grpSpPr>
        <a:xfrm>
          <a:off x="0" y="0"/>
          <a:ext cx="0" cy="0"/>
        </a:xfrm>
      </p:grpSpPr>
      <p:sp>
        <p:nvSpPr>
          <p:cNvPr id="1626" name="Google Shape;1626;p139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addition to add positive and negative integers.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0" name="Shape 1630"/>
        <p:cNvGrpSpPr/>
        <p:nvPr/>
      </p:nvGrpSpPr>
      <p:grpSpPr>
        <a:xfrm>
          <a:off x="0" y="0"/>
          <a:ext cx="0" cy="0"/>
        </a:xfrm>
      </p:grpSpPr>
      <p:sp>
        <p:nvSpPr>
          <p:cNvPr id="1631" name="Google Shape;1631;p140"/>
          <p:cNvSpPr txBox="1"/>
          <p:nvPr>
            <p:ph type="subTitle" idx="2"/>
          </p:nvPr>
        </p:nvSpPr>
        <p:spPr>
          <a:xfrm>
            <a:off x="324001" y="2314938"/>
            <a:ext cx="79062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>
                <a:solidFill>
                  <a:schemeClr val="dk1"/>
                </a:solidFill>
              </a:rPr>
              <a:t>A number and its </a:t>
            </a:r>
            <a:r>
              <a:rPr lang="en-GB">
                <a:solidFill>
                  <a:schemeClr val="dk1"/>
                </a:solidFill>
              </a:rPr>
              <a:t>additive inverse</a:t>
            </a:r>
            <a:r>
              <a:rPr lang="en-GB" b="0">
                <a:solidFill>
                  <a:schemeClr val="dk1"/>
                </a:solidFill>
              </a:rPr>
              <a:t> make a </a:t>
            </a:r>
            <a:r>
              <a:rPr lang="en-GB">
                <a:solidFill>
                  <a:schemeClr val="dk1"/>
                </a:solidFill>
              </a:rPr>
              <a:t>zero pair</a:t>
            </a:r>
            <a:r>
              <a:rPr lang="en-GB" b="0">
                <a:solidFill>
                  <a:schemeClr val="dk1"/>
                </a:solidFill>
              </a:rPr>
              <a:t>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1632" name="Google Shape;1632;p140"/>
          <p:cNvSpPr txBox="1"/>
          <p:nvPr>
            <p:ph type="subTitle" idx="1"/>
          </p:nvPr>
        </p:nvSpPr>
        <p:spPr>
          <a:xfrm>
            <a:off x="324000" y="993650"/>
            <a:ext cx="74466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0">
                <a:solidFill>
                  <a:schemeClr val="dk1"/>
                </a:solidFill>
              </a:rPr>
              <a:t>The</a:t>
            </a:r>
            <a:r>
              <a:rPr lang="en-GB">
                <a:solidFill>
                  <a:schemeClr val="dk1"/>
                </a:solidFill>
              </a:rPr>
              <a:t> additive inverse </a:t>
            </a:r>
            <a:r>
              <a:rPr lang="en-GB" b="0">
                <a:solidFill>
                  <a:schemeClr val="dk1"/>
                </a:solidFill>
              </a:rPr>
              <a:t>of a number is a number that, when added to the original number, gives the sum of 0.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1633" name="Google Shape;1633;p140"/>
          <p:cNvSpPr txBox="1"/>
          <p:nvPr>
            <p:ph type="subTitle" idx="3"/>
          </p:nvPr>
        </p:nvSpPr>
        <p:spPr>
          <a:xfrm>
            <a:off x="324001" y="3368576"/>
            <a:ext cx="79062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0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chemeClr val="dk1"/>
                </a:solidFill>
              </a:rPr>
              <a:t>absolute value </a:t>
            </a:r>
            <a:r>
              <a:rPr lang="en-GB" b="0">
                <a:solidFill>
                  <a:schemeClr val="dk1"/>
                </a:solidFill>
              </a:rPr>
              <a:t>of a number is its distance from zero. E.g. 5 and (−5) are both 5 away from zero and so both have an </a:t>
            </a:r>
            <a:r>
              <a:rPr lang="en-GB">
                <a:solidFill>
                  <a:schemeClr val="dk1"/>
                </a:solidFill>
              </a:rPr>
              <a:t>absolute value</a:t>
            </a:r>
            <a:r>
              <a:rPr lang="en-GB" b="0">
                <a:solidFill>
                  <a:schemeClr val="dk1"/>
                </a:solidFill>
              </a:rPr>
              <a:t> of 5.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7" name="Shape 1637"/>
        <p:cNvGrpSpPr/>
        <p:nvPr/>
      </p:nvGrpSpPr>
      <p:grpSpPr>
        <a:xfrm>
          <a:off x="0" y="0"/>
          <a:ext cx="0" cy="0"/>
        </a:xfrm>
      </p:grpSpPr>
      <p:sp>
        <p:nvSpPr>
          <p:cNvPr id="1638" name="Google Shape;1638;p14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639" name="Google Shape;1639;p141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1640" name="Google Shape;1640;p141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1641" name="Google Shape;1641;p141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pic>
        <p:nvPicPr>
          <p:cNvPr id="1642" name="Google Shape;1642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6" name="Shape 1646"/>
        <p:cNvGrpSpPr/>
        <p:nvPr/>
      </p:nvGrpSpPr>
      <p:grpSpPr>
        <a:xfrm>
          <a:off x="0" y="0"/>
          <a:ext cx="0" cy="0"/>
        </a:xfrm>
      </p:grpSpPr>
      <p:grpSp>
        <p:nvGrpSpPr>
          <p:cNvPr id="1647" name="Google Shape;1647;p142"/>
          <p:cNvGrpSpPr/>
          <p:nvPr/>
        </p:nvGrpSpPr>
        <p:grpSpPr>
          <a:xfrm>
            <a:off x="1391813" y="3129989"/>
            <a:ext cx="6314084" cy="635220"/>
            <a:chOff x="2443963" y="2952289"/>
            <a:chExt cx="4216980" cy="1290836"/>
          </a:xfrm>
        </p:grpSpPr>
        <p:grpSp>
          <p:nvGrpSpPr>
            <p:cNvPr id="1648" name="Google Shape;1648;p142"/>
            <p:cNvGrpSpPr/>
            <p:nvPr/>
          </p:nvGrpSpPr>
          <p:grpSpPr>
            <a:xfrm>
              <a:off x="2527432" y="2952289"/>
              <a:ext cx="4080418" cy="915545"/>
              <a:chOff x="2349800" y="3082900"/>
              <a:chExt cx="3814188" cy="764100"/>
            </a:xfrm>
          </p:grpSpPr>
          <p:cxnSp>
            <p:nvCxnSpPr>
              <p:cNvPr id="1649" name="Google Shape;1649;p142"/>
              <p:cNvCxnSpPr/>
              <p:nvPr/>
            </p:nvCxnSpPr>
            <p:spPr>
              <a:xfrm rot="10800000" flipH="1">
                <a:off x="2354888" y="3471998"/>
                <a:ext cx="3809100" cy="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0" name="Google Shape;1650;p142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1" name="Google Shape;1651;p142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2" name="Google Shape;1652;p142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3" name="Google Shape;1653;p142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4" name="Google Shape;1654;p142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5" name="Google Shape;1655;p142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6" name="Google Shape;1656;p142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7" name="Google Shape;1657;p142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8" name="Google Shape;1658;p142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9" name="Google Shape;1659;p142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0" name="Google Shape;1660;p142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61" name="Google Shape;1661;p142"/>
            <p:cNvSpPr txBox="1"/>
            <p:nvPr/>
          </p:nvSpPr>
          <p:spPr>
            <a:xfrm>
              <a:off x="2836625" y="3867825"/>
              <a:ext cx="1965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142"/>
            <p:cNvSpPr txBox="1"/>
            <p:nvPr/>
          </p:nvSpPr>
          <p:spPr>
            <a:xfrm>
              <a:off x="2443963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3" name="Google Shape;1663;p142"/>
            <p:cNvSpPr txBox="1"/>
            <p:nvPr/>
          </p:nvSpPr>
          <p:spPr>
            <a:xfrm>
              <a:off x="3252625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142"/>
            <p:cNvSpPr txBox="1"/>
            <p:nvPr/>
          </p:nvSpPr>
          <p:spPr>
            <a:xfrm>
              <a:off x="533690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5" name="Google Shape;1665;p142"/>
            <p:cNvSpPr txBox="1"/>
            <p:nvPr/>
          </p:nvSpPr>
          <p:spPr>
            <a:xfrm>
              <a:off x="4932750" y="3867825"/>
              <a:ext cx="8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6" name="Google Shape;1666;p142"/>
            <p:cNvSpPr txBox="1"/>
            <p:nvPr/>
          </p:nvSpPr>
          <p:spPr>
            <a:xfrm>
              <a:off x="407647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7" name="Google Shape;1667;p142"/>
            <p:cNvSpPr txBox="1"/>
            <p:nvPr/>
          </p:nvSpPr>
          <p:spPr>
            <a:xfrm>
              <a:off x="4514200" y="3867825"/>
              <a:ext cx="972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142"/>
            <p:cNvSpPr txBox="1"/>
            <p:nvPr/>
          </p:nvSpPr>
          <p:spPr>
            <a:xfrm>
              <a:off x="6137393" y="3867825"/>
              <a:ext cx="11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9" name="Google Shape;1669;p142"/>
            <p:cNvSpPr txBox="1"/>
            <p:nvPr/>
          </p:nvSpPr>
          <p:spPr>
            <a:xfrm>
              <a:off x="6556542" y="3867825"/>
              <a:ext cx="1044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0" name="Google Shape;1670;p142"/>
            <p:cNvSpPr txBox="1"/>
            <p:nvPr/>
          </p:nvSpPr>
          <p:spPr>
            <a:xfrm>
              <a:off x="574105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1" name="Google Shape;1671;p142"/>
            <p:cNvSpPr txBox="1"/>
            <p:nvPr/>
          </p:nvSpPr>
          <p:spPr>
            <a:xfrm>
              <a:off x="365482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2" name="Google Shape;1672;p142"/>
          <p:cNvGrpSpPr/>
          <p:nvPr/>
        </p:nvGrpSpPr>
        <p:grpSpPr>
          <a:xfrm>
            <a:off x="1391813" y="2215589"/>
            <a:ext cx="6314084" cy="635220"/>
            <a:chOff x="2443963" y="2952289"/>
            <a:chExt cx="4216980" cy="1290836"/>
          </a:xfrm>
        </p:grpSpPr>
        <p:grpSp>
          <p:nvGrpSpPr>
            <p:cNvPr id="1673" name="Google Shape;1673;p142"/>
            <p:cNvGrpSpPr/>
            <p:nvPr/>
          </p:nvGrpSpPr>
          <p:grpSpPr>
            <a:xfrm>
              <a:off x="2527432" y="2952289"/>
              <a:ext cx="4080418" cy="915545"/>
              <a:chOff x="2349800" y="3082900"/>
              <a:chExt cx="3814188" cy="764100"/>
            </a:xfrm>
          </p:grpSpPr>
          <p:cxnSp>
            <p:nvCxnSpPr>
              <p:cNvPr id="1674" name="Google Shape;1674;p142"/>
              <p:cNvCxnSpPr/>
              <p:nvPr/>
            </p:nvCxnSpPr>
            <p:spPr>
              <a:xfrm rot="10800000" flipH="1">
                <a:off x="2354888" y="3471998"/>
                <a:ext cx="3809100" cy="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5" name="Google Shape;1675;p142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6" name="Google Shape;1676;p142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7" name="Google Shape;1677;p142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8" name="Google Shape;1678;p142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9" name="Google Shape;1679;p142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0" name="Google Shape;1680;p142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1" name="Google Shape;1681;p142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2" name="Google Shape;1682;p142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3" name="Google Shape;1683;p142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4" name="Google Shape;1684;p142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5" name="Google Shape;1685;p142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686" name="Google Shape;1686;p142"/>
            <p:cNvSpPr txBox="1"/>
            <p:nvPr/>
          </p:nvSpPr>
          <p:spPr>
            <a:xfrm>
              <a:off x="2836625" y="3867825"/>
              <a:ext cx="1965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142"/>
            <p:cNvSpPr txBox="1"/>
            <p:nvPr/>
          </p:nvSpPr>
          <p:spPr>
            <a:xfrm>
              <a:off x="2443963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8" name="Google Shape;1688;p142"/>
            <p:cNvSpPr txBox="1"/>
            <p:nvPr/>
          </p:nvSpPr>
          <p:spPr>
            <a:xfrm>
              <a:off x="3252625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142"/>
            <p:cNvSpPr txBox="1"/>
            <p:nvPr/>
          </p:nvSpPr>
          <p:spPr>
            <a:xfrm>
              <a:off x="533690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142"/>
            <p:cNvSpPr txBox="1"/>
            <p:nvPr/>
          </p:nvSpPr>
          <p:spPr>
            <a:xfrm>
              <a:off x="4932750" y="3867825"/>
              <a:ext cx="8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1" name="Google Shape;1691;p142"/>
            <p:cNvSpPr txBox="1"/>
            <p:nvPr/>
          </p:nvSpPr>
          <p:spPr>
            <a:xfrm>
              <a:off x="407647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142"/>
            <p:cNvSpPr txBox="1"/>
            <p:nvPr/>
          </p:nvSpPr>
          <p:spPr>
            <a:xfrm>
              <a:off x="4514200" y="3867825"/>
              <a:ext cx="972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3" name="Google Shape;1693;p142"/>
            <p:cNvSpPr txBox="1"/>
            <p:nvPr/>
          </p:nvSpPr>
          <p:spPr>
            <a:xfrm>
              <a:off x="6137393" y="3867825"/>
              <a:ext cx="11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4" name="Google Shape;1694;p142"/>
            <p:cNvSpPr txBox="1"/>
            <p:nvPr/>
          </p:nvSpPr>
          <p:spPr>
            <a:xfrm>
              <a:off x="6556542" y="3867825"/>
              <a:ext cx="1044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5" name="Google Shape;1695;p142"/>
            <p:cNvSpPr txBox="1"/>
            <p:nvPr/>
          </p:nvSpPr>
          <p:spPr>
            <a:xfrm>
              <a:off x="574105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6" name="Google Shape;1696;p142"/>
            <p:cNvSpPr txBox="1"/>
            <p:nvPr/>
          </p:nvSpPr>
          <p:spPr>
            <a:xfrm>
              <a:off x="365482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7" name="Google Shape;1697;p142"/>
          <p:cNvGrpSpPr/>
          <p:nvPr/>
        </p:nvGrpSpPr>
        <p:grpSpPr>
          <a:xfrm>
            <a:off x="1391813" y="1224989"/>
            <a:ext cx="6314084" cy="635220"/>
            <a:chOff x="2443963" y="2952289"/>
            <a:chExt cx="4216980" cy="1290836"/>
          </a:xfrm>
        </p:grpSpPr>
        <p:grpSp>
          <p:nvGrpSpPr>
            <p:cNvPr id="1698" name="Google Shape;1698;p142"/>
            <p:cNvGrpSpPr/>
            <p:nvPr/>
          </p:nvGrpSpPr>
          <p:grpSpPr>
            <a:xfrm>
              <a:off x="2527432" y="2952289"/>
              <a:ext cx="4080418" cy="915545"/>
              <a:chOff x="2349800" y="3082900"/>
              <a:chExt cx="3814188" cy="764100"/>
            </a:xfrm>
          </p:grpSpPr>
          <p:cxnSp>
            <p:nvCxnSpPr>
              <p:cNvPr id="1699" name="Google Shape;1699;p142"/>
              <p:cNvCxnSpPr/>
              <p:nvPr/>
            </p:nvCxnSpPr>
            <p:spPr>
              <a:xfrm rot="10800000" flipH="1">
                <a:off x="2354888" y="3471998"/>
                <a:ext cx="3809100" cy="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0" name="Google Shape;1700;p142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1" name="Google Shape;1701;p142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2" name="Google Shape;1702;p142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3" name="Google Shape;1703;p142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4" name="Google Shape;1704;p142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5" name="Google Shape;1705;p142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6" name="Google Shape;1706;p142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7" name="Google Shape;1707;p142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8" name="Google Shape;1708;p142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9" name="Google Shape;1709;p142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0" name="Google Shape;1710;p142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711" name="Google Shape;1711;p142"/>
            <p:cNvSpPr txBox="1"/>
            <p:nvPr/>
          </p:nvSpPr>
          <p:spPr>
            <a:xfrm>
              <a:off x="2836625" y="3867825"/>
              <a:ext cx="1965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2" name="Google Shape;1712;p142"/>
            <p:cNvSpPr txBox="1"/>
            <p:nvPr/>
          </p:nvSpPr>
          <p:spPr>
            <a:xfrm>
              <a:off x="2443963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3" name="Google Shape;1713;p142"/>
            <p:cNvSpPr txBox="1"/>
            <p:nvPr/>
          </p:nvSpPr>
          <p:spPr>
            <a:xfrm>
              <a:off x="3252625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142"/>
            <p:cNvSpPr txBox="1"/>
            <p:nvPr/>
          </p:nvSpPr>
          <p:spPr>
            <a:xfrm>
              <a:off x="533690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5" name="Google Shape;1715;p142"/>
            <p:cNvSpPr txBox="1"/>
            <p:nvPr/>
          </p:nvSpPr>
          <p:spPr>
            <a:xfrm>
              <a:off x="4932750" y="3867825"/>
              <a:ext cx="8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6" name="Google Shape;1716;p142"/>
            <p:cNvSpPr txBox="1"/>
            <p:nvPr/>
          </p:nvSpPr>
          <p:spPr>
            <a:xfrm>
              <a:off x="407647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142"/>
            <p:cNvSpPr txBox="1"/>
            <p:nvPr/>
          </p:nvSpPr>
          <p:spPr>
            <a:xfrm>
              <a:off x="4514200" y="3867825"/>
              <a:ext cx="972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142"/>
            <p:cNvSpPr txBox="1"/>
            <p:nvPr/>
          </p:nvSpPr>
          <p:spPr>
            <a:xfrm>
              <a:off x="6137393" y="3867825"/>
              <a:ext cx="11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9" name="Google Shape;1719;p142"/>
            <p:cNvSpPr txBox="1"/>
            <p:nvPr/>
          </p:nvSpPr>
          <p:spPr>
            <a:xfrm>
              <a:off x="6556542" y="3867825"/>
              <a:ext cx="1044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142"/>
            <p:cNvSpPr txBox="1"/>
            <p:nvPr/>
          </p:nvSpPr>
          <p:spPr>
            <a:xfrm>
              <a:off x="574105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1" name="Google Shape;1721;p142"/>
            <p:cNvSpPr txBox="1"/>
            <p:nvPr/>
          </p:nvSpPr>
          <p:spPr>
            <a:xfrm>
              <a:off x="365482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2" name="Google Shape;1722;p142"/>
          <p:cNvSpPr txBox="1"/>
          <p:nvPr>
            <p:ph type="body" idx="1"/>
          </p:nvPr>
        </p:nvSpPr>
        <p:spPr>
          <a:xfrm>
            <a:off x="324000" y="606900"/>
            <a:ext cx="8237700" cy="76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 you notice about the following images?</a:t>
            </a:r>
            <a:endParaRPr/>
          </a:p>
        </p:txBody>
      </p:sp>
      <p:sp>
        <p:nvSpPr>
          <p:cNvPr id="1723" name="Google Shape;1723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724" name="Google Shape;1724;p142"/>
          <p:cNvSpPr/>
          <p:nvPr/>
        </p:nvSpPr>
        <p:spPr>
          <a:xfrm>
            <a:off x="2614597" y="1018100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42"/>
          <p:cNvSpPr/>
          <p:nvPr/>
        </p:nvSpPr>
        <p:spPr>
          <a:xfrm>
            <a:off x="6288433" y="1018101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42"/>
          <p:cNvSpPr/>
          <p:nvPr/>
        </p:nvSpPr>
        <p:spPr>
          <a:xfrm>
            <a:off x="1411816" y="1982185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42"/>
          <p:cNvSpPr/>
          <p:nvPr/>
        </p:nvSpPr>
        <p:spPr>
          <a:xfrm>
            <a:off x="7497794" y="1988511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142"/>
          <p:cNvSpPr/>
          <p:nvPr/>
        </p:nvSpPr>
        <p:spPr>
          <a:xfrm>
            <a:off x="3230461" y="2933238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142"/>
          <p:cNvSpPr/>
          <p:nvPr/>
        </p:nvSpPr>
        <p:spPr>
          <a:xfrm>
            <a:off x="5673220" y="2933238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42"/>
          <p:cNvSpPr txBox="1"/>
          <p:nvPr/>
        </p:nvSpPr>
        <p:spPr>
          <a:xfrm>
            <a:off x="324000" y="3824200"/>
            <a:ext cx="7300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	They are symmetrical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dots are on the same numbers in each one but one of them is negative.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4" name="Shape 1734"/>
        <p:cNvGrpSpPr/>
        <p:nvPr/>
      </p:nvGrpSpPr>
      <p:grpSpPr>
        <a:xfrm>
          <a:off x="0" y="0"/>
          <a:ext cx="0" cy="0"/>
        </a:xfrm>
      </p:grpSpPr>
      <p:grpSp>
        <p:nvGrpSpPr>
          <p:cNvPr id="1735" name="Google Shape;1735;p143"/>
          <p:cNvGrpSpPr/>
          <p:nvPr/>
        </p:nvGrpSpPr>
        <p:grpSpPr>
          <a:xfrm>
            <a:off x="1391813" y="1377389"/>
            <a:ext cx="6314084" cy="635220"/>
            <a:chOff x="2443963" y="2952289"/>
            <a:chExt cx="4216980" cy="1290836"/>
          </a:xfrm>
        </p:grpSpPr>
        <p:grpSp>
          <p:nvGrpSpPr>
            <p:cNvPr id="1736" name="Google Shape;1736;p143"/>
            <p:cNvGrpSpPr/>
            <p:nvPr/>
          </p:nvGrpSpPr>
          <p:grpSpPr>
            <a:xfrm>
              <a:off x="2527432" y="2952289"/>
              <a:ext cx="4080418" cy="915545"/>
              <a:chOff x="2349800" y="3082900"/>
              <a:chExt cx="3814188" cy="764100"/>
            </a:xfrm>
          </p:grpSpPr>
          <p:cxnSp>
            <p:nvCxnSpPr>
              <p:cNvPr id="1737" name="Google Shape;1737;p143"/>
              <p:cNvCxnSpPr/>
              <p:nvPr/>
            </p:nvCxnSpPr>
            <p:spPr>
              <a:xfrm rot="10800000" flipH="1">
                <a:off x="2354888" y="3471998"/>
                <a:ext cx="3809100" cy="6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8" name="Google Shape;1738;p143"/>
              <p:cNvCxnSpPr/>
              <p:nvPr/>
            </p:nvCxnSpPr>
            <p:spPr>
              <a:xfrm>
                <a:off x="4635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9" name="Google Shape;1739;p143"/>
              <p:cNvCxnSpPr/>
              <p:nvPr/>
            </p:nvCxnSpPr>
            <p:spPr>
              <a:xfrm>
                <a:off x="5777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0" name="Google Shape;1740;p143"/>
              <p:cNvCxnSpPr/>
              <p:nvPr/>
            </p:nvCxnSpPr>
            <p:spPr>
              <a:xfrm>
                <a:off x="50162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1" name="Google Shape;1741;p143"/>
              <p:cNvCxnSpPr/>
              <p:nvPr/>
            </p:nvCxnSpPr>
            <p:spPr>
              <a:xfrm>
                <a:off x="42545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2" name="Google Shape;1742;p143"/>
              <p:cNvCxnSpPr/>
              <p:nvPr/>
            </p:nvCxnSpPr>
            <p:spPr>
              <a:xfrm>
                <a:off x="2349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3" name="Google Shape;1743;p143"/>
              <p:cNvCxnSpPr/>
              <p:nvPr/>
            </p:nvCxnSpPr>
            <p:spPr>
              <a:xfrm>
                <a:off x="2730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4" name="Google Shape;1744;p143"/>
              <p:cNvCxnSpPr/>
              <p:nvPr/>
            </p:nvCxnSpPr>
            <p:spPr>
              <a:xfrm>
                <a:off x="3111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5" name="Google Shape;1745;p143"/>
              <p:cNvCxnSpPr/>
              <p:nvPr/>
            </p:nvCxnSpPr>
            <p:spPr>
              <a:xfrm>
                <a:off x="3492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6" name="Google Shape;1746;p143"/>
              <p:cNvCxnSpPr/>
              <p:nvPr/>
            </p:nvCxnSpPr>
            <p:spPr>
              <a:xfrm>
                <a:off x="38738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7" name="Google Shape;1747;p143"/>
              <p:cNvCxnSpPr/>
              <p:nvPr/>
            </p:nvCxnSpPr>
            <p:spPr>
              <a:xfrm>
                <a:off x="53969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8" name="Google Shape;1748;p143"/>
              <p:cNvCxnSpPr/>
              <p:nvPr/>
            </p:nvCxnSpPr>
            <p:spPr>
              <a:xfrm>
                <a:off x="6158600" y="3082900"/>
                <a:ext cx="300" cy="7641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749" name="Google Shape;1749;p143"/>
            <p:cNvSpPr txBox="1"/>
            <p:nvPr/>
          </p:nvSpPr>
          <p:spPr>
            <a:xfrm>
              <a:off x="2836625" y="3867825"/>
              <a:ext cx="1965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0" name="Google Shape;1750;p143"/>
            <p:cNvSpPr txBox="1"/>
            <p:nvPr/>
          </p:nvSpPr>
          <p:spPr>
            <a:xfrm>
              <a:off x="2443963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1" name="Google Shape;1751;p143"/>
            <p:cNvSpPr txBox="1"/>
            <p:nvPr/>
          </p:nvSpPr>
          <p:spPr>
            <a:xfrm>
              <a:off x="3252625" y="3867825"/>
              <a:ext cx="1827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2" name="Google Shape;1752;p143"/>
            <p:cNvSpPr txBox="1"/>
            <p:nvPr/>
          </p:nvSpPr>
          <p:spPr>
            <a:xfrm>
              <a:off x="533690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3" name="Google Shape;1753;p143"/>
            <p:cNvSpPr txBox="1"/>
            <p:nvPr/>
          </p:nvSpPr>
          <p:spPr>
            <a:xfrm>
              <a:off x="4932750" y="3867825"/>
              <a:ext cx="8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4" name="Google Shape;1754;p143"/>
            <p:cNvSpPr txBox="1"/>
            <p:nvPr/>
          </p:nvSpPr>
          <p:spPr>
            <a:xfrm>
              <a:off x="407647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143"/>
            <p:cNvSpPr txBox="1"/>
            <p:nvPr/>
          </p:nvSpPr>
          <p:spPr>
            <a:xfrm>
              <a:off x="4514200" y="3867825"/>
              <a:ext cx="972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6" name="Google Shape;1756;p143"/>
            <p:cNvSpPr txBox="1"/>
            <p:nvPr/>
          </p:nvSpPr>
          <p:spPr>
            <a:xfrm>
              <a:off x="6137393" y="3867825"/>
              <a:ext cx="1128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7" name="Google Shape;1757;p143"/>
            <p:cNvSpPr txBox="1"/>
            <p:nvPr/>
          </p:nvSpPr>
          <p:spPr>
            <a:xfrm>
              <a:off x="6556542" y="3867825"/>
              <a:ext cx="1044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8" name="Google Shape;1758;p143"/>
            <p:cNvSpPr txBox="1"/>
            <p:nvPr/>
          </p:nvSpPr>
          <p:spPr>
            <a:xfrm>
              <a:off x="5741050" y="3867825"/>
              <a:ext cx="9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143"/>
            <p:cNvSpPr txBox="1"/>
            <p:nvPr/>
          </p:nvSpPr>
          <p:spPr>
            <a:xfrm>
              <a:off x="3654825" y="3867825"/>
              <a:ext cx="1800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02124"/>
                  </a:solidFill>
                  <a:highlight>
                    <a:srgbClr val="FFFFFF"/>
                  </a:highlight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0" name="Google Shape;1760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761" name="Google Shape;1761;p143"/>
          <p:cNvSpPr/>
          <p:nvPr/>
        </p:nvSpPr>
        <p:spPr>
          <a:xfrm>
            <a:off x="2634247" y="1240375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43"/>
          <p:cNvSpPr/>
          <p:nvPr/>
        </p:nvSpPr>
        <p:spPr>
          <a:xfrm>
            <a:off x="6288433" y="1246701"/>
            <a:ext cx="240300" cy="2520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43"/>
          <p:cNvSpPr txBox="1"/>
          <p:nvPr>
            <p:ph type="body" idx="1"/>
          </p:nvPr>
        </p:nvSpPr>
        <p:spPr>
          <a:xfrm>
            <a:off x="324000" y="2204150"/>
            <a:ext cx="82377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absolute value</a:t>
            </a:r>
            <a:r>
              <a:rPr lang="en-GB"/>
              <a:t> of a number is its distance from zero.</a:t>
            </a:r>
            <a:endParaRPr/>
          </a:p>
        </p:txBody>
      </p:sp>
      <p:sp>
        <p:nvSpPr>
          <p:cNvPr id="1764" name="Google Shape;1764;p143"/>
          <p:cNvSpPr txBox="1"/>
          <p:nvPr>
            <p:ph type="body" idx="1"/>
          </p:nvPr>
        </p:nvSpPr>
        <p:spPr>
          <a:xfrm>
            <a:off x="324000" y="2778925"/>
            <a:ext cx="59643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3) is 3 from zero and 3 is 3 from zero </a:t>
            </a:r>
            <a:endParaRPr/>
          </a:p>
        </p:txBody>
      </p:sp>
      <p:sp>
        <p:nvSpPr>
          <p:cNvPr id="1765" name="Google Shape;1765;p143"/>
          <p:cNvSpPr txBox="1"/>
          <p:nvPr>
            <p:ph type="body" idx="1"/>
          </p:nvPr>
        </p:nvSpPr>
        <p:spPr>
          <a:xfrm>
            <a:off x="324000" y="3429925"/>
            <a:ext cx="60588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3) and 3 both have an </a:t>
            </a:r>
            <a:r>
              <a:rPr lang="en-GB" b="1"/>
              <a:t>absolute value</a:t>
            </a:r>
            <a:r>
              <a:rPr lang="en-GB"/>
              <a:t> of 3</a:t>
            </a:r>
            <a:endParaRPr/>
          </a:p>
        </p:txBody>
      </p:sp>
      <p:sp>
        <p:nvSpPr>
          <p:cNvPr id="1766" name="Google Shape;1766;p143"/>
          <p:cNvSpPr txBox="1"/>
          <p:nvPr>
            <p:ph type="body" idx="1"/>
          </p:nvPr>
        </p:nvSpPr>
        <p:spPr>
          <a:xfrm>
            <a:off x="324000" y="4080900"/>
            <a:ext cx="8127600" cy="7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3) and 3 are </a:t>
            </a:r>
            <a:r>
              <a:rPr lang="en-GB" b="1"/>
              <a:t>additive inverses</a:t>
            </a:r>
            <a:r>
              <a:rPr lang="en-GB"/>
              <a:t> of each other, they sum to zero</a:t>
            </a:r>
            <a:endParaRPr/>
          </a:p>
        </p:txBody>
      </p:sp>
      <p:sp>
        <p:nvSpPr>
          <p:cNvPr id="1767" name="Google Shape;1767;p143"/>
          <p:cNvSpPr/>
          <p:nvPr/>
        </p:nvSpPr>
        <p:spPr>
          <a:xfrm>
            <a:off x="2761175" y="1041825"/>
            <a:ext cx="1810800" cy="123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43"/>
          <p:cNvSpPr/>
          <p:nvPr/>
        </p:nvSpPr>
        <p:spPr>
          <a:xfrm>
            <a:off x="4572000" y="1044550"/>
            <a:ext cx="1810800" cy="123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43"/>
          <p:cNvSpPr/>
          <p:nvPr/>
        </p:nvSpPr>
        <p:spPr>
          <a:xfrm>
            <a:off x="2874550" y="2754188"/>
            <a:ext cx="2754900" cy="358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3" name="Shape 1773"/>
        <p:cNvGrpSpPr/>
        <p:nvPr/>
      </p:nvGrpSpPr>
      <p:grpSpPr>
        <a:xfrm>
          <a:off x="0" y="0"/>
          <a:ext cx="0" cy="0"/>
        </a:xfrm>
      </p:grpSpPr>
      <p:sp>
        <p:nvSpPr>
          <p:cNvPr id="1774" name="Google Shape;1774;p144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One is negative and one is positive.</a:t>
            </a:r>
            <a:endParaRPr/>
          </a:p>
        </p:txBody>
      </p:sp>
      <p:sp>
        <p:nvSpPr>
          <p:cNvPr id="1775" name="Google Shape;1775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776" name="Google Shape;1776;p144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absolute value</a:t>
            </a:r>
            <a:r>
              <a:rPr lang="en-GB"/>
              <a:t> of 200 and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200) is 200</a:t>
            </a:r>
            <a:endParaRPr/>
          </a:p>
        </p:txBody>
      </p:sp>
      <p:sp>
        <p:nvSpPr>
          <p:cNvPr id="1777" name="Google Shape;1777;p14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They are both the same distance from zero.</a:t>
            </a:r>
            <a:endParaRPr/>
          </a:p>
        </p:txBody>
      </p:sp>
      <p:pic>
        <p:nvPicPr>
          <p:cNvPr id="1778" name="Google Shape;1778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6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1883" y="3967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3" name="Shape 1783"/>
        <p:cNvGrpSpPr/>
        <p:nvPr/>
      </p:nvGrpSpPr>
      <p:grpSpPr>
        <a:xfrm>
          <a:off x="0" y="0"/>
          <a:ext cx="0" cy="0"/>
        </a:xfrm>
      </p:grpSpPr>
      <p:sp>
        <p:nvSpPr>
          <p:cNvPr id="1784" name="Google Shape;1784;p145"/>
          <p:cNvSpPr txBox="1"/>
          <p:nvPr>
            <p:ph type="body" idx="1"/>
          </p:nvPr>
        </p:nvSpPr>
        <p:spPr>
          <a:xfrm>
            <a:off x="324000" y="759300"/>
            <a:ext cx="2671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Additive inverses</a:t>
            </a:r>
            <a:endParaRPr b="1"/>
          </a:p>
        </p:txBody>
      </p:sp>
      <p:sp>
        <p:nvSpPr>
          <p:cNvPr id="1785" name="Google Shape;1785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786" name="Google Shape;1786;p145"/>
          <p:cNvSpPr txBox="1"/>
          <p:nvPr>
            <p:ph type="body" idx="1"/>
          </p:nvPr>
        </p:nvSpPr>
        <p:spPr>
          <a:xfrm>
            <a:off x="3101700" y="1459650"/>
            <a:ext cx="535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100</a:t>
            </a:r>
            <a:endParaRPr/>
          </a:p>
        </p:txBody>
      </p:sp>
      <p:sp>
        <p:nvSpPr>
          <p:cNvPr id="1787" name="Google Shape;1787;p145"/>
          <p:cNvSpPr txBox="1"/>
          <p:nvPr>
            <p:ph type="body" idx="1"/>
          </p:nvPr>
        </p:nvSpPr>
        <p:spPr>
          <a:xfrm>
            <a:off x="5506500" y="1459650"/>
            <a:ext cx="870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100)</a:t>
            </a:r>
            <a:endParaRPr/>
          </a:p>
        </p:txBody>
      </p:sp>
      <p:sp>
        <p:nvSpPr>
          <p:cNvPr id="1788" name="Google Shape;1788;p145"/>
          <p:cNvSpPr txBox="1"/>
          <p:nvPr>
            <p:ph type="body" idx="1"/>
          </p:nvPr>
        </p:nvSpPr>
        <p:spPr>
          <a:xfrm>
            <a:off x="3101700" y="1999650"/>
            <a:ext cx="535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8)</a:t>
            </a:r>
            <a:endParaRPr/>
          </a:p>
        </p:txBody>
      </p:sp>
      <p:sp>
        <p:nvSpPr>
          <p:cNvPr id="1789" name="Google Shape;1789;p145"/>
          <p:cNvSpPr txBox="1"/>
          <p:nvPr>
            <p:ph type="body" idx="1"/>
          </p:nvPr>
        </p:nvSpPr>
        <p:spPr>
          <a:xfrm>
            <a:off x="5848050" y="1999650"/>
            <a:ext cx="186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pic>
        <p:nvPicPr>
          <p:cNvPr id="1790" name="Google Shape;1790;p145" descr="&lt;math xmlns=&quot;http://www.w3.org/1998/Math/MathML&quot; display=&quot;block&quot; data-is-equatio=&quot;1&quot; data-latex=&quot;\dfrac{1}{2}&quot;&gt;&lt;mstyle displaystyle=&quot;true&quot; scriptlevel=&quot;0&quot;&gt;&lt;mfrac&gt;&lt;mn&gt;1&lt;/mn&gt;&lt;mn&gt;2&lt;/mn&gt;&lt;/mfrac&gt;&lt;/mstyle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204" y="2727100"/>
            <a:ext cx="180596" cy="575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145" descr="&lt;math xmlns=&quot;http://www.w3.org/1998/Math/MathML&quot; display=&quot;block&quot; data-is-equatio=&quot;1&quot; data-latex=&quot;\left(-\frac{1}{2}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/math&gt;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812" y="2672493"/>
            <a:ext cx="747583" cy="68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2" name="Google Shape;1792;p145"/>
          <p:cNvSpPr txBox="1"/>
          <p:nvPr>
            <p:ph type="body" idx="1"/>
          </p:nvPr>
        </p:nvSpPr>
        <p:spPr>
          <a:xfrm>
            <a:off x="3276150" y="3619650"/>
            <a:ext cx="1869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793" name="Google Shape;1793;p145"/>
          <p:cNvSpPr txBox="1"/>
          <p:nvPr>
            <p:ph type="body" idx="1"/>
          </p:nvPr>
        </p:nvSpPr>
        <p:spPr>
          <a:xfrm>
            <a:off x="5673600" y="3619650"/>
            <a:ext cx="6714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a)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7" name="Shape 1797"/>
        <p:cNvGrpSpPr/>
        <p:nvPr/>
      </p:nvGrpSpPr>
      <p:grpSpPr>
        <a:xfrm>
          <a:off x="0" y="0"/>
          <a:ext cx="0" cy="0"/>
        </a:xfrm>
      </p:grpSpPr>
      <p:sp>
        <p:nvSpPr>
          <p:cNvPr id="1798" name="Google Shape;1798;p14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82) and 82</a:t>
            </a:r>
            <a:endParaRPr/>
          </a:p>
        </p:txBody>
      </p:sp>
      <p:sp>
        <p:nvSpPr>
          <p:cNvPr id="1799" name="Google Shape;1799;p14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800" name="Google Shape;1800;p1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 the pairs that are </a:t>
            </a:r>
            <a:r>
              <a:rPr lang="en-GB">
                <a:solidFill>
                  <a:schemeClr val="accent4"/>
                </a:solidFill>
              </a:rPr>
              <a:t>correct</a:t>
            </a:r>
            <a:r>
              <a:rPr lang="en-GB"/>
              <a:t> </a:t>
            </a:r>
            <a:r>
              <a:rPr lang="en-GB" b="1"/>
              <a:t>additive inverses</a:t>
            </a:r>
            <a:r>
              <a:rPr lang="en-GB"/>
              <a:t>.</a:t>
            </a:r>
            <a:endParaRPr/>
          </a:p>
        </p:txBody>
      </p:sp>
      <p:sp>
        <p:nvSpPr>
          <p:cNvPr id="1801" name="Google Shape;1801;p14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 and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h)</a:t>
            </a:r>
            <a:endParaRPr/>
          </a:p>
        </p:txBody>
      </p:sp>
      <p:sp>
        <p:nvSpPr>
          <p:cNvPr id="1802" name="Google Shape;1802;p146"/>
          <p:cNvSpPr txBox="1"/>
          <p:nvPr>
            <p:ph type="subTitle" idx="4"/>
          </p:nvPr>
        </p:nvSpPr>
        <p:spPr>
          <a:xfrm>
            <a:off x="1644025" y="3309775"/>
            <a:ext cx="534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</a:t>
            </a:r>
            <a:endParaRPr/>
          </a:p>
        </p:txBody>
      </p:sp>
      <p:sp>
        <p:nvSpPr>
          <p:cNvPr id="1803" name="Google Shape;1803;p14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0.9 and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0.9)</a:t>
            </a:r>
            <a:endParaRPr/>
          </a:p>
        </p:txBody>
      </p:sp>
      <p:pic>
        <p:nvPicPr>
          <p:cNvPr id="1804" name="Google Shape;1804;p146" descr="&lt;math xmlns=&quot;http://www.w3.org/1998/Math/MathML&quot; display=&quot;block&quot; data-is-equatio=&quot;1&quot; data-latex=&quot;\left(-\frac{1}{4}\right)&quot;&gt;&lt;mrow data-mjx-texclass=&quot;INNER&quot;&gt;&lt;mo data-mjx-texclass=&quot;OPEN&quot;&gt;(&lt;/mo&gt;&lt;mo&gt;−&lt;/mo&gt;&lt;mfrac&gt;&lt;mn&gt;1&lt;/mn&gt;&lt;mn&gt;4&lt;/mn&gt;&lt;/mfrac&gt;&lt;mo data-mjx-texclass=&quot;CLOSE&quot;&gt;)&lt;/mo&gt;&lt;/mrow&gt;&lt;/math&gt;" title="negative 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600" y="3205780"/>
            <a:ext cx="634293" cy="58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46" descr="&lt;math xmlns=&quot;http://www.w3.org/1998/Math/MathML&quot; display=&quot;block&quot; data-is-equatio=&quot;1&quot; data-latex=&quot;\left(\frac{3}{4}\right)&quot;&gt;&lt;mrow data-mjx-texclass=&quot;INNER&quot;&gt;&lt;mo data-mjx-texclass=&quot;OPEN&quot;&gt;(&lt;/mo&gt;&lt;mfrac&gt;&lt;mn&gt;3&lt;/mn&gt;&lt;mn&gt;4&lt;/mn&gt;&lt;/mfrac&gt;&lt;mo data-mjx-texclass=&quot;CLOSE&quot;&gt;)&lt;/mo&gt;&lt;/mrow&gt;&lt;/math&gt;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162" y="3240000"/>
            <a:ext cx="473938" cy="58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208" y="1638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208" y="24231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208" y="40844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2" name="Shape 1812"/>
        <p:cNvGrpSpPr/>
        <p:nvPr/>
      </p:nvGrpSpPr>
      <p:grpSpPr>
        <a:xfrm>
          <a:off x="0" y="0"/>
          <a:ext cx="0" cy="0"/>
        </a:xfrm>
      </p:grpSpPr>
      <p:sp>
        <p:nvSpPr>
          <p:cNvPr id="1813" name="Google Shape;1813;p147"/>
          <p:cNvSpPr/>
          <p:nvPr/>
        </p:nvSpPr>
        <p:spPr>
          <a:xfrm>
            <a:off x="3607800" y="3420550"/>
            <a:ext cx="16701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47"/>
          <p:cNvSpPr txBox="1"/>
          <p:nvPr>
            <p:ph type="body" idx="1"/>
          </p:nvPr>
        </p:nvSpPr>
        <p:spPr>
          <a:xfrm>
            <a:off x="324000" y="810000"/>
            <a:ext cx="8237700" cy="176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Representation of negative numbers using positive and negative counters can be really useful.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may be able to use two-colour counters. These counters are yellow on one side and red on the other. </a:t>
            </a:r>
            <a:endParaRPr/>
          </a:p>
        </p:txBody>
      </p:sp>
      <p:sp>
        <p:nvSpPr>
          <p:cNvPr id="1815" name="Google Shape;1815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816" name="Google Shape;1816;p147"/>
          <p:cNvSpPr/>
          <p:nvPr/>
        </p:nvSpPr>
        <p:spPr>
          <a:xfrm>
            <a:off x="4606653" y="34947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47"/>
          <p:cNvSpPr/>
          <p:nvPr/>
        </p:nvSpPr>
        <p:spPr>
          <a:xfrm>
            <a:off x="3812250" y="349475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47"/>
          <p:cNvSpPr txBox="1"/>
          <p:nvPr>
            <p:ph type="body" idx="1"/>
          </p:nvPr>
        </p:nvSpPr>
        <p:spPr>
          <a:xfrm>
            <a:off x="324000" y="2632350"/>
            <a:ext cx="36909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Each counter represents 1.</a:t>
            </a:r>
            <a:endParaRPr/>
          </a:p>
        </p:txBody>
      </p:sp>
      <p:cxnSp>
        <p:nvCxnSpPr>
          <p:cNvPr id="1819" name="Google Shape;1819;p147"/>
          <p:cNvCxnSpPr>
            <a:endCxn id="1813" idx="3"/>
          </p:cNvCxnSpPr>
          <p:nvPr/>
        </p:nvCxnSpPr>
        <p:spPr>
          <a:xfrm rot="10800000">
            <a:off x="5277900" y="3727300"/>
            <a:ext cx="1146600" cy="307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0" name="Google Shape;1820;p147"/>
          <p:cNvSpPr txBox="1"/>
          <p:nvPr>
            <p:ph type="body" idx="1"/>
          </p:nvPr>
        </p:nvSpPr>
        <p:spPr>
          <a:xfrm>
            <a:off x="6214450" y="4041550"/>
            <a:ext cx="25599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is a </a:t>
            </a:r>
            <a:r>
              <a:rPr lang="en-GB" b="1"/>
              <a:t>zero pair</a:t>
            </a:r>
            <a:r>
              <a:rPr lang="en-GB"/>
              <a:t>.</a:t>
            </a:r>
            <a:endParaRPr/>
          </a:p>
        </p:txBody>
      </p:sp>
      <p:sp>
        <p:nvSpPr>
          <p:cNvPr id="1821" name="Google Shape;1821;p147"/>
          <p:cNvSpPr txBox="1"/>
          <p:nvPr/>
        </p:nvSpPr>
        <p:spPr>
          <a:xfrm>
            <a:off x="324000" y="4463750"/>
            <a:ext cx="5508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total of the counters above?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47"/>
          <p:cNvSpPr txBox="1"/>
          <p:nvPr>
            <p:ph type="body" idx="1"/>
          </p:nvPr>
        </p:nvSpPr>
        <p:spPr>
          <a:xfrm>
            <a:off x="5436000" y="2863350"/>
            <a:ext cx="31257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Red side up has a value of negative 1.</a:t>
            </a:r>
            <a:endParaRPr/>
          </a:p>
        </p:txBody>
      </p:sp>
      <p:sp>
        <p:nvSpPr>
          <p:cNvPr id="1823" name="Google Shape;1823;p147"/>
          <p:cNvSpPr txBox="1"/>
          <p:nvPr>
            <p:ph type="body" idx="1"/>
          </p:nvPr>
        </p:nvSpPr>
        <p:spPr>
          <a:xfrm>
            <a:off x="324000" y="3548050"/>
            <a:ext cx="31257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Yellow side up has a value of positive 1.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7" name="Shape 1827"/>
        <p:cNvGrpSpPr/>
        <p:nvPr/>
      </p:nvGrpSpPr>
      <p:grpSpPr>
        <a:xfrm>
          <a:off x="0" y="0"/>
          <a:ext cx="0" cy="0"/>
        </a:xfrm>
      </p:grpSpPr>
      <p:sp>
        <p:nvSpPr>
          <p:cNvPr id="1828" name="Google Shape;1828;p148"/>
          <p:cNvSpPr/>
          <p:nvPr/>
        </p:nvSpPr>
        <p:spPr>
          <a:xfrm>
            <a:off x="1924200" y="14901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48"/>
          <p:cNvSpPr/>
          <p:nvPr/>
        </p:nvSpPr>
        <p:spPr>
          <a:xfrm>
            <a:off x="1450850" y="21600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48"/>
          <p:cNvSpPr/>
          <p:nvPr/>
        </p:nvSpPr>
        <p:spPr>
          <a:xfrm>
            <a:off x="6035403" y="15255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48"/>
          <p:cNvSpPr txBox="1"/>
          <p:nvPr>
            <p:ph type="body" idx="1"/>
          </p:nvPr>
        </p:nvSpPr>
        <p:spPr>
          <a:xfrm>
            <a:off x="324000" y="810000"/>
            <a:ext cx="45318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total of the counters?</a:t>
            </a:r>
            <a:endParaRPr/>
          </a:p>
        </p:txBody>
      </p:sp>
      <p:sp>
        <p:nvSpPr>
          <p:cNvPr id="1832" name="Google Shape;1832;p148"/>
          <p:cNvSpPr/>
          <p:nvPr/>
        </p:nvSpPr>
        <p:spPr>
          <a:xfrm>
            <a:off x="2514275" y="2021375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48"/>
          <p:cNvSpPr/>
          <p:nvPr/>
        </p:nvSpPr>
        <p:spPr>
          <a:xfrm>
            <a:off x="6630678" y="21600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835" name="Google Shape;1835;p148"/>
          <p:cNvSpPr/>
          <p:nvPr/>
        </p:nvSpPr>
        <p:spPr>
          <a:xfrm>
            <a:off x="2173200" y="26028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48"/>
          <p:cNvSpPr/>
          <p:nvPr/>
        </p:nvSpPr>
        <p:spPr>
          <a:xfrm>
            <a:off x="3877200" y="13986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148"/>
          <p:cNvSpPr/>
          <p:nvPr/>
        </p:nvSpPr>
        <p:spPr>
          <a:xfrm>
            <a:off x="4824003" y="13986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48"/>
          <p:cNvSpPr/>
          <p:nvPr/>
        </p:nvSpPr>
        <p:spPr>
          <a:xfrm>
            <a:off x="3877200" y="21156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48"/>
          <p:cNvSpPr/>
          <p:nvPr/>
        </p:nvSpPr>
        <p:spPr>
          <a:xfrm>
            <a:off x="4824003" y="21156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48"/>
          <p:cNvSpPr/>
          <p:nvPr/>
        </p:nvSpPr>
        <p:spPr>
          <a:xfrm>
            <a:off x="3877200" y="2832608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48"/>
          <p:cNvSpPr/>
          <p:nvPr/>
        </p:nvSpPr>
        <p:spPr>
          <a:xfrm>
            <a:off x="3877200" y="3549612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48"/>
          <p:cNvSpPr/>
          <p:nvPr/>
        </p:nvSpPr>
        <p:spPr>
          <a:xfrm>
            <a:off x="3819200" y="13132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48"/>
          <p:cNvSpPr/>
          <p:nvPr/>
        </p:nvSpPr>
        <p:spPr>
          <a:xfrm>
            <a:off x="3812100" y="20302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48"/>
          <p:cNvSpPr txBox="1"/>
          <p:nvPr>
            <p:ph type="body" idx="1"/>
          </p:nvPr>
        </p:nvSpPr>
        <p:spPr>
          <a:xfrm>
            <a:off x="324000" y="4277400"/>
            <a:ext cx="3996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total of the counters is 2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8" name="Shape 1848"/>
        <p:cNvGrpSpPr/>
        <p:nvPr/>
      </p:nvGrpSpPr>
      <p:grpSpPr>
        <a:xfrm>
          <a:off x="0" y="0"/>
          <a:ext cx="0" cy="0"/>
        </a:xfrm>
      </p:grpSpPr>
      <p:sp>
        <p:nvSpPr>
          <p:cNvPr id="1849" name="Google Shape;1849;p149"/>
          <p:cNvSpPr/>
          <p:nvPr/>
        </p:nvSpPr>
        <p:spPr>
          <a:xfrm>
            <a:off x="3819200" y="13132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149"/>
          <p:cNvSpPr/>
          <p:nvPr/>
        </p:nvSpPr>
        <p:spPr>
          <a:xfrm>
            <a:off x="3812100" y="203040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149"/>
          <p:cNvSpPr/>
          <p:nvPr/>
        </p:nvSpPr>
        <p:spPr>
          <a:xfrm>
            <a:off x="1924200" y="14901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49"/>
          <p:cNvSpPr/>
          <p:nvPr/>
        </p:nvSpPr>
        <p:spPr>
          <a:xfrm>
            <a:off x="1450850" y="21600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49"/>
          <p:cNvSpPr/>
          <p:nvPr/>
        </p:nvSpPr>
        <p:spPr>
          <a:xfrm>
            <a:off x="6035403" y="15255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49"/>
          <p:cNvSpPr txBox="1"/>
          <p:nvPr>
            <p:ph type="body" idx="1"/>
          </p:nvPr>
        </p:nvSpPr>
        <p:spPr>
          <a:xfrm>
            <a:off x="324000" y="810000"/>
            <a:ext cx="45318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total of the counters?</a:t>
            </a:r>
            <a:endParaRPr/>
          </a:p>
        </p:txBody>
      </p:sp>
      <p:sp>
        <p:nvSpPr>
          <p:cNvPr id="1855" name="Google Shape;1855;p149"/>
          <p:cNvSpPr/>
          <p:nvPr/>
        </p:nvSpPr>
        <p:spPr>
          <a:xfrm>
            <a:off x="6630678" y="21600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857" name="Google Shape;1857;p149"/>
          <p:cNvSpPr/>
          <p:nvPr/>
        </p:nvSpPr>
        <p:spPr>
          <a:xfrm>
            <a:off x="2173200" y="26028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49"/>
          <p:cNvSpPr/>
          <p:nvPr/>
        </p:nvSpPr>
        <p:spPr>
          <a:xfrm>
            <a:off x="3877200" y="13986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49"/>
          <p:cNvSpPr/>
          <p:nvPr/>
        </p:nvSpPr>
        <p:spPr>
          <a:xfrm>
            <a:off x="4824003" y="13986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49"/>
          <p:cNvSpPr/>
          <p:nvPr/>
        </p:nvSpPr>
        <p:spPr>
          <a:xfrm>
            <a:off x="3877200" y="2114459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9"/>
          <p:cNvSpPr/>
          <p:nvPr/>
        </p:nvSpPr>
        <p:spPr>
          <a:xfrm>
            <a:off x="4824003" y="2114459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49"/>
          <p:cNvSpPr/>
          <p:nvPr/>
        </p:nvSpPr>
        <p:spPr>
          <a:xfrm>
            <a:off x="3877200" y="2832608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49"/>
          <p:cNvSpPr txBox="1"/>
          <p:nvPr>
            <p:ph type="body" idx="1"/>
          </p:nvPr>
        </p:nvSpPr>
        <p:spPr>
          <a:xfrm>
            <a:off x="324000" y="4506000"/>
            <a:ext cx="43095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total of the counters is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2)</a:t>
            </a:r>
            <a:endParaRPr/>
          </a:p>
        </p:txBody>
      </p:sp>
      <p:sp>
        <p:nvSpPr>
          <p:cNvPr id="1864" name="Google Shape;1864;p149"/>
          <p:cNvSpPr/>
          <p:nvPr/>
        </p:nvSpPr>
        <p:spPr>
          <a:xfrm>
            <a:off x="5903103" y="26437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49"/>
          <p:cNvSpPr/>
          <p:nvPr/>
        </p:nvSpPr>
        <p:spPr>
          <a:xfrm>
            <a:off x="6953903" y="32044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49"/>
          <p:cNvSpPr/>
          <p:nvPr/>
        </p:nvSpPr>
        <p:spPr>
          <a:xfrm>
            <a:off x="7650378" y="23898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49"/>
          <p:cNvSpPr/>
          <p:nvPr/>
        </p:nvSpPr>
        <p:spPr>
          <a:xfrm>
            <a:off x="4824003" y="2832608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49"/>
          <p:cNvSpPr/>
          <p:nvPr/>
        </p:nvSpPr>
        <p:spPr>
          <a:xfrm>
            <a:off x="4824003" y="34113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49"/>
          <p:cNvSpPr/>
          <p:nvPr/>
        </p:nvSpPr>
        <p:spPr>
          <a:xfrm>
            <a:off x="4824003" y="39968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149"/>
          <p:cNvSpPr/>
          <p:nvPr/>
        </p:nvSpPr>
        <p:spPr>
          <a:xfrm>
            <a:off x="3812100" y="27472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4" name="Shape 1874"/>
        <p:cNvGrpSpPr/>
        <p:nvPr/>
      </p:nvGrpSpPr>
      <p:grpSpPr>
        <a:xfrm>
          <a:off x="0" y="0"/>
          <a:ext cx="0" cy="0"/>
        </a:xfrm>
      </p:grpSpPr>
      <p:sp>
        <p:nvSpPr>
          <p:cNvPr id="1875" name="Google Shape;1875;p150"/>
          <p:cNvSpPr txBox="1"/>
          <p:nvPr>
            <p:ph type="body" idx="1"/>
          </p:nvPr>
        </p:nvSpPr>
        <p:spPr>
          <a:xfrm>
            <a:off x="324000" y="759300"/>
            <a:ext cx="6232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integer do these counters represent?</a:t>
            </a:r>
            <a:endParaRPr/>
          </a:p>
        </p:txBody>
      </p:sp>
      <p:sp>
        <p:nvSpPr>
          <p:cNvPr id="1876" name="Google Shape;1876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877" name="Google Shape;1877;p150"/>
          <p:cNvSpPr/>
          <p:nvPr/>
        </p:nvSpPr>
        <p:spPr>
          <a:xfrm>
            <a:off x="1924200" y="14901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50"/>
          <p:cNvSpPr/>
          <p:nvPr/>
        </p:nvSpPr>
        <p:spPr>
          <a:xfrm>
            <a:off x="6035403" y="15255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50"/>
          <p:cNvSpPr/>
          <p:nvPr/>
        </p:nvSpPr>
        <p:spPr>
          <a:xfrm>
            <a:off x="1280000" y="21600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50"/>
          <p:cNvSpPr/>
          <p:nvPr/>
        </p:nvSpPr>
        <p:spPr>
          <a:xfrm>
            <a:off x="1798725" y="29164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50"/>
          <p:cNvSpPr/>
          <p:nvPr/>
        </p:nvSpPr>
        <p:spPr>
          <a:xfrm>
            <a:off x="2488375" y="2309575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50"/>
          <p:cNvSpPr/>
          <p:nvPr/>
        </p:nvSpPr>
        <p:spPr>
          <a:xfrm>
            <a:off x="6256803" y="21593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50"/>
          <p:cNvSpPr/>
          <p:nvPr/>
        </p:nvSpPr>
        <p:spPr>
          <a:xfrm>
            <a:off x="5553003" y="2409125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50"/>
          <p:cNvSpPr/>
          <p:nvPr/>
        </p:nvSpPr>
        <p:spPr>
          <a:xfrm>
            <a:off x="6328128" y="27931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50"/>
          <p:cNvSpPr/>
          <p:nvPr/>
        </p:nvSpPr>
        <p:spPr>
          <a:xfrm>
            <a:off x="6834803" y="1578425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50"/>
          <p:cNvSpPr txBox="1"/>
          <p:nvPr>
            <p:ph type="body" idx="1"/>
          </p:nvPr>
        </p:nvSpPr>
        <p:spPr>
          <a:xfrm>
            <a:off x="4261950" y="3973750"/>
            <a:ext cx="620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0" name="Shape 1890"/>
        <p:cNvGrpSpPr/>
        <p:nvPr/>
      </p:nvGrpSpPr>
      <p:grpSpPr>
        <a:xfrm>
          <a:off x="0" y="0"/>
          <a:ext cx="0" cy="0"/>
        </a:xfrm>
      </p:grpSpPr>
      <p:sp>
        <p:nvSpPr>
          <p:cNvPr id="1891" name="Google Shape;1891;p151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would you need to add to these counters so that they represent 3? </a:t>
            </a:r>
            <a:endParaRPr/>
          </a:p>
        </p:txBody>
      </p:sp>
      <p:sp>
        <p:nvSpPr>
          <p:cNvPr id="1892" name="Google Shape;189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1893" name="Google Shape;1893;p151"/>
          <p:cNvSpPr/>
          <p:nvPr/>
        </p:nvSpPr>
        <p:spPr>
          <a:xfrm>
            <a:off x="1924200" y="17747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51"/>
          <p:cNvSpPr/>
          <p:nvPr/>
        </p:nvSpPr>
        <p:spPr>
          <a:xfrm>
            <a:off x="6035403" y="1810246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1"/>
          <p:cNvSpPr/>
          <p:nvPr/>
        </p:nvSpPr>
        <p:spPr>
          <a:xfrm>
            <a:off x="1280000" y="24446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51"/>
          <p:cNvSpPr/>
          <p:nvPr/>
        </p:nvSpPr>
        <p:spPr>
          <a:xfrm>
            <a:off x="1798725" y="32010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151"/>
          <p:cNvSpPr/>
          <p:nvPr/>
        </p:nvSpPr>
        <p:spPr>
          <a:xfrm>
            <a:off x="2488375" y="2594271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51"/>
          <p:cNvSpPr/>
          <p:nvPr/>
        </p:nvSpPr>
        <p:spPr>
          <a:xfrm>
            <a:off x="6256803" y="2444046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51"/>
          <p:cNvSpPr/>
          <p:nvPr/>
        </p:nvSpPr>
        <p:spPr>
          <a:xfrm>
            <a:off x="5553003" y="2693821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51"/>
          <p:cNvSpPr/>
          <p:nvPr/>
        </p:nvSpPr>
        <p:spPr>
          <a:xfrm>
            <a:off x="6328128" y="3077846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51"/>
          <p:cNvSpPr/>
          <p:nvPr/>
        </p:nvSpPr>
        <p:spPr>
          <a:xfrm>
            <a:off x="6834803" y="1863121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151"/>
          <p:cNvSpPr/>
          <p:nvPr/>
        </p:nvSpPr>
        <p:spPr>
          <a:xfrm>
            <a:off x="1147725" y="38771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151"/>
          <p:cNvSpPr/>
          <p:nvPr/>
        </p:nvSpPr>
        <p:spPr>
          <a:xfrm>
            <a:off x="1930675" y="38771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151"/>
          <p:cNvSpPr/>
          <p:nvPr/>
        </p:nvSpPr>
        <p:spPr>
          <a:xfrm>
            <a:off x="2713625" y="38771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151"/>
          <p:cNvSpPr/>
          <p:nvPr/>
        </p:nvSpPr>
        <p:spPr>
          <a:xfrm>
            <a:off x="3496575" y="3877196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9" name="Shape 1909"/>
        <p:cNvGrpSpPr/>
        <p:nvPr/>
      </p:nvGrpSpPr>
      <p:grpSpPr>
        <a:xfrm>
          <a:off x="0" y="0"/>
          <a:ext cx="0" cy="0"/>
        </a:xfrm>
      </p:grpSpPr>
      <p:sp>
        <p:nvSpPr>
          <p:cNvPr id="1910" name="Google Shape;1910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Liu Hui</a:t>
            </a:r>
            <a:endParaRPr/>
          </a:p>
        </p:txBody>
      </p:sp>
      <p:sp>
        <p:nvSpPr>
          <p:cNvPr id="1911" name="Google Shape;1911;p152"/>
          <p:cNvSpPr txBox="1"/>
          <p:nvPr/>
        </p:nvSpPr>
        <p:spPr>
          <a:xfrm>
            <a:off x="324000" y="759300"/>
            <a:ext cx="84960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Liu Hui, a Chinese mathematician (C. 3</a:t>
            </a:r>
            <a:r>
              <a:rPr lang="en-GB" sz="2000" baseline="30000">
                <a:latin typeface="Lexend"/>
                <a:ea typeface="Lexend"/>
                <a:cs typeface="Lexend"/>
                <a:sym typeface="Lexend"/>
              </a:rPr>
              <a:t>rd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BCE), is potentially the first known mathematician to explain negative numbers in writing.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152"/>
          <p:cNvSpPr txBox="1"/>
          <p:nvPr/>
        </p:nvSpPr>
        <p:spPr>
          <a:xfrm>
            <a:off x="324000" y="1758350"/>
            <a:ext cx="55230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He created a system of positive numbers (</a:t>
            </a:r>
            <a:r>
              <a:rPr lang="en-GB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 in red and negative numbers (-) in black.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152"/>
          <p:cNvSpPr txBox="1"/>
          <p:nvPr/>
        </p:nvSpPr>
        <p:spPr>
          <a:xfrm>
            <a:off x="324000" y="2748950"/>
            <a:ext cx="48105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At the time, Greek mathematicians were struggling with the idea.  Liu Hui used the idea of money owed to explain the four operations with negative numbers.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4" name="Google Shape;1914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89725" y="2680024"/>
            <a:ext cx="672500" cy="8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5" name="Google Shape;1915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494802" y="4043039"/>
            <a:ext cx="612475" cy="70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6" name="Google Shape;1916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70674" y="1704825"/>
            <a:ext cx="1956976" cy="9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152"/>
          <p:cNvSpPr txBox="1"/>
          <p:nvPr/>
        </p:nvSpPr>
        <p:spPr>
          <a:xfrm>
            <a:off x="6747263" y="1798775"/>
            <a:ext cx="16038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do I owe you?</a:t>
            </a:r>
            <a:endParaRPr sz="1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8" name="Google Shape;1918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1577" y="2695425"/>
            <a:ext cx="2477876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52"/>
          <p:cNvSpPr txBox="1"/>
          <p:nvPr/>
        </p:nvSpPr>
        <p:spPr>
          <a:xfrm flipH="1">
            <a:off x="5355875" y="2789375"/>
            <a:ext cx="225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Hm … £</a:t>
            </a:r>
            <a:r>
              <a:rPr lang="en-GB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minus £7 (B) is -£2 … actually I owe you!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52"/>
          <p:cNvSpPr txBox="1"/>
          <p:nvPr/>
        </p:nvSpPr>
        <p:spPr>
          <a:xfrm>
            <a:off x="7832747" y="3384450"/>
            <a:ext cx="9561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52"/>
          <p:cNvSpPr txBox="1"/>
          <p:nvPr/>
        </p:nvSpPr>
        <p:spPr>
          <a:xfrm>
            <a:off x="6080147" y="4298850"/>
            <a:ext cx="9561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6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5" name="Shape 1925"/>
        <p:cNvGrpSpPr/>
        <p:nvPr/>
      </p:nvGrpSpPr>
      <p:grpSpPr>
        <a:xfrm>
          <a:off x="0" y="0"/>
          <a:ext cx="0" cy="0"/>
        </a:xfrm>
      </p:grpSpPr>
      <p:sp>
        <p:nvSpPr>
          <p:cNvPr id="1926" name="Google Shape;1926;p153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</a:t>
            </a:r>
            <a:r>
              <a:rPr lang="en-GB">
                <a:solidFill>
                  <a:schemeClr val="accent4"/>
                </a:solidFill>
              </a:rPr>
              <a:t> </a:t>
            </a:r>
            <a:r>
              <a:rPr lang="en-GB"/>
              <a:t>counters to make each of the representations correct: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927" name="Google Shape;1927;p1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aphicFrame>
        <p:nvGraphicFramePr>
          <p:cNvPr id="1928" name="Google Shape;1928;p153"/>
          <p:cNvGraphicFramePr>
            <a:graphicFrameLocks noGrp="1"/>
          </p:cNvGraphicFramePr>
          <p:nvPr/>
        </p:nvGraphicFramePr>
        <p:xfrm>
          <a:off x="721225" y="1341025"/>
          <a:ext cx="7135200" cy="3076000"/>
        </p:xfrm>
        <a:graphic>
          <a:graphicData uri="http://schemas.openxmlformats.org/drawingml/2006/table">
            <a:tbl>
              <a:tblPr>
                <a:noFill/>
                <a:tableStyleId>{09E09B1E-6A3A-4F4D-B9CD-FC7385DBCEE5}</a:tableStyleId>
              </a:tblPr>
              <a:tblGrid>
                <a:gridCol w="1285350"/>
                <a:gridCol w="5849850"/>
              </a:tblGrid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Representation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29" name="Google Shape;1929;p153"/>
          <p:cNvSpPr/>
          <p:nvPr/>
        </p:nvSpPr>
        <p:spPr>
          <a:xfrm>
            <a:off x="2488826" y="20373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53"/>
          <p:cNvSpPr/>
          <p:nvPr/>
        </p:nvSpPr>
        <p:spPr>
          <a:xfrm>
            <a:off x="2169148" y="22219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53"/>
          <p:cNvSpPr/>
          <p:nvPr/>
        </p:nvSpPr>
        <p:spPr>
          <a:xfrm>
            <a:off x="2739745" y="22219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53"/>
          <p:cNvSpPr/>
          <p:nvPr/>
        </p:nvSpPr>
        <p:spPr>
          <a:xfrm>
            <a:off x="3041636" y="19765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153"/>
          <p:cNvSpPr/>
          <p:nvPr/>
        </p:nvSpPr>
        <p:spPr>
          <a:xfrm>
            <a:off x="3310344" y="22827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53"/>
          <p:cNvSpPr/>
          <p:nvPr/>
        </p:nvSpPr>
        <p:spPr>
          <a:xfrm>
            <a:off x="2524987" y="26642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53"/>
          <p:cNvSpPr/>
          <p:nvPr/>
        </p:nvSpPr>
        <p:spPr>
          <a:xfrm>
            <a:off x="2205309" y="28488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153"/>
          <p:cNvSpPr/>
          <p:nvPr/>
        </p:nvSpPr>
        <p:spPr>
          <a:xfrm>
            <a:off x="2977831" y="279878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153"/>
          <p:cNvSpPr/>
          <p:nvPr/>
        </p:nvSpPr>
        <p:spPr>
          <a:xfrm>
            <a:off x="3430677" y="26642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153"/>
          <p:cNvSpPr/>
          <p:nvPr/>
        </p:nvSpPr>
        <p:spPr>
          <a:xfrm>
            <a:off x="3810239" y="2848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53"/>
          <p:cNvSpPr/>
          <p:nvPr/>
        </p:nvSpPr>
        <p:spPr>
          <a:xfrm>
            <a:off x="2205309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53"/>
          <p:cNvSpPr/>
          <p:nvPr/>
        </p:nvSpPr>
        <p:spPr>
          <a:xfrm>
            <a:off x="2524985" y="32400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53"/>
          <p:cNvSpPr/>
          <p:nvPr/>
        </p:nvSpPr>
        <p:spPr>
          <a:xfrm>
            <a:off x="2739745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53"/>
          <p:cNvSpPr/>
          <p:nvPr/>
        </p:nvSpPr>
        <p:spPr>
          <a:xfrm>
            <a:off x="3810237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53"/>
          <p:cNvSpPr/>
          <p:nvPr/>
        </p:nvSpPr>
        <p:spPr>
          <a:xfrm>
            <a:off x="3310343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53"/>
          <p:cNvSpPr/>
          <p:nvPr/>
        </p:nvSpPr>
        <p:spPr>
          <a:xfrm>
            <a:off x="3535123" y="326975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53"/>
          <p:cNvSpPr/>
          <p:nvPr/>
        </p:nvSpPr>
        <p:spPr>
          <a:xfrm>
            <a:off x="3030056" y="32400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53"/>
          <p:cNvSpPr/>
          <p:nvPr/>
        </p:nvSpPr>
        <p:spPr>
          <a:xfrm>
            <a:off x="3962896" y="32026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53"/>
          <p:cNvSpPr/>
          <p:nvPr/>
        </p:nvSpPr>
        <p:spPr>
          <a:xfrm>
            <a:off x="2205309" y="41026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53"/>
          <p:cNvSpPr/>
          <p:nvPr/>
        </p:nvSpPr>
        <p:spPr>
          <a:xfrm>
            <a:off x="5454024" y="41026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53"/>
          <p:cNvSpPr/>
          <p:nvPr/>
        </p:nvSpPr>
        <p:spPr>
          <a:xfrm>
            <a:off x="3030066" y="40746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53"/>
          <p:cNvSpPr/>
          <p:nvPr/>
        </p:nvSpPr>
        <p:spPr>
          <a:xfrm>
            <a:off x="4151267" y="40394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53"/>
          <p:cNvSpPr/>
          <p:nvPr/>
        </p:nvSpPr>
        <p:spPr>
          <a:xfrm>
            <a:off x="3450940" y="3847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53"/>
          <p:cNvSpPr/>
          <p:nvPr/>
        </p:nvSpPr>
        <p:spPr>
          <a:xfrm>
            <a:off x="3773925" y="41026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53"/>
          <p:cNvSpPr/>
          <p:nvPr/>
        </p:nvSpPr>
        <p:spPr>
          <a:xfrm>
            <a:off x="4570194" y="3847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53"/>
          <p:cNvSpPr/>
          <p:nvPr/>
        </p:nvSpPr>
        <p:spPr>
          <a:xfrm>
            <a:off x="3030056" y="37940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53"/>
          <p:cNvSpPr/>
          <p:nvPr/>
        </p:nvSpPr>
        <p:spPr>
          <a:xfrm>
            <a:off x="4903785" y="41026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53"/>
          <p:cNvSpPr/>
          <p:nvPr/>
        </p:nvSpPr>
        <p:spPr>
          <a:xfrm>
            <a:off x="5178900" y="37940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53"/>
          <p:cNvSpPr/>
          <p:nvPr/>
        </p:nvSpPr>
        <p:spPr>
          <a:xfrm>
            <a:off x="2572494" y="38572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1" name="Shape 1961"/>
        <p:cNvGrpSpPr/>
        <p:nvPr/>
      </p:nvGrpSpPr>
      <p:grpSpPr>
        <a:xfrm>
          <a:off x="0" y="0"/>
          <a:ext cx="0" cy="0"/>
        </a:xfrm>
      </p:grpSpPr>
      <p:sp>
        <p:nvSpPr>
          <p:cNvPr id="1962" name="Google Shape;1962;p154"/>
          <p:cNvSpPr txBox="1"/>
          <p:nvPr>
            <p:ph type="body" idx="1"/>
          </p:nvPr>
        </p:nvSpPr>
        <p:spPr>
          <a:xfrm>
            <a:off x="324000" y="759300"/>
            <a:ext cx="8496000" cy="29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 counters to make each of the representations correct: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963" name="Google Shape;1963;p1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Representing integers using counters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aphicFrame>
        <p:nvGraphicFramePr>
          <p:cNvPr id="1964" name="Google Shape;1964;p154"/>
          <p:cNvGraphicFramePr>
            <a:graphicFrameLocks noGrp="1"/>
          </p:cNvGraphicFramePr>
          <p:nvPr/>
        </p:nvGraphicFramePr>
        <p:xfrm>
          <a:off x="721225" y="1341025"/>
          <a:ext cx="7135200" cy="3076000"/>
        </p:xfrm>
        <a:graphic>
          <a:graphicData uri="http://schemas.openxmlformats.org/drawingml/2006/table">
            <a:tbl>
              <a:tblPr>
                <a:noFill/>
                <a:tableStyleId>{09E09B1E-6A3A-4F4D-B9CD-FC7385DBCEE5}</a:tableStyleId>
              </a:tblPr>
              <a:tblGrid>
                <a:gridCol w="1285350"/>
                <a:gridCol w="5849850"/>
              </a:tblGrid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Representation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  <a:tr h="615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65" name="Google Shape;1965;p154"/>
          <p:cNvSpPr/>
          <p:nvPr/>
        </p:nvSpPr>
        <p:spPr>
          <a:xfrm>
            <a:off x="2488826" y="20373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54"/>
          <p:cNvSpPr/>
          <p:nvPr/>
        </p:nvSpPr>
        <p:spPr>
          <a:xfrm>
            <a:off x="2169148" y="22219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54"/>
          <p:cNvSpPr/>
          <p:nvPr/>
        </p:nvSpPr>
        <p:spPr>
          <a:xfrm>
            <a:off x="2739745" y="22219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154"/>
          <p:cNvSpPr/>
          <p:nvPr/>
        </p:nvSpPr>
        <p:spPr>
          <a:xfrm>
            <a:off x="3041636" y="19765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154"/>
          <p:cNvSpPr/>
          <p:nvPr/>
        </p:nvSpPr>
        <p:spPr>
          <a:xfrm>
            <a:off x="3310344" y="22827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154"/>
          <p:cNvSpPr/>
          <p:nvPr/>
        </p:nvSpPr>
        <p:spPr>
          <a:xfrm>
            <a:off x="2524987" y="26642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54"/>
          <p:cNvSpPr/>
          <p:nvPr/>
        </p:nvSpPr>
        <p:spPr>
          <a:xfrm>
            <a:off x="2205309" y="28488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54"/>
          <p:cNvSpPr/>
          <p:nvPr/>
        </p:nvSpPr>
        <p:spPr>
          <a:xfrm>
            <a:off x="2977831" y="279878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54"/>
          <p:cNvSpPr/>
          <p:nvPr/>
        </p:nvSpPr>
        <p:spPr>
          <a:xfrm>
            <a:off x="3430677" y="26642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4"/>
          <p:cNvSpPr/>
          <p:nvPr/>
        </p:nvSpPr>
        <p:spPr>
          <a:xfrm>
            <a:off x="3810239" y="2848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4"/>
          <p:cNvSpPr/>
          <p:nvPr/>
        </p:nvSpPr>
        <p:spPr>
          <a:xfrm>
            <a:off x="2205309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4"/>
          <p:cNvSpPr/>
          <p:nvPr/>
        </p:nvSpPr>
        <p:spPr>
          <a:xfrm>
            <a:off x="2524985" y="32400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54"/>
          <p:cNvSpPr/>
          <p:nvPr/>
        </p:nvSpPr>
        <p:spPr>
          <a:xfrm>
            <a:off x="2739745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54"/>
          <p:cNvSpPr/>
          <p:nvPr/>
        </p:nvSpPr>
        <p:spPr>
          <a:xfrm>
            <a:off x="3810237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4"/>
          <p:cNvSpPr/>
          <p:nvPr/>
        </p:nvSpPr>
        <p:spPr>
          <a:xfrm>
            <a:off x="3310343" y="34757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4"/>
          <p:cNvSpPr/>
          <p:nvPr/>
        </p:nvSpPr>
        <p:spPr>
          <a:xfrm>
            <a:off x="3535123" y="326975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4"/>
          <p:cNvSpPr/>
          <p:nvPr/>
        </p:nvSpPr>
        <p:spPr>
          <a:xfrm>
            <a:off x="3030056" y="32400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54"/>
          <p:cNvSpPr/>
          <p:nvPr/>
        </p:nvSpPr>
        <p:spPr>
          <a:xfrm>
            <a:off x="3962896" y="32026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54"/>
          <p:cNvSpPr/>
          <p:nvPr/>
        </p:nvSpPr>
        <p:spPr>
          <a:xfrm>
            <a:off x="2205309" y="41026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54"/>
          <p:cNvSpPr/>
          <p:nvPr/>
        </p:nvSpPr>
        <p:spPr>
          <a:xfrm>
            <a:off x="5454024" y="41026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54"/>
          <p:cNvSpPr/>
          <p:nvPr/>
        </p:nvSpPr>
        <p:spPr>
          <a:xfrm>
            <a:off x="3030066" y="40746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54"/>
          <p:cNvSpPr/>
          <p:nvPr/>
        </p:nvSpPr>
        <p:spPr>
          <a:xfrm>
            <a:off x="4151267" y="40394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54"/>
          <p:cNvSpPr/>
          <p:nvPr/>
        </p:nvSpPr>
        <p:spPr>
          <a:xfrm>
            <a:off x="3450940" y="3847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54"/>
          <p:cNvSpPr/>
          <p:nvPr/>
        </p:nvSpPr>
        <p:spPr>
          <a:xfrm>
            <a:off x="3773925" y="41026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54"/>
          <p:cNvSpPr/>
          <p:nvPr/>
        </p:nvSpPr>
        <p:spPr>
          <a:xfrm>
            <a:off x="4570194" y="3847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4"/>
          <p:cNvSpPr/>
          <p:nvPr/>
        </p:nvSpPr>
        <p:spPr>
          <a:xfrm>
            <a:off x="3030056" y="37940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4"/>
          <p:cNvSpPr/>
          <p:nvPr/>
        </p:nvSpPr>
        <p:spPr>
          <a:xfrm>
            <a:off x="4903785" y="41026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54"/>
          <p:cNvSpPr/>
          <p:nvPr/>
        </p:nvSpPr>
        <p:spPr>
          <a:xfrm>
            <a:off x="5178900" y="37940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154"/>
          <p:cNvSpPr/>
          <p:nvPr/>
        </p:nvSpPr>
        <p:spPr>
          <a:xfrm>
            <a:off x="2572494" y="38572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54"/>
          <p:cNvSpPr/>
          <p:nvPr/>
        </p:nvSpPr>
        <p:spPr>
          <a:xfrm>
            <a:off x="6825352" y="19765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4"/>
          <p:cNvSpPr/>
          <p:nvPr/>
        </p:nvSpPr>
        <p:spPr>
          <a:xfrm>
            <a:off x="7217820" y="22219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54"/>
          <p:cNvSpPr/>
          <p:nvPr/>
        </p:nvSpPr>
        <p:spPr>
          <a:xfrm>
            <a:off x="6825354" y="25773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54"/>
          <p:cNvSpPr/>
          <p:nvPr/>
        </p:nvSpPr>
        <p:spPr>
          <a:xfrm>
            <a:off x="7217821" y="28488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54"/>
          <p:cNvSpPr/>
          <p:nvPr/>
        </p:nvSpPr>
        <p:spPr>
          <a:xfrm>
            <a:off x="6594825" y="28821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54"/>
          <p:cNvSpPr/>
          <p:nvPr/>
        </p:nvSpPr>
        <p:spPr>
          <a:xfrm>
            <a:off x="6873389" y="31869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54"/>
          <p:cNvSpPr/>
          <p:nvPr/>
        </p:nvSpPr>
        <p:spPr>
          <a:xfrm>
            <a:off x="7265856" y="3458425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54"/>
          <p:cNvSpPr/>
          <p:nvPr/>
        </p:nvSpPr>
        <p:spPr>
          <a:xfrm>
            <a:off x="6642860" y="3491700"/>
            <a:ext cx="275100" cy="2454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54"/>
          <p:cNvSpPr/>
          <p:nvPr/>
        </p:nvSpPr>
        <p:spPr>
          <a:xfrm>
            <a:off x="6723217" y="409295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54"/>
          <p:cNvSpPr/>
          <p:nvPr/>
        </p:nvSpPr>
        <p:spPr>
          <a:xfrm>
            <a:off x="7042893" y="3857233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54"/>
          <p:cNvSpPr/>
          <p:nvPr/>
        </p:nvSpPr>
        <p:spPr>
          <a:xfrm>
            <a:off x="7257653" y="409295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54"/>
          <p:cNvSpPr txBox="1"/>
          <p:nvPr/>
        </p:nvSpPr>
        <p:spPr>
          <a:xfrm>
            <a:off x="6256800" y="1313950"/>
            <a:ext cx="1735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Answers e.g.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6" name="Google Shape;2006;p154"/>
          <p:cNvSpPr/>
          <p:nvPr/>
        </p:nvSpPr>
        <p:spPr>
          <a:xfrm>
            <a:off x="6202356" y="20274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54"/>
          <p:cNvSpPr/>
          <p:nvPr/>
        </p:nvSpPr>
        <p:spPr>
          <a:xfrm>
            <a:off x="6594823" y="2272808"/>
            <a:ext cx="275100" cy="2454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1" name="Shape 2011"/>
        <p:cNvGrpSpPr/>
        <p:nvPr/>
      </p:nvGrpSpPr>
      <p:grpSpPr>
        <a:xfrm>
          <a:off x="0" y="0"/>
          <a:ext cx="0" cy="0"/>
        </a:xfrm>
      </p:grpSpPr>
      <p:sp>
        <p:nvSpPr>
          <p:cNvPr id="2012" name="Google Shape;2012;p15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2013" name="Google Shape;2013;p155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014" name="Google Shape;2014;p155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015" name="Google Shape;2015;p155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pic>
        <p:nvPicPr>
          <p:cNvPr id="2016" name="Google Shape;201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20" name="Shape 2020"/>
        <p:cNvGrpSpPr/>
        <p:nvPr/>
      </p:nvGrpSpPr>
      <p:grpSpPr>
        <a:xfrm>
          <a:off x="0" y="0"/>
          <a:ext cx="0" cy="0"/>
        </a:xfrm>
      </p:grpSpPr>
      <p:sp>
        <p:nvSpPr>
          <p:cNvPr id="2021" name="Google Shape;2021;p156"/>
          <p:cNvSpPr/>
          <p:nvPr/>
        </p:nvSpPr>
        <p:spPr>
          <a:xfrm>
            <a:off x="1924200" y="22521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56"/>
          <p:cNvSpPr/>
          <p:nvPr/>
        </p:nvSpPr>
        <p:spPr>
          <a:xfrm>
            <a:off x="1450850" y="29220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56"/>
          <p:cNvSpPr/>
          <p:nvPr/>
        </p:nvSpPr>
        <p:spPr>
          <a:xfrm>
            <a:off x="6035403" y="22875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56"/>
          <p:cNvSpPr/>
          <p:nvPr/>
        </p:nvSpPr>
        <p:spPr>
          <a:xfrm>
            <a:off x="2514275" y="2783375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56"/>
          <p:cNvSpPr/>
          <p:nvPr/>
        </p:nvSpPr>
        <p:spPr>
          <a:xfrm>
            <a:off x="6630678" y="29220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027" name="Google Shape;2027;p156"/>
          <p:cNvSpPr/>
          <p:nvPr/>
        </p:nvSpPr>
        <p:spPr>
          <a:xfrm>
            <a:off x="2173200" y="33648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56"/>
          <p:cNvSpPr/>
          <p:nvPr/>
        </p:nvSpPr>
        <p:spPr>
          <a:xfrm>
            <a:off x="3877200" y="21606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156"/>
          <p:cNvSpPr/>
          <p:nvPr/>
        </p:nvSpPr>
        <p:spPr>
          <a:xfrm>
            <a:off x="4824003" y="21606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56"/>
          <p:cNvSpPr/>
          <p:nvPr/>
        </p:nvSpPr>
        <p:spPr>
          <a:xfrm>
            <a:off x="3877200" y="28776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156"/>
          <p:cNvSpPr/>
          <p:nvPr/>
        </p:nvSpPr>
        <p:spPr>
          <a:xfrm>
            <a:off x="4824003" y="28776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56"/>
          <p:cNvSpPr/>
          <p:nvPr/>
        </p:nvSpPr>
        <p:spPr>
          <a:xfrm>
            <a:off x="3877200" y="3594608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56"/>
          <p:cNvSpPr/>
          <p:nvPr/>
        </p:nvSpPr>
        <p:spPr>
          <a:xfrm>
            <a:off x="3877200" y="4311612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156"/>
          <p:cNvSpPr/>
          <p:nvPr/>
        </p:nvSpPr>
        <p:spPr>
          <a:xfrm>
            <a:off x="3819200" y="20752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56"/>
          <p:cNvSpPr/>
          <p:nvPr/>
        </p:nvSpPr>
        <p:spPr>
          <a:xfrm>
            <a:off x="3812100" y="27922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56"/>
          <p:cNvSpPr txBox="1"/>
          <p:nvPr>
            <p:ph type="body" idx="1"/>
          </p:nvPr>
        </p:nvSpPr>
        <p:spPr>
          <a:xfrm>
            <a:off x="324000" y="732475"/>
            <a:ext cx="8041800" cy="2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Let us look at calculations using the counters.</a:t>
            </a:r>
            <a:endParaRPr/>
          </a:p>
        </p:txBody>
      </p:sp>
      <p:sp>
        <p:nvSpPr>
          <p:cNvPr id="2037" name="Google Shape;2037;p156"/>
          <p:cNvSpPr txBox="1"/>
          <p:nvPr>
            <p:ph type="body" idx="1"/>
          </p:nvPr>
        </p:nvSpPr>
        <p:spPr>
          <a:xfrm>
            <a:off x="4135364" y="1276350"/>
            <a:ext cx="219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2038" name="Google Shape;2038;p156"/>
          <p:cNvSpPr txBox="1"/>
          <p:nvPr>
            <p:ph type="body" idx="1"/>
          </p:nvPr>
        </p:nvSpPr>
        <p:spPr>
          <a:xfrm>
            <a:off x="4494414" y="1276350"/>
            <a:ext cx="219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+</a:t>
            </a:r>
            <a:endParaRPr/>
          </a:p>
        </p:txBody>
      </p:sp>
      <p:sp>
        <p:nvSpPr>
          <p:cNvPr id="2039" name="Google Shape;2039;p156"/>
          <p:cNvSpPr txBox="1"/>
          <p:nvPr>
            <p:ph type="body" idx="1"/>
          </p:nvPr>
        </p:nvSpPr>
        <p:spPr>
          <a:xfrm>
            <a:off x="4824004" y="1276350"/>
            <a:ext cx="5667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2)</a:t>
            </a:r>
            <a:endParaRPr/>
          </a:p>
        </p:txBody>
      </p:sp>
      <p:sp>
        <p:nvSpPr>
          <p:cNvPr id="2040" name="Google Shape;2040;p156"/>
          <p:cNvSpPr txBox="1"/>
          <p:nvPr>
            <p:ph type="body" idx="1"/>
          </p:nvPr>
        </p:nvSpPr>
        <p:spPr>
          <a:xfrm>
            <a:off x="5414434" y="1276350"/>
            <a:ext cx="5667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2</a:t>
            </a:r>
            <a:endParaRPr/>
          </a:p>
        </p:txBody>
      </p:sp>
      <p:sp>
        <p:nvSpPr>
          <p:cNvPr id="2041" name="Google Shape;2041;p156"/>
          <p:cNvSpPr/>
          <p:nvPr/>
        </p:nvSpPr>
        <p:spPr>
          <a:xfrm>
            <a:off x="1385700" y="2149500"/>
            <a:ext cx="1707300" cy="1743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56"/>
          <p:cNvSpPr/>
          <p:nvPr/>
        </p:nvSpPr>
        <p:spPr>
          <a:xfrm>
            <a:off x="5909750" y="2160600"/>
            <a:ext cx="1327200" cy="129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56"/>
          <p:cNvSpPr/>
          <p:nvPr/>
        </p:nvSpPr>
        <p:spPr>
          <a:xfrm>
            <a:off x="4023475" y="1212150"/>
            <a:ext cx="442800" cy="442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156"/>
          <p:cNvSpPr/>
          <p:nvPr/>
        </p:nvSpPr>
        <p:spPr>
          <a:xfrm>
            <a:off x="3526725" y="1921125"/>
            <a:ext cx="2088900" cy="1534800"/>
          </a:xfrm>
          <a:prstGeom prst="roundRect">
            <a:avLst>
              <a:gd name="adj" fmla="val 16667"/>
            </a:avLst>
          </a:pr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56"/>
          <p:cNvSpPr/>
          <p:nvPr/>
        </p:nvSpPr>
        <p:spPr>
          <a:xfrm>
            <a:off x="4752425" y="1212150"/>
            <a:ext cx="638400" cy="442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9" name="Shape 2049"/>
        <p:cNvGrpSpPr/>
        <p:nvPr/>
      </p:nvGrpSpPr>
      <p:grpSpPr>
        <a:xfrm>
          <a:off x="0" y="0"/>
          <a:ext cx="0" cy="0"/>
        </a:xfrm>
      </p:grpSpPr>
      <p:sp>
        <p:nvSpPr>
          <p:cNvPr id="2050" name="Google Shape;2050;p157"/>
          <p:cNvSpPr/>
          <p:nvPr/>
        </p:nvSpPr>
        <p:spPr>
          <a:xfrm>
            <a:off x="3819200" y="1755633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57"/>
          <p:cNvSpPr/>
          <p:nvPr/>
        </p:nvSpPr>
        <p:spPr>
          <a:xfrm>
            <a:off x="3812100" y="243780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57"/>
          <p:cNvSpPr/>
          <p:nvPr/>
        </p:nvSpPr>
        <p:spPr>
          <a:xfrm>
            <a:off x="1924200" y="1932483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57"/>
          <p:cNvSpPr/>
          <p:nvPr/>
        </p:nvSpPr>
        <p:spPr>
          <a:xfrm>
            <a:off x="1450850" y="2602383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157"/>
          <p:cNvSpPr/>
          <p:nvPr/>
        </p:nvSpPr>
        <p:spPr>
          <a:xfrm>
            <a:off x="6035403" y="1967933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157"/>
          <p:cNvSpPr/>
          <p:nvPr/>
        </p:nvSpPr>
        <p:spPr>
          <a:xfrm>
            <a:off x="6630678" y="2602383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057" name="Google Shape;2057;p157"/>
          <p:cNvSpPr/>
          <p:nvPr/>
        </p:nvSpPr>
        <p:spPr>
          <a:xfrm>
            <a:off x="2173200" y="3045183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57"/>
          <p:cNvSpPr/>
          <p:nvPr/>
        </p:nvSpPr>
        <p:spPr>
          <a:xfrm>
            <a:off x="3877200" y="1840983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57"/>
          <p:cNvSpPr/>
          <p:nvPr/>
        </p:nvSpPr>
        <p:spPr>
          <a:xfrm>
            <a:off x="4824003" y="1840983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157"/>
          <p:cNvSpPr/>
          <p:nvPr/>
        </p:nvSpPr>
        <p:spPr>
          <a:xfrm>
            <a:off x="3877200" y="2521859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157"/>
          <p:cNvSpPr/>
          <p:nvPr/>
        </p:nvSpPr>
        <p:spPr>
          <a:xfrm>
            <a:off x="4824003" y="2521859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57"/>
          <p:cNvSpPr/>
          <p:nvPr/>
        </p:nvSpPr>
        <p:spPr>
          <a:xfrm>
            <a:off x="3877200" y="3200908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157"/>
          <p:cNvSpPr/>
          <p:nvPr/>
        </p:nvSpPr>
        <p:spPr>
          <a:xfrm>
            <a:off x="5903103" y="3086133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157"/>
          <p:cNvSpPr/>
          <p:nvPr/>
        </p:nvSpPr>
        <p:spPr>
          <a:xfrm>
            <a:off x="6953903" y="3646833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57"/>
          <p:cNvSpPr/>
          <p:nvPr/>
        </p:nvSpPr>
        <p:spPr>
          <a:xfrm>
            <a:off x="7650378" y="2832183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57"/>
          <p:cNvSpPr/>
          <p:nvPr/>
        </p:nvSpPr>
        <p:spPr>
          <a:xfrm>
            <a:off x="4824003" y="3200908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57"/>
          <p:cNvSpPr/>
          <p:nvPr/>
        </p:nvSpPr>
        <p:spPr>
          <a:xfrm>
            <a:off x="4824003" y="37796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57"/>
          <p:cNvSpPr/>
          <p:nvPr/>
        </p:nvSpPr>
        <p:spPr>
          <a:xfrm>
            <a:off x="4824003" y="43200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57"/>
          <p:cNvSpPr/>
          <p:nvPr/>
        </p:nvSpPr>
        <p:spPr>
          <a:xfrm>
            <a:off x="3812100" y="3115550"/>
            <a:ext cx="15198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57"/>
          <p:cNvSpPr txBox="1"/>
          <p:nvPr>
            <p:ph type="body" idx="1"/>
          </p:nvPr>
        </p:nvSpPr>
        <p:spPr>
          <a:xfrm>
            <a:off x="324000" y="761550"/>
            <a:ext cx="8496000" cy="2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can draw the counters to help you with a calculation. </a:t>
            </a:r>
            <a:endParaRPr/>
          </a:p>
        </p:txBody>
      </p:sp>
      <p:sp>
        <p:nvSpPr>
          <p:cNvPr id="2071" name="Google Shape;2071;p157"/>
          <p:cNvSpPr txBox="1"/>
          <p:nvPr>
            <p:ph type="body" idx="1"/>
          </p:nvPr>
        </p:nvSpPr>
        <p:spPr>
          <a:xfrm>
            <a:off x="3754364" y="1229225"/>
            <a:ext cx="219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2072" name="Google Shape;2072;p157"/>
          <p:cNvSpPr txBox="1"/>
          <p:nvPr>
            <p:ph type="body" idx="1"/>
          </p:nvPr>
        </p:nvSpPr>
        <p:spPr>
          <a:xfrm>
            <a:off x="4113414" y="1229225"/>
            <a:ext cx="219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+</a:t>
            </a:r>
            <a:endParaRPr/>
          </a:p>
        </p:txBody>
      </p:sp>
      <p:sp>
        <p:nvSpPr>
          <p:cNvPr id="2073" name="Google Shape;2073;p157"/>
          <p:cNvSpPr txBox="1"/>
          <p:nvPr>
            <p:ph type="body" idx="1"/>
          </p:nvPr>
        </p:nvSpPr>
        <p:spPr>
          <a:xfrm>
            <a:off x="4443004" y="1229225"/>
            <a:ext cx="5667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5)</a:t>
            </a:r>
            <a:endParaRPr/>
          </a:p>
        </p:txBody>
      </p:sp>
      <p:sp>
        <p:nvSpPr>
          <p:cNvPr id="2074" name="Google Shape;2074;p157"/>
          <p:cNvSpPr/>
          <p:nvPr/>
        </p:nvSpPr>
        <p:spPr>
          <a:xfrm>
            <a:off x="1346950" y="1847133"/>
            <a:ext cx="1416900" cy="17454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57"/>
          <p:cNvSpPr/>
          <p:nvPr/>
        </p:nvSpPr>
        <p:spPr>
          <a:xfrm>
            <a:off x="5750150" y="1901433"/>
            <a:ext cx="2459100" cy="2266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57"/>
          <p:cNvSpPr txBox="1"/>
          <p:nvPr>
            <p:ph type="body" idx="1"/>
          </p:nvPr>
        </p:nvSpPr>
        <p:spPr>
          <a:xfrm>
            <a:off x="5085898" y="1229225"/>
            <a:ext cx="9552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=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2)</a:t>
            </a:r>
            <a:endParaRPr/>
          </a:p>
        </p:txBody>
      </p:sp>
      <p:sp>
        <p:nvSpPr>
          <p:cNvPr id="2077" name="Google Shape;2077;p157"/>
          <p:cNvSpPr/>
          <p:nvPr/>
        </p:nvSpPr>
        <p:spPr>
          <a:xfrm>
            <a:off x="3526725" y="1710525"/>
            <a:ext cx="2088900" cy="2037900"/>
          </a:xfrm>
          <a:prstGeom prst="roundRect">
            <a:avLst>
              <a:gd name="adj" fmla="val 16667"/>
            </a:avLst>
          </a:prstGeom>
          <a:solidFill>
            <a:srgbClr val="FFFFFF">
              <a:alpha val="66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57"/>
          <p:cNvSpPr/>
          <p:nvPr/>
        </p:nvSpPr>
        <p:spPr>
          <a:xfrm>
            <a:off x="3666552" y="1192575"/>
            <a:ext cx="336300" cy="414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157"/>
          <p:cNvSpPr/>
          <p:nvPr/>
        </p:nvSpPr>
        <p:spPr>
          <a:xfrm>
            <a:off x="4405861" y="1192575"/>
            <a:ext cx="606600" cy="414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7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3" name="Shape 2083"/>
        <p:cNvGrpSpPr/>
        <p:nvPr/>
      </p:nvGrpSpPr>
      <p:grpSpPr>
        <a:xfrm>
          <a:off x="0" y="0"/>
          <a:ext cx="0" cy="0"/>
        </a:xfrm>
      </p:grpSpPr>
      <p:sp>
        <p:nvSpPr>
          <p:cNvPr id="2084" name="Google Shape;2084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grpSp>
        <p:nvGrpSpPr>
          <p:cNvPr id="2085" name="Google Shape;2085;p158"/>
          <p:cNvGrpSpPr/>
          <p:nvPr/>
        </p:nvGrpSpPr>
        <p:grpSpPr>
          <a:xfrm>
            <a:off x="445165" y="1295225"/>
            <a:ext cx="1207888" cy="1354675"/>
            <a:chOff x="445165" y="1295225"/>
            <a:chExt cx="1207888" cy="1354675"/>
          </a:xfrm>
        </p:grpSpPr>
        <p:sp>
          <p:nvSpPr>
            <p:cNvPr id="2086" name="Google Shape;2086;p158"/>
            <p:cNvSpPr/>
            <p:nvPr/>
          </p:nvSpPr>
          <p:spPr>
            <a:xfrm>
              <a:off x="621715" y="1295225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7" name="Google Shape;2087;p158"/>
            <p:cNvSpPr/>
            <p:nvPr/>
          </p:nvSpPr>
          <p:spPr>
            <a:xfrm>
              <a:off x="445165" y="220710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8" name="Google Shape;2088;p158"/>
            <p:cNvSpPr/>
            <p:nvPr/>
          </p:nvSpPr>
          <p:spPr>
            <a:xfrm>
              <a:off x="1210253" y="184455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9" name="Google Shape;2089;p158"/>
          <p:cNvSpPr txBox="1"/>
          <p:nvPr/>
        </p:nvSpPr>
        <p:spPr>
          <a:xfrm>
            <a:off x="324000" y="810000"/>
            <a:ext cx="140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158"/>
          <p:cNvSpPr txBox="1"/>
          <p:nvPr/>
        </p:nvSpPr>
        <p:spPr>
          <a:xfrm>
            <a:off x="2297700" y="1731000"/>
            <a:ext cx="20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1" name="Google Shape;2091;p158"/>
          <p:cNvGrpSpPr/>
          <p:nvPr/>
        </p:nvGrpSpPr>
        <p:grpSpPr>
          <a:xfrm>
            <a:off x="2691228" y="1450884"/>
            <a:ext cx="764900" cy="1199025"/>
            <a:chOff x="2691228" y="1450884"/>
            <a:chExt cx="764900" cy="1199025"/>
          </a:xfrm>
        </p:grpSpPr>
        <p:sp>
          <p:nvSpPr>
            <p:cNvPr id="2092" name="Google Shape;2092;p158"/>
            <p:cNvSpPr/>
            <p:nvPr/>
          </p:nvSpPr>
          <p:spPr>
            <a:xfrm>
              <a:off x="3013328" y="1450884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158"/>
            <p:cNvSpPr/>
            <p:nvPr/>
          </p:nvSpPr>
          <p:spPr>
            <a:xfrm>
              <a:off x="2691228" y="2207109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4" name="Google Shape;2094;p158"/>
          <p:cNvSpPr txBox="1"/>
          <p:nvPr/>
        </p:nvSpPr>
        <p:spPr>
          <a:xfrm>
            <a:off x="1732800" y="810000"/>
            <a:ext cx="765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158"/>
          <p:cNvSpPr txBox="1"/>
          <p:nvPr/>
        </p:nvSpPr>
        <p:spPr>
          <a:xfrm>
            <a:off x="4898450" y="3890950"/>
            <a:ext cx="363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6" name="Google Shape;2096;p158"/>
          <p:cNvGrpSpPr/>
          <p:nvPr/>
        </p:nvGrpSpPr>
        <p:grpSpPr>
          <a:xfrm>
            <a:off x="5794190" y="1177200"/>
            <a:ext cx="442800" cy="1431850"/>
            <a:chOff x="5794190" y="1177200"/>
            <a:chExt cx="442800" cy="1431850"/>
          </a:xfrm>
        </p:grpSpPr>
        <p:sp>
          <p:nvSpPr>
            <p:cNvPr id="2097" name="Google Shape;2097;p158"/>
            <p:cNvSpPr/>
            <p:nvPr/>
          </p:nvSpPr>
          <p:spPr>
            <a:xfrm>
              <a:off x="5794190" y="117720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8" name="Google Shape;2098;p158"/>
            <p:cNvSpPr/>
            <p:nvPr/>
          </p:nvSpPr>
          <p:spPr>
            <a:xfrm>
              <a:off x="5794190" y="1671725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58"/>
            <p:cNvSpPr/>
            <p:nvPr/>
          </p:nvSpPr>
          <p:spPr>
            <a:xfrm>
              <a:off x="5794190" y="216625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0" name="Google Shape;2100;p158"/>
          <p:cNvGrpSpPr/>
          <p:nvPr/>
        </p:nvGrpSpPr>
        <p:grpSpPr>
          <a:xfrm>
            <a:off x="5794190" y="2660775"/>
            <a:ext cx="442800" cy="937325"/>
            <a:chOff x="5794190" y="2660775"/>
            <a:chExt cx="442800" cy="937325"/>
          </a:xfrm>
        </p:grpSpPr>
        <p:sp>
          <p:nvSpPr>
            <p:cNvPr id="2101" name="Google Shape;2101;p158"/>
            <p:cNvSpPr/>
            <p:nvPr/>
          </p:nvSpPr>
          <p:spPr>
            <a:xfrm>
              <a:off x="5794190" y="2660775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158"/>
            <p:cNvSpPr/>
            <p:nvPr/>
          </p:nvSpPr>
          <p:spPr>
            <a:xfrm>
              <a:off x="5794190" y="315530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6" name="Shape 2106"/>
        <p:cNvGrpSpPr/>
        <p:nvPr/>
      </p:nvGrpSpPr>
      <p:grpSpPr>
        <a:xfrm>
          <a:off x="0" y="0"/>
          <a:ext cx="0" cy="0"/>
        </a:xfrm>
      </p:grpSpPr>
      <p:sp>
        <p:nvSpPr>
          <p:cNvPr id="2107" name="Google Shape;2107;p15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108" name="Google Shape;2108;p159"/>
          <p:cNvSpPr txBox="1"/>
          <p:nvPr>
            <p:ph type="title"/>
          </p:nvPr>
        </p:nvSpPr>
        <p:spPr>
          <a:xfrm>
            <a:off x="324000" y="748775"/>
            <a:ext cx="6628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is the correct representation of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4) + 2?</a:t>
            </a:r>
            <a:endParaRPr/>
          </a:p>
        </p:txBody>
      </p:sp>
      <p:sp>
        <p:nvSpPr>
          <p:cNvPr id="2109" name="Google Shape;2109;p159"/>
          <p:cNvSpPr/>
          <p:nvPr/>
        </p:nvSpPr>
        <p:spPr>
          <a:xfrm>
            <a:off x="3524553" y="25297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59"/>
          <p:cNvSpPr/>
          <p:nvPr/>
        </p:nvSpPr>
        <p:spPr>
          <a:xfrm>
            <a:off x="5206363" y="272005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1" name="Google Shape;2111;p159"/>
          <p:cNvSpPr/>
          <p:nvPr/>
        </p:nvSpPr>
        <p:spPr>
          <a:xfrm>
            <a:off x="4012078" y="27549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159"/>
          <p:cNvSpPr/>
          <p:nvPr/>
        </p:nvSpPr>
        <p:spPr>
          <a:xfrm>
            <a:off x="3494828" y="31119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159"/>
          <p:cNvSpPr/>
          <p:nvPr/>
        </p:nvSpPr>
        <p:spPr>
          <a:xfrm>
            <a:off x="3982353" y="33372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59"/>
          <p:cNvSpPr/>
          <p:nvPr/>
        </p:nvSpPr>
        <p:spPr>
          <a:xfrm>
            <a:off x="4834213" y="311195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59"/>
          <p:cNvSpPr/>
          <p:nvPr/>
        </p:nvSpPr>
        <p:spPr>
          <a:xfrm>
            <a:off x="8098603" y="26611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59"/>
          <p:cNvSpPr/>
          <p:nvPr/>
        </p:nvSpPr>
        <p:spPr>
          <a:xfrm>
            <a:off x="7901328" y="32652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59"/>
          <p:cNvSpPr/>
          <p:nvPr/>
        </p:nvSpPr>
        <p:spPr>
          <a:xfrm>
            <a:off x="7078138" y="244165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59"/>
          <p:cNvSpPr/>
          <p:nvPr/>
        </p:nvSpPr>
        <p:spPr>
          <a:xfrm>
            <a:off x="6705988" y="283355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59"/>
          <p:cNvSpPr/>
          <p:nvPr/>
        </p:nvSpPr>
        <p:spPr>
          <a:xfrm>
            <a:off x="7264213" y="29169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59"/>
          <p:cNvSpPr/>
          <p:nvPr/>
        </p:nvSpPr>
        <p:spPr>
          <a:xfrm>
            <a:off x="6892063" y="3308800"/>
            <a:ext cx="442800" cy="4428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59"/>
          <p:cNvSpPr/>
          <p:nvPr/>
        </p:nvSpPr>
        <p:spPr>
          <a:xfrm>
            <a:off x="585103" y="2463825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159"/>
          <p:cNvSpPr/>
          <p:nvPr/>
        </p:nvSpPr>
        <p:spPr>
          <a:xfrm>
            <a:off x="1072628" y="2689075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159"/>
          <p:cNvSpPr/>
          <p:nvPr/>
        </p:nvSpPr>
        <p:spPr>
          <a:xfrm>
            <a:off x="555378" y="3046075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4" name="Google Shape;2124;p159"/>
          <p:cNvSpPr/>
          <p:nvPr/>
        </p:nvSpPr>
        <p:spPr>
          <a:xfrm>
            <a:off x="1042903" y="3271325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59"/>
          <p:cNvSpPr/>
          <p:nvPr/>
        </p:nvSpPr>
        <p:spPr>
          <a:xfrm>
            <a:off x="2264678" y="252970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159"/>
          <p:cNvSpPr/>
          <p:nvPr/>
        </p:nvSpPr>
        <p:spPr>
          <a:xfrm>
            <a:off x="1994528" y="3162850"/>
            <a:ext cx="442800" cy="4428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5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25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7" name="Google Shape;2127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84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59"/>
          <p:cNvSpPr txBox="1"/>
          <p:nvPr/>
        </p:nvSpPr>
        <p:spPr>
          <a:xfrm>
            <a:off x="7743750" y="2968950"/>
            <a:ext cx="20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59"/>
          <p:cNvSpPr txBox="1"/>
          <p:nvPr/>
        </p:nvSpPr>
        <p:spPr>
          <a:xfrm>
            <a:off x="4468500" y="3070650"/>
            <a:ext cx="20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59"/>
          <p:cNvSpPr txBox="1"/>
          <p:nvPr/>
        </p:nvSpPr>
        <p:spPr>
          <a:xfrm>
            <a:off x="1651475" y="2998500"/>
            <a:ext cx="207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4" name="Shape 2134"/>
        <p:cNvGrpSpPr/>
        <p:nvPr/>
      </p:nvGrpSpPr>
      <p:grpSpPr>
        <a:xfrm>
          <a:off x="0" y="0"/>
          <a:ext cx="0" cy="0"/>
        </a:xfrm>
      </p:grpSpPr>
      <p:sp>
        <p:nvSpPr>
          <p:cNvPr id="2135" name="Google Shape;2135;p16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graphicFrame>
        <p:nvGraphicFramePr>
          <p:cNvPr id="2136" name="Google Shape;2136;p160"/>
          <p:cNvGraphicFramePr>
            <a:graphicFrameLocks noGrp="1"/>
          </p:cNvGraphicFramePr>
          <p:nvPr/>
        </p:nvGraphicFramePr>
        <p:xfrm>
          <a:off x="324150" y="3068788"/>
          <a:ext cx="8186625" cy="1676400"/>
        </p:xfrm>
        <a:graphic>
          <a:graphicData uri="http://schemas.openxmlformats.org/drawingml/2006/table">
            <a:tbl>
              <a:tblPr>
                <a:noFill/>
                <a:tableStyleId>{09E09B1E-6A3A-4F4D-B9CD-FC7385DBCEE5}</a:tableStyleId>
              </a:tblPr>
              <a:tblGrid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</a:tblGrid>
              <a:tr h="25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0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37" name="Google Shape;2137;p160"/>
          <p:cNvSpPr txBox="1"/>
          <p:nvPr/>
        </p:nvSpPr>
        <p:spPr>
          <a:xfrm>
            <a:off x="324000" y="6609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Answer the following questions.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answers in the grid and shade them in to reveal a word.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160"/>
          <p:cNvSpPr txBox="1"/>
          <p:nvPr/>
        </p:nvSpPr>
        <p:spPr>
          <a:xfrm>
            <a:off x="5224870" y="1229438"/>
            <a:ext cx="27081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 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+ 2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8)   7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9)   1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10) 4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160"/>
          <p:cNvSpPr txBox="1"/>
          <p:nvPr/>
        </p:nvSpPr>
        <p:spPr>
          <a:xfrm>
            <a:off x="1684800" y="1262550"/>
            <a:ext cx="2456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+ 4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3" name="Shape 2143"/>
        <p:cNvGrpSpPr/>
        <p:nvPr/>
      </p:nvGrpSpPr>
      <p:grpSpPr>
        <a:xfrm>
          <a:off x="0" y="0"/>
          <a:ext cx="0" cy="0"/>
        </a:xfrm>
      </p:grpSpPr>
      <p:sp>
        <p:nvSpPr>
          <p:cNvPr id="2144" name="Google Shape;2144;p16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145" name="Google Shape;2145;p161"/>
          <p:cNvSpPr txBox="1"/>
          <p:nvPr/>
        </p:nvSpPr>
        <p:spPr>
          <a:xfrm>
            <a:off x="324000" y="6609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Answer the following questions.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answers in the grid and shade them in to reveal a word.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6" name="Google Shape;2146;p161"/>
          <p:cNvGraphicFramePr>
            <a:graphicFrameLocks noGrp="1"/>
          </p:cNvGraphicFramePr>
          <p:nvPr/>
        </p:nvGraphicFramePr>
        <p:xfrm>
          <a:off x="324150" y="3068788"/>
          <a:ext cx="8186625" cy="1676400"/>
        </p:xfrm>
        <a:graphic>
          <a:graphicData uri="http://schemas.openxmlformats.org/drawingml/2006/table">
            <a:tbl>
              <a:tblPr>
                <a:noFill/>
                <a:tableStyleId>{09E09B1E-6A3A-4F4D-B9CD-FC7385DBCEE5}</a:tableStyleId>
              </a:tblPr>
              <a:tblGrid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</a:tblGrid>
              <a:tr h="25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7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52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20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</a:tbl>
          </a:graphicData>
        </a:graphic>
      </p:graphicFrame>
      <p:sp>
        <p:nvSpPr>
          <p:cNvPr id="2147" name="Google Shape;2147;p161"/>
          <p:cNvSpPr txBox="1"/>
          <p:nvPr/>
        </p:nvSpPr>
        <p:spPr>
          <a:xfrm>
            <a:off x="5224870" y="1229438"/>
            <a:ext cx="27081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 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+ 2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8)   7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9)   1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10) 4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61"/>
          <p:cNvSpPr txBox="1"/>
          <p:nvPr/>
        </p:nvSpPr>
        <p:spPr>
          <a:xfrm>
            <a:off x="1684800" y="1262550"/>
            <a:ext cx="2456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+ 4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61"/>
          <p:cNvSpPr/>
          <p:nvPr/>
        </p:nvSpPr>
        <p:spPr>
          <a:xfrm>
            <a:off x="350886" y="3071517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161"/>
          <p:cNvSpPr/>
          <p:nvPr/>
        </p:nvSpPr>
        <p:spPr>
          <a:xfrm>
            <a:off x="885953" y="3071517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61"/>
          <p:cNvSpPr/>
          <p:nvPr/>
        </p:nvSpPr>
        <p:spPr>
          <a:xfrm>
            <a:off x="1429983" y="3071517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61"/>
          <p:cNvSpPr/>
          <p:nvPr/>
        </p:nvSpPr>
        <p:spPr>
          <a:xfrm>
            <a:off x="341924" y="441749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61"/>
          <p:cNvSpPr/>
          <p:nvPr/>
        </p:nvSpPr>
        <p:spPr>
          <a:xfrm>
            <a:off x="876992" y="441749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61"/>
          <p:cNvSpPr/>
          <p:nvPr/>
        </p:nvSpPr>
        <p:spPr>
          <a:xfrm>
            <a:off x="1421021" y="441749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61"/>
          <p:cNvSpPr/>
          <p:nvPr/>
        </p:nvSpPr>
        <p:spPr>
          <a:xfrm>
            <a:off x="2518042" y="440976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61"/>
          <p:cNvSpPr/>
          <p:nvPr/>
        </p:nvSpPr>
        <p:spPr>
          <a:xfrm>
            <a:off x="3053110" y="440976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61"/>
          <p:cNvSpPr/>
          <p:nvPr/>
        </p:nvSpPr>
        <p:spPr>
          <a:xfrm>
            <a:off x="3597139" y="440976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61"/>
          <p:cNvSpPr/>
          <p:nvPr/>
        </p:nvSpPr>
        <p:spPr>
          <a:xfrm>
            <a:off x="2513561" y="3071519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161"/>
          <p:cNvSpPr/>
          <p:nvPr/>
        </p:nvSpPr>
        <p:spPr>
          <a:xfrm>
            <a:off x="3048629" y="3071519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161"/>
          <p:cNvSpPr/>
          <p:nvPr/>
        </p:nvSpPr>
        <p:spPr>
          <a:xfrm>
            <a:off x="3592658" y="3071519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61"/>
          <p:cNvSpPr/>
          <p:nvPr/>
        </p:nvSpPr>
        <p:spPr>
          <a:xfrm>
            <a:off x="2513561" y="374064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161"/>
          <p:cNvSpPr/>
          <p:nvPr/>
        </p:nvSpPr>
        <p:spPr>
          <a:xfrm>
            <a:off x="3048629" y="374064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161"/>
          <p:cNvSpPr/>
          <p:nvPr/>
        </p:nvSpPr>
        <p:spPr>
          <a:xfrm>
            <a:off x="4697937" y="306880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161"/>
          <p:cNvSpPr/>
          <p:nvPr/>
        </p:nvSpPr>
        <p:spPr>
          <a:xfrm>
            <a:off x="5233005" y="306880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161"/>
          <p:cNvSpPr/>
          <p:nvPr/>
        </p:nvSpPr>
        <p:spPr>
          <a:xfrm>
            <a:off x="5777034" y="306880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61"/>
          <p:cNvSpPr/>
          <p:nvPr/>
        </p:nvSpPr>
        <p:spPr>
          <a:xfrm>
            <a:off x="6873351" y="3071519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161"/>
          <p:cNvSpPr/>
          <p:nvPr/>
        </p:nvSpPr>
        <p:spPr>
          <a:xfrm>
            <a:off x="7408418" y="3071519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61"/>
          <p:cNvSpPr/>
          <p:nvPr/>
        </p:nvSpPr>
        <p:spPr>
          <a:xfrm>
            <a:off x="7952448" y="3071519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61"/>
          <p:cNvSpPr/>
          <p:nvPr/>
        </p:nvSpPr>
        <p:spPr>
          <a:xfrm>
            <a:off x="6868870" y="441749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61"/>
          <p:cNvSpPr/>
          <p:nvPr/>
        </p:nvSpPr>
        <p:spPr>
          <a:xfrm>
            <a:off x="7403937" y="441749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1" name="Google Shape;2171;p161"/>
          <p:cNvSpPr/>
          <p:nvPr/>
        </p:nvSpPr>
        <p:spPr>
          <a:xfrm>
            <a:off x="7947967" y="441749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61"/>
          <p:cNvSpPr/>
          <p:nvPr/>
        </p:nvSpPr>
        <p:spPr>
          <a:xfrm>
            <a:off x="1429983" y="3403038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161"/>
          <p:cNvSpPr/>
          <p:nvPr/>
        </p:nvSpPr>
        <p:spPr>
          <a:xfrm>
            <a:off x="324000" y="4074511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61"/>
          <p:cNvSpPr/>
          <p:nvPr/>
        </p:nvSpPr>
        <p:spPr>
          <a:xfrm>
            <a:off x="885953" y="3744503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61"/>
          <p:cNvSpPr/>
          <p:nvPr/>
        </p:nvSpPr>
        <p:spPr>
          <a:xfrm>
            <a:off x="2518042" y="3403038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161"/>
          <p:cNvSpPr/>
          <p:nvPr/>
        </p:nvSpPr>
        <p:spPr>
          <a:xfrm>
            <a:off x="2518042" y="4075198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161"/>
          <p:cNvSpPr/>
          <p:nvPr/>
        </p:nvSpPr>
        <p:spPr>
          <a:xfrm>
            <a:off x="4693456" y="374452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61"/>
          <p:cNvSpPr/>
          <p:nvPr/>
        </p:nvSpPr>
        <p:spPr>
          <a:xfrm>
            <a:off x="5228524" y="374452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161"/>
          <p:cNvSpPr/>
          <p:nvPr/>
        </p:nvSpPr>
        <p:spPr>
          <a:xfrm>
            <a:off x="5772553" y="374452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61"/>
          <p:cNvSpPr/>
          <p:nvPr/>
        </p:nvSpPr>
        <p:spPr>
          <a:xfrm>
            <a:off x="4697937" y="340666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161"/>
          <p:cNvSpPr/>
          <p:nvPr/>
        </p:nvSpPr>
        <p:spPr>
          <a:xfrm>
            <a:off x="5777034" y="340666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161"/>
          <p:cNvSpPr/>
          <p:nvPr/>
        </p:nvSpPr>
        <p:spPr>
          <a:xfrm>
            <a:off x="4693456" y="408235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161"/>
          <p:cNvSpPr/>
          <p:nvPr/>
        </p:nvSpPr>
        <p:spPr>
          <a:xfrm>
            <a:off x="4693456" y="4399357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61"/>
          <p:cNvSpPr/>
          <p:nvPr/>
        </p:nvSpPr>
        <p:spPr>
          <a:xfrm>
            <a:off x="5233005" y="4092617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61"/>
          <p:cNvSpPr/>
          <p:nvPr/>
        </p:nvSpPr>
        <p:spPr>
          <a:xfrm>
            <a:off x="5781163" y="4420226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161"/>
          <p:cNvSpPr/>
          <p:nvPr/>
        </p:nvSpPr>
        <p:spPr>
          <a:xfrm>
            <a:off x="6862501" y="374064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61"/>
          <p:cNvSpPr/>
          <p:nvPr/>
        </p:nvSpPr>
        <p:spPr>
          <a:xfrm>
            <a:off x="6866982" y="340278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61"/>
          <p:cNvSpPr/>
          <p:nvPr/>
        </p:nvSpPr>
        <p:spPr>
          <a:xfrm>
            <a:off x="6862501" y="4078470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161"/>
          <p:cNvSpPr/>
          <p:nvPr/>
        </p:nvSpPr>
        <p:spPr>
          <a:xfrm>
            <a:off x="7956929" y="3744505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61"/>
          <p:cNvSpPr/>
          <p:nvPr/>
        </p:nvSpPr>
        <p:spPr>
          <a:xfrm>
            <a:off x="7961410" y="3406645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161"/>
          <p:cNvSpPr/>
          <p:nvPr/>
        </p:nvSpPr>
        <p:spPr>
          <a:xfrm>
            <a:off x="7956929" y="4082335"/>
            <a:ext cx="549300" cy="3249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5" name="Shape 2195"/>
        <p:cNvGrpSpPr/>
        <p:nvPr/>
      </p:nvGrpSpPr>
      <p:grpSpPr>
        <a:xfrm>
          <a:off x="0" y="0"/>
          <a:ext cx="0" cy="0"/>
        </a:xfrm>
      </p:grpSpPr>
      <p:sp>
        <p:nvSpPr>
          <p:cNvPr id="2196" name="Google Shape;2196;p16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197" name="Google Shape;2197;p162"/>
          <p:cNvSpPr txBox="1"/>
          <p:nvPr/>
        </p:nvSpPr>
        <p:spPr>
          <a:xfrm>
            <a:off x="324000" y="6609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Answer the following questions.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answers in the grid and shade them in to reveal a word.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8" name="Google Shape;2198;p162"/>
          <p:cNvGraphicFramePr>
            <a:graphicFrameLocks noGrp="1"/>
          </p:cNvGraphicFramePr>
          <p:nvPr/>
        </p:nvGraphicFramePr>
        <p:xfrm>
          <a:off x="324150" y="3068788"/>
          <a:ext cx="8186625" cy="1676400"/>
        </p:xfrm>
        <a:graphic>
          <a:graphicData uri="http://schemas.openxmlformats.org/drawingml/2006/table">
            <a:tbl>
              <a:tblPr>
                <a:noFill/>
                <a:tableStyleId>{09E09B1E-6A3A-4F4D-B9CD-FC7385DBCEE5}</a:tableStyleId>
              </a:tblPr>
              <a:tblGrid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  <a:gridCol w="545775"/>
              </a:tblGrid>
              <a:tr h="25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7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52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120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8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</a:tbl>
          </a:graphicData>
        </a:graphic>
      </p:graphicFrame>
      <p:sp>
        <p:nvSpPr>
          <p:cNvPr id="2199" name="Google Shape;2199;p162"/>
          <p:cNvSpPr txBox="1"/>
          <p:nvPr/>
        </p:nvSpPr>
        <p:spPr>
          <a:xfrm>
            <a:off x="5224870" y="1229438"/>
            <a:ext cx="27081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 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+ 2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 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8)   7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9)   1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10) 4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11)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62"/>
          <p:cNvSpPr txBox="1"/>
          <p:nvPr/>
        </p:nvSpPr>
        <p:spPr>
          <a:xfrm>
            <a:off x="1684800" y="1262550"/>
            <a:ext cx="2456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+ 4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AutoNum type="arabi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62"/>
          <p:cNvSpPr/>
          <p:nvPr/>
        </p:nvSpPr>
        <p:spPr>
          <a:xfrm>
            <a:off x="350886" y="3071517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62"/>
          <p:cNvSpPr/>
          <p:nvPr/>
        </p:nvSpPr>
        <p:spPr>
          <a:xfrm>
            <a:off x="885953" y="3071517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62"/>
          <p:cNvSpPr/>
          <p:nvPr/>
        </p:nvSpPr>
        <p:spPr>
          <a:xfrm>
            <a:off x="1429983" y="3071517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4" name="Google Shape;2204;p162"/>
          <p:cNvSpPr/>
          <p:nvPr/>
        </p:nvSpPr>
        <p:spPr>
          <a:xfrm>
            <a:off x="341924" y="441749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5" name="Google Shape;2205;p162"/>
          <p:cNvSpPr/>
          <p:nvPr/>
        </p:nvSpPr>
        <p:spPr>
          <a:xfrm>
            <a:off x="876992" y="441749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6" name="Google Shape;2206;p162"/>
          <p:cNvSpPr/>
          <p:nvPr/>
        </p:nvSpPr>
        <p:spPr>
          <a:xfrm>
            <a:off x="1421021" y="441749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62"/>
          <p:cNvSpPr/>
          <p:nvPr/>
        </p:nvSpPr>
        <p:spPr>
          <a:xfrm>
            <a:off x="2518042" y="440976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62"/>
          <p:cNvSpPr/>
          <p:nvPr/>
        </p:nvSpPr>
        <p:spPr>
          <a:xfrm>
            <a:off x="3053110" y="440976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62"/>
          <p:cNvSpPr/>
          <p:nvPr/>
        </p:nvSpPr>
        <p:spPr>
          <a:xfrm>
            <a:off x="3597139" y="440976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62"/>
          <p:cNvSpPr/>
          <p:nvPr/>
        </p:nvSpPr>
        <p:spPr>
          <a:xfrm>
            <a:off x="2513561" y="3071519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62"/>
          <p:cNvSpPr/>
          <p:nvPr/>
        </p:nvSpPr>
        <p:spPr>
          <a:xfrm>
            <a:off x="3048629" y="3071519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62"/>
          <p:cNvSpPr/>
          <p:nvPr/>
        </p:nvSpPr>
        <p:spPr>
          <a:xfrm>
            <a:off x="3592658" y="3071519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162"/>
          <p:cNvSpPr/>
          <p:nvPr/>
        </p:nvSpPr>
        <p:spPr>
          <a:xfrm>
            <a:off x="2513561" y="374064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62"/>
          <p:cNvSpPr/>
          <p:nvPr/>
        </p:nvSpPr>
        <p:spPr>
          <a:xfrm>
            <a:off x="3048629" y="374064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62"/>
          <p:cNvSpPr/>
          <p:nvPr/>
        </p:nvSpPr>
        <p:spPr>
          <a:xfrm>
            <a:off x="4697937" y="306880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6" name="Google Shape;2216;p162"/>
          <p:cNvSpPr/>
          <p:nvPr/>
        </p:nvSpPr>
        <p:spPr>
          <a:xfrm>
            <a:off x="5233005" y="306880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7" name="Google Shape;2217;p162"/>
          <p:cNvSpPr/>
          <p:nvPr/>
        </p:nvSpPr>
        <p:spPr>
          <a:xfrm>
            <a:off x="5777034" y="306880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62"/>
          <p:cNvSpPr/>
          <p:nvPr/>
        </p:nvSpPr>
        <p:spPr>
          <a:xfrm>
            <a:off x="6873351" y="3071519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9" name="Google Shape;2219;p162"/>
          <p:cNvSpPr/>
          <p:nvPr/>
        </p:nvSpPr>
        <p:spPr>
          <a:xfrm>
            <a:off x="7408418" y="3071519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62"/>
          <p:cNvSpPr/>
          <p:nvPr/>
        </p:nvSpPr>
        <p:spPr>
          <a:xfrm>
            <a:off x="7952448" y="3071519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62"/>
          <p:cNvSpPr/>
          <p:nvPr/>
        </p:nvSpPr>
        <p:spPr>
          <a:xfrm>
            <a:off x="6868870" y="441749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62"/>
          <p:cNvSpPr/>
          <p:nvPr/>
        </p:nvSpPr>
        <p:spPr>
          <a:xfrm>
            <a:off x="7403937" y="441749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162"/>
          <p:cNvSpPr/>
          <p:nvPr/>
        </p:nvSpPr>
        <p:spPr>
          <a:xfrm>
            <a:off x="7947967" y="441749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62"/>
          <p:cNvSpPr/>
          <p:nvPr/>
        </p:nvSpPr>
        <p:spPr>
          <a:xfrm>
            <a:off x="1429983" y="3403038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62"/>
          <p:cNvSpPr/>
          <p:nvPr/>
        </p:nvSpPr>
        <p:spPr>
          <a:xfrm>
            <a:off x="324000" y="4074511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62"/>
          <p:cNvSpPr/>
          <p:nvPr/>
        </p:nvSpPr>
        <p:spPr>
          <a:xfrm>
            <a:off x="885953" y="3744503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62"/>
          <p:cNvSpPr/>
          <p:nvPr/>
        </p:nvSpPr>
        <p:spPr>
          <a:xfrm>
            <a:off x="2518042" y="3403038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62"/>
          <p:cNvSpPr/>
          <p:nvPr/>
        </p:nvSpPr>
        <p:spPr>
          <a:xfrm>
            <a:off x="2518042" y="4075198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162"/>
          <p:cNvSpPr/>
          <p:nvPr/>
        </p:nvSpPr>
        <p:spPr>
          <a:xfrm>
            <a:off x="4693456" y="374452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162"/>
          <p:cNvSpPr/>
          <p:nvPr/>
        </p:nvSpPr>
        <p:spPr>
          <a:xfrm>
            <a:off x="5228524" y="374452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1" name="Google Shape;2231;p162"/>
          <p:cNvSpPr/>
          <p:nvPr/>
        </p:nvSpPr>
        <p:spPr>
          <a:xfrm>
            <a:off x="5772553" y="374452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162"/>
          <p:cNvSpPr/>
          <p:nvPr/>
        </p:nvSpPr>
        <p:spPr>
          <a:xfrm>
            <a:off x="4697937" y="340666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162"/>
          <p:cNvSpPr/>
          <p:nvPr/>
        </p:nvSpPr>
        <p:spPr>
          <a:xfrm>
            <a:off x="5777034" y="340666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62"/>
          <p:cNvSpPr/>
          <p:nvPr/>
        </p:nvSpPr>
        <p:spPr>
          <a:xfrm>
            <a:off x="4693456" y="408235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62"/>
          <p:cNvSpPr/>
          <p:nvPr/>
        </p:nvSpPr>
        <p:spPr>
          <a:xfrm>
            <a:off x="4693456" y="4399357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162"/>
          <p:cNvSpPr/>
          <p:nvPr/>
        </p:nvSpPr>
        <p:spPr>
          <a:xfrm>
            <a:off x="5233005" y="4092617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62"/>
          <p:cNvSpPr/>
          <p:nvPr/>
        </p:nvSpPr>
        <p:spPr>
          <a:xfrm>
            <a:off x="5781163" y="4420226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162"/>
          <p:cNvSpPr/>
          <p:nvPr/>
        </p:nvSpPr>
        <p:spPr>
          <a:xfrm>
            <a:off x="6862501" y="374064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162"/>
          <p:cNvSpPr/>
          <p:nvPr/>
        </p:nvSpPr>
        <p:spPr>
          <a:xfrm>
            <a:off x="6866982" y="340278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0" name="Google Shape;2240;p162"/>
          <p:cNvSpPr/>
          <p:nvPr/>
        </p:nvSpPr>
        <p:spPr>
          <a:xfrm>
            <a:off x="6862501" y="4078470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162"/>
          <p:cNvSpPr/>
          <p:nvPr/>
        </p:nvSpPr>
        <p:spPr>
          <a:xfrm>
            <a:off x="7956929" y="3744505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162"/>
          <p:cNvSpPr/>
          <p:nvPr/>
        </p:nvSpPr>
        <p:spPr>
          <a:xfrm>
            <a:off x="7961410" y="3406645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62"/>
          <p:cNvSpPr/>
          <p:nvPr/>
        </p:nvSpPr>
        <p:spPr>
          <a:xfrm>
            <a:off x="7956929" y="4082335"/>
            <a:ext cx="549300" cy="324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7" name="Shape 2247"/>
        <p:cNvGrpSpPr/>
        <p:nvPr/>
      </p:nvGrpSpPr>
      <p:grpSpPr>
        <a:xfrm>
          <a:off x="0" y="0"/>
          <a:ext cx="0" cy="0"/>
        </a:xfrm>
      </p:grpSpPr>
      <p:sp>
        <p:nvSpPr>
          <p:cNvPr id="2248" name="Google Shape;2248;p16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integers using counters</a:t>
            </a:r>
            <a:endParaRPr/>
          </a:p>
        </p:txBody>
      </p:sp>
      <p:sp>
        <p:nvSpPr>
          <p:cNvPr id="2249" name="Google Shape;2249;p163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250" name="Google Shape;2250;p163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251" name="Google Shape;2251;p163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pic>
        <p:nvPicPr>
          <p:cNvPr id="2252" name="Google Shape;2252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0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6" name="Shape 2256"/>
        <p:cNvGrpSpPr/>
        <p:nvPr/>
      </p:nvGrpSpPr>
      <p:grpSpPr>
        <a:xfrm>
          <a:off x="0" y="0"/>
          <a:ext cx="0" cy="0"/>
        </a:xfrm>
      </p:grpSpPr>
      <p:sp>
        <p:nvSpPr>
          <p:cNvPr id="2257" name="Google Shape;2257;p16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258" name="Google Shape;2258;p164"/>
          <p:cNvSpPr txBox="1"/>
          <p:nvPr/>
        </p:nvSpPr>
        <p:spPr>
          <a:xfrm>
            <a:off x="3036124" y="851400"/>
            <a:ext cx="186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20) +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9" name="Google Shape;2259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93" y="2871200"/>
            <a:ext cx="1149837" cy="16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0" name="Google Shape;2260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454" y="2809985"/>
            <a:ext cx="1027421" cy="194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1" name="Google Shape;2261;p164"/>
          <p:cNvGrpSpPr/>
          <p:nvPr/>
        </p:nvGrpSpPr>
        <p:grpSpPr>
          <a:xfrm>
            <a:off x="1108851" y="1733750"/>
            <a:ext cx="3208049" cy="1417450"/>
            <a:chOff x="1108851" y="1733750"/>
            <a:chExt cx="3208049" cy="1417450"/>
          </a:xfrm>
        </p:grpSpPr>
        <p:pic>
          <p:nvPicPr>
            <p:cNvPr id="2262" name="Google Shape;2262;p164"/>
            <p:cNvPicPr preferRelativeResize="0"/>
            <p:nvPr/>
          </p:nvPicPr>
          <p:blipFill>
            <a:blip r:embed="rId5">
              <a:alphaModFix/>
            </a:blip>
            <a:srcRect r="57905" b="43691"/>
            <a:stretch>
              <a:fillRect/>
            </a:stretch>
          </p:blipFill>
          <p:spPr>
            <a:xfrm flipH="1">
              <a:off x="1108851" y="1733750"/>
              <a:ext cx="3208049" cy="1417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3" name="Google Shape;2263;p164"/>
            <p:cNvSpPr txBox="1"/>
            <p:nvPr/>
          </p:nvSpPr>
          <p:spPr>
            <a:xfrm>
              <a:off x="1377548" y="1791300"/>
              <a:ext cx="2822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If we drew out the counters what would we draw?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4" name="Google Shape;2264;p164"/>
          <p:cNvGrpSpPr/>
          <p:nvPr/>
        </p:nvGrpSpPr>
        <p:grpSpPr>
          <a:xfrm>
            <a:off x="4549575" y="1472475"/>
            <a:ext cx="2966175" cy="1940026"/>
            <a:chOff x="4549575" y="1472475"/>
            <a:chExt cx="2966175" cy="1940026"/>
          </a:xfrm>
        </p:grpSpPr>
        <p:pic>
          <p:nvPicPr>
            <p:cNvPr id="2265" name="Google Shape;2265;p164"/>
            <p:cNvPicPr preferRelativeResize="0"/>
            <p:nvPr/>
          </p:nvPicPr>
          <p:blipFill>
            <a:blip r:embed="rId5">
              <a:alphaModFix/>
            </a:blip>
            <a:srcRect t="56280" r="70143"/>
            <a:stretch>
              <a:fillRect/>
            </a:stretch>
          </p:blipFill>
          <p:spPr>
            <a:xfrm>
              <a:off x="4549575" y="1472475"/>
              <a:ext cx="2966175" cy="1940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6" name="Google Shape;2266;p164"/>
            <p:cNvSpPr txBox="1"/>
            <p:nvPr/>
          </p:nvSpPr>
          <p:spPr>
            <a:xfrm>
              <a:off x="4693048" y="1733900"/>
              <a:ext cx="28227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We would draw 20 red counters and then another 50 red counters.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70" name="Shape 2270"/>
        <p:cNvGrpSpPr/>
        <p:nvPr/>
      </p:nvGrpSpPr>
      <p:grpSpPr>
        <a:xfrm>
          <a:off x="0" y="0"/>
          <a:ext cx="0" cy="0"/>
        </a:xfrm>
      </p:grpSpPr>
      <p:sp>
        <p:nvSpPr>
          <p:cNvPr id="2271" name="Google Shape;2271;p16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272" name="Google Shape;2272;p165"/>
          <p:cNvSpPr txBox="1"/>
          <p:nvPr/>
        </p:nvSpPr>
        <p:spPr>
          <a:xfrm>
            <a:off x="3036124" y="851400"/>
            <a:ext cx="186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20) +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165"/>
          <p:cNvSpPr txBox="1"/>
          <p:nvPr/>
        </p:nvSpPr>
        <p:spPr>
          <a:xfrm>
            <a:off x="5072625" y="851400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4" name="Google Shape;2274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93" y="2871200"/>
            <a:ext cx="1149837" cy="16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5" name="Google Shape;2275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454" y="2809985"/>
            <a:ext cx="1027421" cy="194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6" name="Google Shape;2276;p165"/>
          <p:cNvGrpSpPr/>
          <p:nvPr/>
        </p:nvGrpSpPr>
        <p:grpSpPr>
          <a:xfrm>
            <a:off x="1131291" y="2142873"/>
            <a:ext cx="3208049" cy="918574"/>
            <a:chOff x="1131291" y="2142873"/>
            <a:chExt cx="3208049" cy="918574"/>
          </a:xfrm>
        </p:grpSpPr>
        <p:pic>
          <p:nvPicPr>
            <p:cNvPr id="2277" name="Google Shape;2277;p165"/>
            <p:cNvPicPr preferRelativeResize="0"/>
            <p:nvPr/>
          </p:nvPicPr>
          <p:blipFill>
            <a:blip r:embed="rId5">
              <a:alphaModFix/>
            </a:blip>
            <a:srcRect r="57905" b="43691"/>
            <a:stretch>
              <a:fillRect/>
            </a:stretch>
          </p:blipFill>
          <p:spPr>
            <a:xfrm flipH="1">
              <a:off x="1131291" y="2142873"/>
              <a:ext cx="3208049" cy="91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165"/>
            <p:cNvSpPr txBox="1"/>
            <p:nvPr/>
          </p:nvSpPr>
          <p:spPr>
            <a:xfrm>
              <a:off x="1386598" y="2155350"/>
              <a:ext cx="28227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 we would only have red counters?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9" name="Google Shape;2279;p165"/>
          <p:cNvGrpSpPr/>
          <p:nvPr/>
        </p:nvGrpSpPr>
        <p:grpSpPr>
          <a:xfrm>
            <a:off x="4545125" y="1861575"/>
            <a:ext cx="2966160" cy="1500549"/>
            <a:chOff x="4773725" y="2852175"/>
            <a:chExt cx="2966160" cy="1500549"/>
          </a:xfrm>
        </p:grpSpPr>
        <p:pic>
          <p:nvPicPr>
            <p:cNvPr id="2280" name="Google Shape;2280;p165"/>
            <p:cNvPicPr preferRelativeResize="0"/>
            <p:nvPr/>
          </p:nvPicPr>
          <p:blipFill>
            <a:blip r:embed="rId5">
              <a:alphaModFix/>
            </a:blip>
            <a:srcRect t="56280" r="70143"/>
            <a:stretch>
              <a:fillRect/>
            </a:stretch>
          </p:blipFill>
          <p:spPr>
            <a:xfrm>
              <a:off x="4773725" y="2852175"/>
              <a:ext cx="2966149" cy="1500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1" name="Google Shape;2281;p165"/>
            <p:cNvSpPr txBox="1"/>
            <p:nvPr/>
          </p:nvSpPr>
          <p:spPr>
            <a:xfrm>
              <a:off x="4917185" y="3037400"/>
              <a:ext cx="2822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Yes, we would have 70 red counters in total.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5" name="Shape 2285"/>
        <p:cNvGrpSpPr/>
        <p:nvPr/>
      </p:nvGrpSpPr>
      <p:grpSpPr>
        <a:xfrm>
          <a:off x="0" y="0"/>
          <a:ext cx="0" cy="0"/>
        </a:xfrm>
      </p:grpSpPr>
      <p:sp>
        <p:nvSpPr>
          <p:cNvPr id="2286" name="Google Shape;2286;p16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287" name="Google Shape;2287;p166"/>
          <p:cNvSpPr txBox="1"/>
          <p:nvPr/>
        </p:nvSpPr>
        <p:spPr>
          <a:xfrm>
            <a:off x="3036124" y="851400"/>
            <a:ext cx="186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20) +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8" name="Google Shape;2288;p166"/>
          <p:cNvSpPr txBox="1"/>
          <p:nvPr/>
        </p:nvSpPr>
        <p:spPr>
          <a:xfrm>
            <a:off x="5072625" y="851400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9" name="Google Shape;2289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93" y="2871200"/>
            <a:ext cx="1149837" cy="16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0" name="Google Shape;2290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454" y="2809985"/>
            <a:ext cx="1027421" cy="194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1" name="Google Shape;2291;p166"/>
          <p:cNvGrpSpPr/>
          <p:nvPr/>
        </p:nvGrpSpPr>
        <p:grpSpPr>
          <a:xfrm>
            <a:off x="6019525" y="2809975"/>
            <a:ext cx="1227899" cy="582675"/>
            <a:chOff x="4773725" y="2852175"/>
            <a:chExt cx="1227899" cy="582675"/>
          </a:xfrm>
        </p:grpSpPr>
        <p:pic>
          <p:nvPicPr>
            <p:cNvPr id="2292" name="Google Shape;2292;p166"/>
            <p:cNvPicPr preferRelativeResize="0"/>
            <p:nvPr/>
          </p:nvPicPr>
          <p:blipFill>
            <a:blip r:embed="rId5">
              <a:alphaModFix/>
            </a:blip>
            <a:srcRect t="56280" r="70143"/>
            <a:stretch>
              <a:fillRect/>
            </a:stretch>
          </p:blipFill>
          <p:spPr>
            <a:xfrm>
              <a:off x="4773725" y="2852175"/>
              <a:ext cx="1227899" cy="582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3" name="Google Shape;2293;p166"/>
            <p:cNvSpPr txBox="1"/>
            <p:nvPr/>
          </p:nvSpPr>
          <p:spPr>
            <a:xfrm>
              <a:off x="4917181" y="2961200"/>
              <a:ext cx="102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Maybe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4" name="Google Shape;2294;p166"/>
          <p:cNvGrpSpPr/>
          <p:nvPr/>
        </p:nvGrpSpPr>
        <p:grpSpPr>
          <a:xfrm>
            <a:off x="1112926" y="1498050"/>
            <a:ext cx="3208049" cy="1715800"/>
            <a:chOff x="1489851" y="1733750"/>
            <a:chExt cx="3208049" cy="1715800"/>
          </a:xfrm>
        </p:grpSpPr>
        <p:pic>
          <p:nvPicPr>
            <p:cNvPr id="2295" name="Google Shape;2295;p166"/>
            <p:cNvPicPr preferRelativeResize="0"/>
            <p:nvPr/>
          </p:nvPicPr>
          <p:blipFill>
            <a:blip r:embed="rId5">
              <a:alphaModFix/>
            </a:blip>
            <a:srcRect r="57905" b="43691"/>
            <a:stretch>
              <a:fillRect/>
            </a:stretch>
          </p:blipFill>
          <p:spPr>
            <a:xfrm flipH="1">
              <a:off x="1489851" y="1733750"/>
              <a:ext cx="3208049" cy="171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6" name="Google Shape;2296;p166"/>
            <p:cNvSpPr txBox="1"/>
            <p:nvPr/>
          </p:nvSpPr>
          <p:spPr>
            <a:xfrm>
              <a:off x="1758548" y="1791300"/>
              <a:ext cx="28227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So we can just add the </a:t>
              </a:r>
              <a:r>
                <a:rPr lang="en-GB" sz="2200" b="1">
                  <a:latin typeface="Lexend"/>
                  <a:ea typeface="Lexend"/>
                  <a:cs typeface="Lexend"/>
                  <a:sym typeface="Lexend"/>
                </a:rPr>
                <a:t>absolute values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and make it negative.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00" name="Shape 2300"/>
        <p:cNvGrpSpPr/>
        <p:nvPr/>
      </p:nvGrpSpPr>
      <p:grpSpPr>
        <a:xfrm>
          <a:off x="0" y="0"/>
          <a:ext cx="0" cy="0"/>
        </a:xfrm>
      </p:grpSpPr>
      <p:sp>
        <p:nvSpPr>
          <p:cNvPr id="2301" name="Google Shape;2301;p1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302" name="Google Shape;2302;p167"/>
          <p:cNvSpPr txBox="1"/>
          <p:nvPr/>
        </p:nvSpPr>
        <p:spPr>
          <a:xfrm>
            <a:off x="3242783" y="851400"/>
            <a:ext cx="16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+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3" name="Google Shape;230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93" y="2871200"/>
            <a:ext cx="1149837" cy="16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4" name="Google Shape;2304;p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454" y="2809985"/>
            <a:ext cx="1027421" cy="194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5" name="Google Shape;2305;p167"/>
          <p:cNvGrpSpPr/>
          <p:nvPr/>
        </p:nvGrpSpPr>
        <p:grpSpPr>
          <a:xfrm>
            <a:off x="1108851" y="2054475"/>
            <a:ext cx="3208049" cy="1096724"/>
            <a:chOff x="1108851" y="2054475"/>
            <a:chExt cx="3208049" cy="1096724"/>
          </a:xfrm>
        </p:grpSpPr>
        <p:pic>
          <p:nvPicPr>
            <p:cNvPr id="2306" name="Google Shape;2306;p167"/>
            <p:cNvPicPr preferRelativeResize="0"/>
            <p:nvPr/>
          </p:nvPicPr>
          <p:blipFill>
            <a:blip r:embed="rId5">
              <a:alphaModFix/>
            </a:blip>
            <a:srcRect r="57905" b="43691"/>
            <a:stretch>
              <a:fillRect/>
            </a:stretch>
          </p:blipFill>
          <p:spPr>
            <a:xfrm flipH="1">
              <a:off x="1108851" y="2054475"/>
              <a:ext cx="3208049" cy="1096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7" name="Google Shape;2307;p167"/>
            <p:cNvSpPr txBox="1"/>
            <p:nvPr/>
          </p:nvSpPr>
          <p:spPr>
            <a:xfrm>
              <a:off x="1377545" y="2165195"/>
              <a:ext cx="28227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Let’s see if it works for this one.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8" name="Google Shape;2308;p167"/>
          <p:cNvGrpSpPr/>
          <p:nvPr/>
        </p:nvGrpSpPr>
        <p:grpSpPr>
          <a:xfrm>
            <a:off x="4549575" y="1472475"/>
            <a:ext cx="2966175" cy="1940026"/>
            <a:chOff x="4549575" y="1472475"/>
            <a:chExt cx="2966175" cy="1940026"/>
          </a:xfrm>
        </p:grpSpPr>
        <p:pic>
          <p:nvPicPr>
            <p:cNvPr id="2309" name="Google Shape;2309;p167"/>
            <p:cNvPicPr preferRelativeResize="0"/>
            <p:nvPr/>
          </p:nvPicPr>
          <p:blipFill>
            <a:blip r:embed="rId5">
              <a:alphaModFix/>
            </a:blip>
            <a:srcRect t="56280" r="70143"/>
            <a:stretch>
              <a:fillRect/>
            </a:stretch>
          </p:blipFill>
          <p:spPr>
            <a:xfrm>
              <a:off x="4549575" y="1472475"/>
              <a:ext cx="2966175" cy="1940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0" name="Google Shape;2310;p167"/>
            <p:cNvSpPr txBox="1"/>
            <p:nvPr/>
          </p:nvSpPr>
          <p:spPr>
            <a:xfrm>
              <a:off x="4693048" y="1733900"/>
              <a:ext cx="28227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We would draw 20 yellow counters and then 50 red counters.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14" name="Shape 2314"/>
        <p:cNvGrpSpPr/>
        <p:nvPr/>
      </p:nvGrpSpPr>
      <p:grpSpPr>
        <a:xfrm>
          <a:off x="0" y="0"/>
          <a:ext cx="0" cy="0"/>
        </a:xfrm>
      </p:grpSpPr>
      <p:sp>
        <p:nvSpPr>
          <p:cNvPr id="2315" name="Google Shape;2315;p1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316" name="Google Shape;2316;p168"/>
          <p:cNvSpPr txBox="1"/>
          <p:nvPr/>
        </p:nvSpPr>
        <p:spPr>
          <a:xfrm>
            <a:off x="3242783" y="851400"/>
            <a:ext cx="16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+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168"/>
          <p:cNvSpPr txBox="1"/>
          <p:nvPr/>
        </p:nvSpPr>
        <p:spPr>
          <a:xfrm>
            <a:off x="5072625" y="851400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8" name="Google Shape;2318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93" y="2871200"/>
            <a:ext cx="1149837" cy="16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8454" y="2809985"/>
            <a:ext cx="1027421" cy="194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0" name="Google Shape;2320;p168"/>
          <p:cNvGrpSpPr/>
          <p:nvPr/>
        </p:nvGrpSpPr>
        <p:grpSpPr>
          <a:xfrm>
            <a:off x="1131291" y="2240929"/>
            <a:ext cx="3208049" cy="918574"/>
            <a:chOff x="1131291" y="1021729"/>
            <a:chExt cx="3208049" cy="918574"/>
          </a:xfrm>
        </p:grpSpPr>
        <p:pic>
          <p:nvPicPr>
            <p:cNvPr id="2321" name="Google Shape;2321;p168"/>
            <p:cNvPicPr preferRelativeResize="0"/>
            <p:nvPr/>
          </p:nvPicPr>
          <p:blipFill>
            <a:blip r:embed="rId5">
              <a:alphaModFix/>
            </a:blip>
            <a:srcRect r="57905" b="43691"/>
            <a:stretch>
              <a:fillRect/>
            </a:stretch>
          </p:blipFill>
          <p:spPr>
            <a:xfrm flipH="1">
              <a:off x="1131291" y="1021729"/>
              <a:ext cx="3208049" cy="918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2" name="Google Shape;2322;p168"/>
            <p:cNvSpPr txBox="1"/>
            <p:nvPr/>
          </p:nvSpPr>
          <p:spPr>
            <a:xfrm>
              <a:off x="1386598" y="1088550"/>
              <a:ext cx="28227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This time we can make 20 </a:t>
              </a:r>
              <a:r>
                <a:rPr lang="en-GB" sz="2200" b="1">
                  <a:latin typeface="Lexend"/>
                  <a:ea typeface="Lexend"/>
                  <a:cs typeface="Lexend"/>
                  <a:sym typeface="Lexend"/>
                </a:rPr>
                <a:t>zero pairs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23" name="Google Shape;2323;p168"/>
          <p:cNvGrpSpPr/>
          <p:nvPr/>
        </p:nvGrpSpPr>
        <p:grpSpPr>
          <a:xfrm>
            <a:off x="4545125" y="1861575"/>
            <a:ext cx="2966160" cy="1500549"/>
            <a:chOff x="4773725" y="1556775"/>
            <a:chExt cx="2966160" cy="1500549"/>
          </a:xfrm>
        </p:grpSpPr>
        <p:pic>
          <p:nvPicPr>
            <p:cNvPr id="2324" name="Google Shape;2324;p168"/>
            <p:cNvPicPr preferRelativeResize="0"/>
            <p:nvPr/>
          </p:nvPicPr>
          <p:blipFill>
            <a:blip r:embed="rId5">
              <a:alphaModFix/>
            </a:blip>
            <a:srcRect t="56280" r="70143"/>
            <a:stretch>
              <a:fillRect/>
            </a:stretch>
          </p:blipFill>
          <p:spPr>
            <a:xfrm>
              <a:off x="4773725" y="1556775"/>
              <a:ext cx="2966149" cy="1500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5" name="Google Shape;2325;p168"/>
            <p:cNvSpPr txBox="1"/>
            <p:nvPr/>
          </p:nvSpPr>
          <p:spPr>
            <a:xfrm>
              <a:off x="4917185" y="1742000"/>
              <a:ext cx="2822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That means we would have 30 red counters left.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29" name="Shape 2329"/>
        <p:cNvGrpSpPr/>
        <p:nvPr/>
      </p:nvGrpSpPr>
      <p:grpSpPr>
        <a:xfrm>
          <a:off x="0" y="0"/>
          <a:ext cx="0" cy="0"/>
        </a:xfrm>
      </p:grpSpPr>
      <p:sp>
        <p:nvSpPr>
          <p:cNvPr id="2330" name="Google Shape;2330;p169"/>
          <p:cNvSpPr/>
          <p:nvPr/>
        </p:nvSpPr>
        <p:spPr>
          <a:xfrm rot="-1866696">
            <a:off x="3417411" y="691543"/>
            <a:ext cx="638080" cy="118072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332" name="Google Shape;2332;p169"/>
          <p:cNvSpPr txBox="1"/>
          <p:nvPr/>
        </p:nvSpPr>
        <p:spPr>
          <a:xfrm>
            <a:off x="3489300" y="699000"/>
            <a:ext cx="16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+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50)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169"/>
          <p:cNvSpPr txBox="1"/>
          <p:nvPr/>
        </p:nvSpPr>
        <p:spPr>
          <a:xfrm>
            <a:off x="3559447" y="1338550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169"/>
          <p:cNvSpPr txBox="1"/>
          <p:nvPr/>
        </p:nvSpPr>
        <p:spPr>
          <a:xfrm>
            <a:off x="4743100" y="136442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169"/>
          <p:cNvSpPr txBox="1"/>
          <p:nvPr/>
        </p:nvSpPr>
        <p:spPr>
          <a:xfrm>
            <a:off x="4920225" y="726000"/>
            <a:ext cx="122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6" name="Google Shape;2336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293" y="3099800"/>
            <a:ext cx="1149837" cy="16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3254" y="2809985"/>
            <a:ext cx="1027421" cy="1940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8" name="Google Shape;2338;p169"/>
          <p:cNvCxnSpPr/>
          <p:nvPr/>
        </p:nvCxnSpPr>
        <p:spPr>
          <a:xfrm rot="10800000" flipH="1">
            <a:off x="2251200" y="1207125"/>
            <a:ext cx="896100" cy="247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39" name="Google Shape;2339;p169"/>
          <p:cNvSpPr txBox="1"/>
          <p:nvPr/>
        </p:nvSpPr>
        <p:spPr>
          <a:xfrm>
            <a:off x="801400" y="1195075"/>
            <a:ext cx="1385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Additive inverses</a:t>
            </a:r>
            <a:endParaRPr sz="2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0" name="Google Shape;2340;p169"/>
          <p:cNvSpPr txBox="1"/>
          <p:nvPr/>
        </p:nvSpPr>
        <p:spPr>
          <a:xfrm>
            <a:off x="1692400" y="2425500"/>
            <a:ext cx="3720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1" name="Google Shape;2341;p169"/>
          <p:cNvCxnSpPr/>
          <p:nvPr/>
        </p:nvCxnSpPr>
        <p:spPr>
          <a:xfrm flipH="1">
            <a:off x="4210400" y="1032375"/>
            <a:ext cx="284700" cy="367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2" name="Google Shape;2342;p169"/>
          <p:cNvCxnSpPr>
            <a:endCxn id="2334" idx="0"/>
          </p:cNvCxnSpPr>
          <p:nvPr/>
        </p:nvCxnSpPr>
        <p:spPr>
          <a:xfrm>
            <a:off x="4577650" y="1047025"/>
            <a:ext cx="539400" cy="317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343" name="Google Shape;2343;p169"/>
          <p:cNvGrpSpPr/>
          <p:nvPr/>
        </p:nvGrpSpPr>
        <p:grpSpPr>
          <a:xfrm>
            <a:off x="4701975" y="1952170"/>
            <a:ext cx="2966175" cy="2170577"/>
            <a:chOff x="4701975" y="1624875"/>
            <a:chExt cx="2966175" cy="2498074"/>
          </a:xfrm>
        </p:grpSpPr>
        <p:pic>
          <p:nvPicPr>
            <p:cNvPr id="2344" name="Google Shape;2344;p169"/>
            <p:cNvPicPr preferRelativeResize="0"/>
            <p:nvPr/>
          </p:nvPicPr>
          <p:blipFill>
            <a:blip r:embed="rId5">
              <a:alphaModFix/>
            </a:blip>
            <a:srcRect t="56280" r="70143"/>
            <a:stretch>
              <a:fillRect/>
            </a:stretch>
          </p:blipFill>
          <p:spPr>
            <a:xfrm>
              <a:off x="4701975" y="1624875"/>
              <a:ext cx="2966175" cy="2498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5" name="Google Shape;2345;p169"/>
            <p:cNvSpPr txBox="1"/>
            <p:nvPr/>
          </p:nvSpPr>
          <p:spPr>
            <a:xfrm>
              <a:off x="4888650" y="2043543"/>
              <a:ext cx="2779500" cy="159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I’ve noticed that the answer is the difference between the </a:t>
              </a:r>
              <a:r>
                <a:rPr lang="en-GB" sz="18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absolute values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if you ignore the negative sign.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46" name="Google Shape;2346;p169"/>
          <p:cNvGrpSpPr/>
          <p:nvPr/>
        </p:nvGrpSpPr>
        <p:grpSpPr>
          <a:xfrm>
            <a:off x="1389176" y="2038550"/>
            <a:ext cx="3208049" cy="1940026"/>
            <a:chOff x="1261251" y="438350"/>
            <a:chExt cx="3208049" cy="1940026"/>
          </a:xfrm>
        </p:grpSpPr>
        <p:pic>
          <p:nvPicPr>
            <p:cNvPr id="2347" name="Google Shape;2347;p169"/>
            <p:cNvPicPr preferRelativeResize="0"/>
            <p:nvPr/>
          </p:nvPicPr>
          <p:blipFill>
            <a:blip r:embed="rId5">
              <a:alphaModFix/>
            </a:blip>
            <a:srcRect r="57905" b="43691"/>
            <a:stretch>
              <a:fillRect/>
            </a:stretch>
          </p:blipFill>
          <p:spPr>
            <a:xfrm flipH="1">
              <a:off x="1261251" y="438350"/>
              <a:ext cx="3208049" cy="19400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8" name="Google Shape;2348;p169"/>
            <p:cNvSpPr txBox="1"/>
            <p:nvPr/>
          </p:nvSpPr>
          <p:spPr>
            <a:xfrm>
              <a:off x="1556875" y="559800"/>
              <a:ext cx="2822700" cy="16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Oh yes, and we know it will be negative as the negative integer has a greater </a:t>
              </a:r>
              <a:r>
                <a:rPr lang="en-GB" sz="1800" b="1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absolute value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than the positive integer.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52" name="Shape 2352"/>
        <p:cNvGrpSpPr/>
        <p:nvPr/>
      </p:nvGrpSpPr>
      <p:grpSpPr>
        <a:xfrm>
          <a:off x="0" y="0"/>
          <a:ext cx="0" cy="0"/>
        </a:xfrm>
      </p:grpSpPr>
      <p:sp>
        <p:nvSpPr>
          <p:cNvPr id="2353" name="Google Shape;2353;p1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354" name="Google Shape;2354;p170"/>
          <p:cNvSpPr txBox="1"/>
          <p:nvPr/>
        </p:nvSpPr>
        <p:spPr>
          <a:xfrm>
            <a:off x="3721950" y="1986300"/>
            <a:ext cx="170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32)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70"/>
          <p:cNvSpPr txBox="1"/>
          <p:nvPr/>
        </p:nvSpPr>
        <p:spPr>
          <a:xfrm>
            <a:off x="3721950" y="997700"/>
            <a:ext cx="108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 + 45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70"/>
          <p:cNvSpPr txBox="1"/>
          <p:nvPr/>
        </p:nvSpPr>
        <p:spPr>
          <a:xfrm>
            <a:off x="324000" y="997700"/>
            <a:ext cx="311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Only positive counters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70"/>
          <p:cNvSpPr txBox="1"/>
          <p:nvPr/>
        </p:nvSpPr>
        <p:spPr>
          <a:xfrm>
            <a:off x="324000" y="1986300"/>
            <a:ext cx="321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Only negative counters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170"/>
          <p:cNvSpPr txBox="1"/>
          <p:nvPr/>
        </p:nvSpPr>
        <p:spPr>
          <a:xfrm>
            <a:off x="4778700" y="1003800"/>
            <a:ext cx="108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77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170"/>
          <p:cNvSpPr txBox="1"/>
          <p:nvPr/>
        </p:nvSpPr>
        <p:spPr>
          <a:xfrm>
            <a:off x="5425425" y="1990367"/>
            <a:ext cx="108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77)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0" name="Google Shape;2360;p170"/>
          <p:cNvSpPr txBox="1"/>
          <p:nvPr/>
        </p:nvSpPr>
        <p:spPr>
          <a:xfrm>
            <a:off x="6658800" y="748925"/>
            <a:ext cx="21612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Notice the </a:t>
            </a:r>
            <a:r>
              <a:rPr lang="en-GB" sz="2100" b="1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absolute value</a:t>
            </a:r>
            <a:r>
              <a:rPr lang="en-GB" sz="21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of the answers are the same as the </a:t>
            </a:r>
            <a:r>
              <a:rPr lang="en-GB" sz="21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sum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of the </a:t>
            </a:r>
            <a:r>
              <a:rPr lang="en-GB" sz="2100" b="1">
                <a:latin typeface="Lexend"/>
                <a:ea typeface="Lexend"/>
                <a:cs typeface="Lexend"/>
                <a:sym typeface="Lexend"/>
              </a:rPr>
              <a:t>absolute values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of the addends.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1" name="Google Shape;2361;p170"/>
          <p:cNvGrpSpPr/>
          <p:nvPr/>
        </p:nvGrpSpPr>
        <p:grpSpPr>
          <a:xfrm>
            <a:off x="3246750" y="2342400"/>
            <a:ext cx="3832950" cy="796747"/>
            <a:chOff x="3246750" y="2342400"/>
            <a:chExt cx="3832950" cy="796747"/>
          </a:xfrm>
        </p:grpSpPr>
        <p:sp>
          <p:nvSpPr>
            <p:cNvPr id="2362" name="Google Shape;2362;p170"/>
            <p:cNvSpPr txBox="1"/>
            <p:nvPr/>
          </p:nvSpPr>
          <p:spPr>
            <a:xfrm>
              <a:off x="4443125" y="2823847"/>
              <a:ext cx="13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addend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3" name="Google Shape;2363;p170"/>
            <p:cNvSpPr txBox="1"/>
            <p:nvPr/>
          </p:nvSpPr>
          <p:spPr>
            <a:xfrm>
              <a:off x="3246750" y="2823847"/>
              <a:ext cx="13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addend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4" name="Google Shape;2364;p170"/>
            <p:cNvSpPr txBox="1"/>
            <p:nvPr/>
          </p:nvSpPr>
          <p:spPr>
            <a:xfrm>
              <a:off x="5699400" y="2823847"/>
              <a:ext cx="13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65" name="Google Shape;2365;p170"/>
            <p:cNvCxnSpPr/>
            <p:nvPr/>
          </p:nvCxnSpPr>
          <p:spPr>
            <a:xfrm rot="10800000" flipH="1">
              <a:off x="3936900" y="2342400"/>
              <a:ext cx="84000" cy="582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66" name="Google Shape;2366;p170"/>
            <p:cNvCxnSpPr/>
            <p:nvPr/>
          </p:nvCxnSpPr>
          <p:spPr>
            <a:xfrm rot="10800000" flipH="1">
              <a:off x="4883500" y="2342400"/>
              <a:ext cx="84000" cy="582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67" name="Google Shape;2367;p170"/>
            <p:cNvCxnSpPr/>
            <p:nvPr/>
          </p:nvCxnSpPr>
          <p:spPr>
            <a:xfrm rot="10800000" flipH="1">
              <a:off x="5968775" y="2342400"/>
              <a:ext cx="84000" cy="5823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71" name="Shape 2371"/>
        <p:cNvGrpSpPr/>
        <p:nvPr/>
      </p:nvGrpSpPr>
      <p:grpSpPr>
        <a:xfrm>
          <a:off x="0" y="0"/>
          <a:ext cx="0" cy="0"/>
        </a:xfrm>
      </p:grpSpPr>
      <p:sp>
        <p:nvSpPr>
          <p:cNvPr id="2372" name="Google Shape;2372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373" name="Google Shape;2373;p171"/>
          <p:cNvSpPr txBox="1"/>
          <p:nvPr/>
        </p:nvSpPr>
        <p:spPr>
          <a:xfrm>
            <a:off x="3721950" y="1298500"/>
            <a:ext cx="170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32) + 45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4" name="Google Shape;2374;p171"/>
          <p:cNvSpPr txBox="1"/>
          <p:nvPr/>
        </p:nvSpPr>
        <p:spPr>
          <a:xfrm>
            <a:off x="3721950" y="2287100"/>
            <a:ext cx="170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 +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5" name="Google Shape;2375;p171"/>
          <p:cNvSpPr txBox="1"/>
          <p:nvPr/>
        </p:nvSpPr>
        <p:spPr>
          <a:xfrm>
            <a:off x="324000" y="1298500"/>
            <a:ext cx="321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More positive counters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6" name="Google Shape;2376;p171"/>
          <p:cNvSpPr txBox="1"/>
          <p:nvPr/>
        </p:nvSpPr>
        <p:spPr>
          <a:xfrm>
            <a:off x="324000" y="2287100"/>
            <a:ext cx="321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More negative counters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7" name="Google Shape;2377;p171"/>
          <p:cNvSpPr txBox="1"/>
          <p:nvPr/>
        </p:nvSpPr>
        <p:spPr>
          <a:xfrm>
            <a:off x="5117250" y="1300533"/>
            <a:ext cx="108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13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8" name="Google Shape;2378;p171"/>
          <p:cNvSpPr txBox="1"/>
          <p:nvPr/>
        </p:nvSpPr>
        <p:spPr>
          <a:xfrm>
            <a:off x="5117250" y="2287100"/>
            <a:ext cx="108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9" name="Google Shape;2379;p171"/>
          <p:cNvCxnSpPr/>
          <p:nvPr/>
        </p:nvCxnSpPr>
        <p:spPr>
          <a:xfrm rot="10800000">
            <a:off x="5668225" y="1459225"/>
            <a:ext cx="912300" cy="422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80" name="Google Shape;2380;p171"/>
          <p:cNvCxnSpPr/>
          <p:nvPr/>
        </p:nvCxnSpPr>
        <p:spPr>
          <a:xfrm flipH="1">
            <a:off x="5946700" y="1910775"/>
            <a:ext cx="639300" cy="492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1" name="Google Shape;2381;p171"/>
          <p:cNvSpPr txBox="1"/>
          <p:nvPr/>
        </p:nvSpPr>
        <p:spPr>
          <a:xfrm>
            <a:off x="6658875" y="782875"/>
            <a:ext cx="21612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Notice the </a:t>
            </a:r>
            <a:r>
              <a:rPr lang="en-GB" sz="2100" b="1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absolute value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of each sum is the </a:t>
            </a:r>
            <a:r>
              <a:rPr lang="en-GB" sz="21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difference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between the </a:t>
            </a:r>
            <a:r>
              <a:rPr lang="en-GB" sz="2100" b="1">
                <a:latin typeface="Lexend"/>
                <a:ea typeface="Lexend"/>
                <a:cs typeface="Lexend"/>
                <a:sym typeface="Lexend"/>
              </a:rPr>
              <a:t>absolute values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of the addends.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85" name="Shape 2385"/>
        <p:cNvGrpSpPr/>
        <p:nvPr/>
      </p:nvGrpSpPr>
      <p:grpSpPr>
        <a:xfrm>
          <a:off x="0" y="0"/>
          <a:ext cx="0" cy="0"/>
        </a:xfrm>
      </p:grpSpPr>
      <p:sp>
        <p:nvSpPr>
          <p:cNvPr id="2386" name="Google Shape;2386;p172"/>
          <p:cNvSpPr txBox="1"/>
          <p:nvPr>
            <p:ph type="body" idx="1"/>
          </p:nvPr>
        </p:nvSpPr>
        <p:spPr>
          <a:xfrm>
            <a:off x="324000" y="759300"/>
            <a:ext cx="8237700" cy="14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Generalising </a:t>
            </a:r>
            <a:r>
              <a:rPr lang="en-GB" sz="1800">
                <a:solidFill>
                  <a:schemeClr val="accent2"/>
                </a:solidFill>
              </a:rPr>
              <a:t>addition </a:t>
            </a:r>
            <a:r>
              <a:rPr lang="en-GB" sz="1800"/>
              <a:t>of </a:t>
            </a:r>
            <a:r>
              <a:rPr lang="en-GB" sz="1800">
                <a:solidFill>
                  <a:schemeClr val="accent2"/>
                </a:solidFill>
              </a:rPr>
              <a:t>two </a:t>
            </a:r>
            <a:r>
              <a:rPr lang="en-GB" sz="1800"/>
              <a:t>integers: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If both integers are positive or both are negative find the sum of their </a:t>
            </a:r>
            <a:r>
              <a:rPr lang="en-GB" sz="1800" b="1"/>
              <a:t>absolute values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2387" name="Google Shape;2387;p1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grpSp>
        <p:nvGrpSpPr>
          <p:cNvPr id="2388" name="Google Shape;2388;p172"/>
          <p:cNvGrpSpPr/>
          <p:nvPr/>
        </p:nvGrpSpPr>
        <p:grpSpPr>
          <a:xfrm>
            <a:off x="611700" y="2408050"/>
            <a:ext cx="2608488" cy="666000"/>
            <a:chOff x="611700" y="2408050"/>
            <a:chExt cx="2608488" cy="666000"/>
          </a:xfrm>
        </p:grpSpPr>
        <p:sp>
          <p:nvSpPr>
            <p:cNvPr id="2389" name="Google Shape;2389;p172"/>
            <p:cNvSpPr/>
            <p:nvPr/>
          </p:nvSpPr>
          <p:spPr>
            <a:xfrm>
              <a:off x="611700" y="2519650"/>
              <a:ext cx="442800" cy="4428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0" name="Google Shape;2390;p172"/>
            <p:cNvSpPr/>
            <p:nvPr/>
          </p:nvSpPr>
          <p:spPr>
            <a:xfrm>
              <a:off x="2554188" y="2408050"/>
              <a:ext cx="666000" cy="6660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1" name="Google Shape;2391;p172"/>
            <p:cNvSpPr/>
            <p:nvPr/>
          </p:nvSpPr>
          <p:spPr>
            <a:xfrm>
              <a:off x="1659150" y="2595850"/>
              <a:ext cx="290400" cy="2904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2" name="Google Shape;2392;p172"/>
            <p:cNvSpPr txBox="1"/>
            <p:nvPr/>
          </p:nvSpPr>
          <p:spPr>
            <a:xfrm>
              <a:off x="1215900" y="247285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3" name="Google Shape;2393;p172"/>
            <p:cNvSpPr txBox="1"/>
            <p:nvPr/>
          </p:nvSpPr>
          <p:spPr>
            <a:xfrm>
              <a:off x="2085300" y="247285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4" name="Google Shape;2394;p172"/>
          <p:cNvGrpSpPr/>
          <p:nvPr/>
        </p:nvGrpSpPr>
        <p:grpSpPr>
          <a:xfrm>
            <a:off x="4654065" y="2408050"/>
            <a:ext cx="2612240" cy="666000"/>
            <a:chOff x="4654065" y="2408050"/>
            <a:chExt cx="2612240" cy="666000"/>
          </a:xfrm>
        </p:grpSpPr>
        <p:sp>
          <p:nvSpPr>
            <p:cNvPr id="2395" name="Google Shape;2395;p172"/>
            <p:cNvSpPr/>
            <p:nvPr/>
          </p:nvSpPr>
          <p:spPr>
            <a:xfrm>
              <a:off x="4654065" y="251965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6" name="Google Shape;2396;p172"/>
            <p:cNvSpPr/>
            <p:nvPr/>
          </p:nvSpPr>
          <p:spPr>
            <a:xfrm>
              <a:off x="5599372" y="2595850"/>
              <a:ext cx="290400" cy="2904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7" name="Google Shape;2397;p172"/>
            <p:cNvSpPr/>
            <p:nvPr/>
          </p:nvSpPr>
          <p:spPr>
            <a:xfrm>
              <a:off x="6600305" y="2408050"/>
              <a:ext cx="666000" cy="6660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8" name="Google Shape;2398;p172"/>
            <p:cNvSpPr txBox="1"/>
            <p:nvPr/>
          </p:nvSpPr>
          <p:spPr>
            <a:xfrm>
              <a:off x="5137700" y="247285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9" name="Google Shape;2399;p172"/>
            <p:cNvSpPr txBox="1"/>
            <p:nvPr/>
          </p:nvSpPr>
          <p:spPr>
            <a:xfrm>
              <a:off x="6007100" y="247285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0" name="Google Shape;2400;p172"/>
          <p:cNvGrpSpPr/>
          <p:nvPr/>
        </p:nvGrpSpPr>
        <p:grpSpPr>
          <a:xfrm>
            <a:off x="490638" y="4063200"/>
            <a:ext cx="2480038" cy="666000"/>
            <a:chOff x="490638" y="4063200"/>
            <a:chExt cx="2480038" cy="666000"/>
          </a:xfrm>
        </p:grpSpPr>
        <p:sp>
          <p:nvSpPr>
            <p:cNvPr id="2401" name="Google Shape;2401;p172"/>
            <p:cNvSpPr/>
            <p:nvPr/>
          </p:nvSpPr>
          <p:spPr>
            <a:xfrm>
              <a:off x="490638" y="4063200"/>
              <a:ext cx="666000" cy="6660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2" name="Google Shape;2402;p172"/>
            <p:cNvSpPr/>
            <p:nvPr/>
          </p:nvSpPr>
          <p:spPr>
            <a:xfrm>
              <a:off x="2680275" y="4210600"/>
              <a:ext cx="290400" cy="2904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3" name="Google Shape;2403;p172"/>
            <p:cNvSpPr/>
            <p:nvPr/>
          </p:nvSpPr>
          <p:spPr>
            <a:xfrm>
              <a:off x="1773259" y="4210600"/>
              <a:ext cx="290400" cy="2904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4" name="Google Shape;2404;p172"/>
            <p:cNvSpPr txBox="1"/>
            <p:nvPr/>
          </p:nvSpPr>
          <p:spPr>
            <a:xfrm>
              <a:off x="1249313" y="409440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5" name="Google Shape;2405;p172"/>
            <p:cNvSpPr txBox="1"/>
            <p:nvPr/>
          </p:nvSpPr>
          <p:spPr>
            <a:xfrm>
              <a:off x="2118713" y="409440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6" name="Google Shape;2406;p172"/>
          <p:cNvGrpSpPr/>
          <p:nvPr/>
        </p:nvGrpSpPr>
        <p:grpSpPr>
          <a:xfrm>
            <a:off x="4853600" y="3987000"/>
            <a:ext cx="2826990" cy="666000"/>
            <a:chOff x="4853600" y="3987000"/>
            <a:chExt cx="2826990" cy="666000"/>
          </a:xfrm>
        </p:grpSpPr>
        <p:sp>
          <p:nvSpPr>
            <p:cNvPr id="2407" name="Google Shape;2407;p172"/>
            <p:cNvSpPr/>
            <p:nvPr/>
          </p:nvSpPr>
          <p:spPr>
            <a:xfrm>
              <a:off x="7237790" y="4094400"/>
              <a:ext cx="442800" cy="4428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8" name="Google Shape;2408;p172"/>
            <p:cNvSpPr/>
            <p:nvPr/>
          </p:nvSpPr>
          <p:spPr>
            <a:xfrm>
              <a:off x="4853600" y="4134400"/>
              <a:ext cx="442800" cy="442800"/>
            </a:xfrm>
            <a:prstGeom prst="ellipse">
              <a:avLst/>
            </a:prstGeom>
            <a:solidFill>
              <a:srgbClr val="FFE59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9" name="Google Shape;2409;p172"/>
            <p:cNvSpPr/>
            <p:nvPr/>
          </p:nvSpPr>
          <p:spPr>
            <a:xfrm>
              <a:off x="6007105" y="3987000"/>
              <a:ext cx="666000" cy="666000"/>
            </a:xfrm>
            <a:prstGeom prst="ellipse">
              <a:avLst/>
            </a:prstGeom>
            <a:solidFill>
              <a:srgbClr val="E0666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500" b="1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sz="25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0" name="Google Shape;2410;p172"/>
            <p:cNvSpPr txBox="1"/>
            <p:nvPr/>
          </p:nvSpPr>
          <p:spPr>
            <a:xfrm>
              <a:off x="5429875" y="409440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1" name="Google Shape;2411;p172"/>
            <p:cNvSpPr txBox="1"/>
            <p:nvPr/>
          </p:nvSpPr>
          <p:spPr>
            <a:xfrm>
              <a:off x="6721000" y="4094400"/>
              <a:ext cx="4689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2" name="Google Shape;2412;p172"/>
          <p:cNvSpPr txBox="1"/>
          <p:nvPr/>
        </p:nvSpPr>
        <p:spPr>
          <a:xfrm>
            <a:off x="325500" y="3170975"/>
            <a:ext cx="84930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one integer is positive and the other is negative find the difference of their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absolute values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16" name="Shape 2416"/>
        <p:cNvGrpSpPr/>
        <p:nvPr/>
      </p:nvGrpSpPr>
      <p:grpSpPr>
        <a:xfrm>
          <a:off x="0" y="0"/>
          <a:ext cx="0" cy="0"/>
        </a:xfrm>
      </p:grpSpPr>
      <p:sp>
        <p:nvSpPr>
          <p:cNvPr id="2417" name="Google Shape;2417;p173"/>
          <p:cNvSpPr txBox="1"/>
          <p:nvPr>
            <p:ph type="body" idx="1"/>
          </p:nvPr>
        </p:nvSpPr>
        <p:spPr>
          <a:xfrm>
            <a:off x="400200" y="759300"/>
            <a:ext cx="3717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(</a:t>
            </a:r>
            <a:r>
              <a:rPr lang="en-GB" sz="1800">
                <a:solidFill>
                  <a:srgbClr val="282828"/>
                </a:solidFill>
              </a:rPr>
              <a:t>−</a:t>
            </a:r>
            <a:r>
              <a:rPr lang="en-GB" sz="1800"/>
              <a:t>2) + 3 + (</a:t>
            </a:r>
            <a:r>
              <a:rPr lang="en-GB" sz="1800">
                <a:solidFill>
                  <a:srgbClr val="282828"/>
                </a:solidFill>
              </a:rPr>
              <a:t>−</a:t>
            </a:r>
            <a:r>
              <a:rPr lang="en-GB" sz="1800"/>
              <a:t>7) + 4 + (</a:t>
            </a:r>
            <a:r>
              <a:rPr lang="en-GB" sz="1800">
                <a:solidFill>
                  <a:srgbClr val="282828"/>
                </a:solidFill>
              </a:rPr>
              <a:t>−</a:t>
            </a:r>
            <a:r>
              <a:rPr lang="en-GB" sz="1800"/>
              <a:t>6)</a:t>
            </a:r>
            <a:endParaRPr sz="1800"/>
          </a:p>
        </p:txBody>
      </p:sp>
      <p:sp>
        <p:nvSpPr>
          <p:cNvPr id="2418" name="Google Shape;2418;p173"/>
          <p:cNvSpPr/>
          <p:nvPr/>
        </p:nvSpPr>
        <p:spPr>
          <a:xfrm>
            <a:off x="2532950" y="761975"/>
            <a:ext cx="491700" cy="307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9" name="Google Shape;2419;p173"/>
          <p:cNvSpPr/>
          <p:nvPr/>
        </p:nvSpPr>
        <p:spPr>
          <a:xfrm>
            <a:off x="1442350" y="761975"/>
            <a:ext cx="484800" cy="310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0" name="Google Shape;2420;p173"/>
          <p:cNvSpPr/>
          <p:nvPr/>
        </p:nvSpPr>
        <p:spPr>
          <a:xfrm>
            <a:off x="372450" y="761975"/>
            <a:ext cx="479700" cy="307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1" name="Google Shape;2421;p1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422" name="Google Shape;2422;p173"/>
          <p:cNvSpPr txBox="1"/>
          <p:nvPr>
            <p:ph type="body" idx="1"/>
          </p:nvPr>
        </p:nvSpPr>
        <p:spPr>
          <a:xfrm>
            <a:off x="324000" y="1162800"/>
            <a:ext cx="8496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Sum the positive integers and negative integers separately.</a:t>
            </a:r>
            <a:endParaRPr sz="1800"/>
          </a:p>
        </p:txBody>
      </p:sp>
      <p:sp>
        <p:nvSpPr>
          <p:cNvPr id="2423" name="Google Shape;2423;p173"/>
          <p:cNvSpPr txBox="1"/>
          <p:nvPr>
            <p:ph type="body" idx="1"/>
          </p:nvPr>
        </p:nvSpPr>
        <p:spPr>
          <a:xfrm>
            <a:off x="324000" y="1628275"/>
            <a:ext cx="2298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Positive integers</a:t>
            </a:r>
            <a:endParaRPr sz="2000"/>
          </a:p>
        </p:txBody>
      </p:sp>
      <p:sp>
        <p:nvSpPr>
          <p:cNvPr id="2424" name="Google Shape;2424;p173"/>
          <p:cNvSpPr txBox="1"/>
          <p:nvPr>
            <p:ph type="body" idx="1"/>
          </p:nvPr>
        </p:nvSpPr>
        <p:spPr>
          <a:xfrm>
            <a:off x="5107500" y="1628275"/>
            <a:ext cx="2637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Negative integers</a:t>
            </a:r>
            <a:endParaRPr sz="2000"/>
          </a:p>
        </p:txBody>
      </p:sp>
      <p:sp>
        <p:nvSpPr>
          <p:cNvPr id="2425" name="Google Shape;2425;p173"/>
          <p:cNvSpPr/>
          <p:nvPr/>
        </p:nvSpPr>
        <p:spPr>
          <a:xfrm>
            <a:off x="1041225" y="761975"/>
            <a:ext cx="207000" cy="307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173"/>
          <p:cNvSpPr/>
          <p:nvPr/>
        </p:nvSpPr>
        <p:spPr>
          <a:xfrm>
            <a:off x="2117375" y="761975"/>
            <a:ext cx="230400" cy="310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7" name="Google Shape;2427;p173"/>
          <p:cNvSpPr txBox="1"/>
          <p:nvPr>
            <p:ph type="body" idx="1"/>
          </p:nvPr>
        </p:nvSpPr>
        <p:spPr>
          <a:xfrm>
            <a:off x="1325925" y="1943575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endParaRPr sz="2000"/>
          </a:p>
        </p:txBody>
      </p:sp>
      <p:sp>
        <p:nvSpPr>
          <p:cNvPr id="2428" name="Google Shape;2428;p173"/>
          <p:cNvSpPr txBox="1"/>
          <p:nvPr>
            <p:ph type="body" idx="1"/>
          </p:nvPr>
        </p:nvSpPr>
        <p:spPr>
          <a:xfrm>
            <a:off x="1325925" y="2236763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4</a:t>
            </a:r>
            <a:endParaRPr sz="2000"/>
          </a:p>
        </p:txBody>
      </p:sp>
      <p:sp>
        <p:nvSpPr>
          <p:cNvPr id="2429" name="Google Shape;2429;p173"/>
          <p:cNvSpPr txBox="1"/>
          <p:nvPr>
            <p:ph type="body" idx="1"/>
          </p:nvPr>
        </p:nvSpPr>
        <p:spPr>
          <a:xfrm>
            <a:off x="5972700" y="1943575"/>
            <a:ext cx="568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 sz="2000"/>
              <a:t>2)</a:t>
            </a:r>
            <a:endParaRPr sz="2000"/>
          </a:p>
        </p:txBody>
      </p:sp>
      <p:sp>
        <p:nvSpPr>
          <p:cNvPr id="2430" name="Google Shape;2430;p173"/>
          <p:cNvSpPr txBox="1"/>
          <p:nvPr>
            <p:ph type="body" idx="1"/>
          </p:nvPr>
        </p:nvSpPr>
        <p:spPr>
          <a:xfrm>
            <a:off x="5972700" y="2236763"/>
            <a:ext cx="568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 sz="2000"/>
              <a:t>7)</a:t>
            </a:r>
            <a:endParaRPr sz="2000"/>
          </a:p>
        </p:txBody>
      </p:sp>
      <p:sp>
        <p:nvSpPr>
          <p:cNvPr id="2431" name="Google Shape;2431;p173"/>
          <p:cNvSpPr txBox="1"/>
          <p:nvPr>
            <p:ph type="body" idx="1"/>
          </p:nvPr>
        </p:nvSpPr>
        <p:spPr>
          <a:xfrm>
            <a:off x="5972700" y="2529950"/>
            <a:ext cx="568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 sz="2000"/>
              <a:t>6)</a:t>
            </a:r>
            <a:endParaRPr sz="2000"/>
          </a:p>
        </p:txBody>
      </p:sp>
      <p:sp>
        <p:nvSpPr>
          <p:cNvPr id="2432" name="Google Shape;2432;p173"/>
          <p:cNvSpPr txBox="1"/>
          <p:nvPr>
            <p:ph type="body" idx="1"/>
          </p:nvPr>
        </p:nvSpPr>
        <p:spPr>
          <a:xfrm>
            <a:off x="995575" y="2234575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+</a:t>
            </a:r>
            <a:endParaRPr sz="2000"/>
          </a:p>
        </p:txBody>
      </p:sp>
      <p:sp>
        <p:nvSpPr>
          <p:cNvPr id="2433" name="Google Shape;2433;p173"/>
          <p:cNvSpPr txBox="1"/>
          <p:nvPr>
            <p:ph type="body" idx="1"/>
          </p:nvPr>
        </p:nvSpPr>
        <p:spPr>
          <a:xfrm>
            <a:off x="5659200" y="2453750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+</a:t>
            </a:r>
            <a:endParaRPr sz="2000"/>
          </a:p>
        </p:txBody>
      </p:sp>
      <p:cxnSp>
        <p:nvCxnSpPr>
          <p:cNvPr id="2434" name="Google Shape;2434;p173"/>
          <p:cNvCxnSpPr/>
          <p:nvPr/>
        </p:nvCxnSpPr>
        <p:spPr>
          <a:xfrm>
            <a:off x="779550" y="2572550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5" name="Google Shape;2435;p173"/>
          <p:cNvCxnSpPr/>
          <p:nvPr/>
        </p:nvCxnSpPr>
        <p:spPr>
          <a:xfrm>
            <a:off x="779550" y="2936225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6" name="Google Shape;2436;p173"/>
          <p:cNvCxnSpPr/>
          <p:nvPr/>
        </p:nvCxnSpPr>
        <p:spPr>
          <a:xfrm>
            <a:off x="5550900" y="2860975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7" name="Google Shape;2437;p173"/>
          <p:cNvCxnSpPr/>
          <p:nvPr/>
        </p:nvCxnSpPr>
        <p:spPr>
          <a:xfrm>
            <a:off x="5550900" y="3224650"/>
            <a:ext cx="925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8" name="Google Shape;2438;p173"/>
          <p:cNvSpPr txBox="1"/>
          <p:nvPr>
            <p:ph type="body" idx="1"/>
          </p:nvPr>
        </p:nvSpPr>
        <p:spPr>
          <a:xfrm>
            <a:off x="1325925" y="2595525"/>
            <a:ext cx="23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7</a:t>
            </a:r>
            <a:endParaRPr sz="2000"/>
          </a:p>
        </p:txBody>
      </p:sp>
      <p:sp>
        <p:nvSpPr>
          <p:cNvPr id="2439" name="Google Shape;2439;p173"/>
          <p:cNvSpPr txBox="1"/>
          <p:nvPr>
            <p:ph type="body" idx="1"/>
          </p:nvPr>
        </p:nvSpPr>
        <p:spPr>
          <a:xfrm>
            <a:off x="5845033" y="2875627"/>
            <a:ext cx="6513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 sz="2000"/>
              <a:t>15)</a:t>
            </a:r>
            <a:endParaRPr sz="2000"/>
          </a:p>
        </p:txBody>
      </p:sp>
      <p:sp>
        <p:nvSpPr>
          <p:cNvPr id="2440" name="Google Shape;2440;p173"/>
          <p:cNvSpPr txBox="1"/>
          <p:nvPr>
            <p:ph type="body" idx="1"/>
          </p:nvPr>
        </p:nvSpPr>
        <p:spPr>
          <a:xfrm>
            <a:off x="339250" y="3351512"/>
            <a:ext cx="8127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absolute value</a:t>
            </a:r>
            <a:r>
              <a:rPr lang="en-GB" sz="1800"/>
              <a:t> of the negative integers is greater, so the answer will be negative.  </a:t>
            </a:r>
            <a:endParaRPr sz="1800"/>
          </a:p>
        </p:txBody>
      </p:sp>
      <p:sp>
        <p:nvSpPr>
          <p:cNvPr id="2441" name="Google Shape;2441;p173"/>
          <p:cNvSpPr txBox="1"/>
          <p:nvPr>
            <p:ph type="body" idx="1"/>
          </p:nvPr>
        </p:nvSpPr>
        <p:spPr>
          <a:xfrm>
            <a:off x="3102000" y="746100"/>
            <a:ext cx="805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= (</a:t>
            </a:r>
            <a:r>
              <a:rPr lang="en-GB" sz="1800">
                <a:solidFill>
                  <a:srgbClr val="282828"/>
                </a:solidFill>
              </a:rPr>
              <a:t>−</a:t>
            </a:r>
            <a:r>
              <a:rPr lang="en-GB" sz="1800"/>
              <a:t>8)</a:t>
            </a:r>
            <a:endParaRPr sz="1800"/>
          </a:p>
        </p:txBody>
      </p:sp>
      <p:sp>
        <p:nvSpPr>
          <p:cNvPr id="2442" name="Google Shape;2442;p173"/>
          <p:cNvSpPr txBox="1"/>
          <p:nvPr/>
        </p:nvSpPr>
        <p:spPr>
          <a:xfrm>
            <a:off x="4028825" y="4407675"/>
            <a:ext cx="419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3" name="Google Shape;2443;p173"/>
          <p:cNvSpPr txBox="1"/>
          <p:nvPr>
            <p:ph type="body" idx="1"/>
          </p:nvPr>
        </p:nvSpPr>
        <p:spPr>
          <a:xfrm>
            <a:off x="339250" y="4087475"/>
            <a:ext cx="8127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There are positive and negative integers so there will be </a:t>
            </a:r>
            <a:r>
              <a:rPr lang="en-GB" sz="1800" b="1"/>
              <a:t>zero pairs</a:t>
            </a:r>
            <a:r>
              <a:rPr lang="en-GB" sz="1800"/>
              <a:t>. You need to find the difference between the two </a:t>
            </a:r>
            <a:r>
              <a:rPr lang="en-GB" sz="1800" b="1"/>
              <a:t>absolute values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47" name="Shape 2447"/>
        <p:cNvGrpSpPr/>
        <p:nvPr/>
      </p:nvGrpSpPr>
      <p:grpSpPr>
        <a:xfrm>
          <a:off x="0" y="0"/>
          <a:ext cx="0" cy="0"/>
        </a:xfrm>
      </p:grpSpPr>
      <p:sp>
        <p:nvSpPr>
          <p:cNvPr id="2448" name="Google Shape;2448;p1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  <p:sp>
        <p:nvSpPr>
          <p:cNvPr id="2449" name="Google Shape;2449;p17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answer to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3) + 5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7) + 2 will be positive</a:t>
            </a:r>
            <a:endParaRPr/>
          </a:p>
        </p:txBody>
      </p:sp>
      <p:sp>
        <p:nvSpPr>
          <p:cNvPr id="2450" name="Google Shape;2450;p174"/>
          <p:cNvSpPr txBox="1"/>
          <p:nvPr>
            <p:ph type="subTitle" idx="2"/>
          </p:nvPr>
        </p:nvSpPr>
        <p:spPr>
          <a:xfrm>
            <a:off x="980575" y="30437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absolute value of the negative integers is smaller, so the answer will be positive.</a:t>
            </a:r>
            <a:endParaRPr/>
          </a:p>
        </p:txBody>
      </p:sp>
      <p:sp>
        <p:nvSpPr>
          <p:cNvPr id="2451" name="Google Shape;2451;p174"/>
          <p:cNvSpPr txBox="1"/>
          <p:nvPr>
            <p:ph type="subTitle" idx="3"/>
          </p:nvPr>
        </p:nvSpPr>
        <p:spPr>
          <a:xfrm>
            <a:off x="980575" y="38879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absolute value of the negative integers is greater, so the answer will be negative.</a:t>
            </a:r>
            <a:endParaRPr/>
          </a:p>
        </p:txBody>
      </p:sp>
      <p:pic>
        <p:nvPicPr>
          <p:cNvPr id="2452" name="Google Shape;2452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3" name="Google Shape;2453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3833" y="42464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57" name="Shape 2457"/>
        <p:cNvGrpSpPr/>
        <p:nvPr/>
      </p:nvGrpSpPr>
      <p:grpSpPr>
        <a:xfrm>
          <a:off x="0" y="0"/>
          <a:ext cx="0" cy="0"/>
        </a:xfrm>
      </p:grpSpPr>
      <p:sp>
        <p:nvSpPr>
          <p:cNvPr id="2458" name="Google Shape;2458;p175"/>
          <p:cNvSpPr txBox="1"/>
          <p:nvPr>
            <p:ph type="body" idx="1"/>
          </p:nvPr>
        </p:nvSpPr>
        <p:spPr>
          <a:xfrm>
            <a:off x="324000" y="759300"/>
            <a:ext cx="8237700" cy="378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72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18)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7) + 3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9) + 4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11)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110)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18)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14) + 29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3) + 11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13)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125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45)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7)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12)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24)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135) + 82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Make up your own addition question using positive and negative integers so that the sum of all of the answers in this task is 0.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9" name="Google Shape;2459;p17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63" name="Shape 2463"/>
        <p:cNvGrpSpPr/>
        <p:nvPr/>
      </p:nvGrpSpPr>
      <p:grpSpPr>
        <a:xfrm>
          <a:off x="0" y="0"/>
          <a:ext cx="0" cy="0"/>
        </a:xfrm>
      </p:grpSpPr>
      <p:sp>
        <p:nvSpPr>
          <p:cNvPr id="2464" name="Google Shape;2464;p176"/>
          <p:cNvSpPr txBox="1"/>
          <p:nvPr>
            <p:ph type="body" idx="1"/>
          </p:nvPr>
        </p:nvSpPr>
        <p:spPr>
          <a:xfrm>
            <a:off x="324000" y="759300"/>
            <a:ext cx="8237700" cy="392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72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18)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54</a:t>
            </a:r>
            <a:r>
              <a:rPr lang="en-GB"/>
              <a:t>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7) + 3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9) + 4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11)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20)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110)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18)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128)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14) + 29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3) + 11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13)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10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125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45)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80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7)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12) + 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24)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43)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(</a:t>
            </a:r>
            <a:r>
              <a:rPr lang="en-GB">
                <a:solidFill>
                  <a:srgbClr val="282828"/>
                </a:solidFill>
              </a:rPr>
              <a:t>−</a:t>
            </a:r>
            <a:r>
              <a:rPr lang="en-GB"/>
              <a:t>135) + 82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53)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Make up your own addition question using positive and negative integers so that the sum of all of the answers in this task is 0.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(</a:t>
            </a: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80) + 180 or any sum equal to 100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5" name="Google Shape;2465;p17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Deepening understanding of addition of integers</a:t>
            </a:r>
            <a:endParaRPr/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69" name="Shape 2469"/>
        <p:cNvGrpSpPr/>
        <p:nvPr/>
      </p:nvGrpSpPr>
      <p:grpSpPr>
        <a:xfrm>
          <a:off x="0" y="0"/>
          <a:ext cx="0" cy="0"/>
        </a:xfrm>
      </p:grpSpPr>
      <p:sp>
        <p:nvSpPr>
          <p:cNvPr id="2470" name="Google Shape;2470;p177"/>
          <p:cNvSpPr txBox="1"/>
          <p:nvPr>
            <p:ph type="body" idx="1"/>
          </p:nvPr>
        </p:nvSpPr>
        <p:spPr>
          <a:xfrm>
            <a:off x="324000" y="712375"/>
            <a:ext cx="8113800" cy="410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Integers can be represented with positive and negative counters.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E.g. These counters are a representation of (</a:t>
            </a:r>
            <a:r>
              <a:rPr lang="en-GB" sz="1800">
                <a:solidFill>
                  <a:srgbClr val="282828"/>
                </a:solidFill>
              </a:rPr>
              <a:t>−</a:t>
            </a:r>
            <a:r>
              <a:rPr lang="en-GB" sz="1800"/>
              <a:t>2)</a:t>
            </a:r>
            <a:endParaRPr sz="14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Counters can be used to represent addition of positive and negative integers.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b="1"/>
              <a:t>Zero pairs</a:t>
            </a:r>
            <a:r>
              <a:rPr lang="en-GB" sz="1800"/>
              <a:t> can be used to simplify addition of positive and negative integers.  E.g.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 b="1"/>
              <a:t>Absolute values</a:t>
            </a:r>
            <a:r>
              <a:rPr lang="en-GB" sz="1800"/>
              <a:t> are useful when adding positive and negative integers.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2471" name="Google Shape;2471;p17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Addition of positive and negative integers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2" name="Google Shape;2472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776" y="1080000"/>
            <a:ext cx="746075" cy="8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3" name="Google Shape;2473;p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3731793" y="2884368"/>
            <a:ext cx="856750" cy="207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4" name="Google Shape;2474;p1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1350" y="3555050"/>
            <a:ext cx="1037850" cy="2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78" name="Shape 2478"/>
        <p:cNvGrpSpPr/>
        <p:nvPr/>
      </p:nvGrpSpPr>
      <p:grpSpPr>
        <a:xfrm>
          <a:off x="0" y="0"/>
          <a:ext cx="0" cy="0"/>
        </a:xfrm>
      </p:grpSpPr>
      <p:sp>
        <p:nvSpPr>
          <p:cNvPr id="2479" name="Google Shape;2479;p17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80" name="Google Shape;2480;p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483</Paragraphs>
  <Slides>42</Slides>
  <Notes>42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baseType="lpstr" size="50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Addition of positive and negative integers</vt:lpstr>
      <vt:lpstr>PowerPoint Presentation</vt:lpstr>
      <vt:lpstr>PowerPoint Presentation</vt:lpstr>
      <vt:lpstr>PowerPoint Presentation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Representing integers using counters</vt:lpstr>
      <vt:lpstr>Liu Hui</vt:lpstr>
      <vt:lpstr>PowerPoint Presentation</vt:lpstr>
      <vt:lpstr>PowerPoint Presentation</vt:lpstr>
      <vt:lpstr>Representing integers using counters</vt:lpstr>
      <vt:lpstr>Addition of positive and negative integers</vt:lpstr>
      <vt:lpstr>Addition of positive and negative integers</vt:lpstr>
      <vt:lpstr>Addition of positive and negative integers</vt:lpstr>
      <vt:lpstr>Addition of positive and negative integers</vt:lpstr>
      <vt:lpstr>PowerPoint Presentation</vt:lpstr>
      <vt:lpstr>PowerPoint Presentation</vt:lpstr>
      <vt:lpstr>PowerPoint Presentation</vt:lpstr>
      <vt:lpstr>Representing integers using counters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Deepening understanding of addition of integers</vt:lpstr>
      <vt:lpstr>PowerPoint Presentation</vt:lpstr>
      <vt:lpstr>PowerPoint Presentation</vt:lpstr>
      <vt:lpstr>Addition of positive and negative integers
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2026-03-12T21:07:46.741</cp:lastPrinted>
  <dcterms:created xsi:type="dcterms:W3CDTF">2026-03-12T21:07:46Z</dcterms:created>
  <dcterms:modified xsi:type="dcterms:W3CDTF">2026-03-12T21:12:11Z</dcterms:modified>
</cp:coreProperties>
</file>