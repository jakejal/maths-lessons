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jpeg" ContentType="image/jpeg"/>
  <Default Extension="fntdata" ContentType="application/x-fontdata"/>
  <Default Extension="png" ContentType="image/png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&#65279;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officeDocument/2006/relationships/extended-properties" Target="docProps/app.xml" /><Relationship Id="rId4" Type="http://schemas.openxmlformats.org/package/2006/relationships/metadata/thumbnail" Target="docProps/thumbnail.jpeg" /></Relationships>
</file>

<file path=ppt/presentation.xml><?xml version="1.0" encoding="utf-8"?>
<!--Generated by Aspose.Slides for .NET 23.10-->
<p:presentation xmlns:r="http://schemas.openxmlformats.org/officeDocument/2006/relationships" xmlns:a="http://schemas.openxmlformats.org/drawingml/2006/main" xmlns:p="http://schemas.openxmlformats.org/presentationml/2006/main" strictFirstAndLastChars="0" embedTrueTypeFonts="1" saveSubsetFonts="1" autoCompressPictures="0">
  <p:sldMasterIdLst>
    <p:sldMasterId id="2147483665" r:id="rId1"/>
    <p:sldMasterId id="2147483666" r:id="rId2"/>
  </p:sldMasterIdLst>
  <p:notesMasterIdLst>
    <p:notesMasterId r:id="rId3"/>
  </p:notesMasterIdLst>
  <p:sldIdLst>
    <p:sldId id="256" r:id="rId4"/>
    <p:sldId id="257" r:id="rId5"/>
  </p:sldIdLst>
  <p:sldSz cx="7560000" cy="10692000"/>
  <p:notesSz cx="6858000" cy="9144000"/>
  <p:embeddedFontLst>
    <p:embeddedFont>
      <p:font typeface="Lexend" panose="00000000000000000000"/>
      <p:regular r:id="rId7"/>
    </p:embeddedFont>
    <p:embeddedFont>
      <p:font typeface="Kalam" panose="02000000000000000000"/>
      <p:regular r:id="rId8"/>
    </p:embeddedFont>
    <p:embeddedFont>
      <p:font typeface="Lexend Medium" panose="00000000000000000000"/>
      <p:regular r:id="rId9"/>
    </p:embeddedFont>
    <p:embeddedFont>
      <p:font typeface="Lexend Light" panose="00000000000000000000"/>
      <p:regular r:id="rId10"/>
    </p:embeddedFont>
  </p:embeddedFontLst>
  <p:custDataLst>
    <p:tags r:id="rId6"/>
  </p:custDataLst>
  <p:defaultTextStyle>
    <a:defPPr marR="0" lvl="0" algn="l" rtl="0">
      <a:lnSpc>
        <a:spcPct val="100000"/>
      </a:lnSpc>
      <a:spcBef>
        <a:spcPct val="0"/>
      </a:spcBef>
      <a:spcAft>
        <a:spcPct val="0"/>
      </a:spcAft>
    </a:defPPr>
    <a:lvl1pPr marR="0" lvl="0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r="http://schemas.openxmlformats.org/officeDocument/2006/relationships" xmlns:a="http://schemas.openxmlformats.org/drawingml/2006/main" xmlns:p="http://schemas.openxmlformats.org/presentationml/2006/main">
  <p:showPr showNarration="1">
    <p:present/>
    <p:extLs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  <p:ext uri="{1BD7E111-0CB8-44D6-8891-C1BB2F81B7CC}">
      <p1710:readonlyRecommended xmlns:p1710="http://schemas.microsoft.com/office/powerpoint/2017/10/main" val="0"/>
    </p:ext>
  </p:extLst>
</p:presentationPr>
</file>

<file path=ppt/tableStyles.xml><?xml version="1.0" encoding="utf-8"?>
<a:tblStyleLst xmlns:r="http://schemas.openxmlformats.org/officeDocument/2006/relationships" xmlns:a="http://schemas.openxmlformats.org/drawingml/2006/main" def="{632FA9BA-BF21-4C90-9422-1FD38EB076D0}">
  <a:tblStyle styleId="{632FA9BA-BF21-4C90-9422-1FD38EB076D0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horzBarState="maximized">
    <p:restoredLeft sz="16000"/>
    <p:restoredTop sz="0"/>
  </p:normalViewPr>
  <p:slideViewPr>
    <p:cSldViewPr>
      <p:cViewPr>
        <p:scale>
          <a:sx n="73" d="100"/>
          <a:sy n="73" d="100"/>
        </p:scale>
        <p:origin x="0" y="0"/>
      </p:cViewPr>
    </p:cSldViewPr>
  </p:slideViewPr>
  <p:notesViewPr>
    <p:cSldViewPr>
      <p:cViewPr>
        <p:scale>
          <a:sx n="1" d="100"/>
          <a:sy n="1" d="100"/>
        </p:scale>
        <p:origin x="0" y="0"/>
      </p:cViewPr>
    </p:cSldViewPr>
  </p:notesViewPr>
</p:viewPr>
</file>

<file path=ppt/_rels/presentation.xml.rels>&#65279;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 /><Relationship Id="rId10" Type="http://schemas.openxmlformats.org/officeDocument/2006/relationships/font" Target="fonts/font4.fntdata" /><Relationship Id="rId11" Type="http://schemas.openxmlformats.org/officeDocument/2006/relationships/presProps" Target="presProps.xml" /><Relationship Id="rId12" Type="http://schemas.openxmlformats.org/officeDocument/2006/relationships/viewProps" Target="viewProps.xml" /><Relationship Id="rId13" Type="http://schemas.openxmlformats.org/officeDocument/2006/relationships/theme" Target="theme/theme1.xml" /><Relationship Id="rId14" Type="http://schemas.openxmlformats.org/officeDocument/2006/relationships/tableStyles" Target="tableStyles.xml" /><Relationship Id="rId2" Type="http://schemas.openxmlformats.org/officeDocument/2006/relationships/slideMaster" Target="slideMasters/slideMaster2.xml" /><Relationship Id="rId3" Type="http://schemas.openxmlformats.org/officeDocument/2006/relationships/notesMaster" Target="notesMasters/notesMaster1.xml" /><Relationship Id="rId4" Type="http://schemas.openxmlformats.org/officeDocument/2006/relationships/slide" Target="slides/slide1.xml" /><Relationship Id="rId5" Type="http://schemas.openxmlformats.org/officeDocument/2006/relationships/slide" Target="slides/slide2.xml" /><Relationship Id="rId6" Type="http://schemas.openxmlformats.org/officeDocument/2006/relationships/tags" Target="tags/tag1.xml" /><Relationship Id="rId7" Type="http://schemas.openxmlformats.org/officeDocument/2006/relationships/font" Target="fonts/font1.fntdata" /><Relationship Id="rId8" Type="http://schemas.openxmlformats.org/officeDocument/2006/relationships/font" Target="fonts/font2.fntdata" /><Relationship Id="rId9" Type="http://schemas.openxmlformats.org/officeDocument/2006/relationships/font" Target="fonts/font3.fntdata" /></Relationships>
</file>

<file path=ppt/notesMasters/_rels/notesMaster1.xml.rels>&#65279;<?xml version="1.0" encoding="utf-8" standalone="yes"?><Relationships xmlns="http://schemas.openxmlformats.org/package/2006/relationships"><Relationship Id="rId1" Type="http://schemas.openxmlformats.org/officeDocument/2006/relationships/theme" Target="../theme/theme3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>
  <p:cSld name="">
    <p:spTree>
      <p:nvGrpSpPr>
        <p:cNvPr id="2" name="Shape 2"/>
        <p:cNvGrpSpPr/>
        <p:nvPr/>
      </p:nvGrpSpPr>
      <p:grpSpPr>
        <a:xfrm>
          <a:off x="0" y="0"/>
          <a:ext cx="0" cy="0"/>
        </a:xfrm>
      </p:grpSpPr>
      <p:sp>
        <p:nvSpPr>
          <p:cNvPr id="3" name="Google Shape;3;n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ct val="0"/>
      </a:spcBef>
      <a:spcAft>
        <a:spcPct val="0"/>
      </a:spcAft>
    </a:defPPr>
    <a:lvl1pPr marR="0" lvl="0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.xml" /><Relationship Id="rId2" Type="http://schemas.openxmlformats.org/officeDocument/2006/relationships/notesMaster" Target="../notesMasters/notesMaster1.xml" /></Relationships>
</file>

<file path=ppt/notesSlides/_rels/notesSlide2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.xml" /><Relationship Id="rId2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57" name="Shape 157"/>
        <p:cNvGrpSpPr/>
        <p:nvPr/>
      </p:nvGrpSpPr>
      <p:grpSpPr>
        <a:xfrm>
          <a:off x="0" y="0"/>
          <a:ext cx="0" cy="0"/>
        </a:xfrm>
      </p:grpSpPr>
      <p:sp>
        <p:nvSpPr>
          <p:cNvPr id="158" name="Google Shape;158;g27996905f60_0_125:notes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9" name="Google Shape;159;g27996905f60_0_125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202" name="Shape 202"/>
        <p:cNvGrpSpPr/>
        <p:nvPr/>
      </p:nvGrpSpPr>
      <p:grpSpPr>
        <a:xfrm>
          <a:off x="0" y="0"/>
          <a:ext cx="0" cy="0"/>
        </a:xfrm>
      </p:grpSpPr>
      <p:sp>
        <p:nvSpPr>
          <p:cNvPr id="203" name="Google Shape;203;g27996905f60_0_130:notes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4" name="Google Shape;204;g27996905f60_0_130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2.png" /><Relationship Id="rId3" Type="http://schemas.openxmlformats.org/officeDocument/2006/relationships/slideMaster" Target="../slideMasters/slideMaster1.xml" /></Relationships>
</file>

<file path=ppt/slideLayouts/_rels/slideLayout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2.png" /><Relationship Id="rId3" Type="http://schemas.openxmlformats.org/officeDocument/2006/relationships/slideMaster" Target="../slideMasters/slideMaster1.xml" /></Relationships>
</file>

<file path=ppt/slideLayouts/_rels/slideLayout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8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3.png" /><Relationship Id="rId3" Type="http://schemas.openxmlformats.org/officeDocument/2006/relationships/image" Target="../media/image4.png" /><Relationship Id="rId4" Type="http://schemas.openxmlformats.org/officeDocument/2006/relationships/slideMaster" Target="../slideMasters/slideMaster2.xml" /></Relationships>
</file>

<file path=ppt/slideLayouts/_rels/slideLayout9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3.png" /><Relationship Id="rId4" Type="http://schemas.openxmlformats.org/officeDocument/2006/relationships/slideMaster" Target="../slideMasters/slideMaster2.xml" /></Relationships>
</file>

<file path=ppt/slideLayouts/_rels/slideLayout10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2.xml" /></Relationships>
</file>

<file path=ppt/slideLayouts/_rels/slideLayout1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hyperlink" Target="https://www.nationalarchives.gov.uk/doc/open-government-licence/version/3/" TargetMode="External" /><Relationship Id="rId3" Type="http://schemas.openxmlformats.org/officeDocument/2006/relationships/hyperlink" Target="https://www.thenational.academy/legal/terms-and-conditions" TargetMode="External" /><Relationship Id="rId4" Type="http://schemas.openxmlformats.org/officeDocument/2006/relationships/slideMaster" Target="../slideMasters/slideMaster2.xml" /></Relationships>
</file>

<file path=ppt/slideLayouts/_rels/slideLayout1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3.png" /><Relationship Id="rId4" Type="http://schemas.openxmlformats.org/officeDocument/2006/relationships/hyperlink" Target="https://www.nationalarchives.gov.uk/doc/open-government-licence/version/3/" TargetMode="External" /><Relationship Id="rId5" Type="http://schemas.openxmlformats.org/officeDocument/2006/relationships/hyperlink" Target="https://www.thenational.academy/legal/terms-and-conditions" TargetMode="External" /><Relationship Id="rId6" Type="http://schemas.openxmlformats.org/officeDocument/2006/relationships/slideMaster" Target="../slideMasters/slideMaster2.xml" /></Relationships>
</file>

<file path=ppt/slideLayouts/_rels/slideLayout1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3.png" /><Relationship Id="rId4" Type="http://schemas.openxmlformats.org/officeDocument/2006/relationships/hyperlink" Target="https://www.nationalarchives.gov.uk/doc/open-government-licence/version/3/" TargetMode="External" /><Relationship Id="rId5" Type="http://schemas.openxmlformats.org/officeDocument/2006/relationships/hyperlink" Target="https://www.thenational.academy/legal/terms-and-conditions" TargetMode="External" /><Relationship Id="rId6" Type="http://schemas.openxmlformats.org/officeDocument/2006/relationships/slideMaster" Target="../slideMasters/slideMaster2.xml" /></Relationships>
</file>

<file path=ppt/slideLayouts/_rels/slideLayout1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3.png" /><Relationship Id="rId4" Type="http://schemas.openxmlformats.org/officeDocument/2006/relationships/slideMaster" Target="../slideMasters/slideMaster2.xml" /></Relationships>
</file>

<file path=ppt/slideLayouts/_rels/slideLayout1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2.xml" /></Relationships>
</file>

<file path=ppt/slideLayouts/_rels/slideLayout1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hyperlink" Target="https://www.nationalarchives.gov.uk/doc/open-government-licence/version/3/" TargetMode="External" /><Relationship Id="rId3" Type="http://schemas.openxmlformats.org/officeDocument/2006/relationships/hyperlink" Target="https://www.thenational.academy/legal/terms-and-conditions" TargetMode="External" /><Relationship Id="rId4" Type="http://schemas.openxmlformats.org/officeDocument/2006/relationships/slideMaster" Target="../slideMasters/slideMaster2.xml" /></Relationships>
</file>

<file path=ppt/slideLayouts/_rels/slideLayout1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3.png" /><Relationship Id="rId4" Type="http://schemas.openxmlformats.org/officeDocument/2006/relationships/hyperlink" Target="https://www.nationalarchives.gov.uk/doc/open-government-licence/version/3/" TargetMode="External" /><Relationship Id="rId5" Type="http://schemas.openxmlformats.org/officeDocument/2006/relationships/hyperlink" Target="https://www.thenational.academy/legal/terms-and-conditions" TargetMode="External" /><Relationship Id="rId6" Type="http://schemas.openxmlformats.org/officeDocument/2006/relationships/slideMaster" Target="../slideMasters/slideMaster2.xml" /></Relationships>
</file>

<file path=ppt/slideLayouts/slideLayout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SEC FRONT COL 1">
  <p:cSld name="SECTION_HEADER_1_1_1_1_1_1_1_1_1">
    <p:spTree>
      <p:nvGrpSpPr>
        <p:cNvPr id="9" name="Shape 9"/>
        <p:cNvGrpSpPr/>
        <p:nvPr/>
      </p:nvGrpSpPr>
      <p:grpSpPr>
        <a:xfrm>
          <a:off x="0" y="0"/>
          <a: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468000" y="266700"/>
            <a:ext cx="6624000" cy="4320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Font typeface="Lexend"/>
              <a:buNone/>
              <a:defRPr sz="1800" b="1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type="subTitle" idx="1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2" name="Google Shape;12;p2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13;p2"/>
          <p:cNvPicPr preferRelativeResize="0"/>
          <p:nvPr/>
        </p:nvPicPr>
        <p:blipFill>
          <a:blip r:embed="rId2">
            <a:alphaModFix/>
          </a:blip>
          <a:srcRect l="4603" r="4603"/>
          <a:stretch>
            <a:fillRect/>
          </a:stretch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4" name="Google Shape;14;p2"/>
          <p:cNvGrpSpPr/>
          <p:nvPr/>
        </p:nvGrpSpPr>
        <p:grpSpPr>
          <a:xfrm>
            <a:off x="466900" y="962525"/>
            <a:ext cx="2953057" cy="162000"/>
            <a:chOff x="466900" y="962525"/>
            <a:chExt cx="2953057" cy="162000"/>
          </a:xfrm>
        </p:grpSpPr>
        <p:sp>
          <p:nvSpPr>
            <p:cNvPr id="15" name="Google Shape;15;p2"/>
            <p:cNvSpPr txBox="1"/>
            <p:nvPr/>
          </p:nvSpPr>
          <p:spPr>
            <a:xfrm>
              <a:off x="466900" y="962525"/>
              <a:ext cx="2953057" cy="153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000" b="1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Name: </a:t>
              </a:r>
              <a:endParaRPr sz="1000" b="1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6" name="Google Shape;16;p2"/>
            <p:cNvCxnSpPr/>
            <p:nvPr/>
          </p:nvCxnSpPr>
          <p:spPr>
            <a:xfrm rot="10800000" flipH="1">
              <a:off x="943904" y="1116425"/>
              <a:ext cx="1998900" cy="81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88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pos="295">
          <p15:clr>
            <a:srgbClr val="FF0000"/>
          </p15:clr>
        </p15:guide>
        <p15:guide id="7" pos="4467">
          <p15:clr>
            <a:srgbClr val="FF0000"/>
          </p15:clr>
        </p15:guide>
        <p15:guide id="8" pos="1519">
          <p15:clr>
            <a:srgbClr val="D9D9D9"/>
          </p15:clr>
        </p15:guide>
        <p15:guide id="9" pos="1764">
          <p15:clr>
            <a:srgbClr val="D9D9D9"/>
          </p15:clr>
        </p15:guide>
        <p15:guide id="10" pos="3243">
          <p15:clr>
            <a:srgbClr val="D9D9D9"/>
          </p15:clr>
        </p15:guide>
        <p15:guide id="11" pos="2998">
          <p15:clr>
            <a:srgbClr val="D9D9D9"/>
          </p15:clr>
        </p15:guide>
        <p15:guide id="12" pos="3120">
          <p15:clr>
            <a:srgbClr val="D9D9D9"/>
          </p15:clr>
        </p15:guide>
        <p15:guide id="13" pos="1642">
          <p15:clr>
            <a:srgbClr val="D9D9D9"/>
          </p15:clr>
        </p15:guide>
        <p15:guide id="14" pos="2381">
          <p15:clr>
            <a:srgbClr val="D9D9D9"/>
          </p15:clr>
        </p15:guide>
        <p15:guide id="15" pos="2154">
          <p15:clr>
            <a:srgbClr val="FF0000"/>
          </p15:clr>
        </p15:guide>
        <p15:guide id="16" pos="2608">
          <p15:clr>
            <a:srgbClr val="FF0000"/>
          </p15:clr>
        </p15:guide>
        <p15:guide id="17" orient="horz" pos="227">
          <p15:clr>
            <a:srgbClr val="FF000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SEC FRONT COL 1 1">
  <p:cSld name="SECTION_HEADER_1_1_1_1_1_1_1_1_1_3">
    <p:spTree>
      <p:nvGrpSpPr>
        <p:cNvPr id="17" name="Shape 17"/>
        <p:cNvGrpSpPr/>
        <p:nvPr/>
      </p:nvGrpSpPr>
      <p:grpSpPr>
        <a:xfrm>
          <a:off x="0" y="0"/>
          <a:ext cx="0" cy="0"/>
        </a:xfrm>
      </p:grpSpPr>
      <p:sp>
        <p:nvSpPr>
          <p:cNvPr id="18" name="Google Shape;18;p3"/>
          <p:cNvSpPr txBox="1"/>
          <p:nvPr>
            <p:ph type="title"/>
          </p:nvPr>
        </p:nvSpPr>
        <p:spPr>
          <a:xfrm>
            <a:off x="468000" y="266700"/>
            <a:ext cx="6624000" cy="4320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Font typeface="Lexend"/>
              <a:buNone/>
              <a:defRPr sz="1800" b="1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type="subTitle" idx="1"/>
          </p:nvPr>
        </p:nvSpPr>
        <p:spPr>
          <a:xfrm>
            <a:off x="466825" y="178015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type="subTitle" idx="2"/>
          </p:nvPr>
        </p:nvSpPr>
        <p:spPr>
          <a:xfrm>
            <a:off x="2807400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type="subTitle" idx="3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type="subTitle" idx="4"/>
          </p:nvPr>
        </p:nvSpPr>
        <p:spPr>
          <a:xfrm>
            <a:off x="4127250" y="30420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type="subTitle" idx="5"/>
          </p:nvPr>
        </p:nvSpPr>
        <p:spPr>
          <a:xfrm>
            <a:off x="468000" y="5866375"/>
            <a:ext cx="6581700" cy="41058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type="subTitle" idx="6"/>
          </p:nvPr>
        </p:nvSpPr>
        <p:spPr>
          <a:xfrm>
            <a:off x="466825" y="30420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3"/>
          <p:cNvSpPr txBox="1"/>
          <p:nvPr>
            <p:ph type="subTitle" idx="7"/>
          </p:nvPr>
        </p:nvSpPr>
        <p:spPr>
          <a:xfrm>
            <a:off x="466825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3"/>
          <p:cNvSpPr txBox="1"/>
          <p:nvPr>
            <p:ph type="subTitle" idx="8"/>
          </p:nvPr>
        </p:nvSpPr>
        <p:spPr>
          <a:xfrm>
            <a:off x="5147975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7" name="Google Shape;27;p3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28" name="Google Shape;28;p3"/>
          <p:cNvPicPr preferRelativeResize="0"/>
          <p:nvPr/>
        </p:nvPicPr>
        <p:blipFill>
          <a:blip r:embed="rId2">
            <a:alphaModFix/>
          </a:blip>
          <a:srcRect l="4603" r="4603"/>
          <a:stretch>
            <a:fillRect/>
          </a:stretch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9" name="Google Shape;29;p3"/>
          <p:cNvGrpSpPr/>
          <p:nvPr/>
        </p:nvGrpSpPr>
        <p:grpSpPr>
          <a:xfrm>
            <a:off x="466900" y="962525"/>
            <a:ext cx="2953200" cy="162000"/>
            <a:chOff x="466900" y="962525"/>
            <a:chExt cx="2953200" cy="162000"/>
          </a:xfrm>
        </p:grpSpPr>
        <p:sp>
          <p:nvSpPr>
            <p:cNvPr id="30" name="Google Shape;30;p3"/>
            <p:cNvSpPr txBox="1"/>
            <p:nvPr/>
          </p:nvSpPr>
          <p:spPr>
            <a:xfrm>
              <a:off x="466900" y="962525"/>
              <a:ext cx="2953200" cy="153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000" b="1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Name: </a:t>
              </a:r>
              <a:endParaRPr sz="1000" b="1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31" name="Google Shape;31;p3"/>
            <p:cNvCxnSpPr/>
            <p:nvPr/>
          </p:nvCxnSpPr>
          <p:spPr>
            <a:xfrm rot="10800000" flipH="1">
              <a:off x="943904" y="1116425"/>
              <a:ext cx="1998900" cy="81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32" name="Google Shape;32;p3"/>
          <p:cNvSpPr txBox="1"/>
          <p:nvPr>
            <p:ph type="subTitle" idx="9"/>
          </p:nvPr>
        </p:nvSpPr>
        <p:spPr>
          <a:xfrm>
            <a:off x="466825" y="13698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88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pos="295">
          <p15:clr>
            <a:srgbClr val="FF0000"/>
          </p15:clr>
        </p15:guide>
        <p15:guide id="7" pos="4467">
          <p15:clr>
            <a:srgbClr val="FF0000"/>
          </p15:clr>
        </p15:guide>
        <p15:guide id="8" pos="1519">
          <p15:clr>
            <a:srgbClr val="D9D9D9"/>
          </p15:clr>
        </p15:guide>
        <p15:guide id="9" pos="1764">
          <p15:clr>
            <a:srgbClr val="D9D9D9"/>
          </p15:clr>
        </p15:guide>
        <p15:guide id="10" pos="3243">
          <p15:clr>
            <a:srgbClr val="D9D9D9"/>
          </p15:clr>
        </p15:guide>
        <p15:guide id="11" pos="2998">
          <p15:clr>
            <a:srgbClr val="D9D9D9"/>
          </p15:clr>
        </p15:guide>
        <p15:guide id="12" pos="3120">
          <p15:clr>
            <a:srgbClr val="D9D9D9"/>
          </p15:clr>
        </p15:guide>
        <p15:guide id="13" pos="1642">
          <p15:clr>
            <a:srgbClr val="D9D9D9"/>
          </p15:clr>
        </p15:guide>
        <p15:guide id="14" pos="2381">
          <p15:clr>
            <a:srgbClr val="D9D9D9"/>
          </p15:clr>
        </p15:guide>
        <p15:guide id="15" pos="2154">
          <p15:clr>
            <a:srgbClr val="FF0000"/>
          </p15:clr>
        </p15:guide>
        <p15:guide id="16" pos="2608">
          <p15:clr>
            <a:srgbClr val="FF0000"/>
          </p15:clr>
        </p15:guide>
        <p15:guide id="17" orient="horz" pos="227">
          <p15:clr>
            <a:srgbClr val="FF000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1">
  <p:cSld name="SECTION_HEADER_1_1_1_1_1_1_1_1_1_1">
    <p:spTree>
      <p:nvGrpSpPr>
        <p:cNvPr id="33" name="Shape 33"/>
        <p:cNvGrpSpPr/>
        <p:nvPr/>
      </p:nvGrpSpPr>
      <p:grpSpPr>
        <a:xfrm>
          <a:off x="0" y="0"/>
          <a:ext cx="0" cy="0"/>
        </a:xfrm>
      </p:grpSpPr>
      <p:sp>
        <p:nvSpPr>
          <p:cNvPr id="34" name="Google Shape;34;p4"/>
          <p:cNvSpPr txBox="1"/>
          <p:nvPr>
            <p:ph type="subTitle" idx="1"/>
          </p:nvPr>
        </p:nvSpPr>
        <p:spPr>
          <a:xfrm>
            <a:off x="466825" y="162775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4"/>
          <p:cNvSpPr txBox="1"/>
          <p:nvPr>
            <p:ph type="subTitle" idx="2"/>
          </p:nvPr>
        </p:nvSpPr>
        <p:spPr>
          <a:xfrm>
            <a:off x="4127250" y="28896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4"/>
          <p:cNvSpPr txBox="1"/>
          <p:nvPr>
            <p:ph type="subTitle" idx="3"/>
          </p:nvPr>
        </p:nvSpPr>
        <p:spPr>
          <a:xfrm>
            <a:off x="466825" y="28896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37" name="Google Shape;37;p4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38" name="Google Shape;38;p4"/>
          <p:cNvSpPr txBox="1"/>
          <p:nvPr>
            <p:ph type="subTitle" idx="4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2">
  <p:cSld name="SECTION_HEADER_1_1_1_1_1_1_1_1_1_1_1">
    <p:spTree>
      <p:nvGrpSpPr>
        <p:cNvPr id="39" name="Shape 39"/>
        <p:cNvGrpSpPr/>
        <p:nvPr/>
      </p:nvGrpSpPr>
      <p:grpSpPr>
        <a:xfrm>
          <a:off x="0" y="0"/>
          <a:ext cx="0" cy="0"/>
        </a:xfrm>
      </p:grpSpPr>
      <p:sp>
        <p:nvSpPr>
          <p:cNvPr id="40" name="Google Shape;40;p5"/>
          <p:cNvSpPr txBox="1"/>
          <p:nvPr>
            <p:ph type="subTitle" idx="1"/>
          </p:nvPr>
        </p:nvSpPr>
        <p:spPr>
          <a:xfrm>
            <a:off x="2807400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5"/>
          <p:cNvSpPr txBox="1"/>
          <p:nvPr>
            <p:ph type="subTitle" idx="2"/>
          </p:nvPr>
        </p:nvSpPr>
        <p:spPr>
          <a:xfrm>
            <a:off x="467950" y="2493013"/>
            <a:ext cx="6624000" cy="41058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5"/>
          <p:cNvSpPr txBox="1"/>
          <p:nvPr>
            <p:ph type="subTitle" idx="3"/>
          </p:nvPr>
        </p:nvSpPr>
        <p:spPr>
          <a:xfrm>
            <a:off x="466825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5"/>
          <p:cNvSpPr txBox="1"/>
          <p:nvPr>
            <p:ph type="subTitle" idx="4"/>
          </p:nvPr>
        </p:nvSpPr>
        <p:spPr>
          <a:xfrm>
            <a:off x="5147975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44" name="Google Shape;44;p5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45" name="Google Shape;45;p5"/>
          <p:cNvSpPr txBox="1"/>
          <p:nvPr>
            <p:ph type="subTitle" idx="5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3">
  <p:cSld name="SECTION_HEADER_1_1_1_1_1_1_1_1_1_1_1_2">
    <p:spTree>
      <p:nvGrpSpPr>
        <p:cNvPr id="46" name="Shape 46"/>
        <p:cNvGrpSpPr/>
        <p:nvPr/>
      </p:nvGrpSpPr>
      <p:grpSpPr>
        <a:xfrm>
          <a:off x="0" y="0"/>
          <a:ext cx="0" cy="0"/>
        </a:xfrm>
      </p:grpSpPr>
      <p:sp>
        <p:nvSpPr>
          <p:cNvPr id="47" name="Google Shape;47;p6"/>
          <p:cNvSpPr txBox="1"/>
          <p:nvPr>
            <p:ph type="subTitle" idx="1"/>
          </p:nvPr>
        </p:nvSpPr>
        <p:spPr>
          <a:xfrm>
            <a:off x="466825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6"/>
          <p:cNvSpPr txBox="1"/>
          <p:nvPr>
            <p:ph type="subTitle" idx="2"/>
          </p:nvPr>
        </p:nvSpPr>
        <p:spPr>
          <a:xfrm>
            <a:off x="2807400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6"/>
          <p:cNvSpPr txBox="1"/>
          <p:nvPr>
            <p:ph type="subTitle" idx="3"/>
          </p:nvPr>
        </p:nvSpPr>
        <p:spPr>
          <a:xfrm>
            <a:off x="5147975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6"/>
          <p:cNvSpPr txBox="1"/>
          <p:nvPr>
            <p:ph type="subTitle" idx="4"/>
          </p:nvPr>
        </p:nvSpPr>
        <p:spPr>
          <a:xfrm>
            <a:off x="466825" y="170220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6"/>
          <p:cNvSpPr txBox="1"/>
          <p:nvPr>
            <p:ph type="subTitle" idx="5"/>
          </p:nvPr>
        </p:nvSpPr>
        <p:spPr>
          <a:xfrm>
            <a:off x="466825" y="296405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6"/>
          <p:cNvSpPr txBox="1"/>
          <p:nvPr>
            <p:ph type="subTitle" idx="6"/>
          </p:nvPr>
        </p:nvSpPr>
        <p:spPr>
          <a:xfrm>
            <a:off x="4127250" y="296405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3" name="Google Shape;53;p6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4" name="Google Shape;54;p6"/>
          <p:cNvSpPr txBox="1"/>
          <p:nvPr>
            <p:ph type="subTitle" idx="7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4">
  <p:cSld name="SECTION_HEADER_1_1_1_1_1_1_1_1_1_1_1_2_1">
    <p:spTree>
      <p:nvGrpSpPr>
        <p:cNvPr id="55" name="Shape 55"/>
        <p:cNvGrpSpPr/>
        <p:nvPr/>
      </p:nvGrpSpPr>
      <p:grpSpPr>
        <a:xfrm>
          <a:off x="0" y="0"/>
          <a:ext cx="0" cy="0"/>
        </a:xfrm>
      </p:grpSpPr>
      <p:sp>
        <p:nvSpPr>
          <p:cNvPr id="56" name="Google Shape;56;p7"/>
          <p:cNvSpPr txBox="1"/>
          <p:nvPr>
            <p:ph type="subTitle" idx="1"/>
          </p:nvPr>
        </p:nvSpPr>
        <p:spPr>
          <a:xfrm>
            <a:off x="468000" y="1327649"/>
            <a:ext cx="6624000" cy="38436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7" name="Google Shape;57;p7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8" name="Google Shape;58;p7"/>
          <p:cNvSpPr txBox="1"/>
          <p:nvPr>
            <p:ph type="subTitle" idx="2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Elements to copy and paste">
  <p:cSld name="SECTION_HEADER_1_1_1_1_1_1_1_1_1_1_1_2_1_1">
    <p:spTree>
      <p:nvGrpSpPr>
        <p:cNvPr id="59" name="Shape 59"/>
        <p:cNvGrpSpPr/>
        <p:nvPr/>
      </p:nvGrpSpPr>
      <p:grpSpPr>
        <a:xfrm>
          <a:off x="0" y="0"/>
          <a:ext cx="0" cy="0"/>
        </a:xfrm>
      </p:grpSpPr>
      <p:sp>
        <p:nvSpPr>
          <p:cNvPr id="60" name="Google Shape;60;p8"/>
          <p:cNvSpPr txBox="1"/>
          <p:nvPr/>
        </p:nvSpPr>
        <p:spPr>
          <a:xfrm>
            <a:off x="493450" y="416654"/>
            <a:ext cx="662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b="1">
                <a:latin typeface="Lexend"/>
                <a:ea typeface="Lexend"/>
                <a:cs typeface="Lexend"/>
                <a:sym typeface="Lexend"/>
              </a:rPr>
              <a:t>Elements to copy and paste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1" name="Google Shape;61;p8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0 Title page">
  <p:cSld name="SECTION_HEADER_1_1_1_1_1_1_1_1_1_1_1_2_1_1_1_1_1">
    <p:bg>
      <p:bgPr>
        <a:solidFill>
          <a:schemeClr val="lt1"/>
        </a:solidFill>
      </p:bgPr>
    </p:bg>
    <p:spTree>
      <p:nvGrpSpPr>
        <p:cNvPr id="66" name="Shape 66"/>
        <p:cNvGrpSpPr/>
        <p:nvPr/>
      </p:nvGrpSpPr>
      <p:grpSpPr>
        <a:xfrm>
          <a:off x="0" y="0"/>
          <a:ext cx="0" cy="0"/>
        </a:xfrm>
      </p:grpSpPr>
      <p:pic>
        <p:nvPicPr>
          <p:cNvPr id="67" name="Google Shape;67;p10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68" name="Google Shape;68;p10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69" name="Google Shape;69;p10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70" name="Google Shape;70;p10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71" name="Google Shape;71;p10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72" name="Google Shape;72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3" name="Google Shape;73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74" name="Google Shape;74;p10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1 Title page with long title">
  <p:cSld name="SECTION_HEADER_1_1_1_1_1_1_1_1_1_1_1_2_1_1_1_1_1_1_2">
    <p:bg>
      <p:bgPr>
        <a:solidFill>
          <a:schemeClr val="lt1"/>
        </a:solidFill>
      </p:bgPr>
    </p:bg>
    <p:spTree>
      <p:nvGrpSpPr>
        <p:cNvPr id="75" name="Shape 75"/>
        <p:cNvGrpSpPr/>
        <p:nvPr/>
      </p:nvGrpSpPr>
      <p:grpSpPr>
        <a:xfrm>
          <a:off x="0" y="0"/>
          <a:ext cx="0" cy="0"/>
        </a:xfrm>
      </p:grpSpPr>
      <p:pic>
        <p:nvPicPr>
          <p:cNvPr id="76" name="Google Shape;76;p11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11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78" name="Google Shape;78;p11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79" name="Google Shape;79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1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81" name="Google Shape;81;p11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82" name="Google Shape;82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83" name="Google Shape;83;p11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0 Middle page">
  <p:cSld name="SECTION_HEADER_1_1_1_1_1_1_1_1_1_1_1_2_1_1_1_1_1_1_1_1_2">
    <p:bg>
      <p:bgPr>
        <a:solidFill>
          <a:schemeClr val="lt1"/>
        </a:solidFill>
      </p:bgPr>
    </p:bg>
    <p:spTree>
      <p:nvGrpSpPr>
        <p:cNvPr id="84" name="Shape 84"/>
        <p:cNvGrpSpPr/>
        <p:nvPr/>
      </p:nvGrpSpPr>
      <p:grpSpPr>
        <a:xfrm>
          <a:off x="0" y="0"/>
          <a:ext cx="0" cy="0"/>
        </a:xfrm>
      </p:grpSpPr>
      <p:pic>
        <p:nvPicPr>
          <p:cNvPr id="85" name="Google Shape;85;p12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2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87" name="Google Shape;87;p12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8" name="Google Shape;88;p12"/>
          <p:cNvSpPr txBox="1"/>
          <p:nvPr>
            <p:ph type="subTitle" idx="1"/>
          </p:nvPr>
        </p:nvSpPr>
        <p:spPr>
          <a:xfrm>
            <a:off x="466825" y="360000"/>
            <a:ext cx="57792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1 Last page">
  <p:cSld name="SECTION_HEADER_1_1_1_1_1_1_1_1_1_1_1_2_1_1_1_1_1_1_1_1_1_3">
    <p:bg>
      <p:bgPr>
        <a:solidFill>
          <a:schemeClr val="lt1"/>
        </a:solidFill>
      </p:bgPr>
    </p:bg>
    <p:spTree>
      <p:nvGrpSpPr>
        <p:cNvPr id="89" name="Shape 89"/>
        <p:cNvGrpSpPr/>
        <p:nvPr/>
      </p:nvGrpSpPr>
      <p:grpSpPr>
        <a:xfrm>
          <a:off x="0" y="0"/>
          <a:ext cx="0" cy="0"/>
        </a:xfrm>
      </p:grpSpPr>
      <p:pic>
        <p:nvPicPr>
          <p:cNvPr id="90" name="Google Shape;90;p13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13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92" name="Google Shape;92;p13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3" name="Google Shape;93;p13"/>
          <p:cNvSpPr txBox="1"/>
          <p:nvPr>
            <p:ph type="subTitle" idx="1"/>
          </p:nvPr>
        </p:nvSpPr>
        <p:spPr>
          <a:xfrm>
            <a:off x="466825" y="360000"/>
            <a:ext cx="57792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94" name="Google Shape;94;p13"/>
          <p:cNvSpPr txBox="1"/>
          <p:nvPr>
            <p:ph type="subTitle" idx="2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95" name="Google Shape;95;p13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96" name="Google Shape;96;p13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0 Single page worksheet">
  <p:cSld name="SECTION_HEADER_1_1_1_1_1_1_1_1_1_1_1_2_1_1_1_1_1_2">
    <p:bg>
      <p:bgPr>
        <a:solidFill>
          <a:schemeClr val="lt1"/>
        </a:solidFill>
      </p:bgPr>
    </p:bg>
    <p:spTree>
      <p:nvGrpSpPr>
        <p:cNvPr id="97" name="Shape 97"/>
        <p:cNvGrpSpPr/>
        <p:nvPr/>
      </p:nvGrpSpPr>
      <p:grpSpPr>
        <a:xfrm>
          <a:off x="0" y="0"/>
          <a:ext cx="0" cy="0"/>
        </a:xfrm>
      </p:grpSpPr>
      <p:pic>
        <p:nvPicPr>
          <p:cNvPr id="98" name="Google Shape;98;p14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4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00" name="Google Shape;100;p14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01" name="Google Shape;101;p1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14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03" name="Google Shape;103;p14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04" name="Google Shape;104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4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6" name="Google Shape;106;p14"/>
          <p:cNvSpPr txBox="1"/>
          <p:nvPr>
            <p:ph type="subTitle" idx="1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07" name="Google Shape;107;p14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08" name="Google Shape;108;p14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1 Single page worksheet with long title">
  <p:cSld name="SECTION_HEADER_1_1_1_1_1_1_1_1_1_1_1_2_1_1_1_1_1_1_1">
    <p:bg>
      <p:bgPr>
        <a:solidFill>
          <a:schemeClr val="lt1"/>
        </a:solid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</a:xfrm>
      </p:grpSpPr>
      <p:pic>
        <p:nvPicPr>
          <p:cNvPr id="110" name="Google Shape;110;p15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15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12" name="Google Shape;112;p15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13" name="Google Shape;113;p1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15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15" name="Google Shape;115;p15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16" name="Google Shape;116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15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8" name="Google Shape;118;p15"/>
          <p:cNvSpPr txBox="1"/>
          <p:nvPr>
            <p:ph type="subTitle" idx="1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19" name="Google Shape;119;p15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0" name="Google Shape;120;p15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0 Landscape title page">
  <p:cSld name="SECTION_HEADER_1_1_1_1_1_1_1_1_1_1_1_2_1_1_1_1_1_1_1_1_1_1">
    <p:bg>
      <p:bgPr>
        <a:solidFill>
          <a:schemeClr val="lt1"/>
        </a:solidFill>
      </p:bgPr>
    </p:bg>
    <p:spTree>
      <p:nvGrpSpPr>
        <p:cNvPr id="121" name="Shape 121"/>
        <p:cNvGrpSpPr/>
        <p:nvPr/>
      </p:nvGrpSpPr>
      <p:grpSpPr>
        <a:xfrm>
          <a:off x="0" y="0"/>
          <a:ext cx="0" cy="0"/>
        </a:xfrm>
      </p:grpSpPr>
      <p:pic>
        <p:nvPicPr>
          <p:cNvPr id="122" name="Google Shape;122;p16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16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24" name="Google Shape;124;p16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25" name="Google Shape;125;p1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16"/>
          <p:cNvSpPr txBox="1"/>
          <p:nvPr/>
        </p:nvSpPr>
        <p:spPr>
          <a:xfrm rot="-5400000">
            <a:off x="-595236" y="9057311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27" name="Google Shape;127;p16"/>
          <p:cNvCxnSpPr/>
          <p:nvPr/>
        </p:nvCxnSpPr>
        <p:spPr>
          <a:xfrm rot="-5400000">
            <a:off x="-192111" y="8904711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28" name="Google Shape;128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6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1 Landscape middle page">
  <p:cSld name="SECTION_HEADER_1_1_1_1_1_1_1_1_1_1_1_2_1_1_1_1_1_1_1_1_1_1_1">
    <p:bg>
      <p:bgPr>
        <a:solidFill>
          <a:schemeClr val="lt1"/>
        </a:solidFill>
      </p:bgPr>
    </p:bg>
    <p:spTree>
      <p:nvGrpSpPr>
        <p:cNvPr id="130" name="Shape 130"/>
        <p:cNvGrpSpPr/>
        <p:nvPr/>
      </p:nvGrpSpPr>
      <p:grpSpPr>
        <a:xfrm>
          <a:off x="0" y="0"/>
          <a:ext cx="0" cy="0"/>
        </a:xfrm>
      </p:grpSpPr>
      <p:pic>
        <p:nvPicPr>
          <p:cNvPr id="131" name="Google Shape;131;p17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7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3" name="Google Shape;133;p17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4" name="Google Shape;134;p17"/>
          <p:cNvSpPr txBox="1"/>
          <p:nvPr>
            <p:ph type="subTitle" idx="1"/>
          </p:nvPr>
        </p:nvSpPr>
        <p:spPr>
          <a:xfrm rot="-5400000">
            <a:off x="-3976225" y="5682150"/>
            <a:ext cx="9096900" cy="2028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2 Landscape last page">
  <p:cSld name="SECTION_HEADER_1_1_1_1_1_1_1_1_1_1_1_2_1_1_1_1_1_1_1_1_1_1_1_1">
    <p:bg>
      <p:bgPr>
        <a:solidFill>
          <a:schemeClr val="lt1"/>
        </a:solidFill>
      </p:bgPr>
    </p:bg>
    <p:spTree>
      <p:nvGrpSpPr>
        <p:cNvPr id="135" name="Shape 135"/>
        <p:cNvGrpSpPr/>
        <p:nvPr/>
      </p:nvGrpSpPr>
      <p:grpSpPr>
        <a:xfrm>
          <a:off x="0" y="0"/>
          <a:ext cx="0" cy="0"/>
        </a:xfrm>
      </p:grpSpPr>
      <p:pic>
        <p:nvPicPr>
          <p:cNvPr id="136" name="Google Shape;136;p18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18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8" name="Google Shape;138;p18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9" name="Google Shape;139;p18"/>
          <p:cNvSpPr txBox="1"/>
          <p:nvPr/>
        </p:nvSpPr>
        <p:spPr>
          <a:xfrm rot="-5400000">
            <a:off x="3997613" y="7219188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40" name="Google Shape;140;p18"/>
          <p:cNvSpPr txBox="1"/>
          <p:nvPr/>
        </p:nvSpPr>
        <p:spPr>
          <a:xfrm rot="-5400000">
            <a:off x="5092013" y="8491038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41" name="Google Shape;141;p18"/>
          <p:cNvSpPr txBox="1"/>
          <p:nvPr/>
        </p:nvSpPr>
        <p:spPr>
          <a:xfrm rot="-5400000">
            <a:off x="5488463" y="5454663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42" name="Google Shape;142;p18"/>
          <p:cNvSpPr txBox="1"/>
          <p:nvPr>
            <p:ph type="subTitle" idx="1"/>
          </p:nvPr>
        </p:nvSpPr>
        <p:spPr>
          <a:xfrm rot="-5400000">
            <a:off x="5488463" y="5454663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43" name="Google Shape;143;p18"/>
          <p:cNvSpPr txBox="1"/>
          <p:nvPr>
            <p:ph type="subTitle" idx="2"/>
          </p:nvPr>
        </p:nvSpPr>
        <p:spPr>
          <a:xfrm rot="-5400000">
            <a:off x="-3976225" y="5682150"/>
            <a:ext cx="9096900" cy="2028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5.0 Landscape single page worksheet">
  <p:cSld name="SECTION_HEADER_1_1_1_1_1_1_1_1_1_1_1_2_1_1_1_1_1_1_1_1_1_1_2">
    <p:bg>
      <p:bgPr>
        <a:solidFill>
          <a:schemeClr val="lt1"/>
        </a:solidFill>
      </p:bgPr>
    </p:bg>
    <p:spTree>
      <p:nvGrpSpPr>
        <p:cNvPr id="144" name="Shape 144"/>
        <p:cNvGrpSpPr/>
        <p:nvPr/>
      </p:nvGrpSpPr>
      <p:grpSpPr>
        <a:xfrm>
          <a:off x="0" y="0"/>
          <a:ext cx="0" cy="0"/>
        </a:xfrm>
      </p:grpSpPr>
      <p:pic>
        <p:nvPicPr>
          <p:cNvPr id="145" name="Google Shape;145;p19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46" name="Google Shape;146;p19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47" name="Google Shape;147;p19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48" name="Google Shape;148;p1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19"/>
          <p:cNvSpPr txBox="1"/>
          <p:nvPr/>
        </p:nvSpPr>
        <p:spPr>
          <a:xfrm rot="-5400000">
            <a:off x="-595236" y="9057311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50" name="Google Shape;150;p19"/>
          <p:cNvCxnSpPr/>
          <p:nvPr/>
        </p:nvCxnSpPr>
        <p:spPr>
          <a:xfrm rot="-5400000">
            <a:off x="-192111" y="8904711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51" name="Google Shape;151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2" name="Google Shape;152;p19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3" name="Google Shape;153;p19"/>
          <p:cNvSpPr txBox="1"/>
          <p:nvPr/>
        </p:nvSpPr>
        <p:spPr>
          <a:xfrm rot="-5400000">
            <a:off x="3997613" y="7219188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4" name="Google Shape;154;p19"/>
          <p:cNvSpPr txBox="1"/>
          <p:nvPr/>
        </p:nvSpPr>
        <p:spPr>
          <a:xfrm rot="-5400000">
            <a:off x="5092013" y="8491038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5" name="Google Shape;155;p19"/>
          <p:cNvSpPr txBox="1"/>
          <p:nvPr/>
        </p:nvSpPr>
        <p:spPr>
          <a:xfrm rot="-5400000">
            <a:off x="5488463" y="5454663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6" name="Google Shape;156;p19"/>
          <p:cNvSpPr txBox="1"/>
          <p:nvPr>
            <p:ph type="subTitle" idx="1"/>
          </p:nvPr>
        </p:nvSpPr>
        <p:spPr>
          <a:xfrm rot="-5400000">
            <a:off x="5488463" y="5454663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Masters/_rels/slideMaster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slideLayout" Target="../slideLayouts/slideLayout2.xml" /><Relationship Id="rId3" Type="http://schemas.openxmlformats.org/officeDocument/2006/relationships/slideLayout" Target="../slideLayouts/slideLayout3.xml" /><Relationship Id="rId4" Type="http://schemas.openxmlformats.org/officeDocument/2006/relationships/slideLayout" Target="../slideLayouts/slideLayout4.xml" /><Relationship Id="rId5" Type="http://schemas.openxmlformats.org/officeDocument/2006/relationships/slideLayout" Target="../slideLayouts/slideLayout5.xml" /><Relationship Id="rId6" Type="http://schemas.openxmlformats.org/officeDocument/2006/relationships/slideLayout" Target="../slideLayouts/slideLayout6.xml" /><Relationship Id="rId7" Type="http://schemas.openxmlformats.org/officeDocument/2006/relationships/slideLayout" Target="../slideLayouts/slideLayout7.xml" /><Relationship Id="rId8" Type="http://schemas.openxmlformats.org/officeDocument/2006/relationships/theme" Target="../theme/theme1.xml" /></Relationships>
</file>

<file path=ppt/slideMasters/_rels/slideMaster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8.xml" /><Relationship Id="rId10" Type="http://schemas.openxmlformats.org/officeDocument/2006/relationships/slideLayout" Target="../slideLayouts/slideLayout17.xml" /><Relationship Id="rId11" Type="http://schemas.openxmlformats.org/officeDocument/2006/relationships/theme" Target="../theme/theme2.xml" /><Relationship Id="rId2" Type="http://schemas.openxmlformats.org/officeDocument/2006/relationships/slideLayout" Target="../slideLayouts/slideLayout9.xml" /><Relationship Id="rId3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12.xml" /><Relationship Id="rId6" Type="http://schemas.openxmlformats.org/officeDocument/2006/relationships/slideLayout" Target="../slideLayouts/slideLayout13.xml" /><Relationship Id="rId7" Type="http://schemas.openxmlformats.org/officeDocument/2006/relationships/slideLayout" Target="../slideLayouts/slideLayout14.xml" /><Relationship Id="rId8" Type="http://schemas.openxmlformats.org/officeDocument/2006/relationships/slideLayout" Target="../slideLayouts/slideLayout15.xml" /><Relationship Id="rId9" Type="http://schemas.openxmlformats.org/officeDocument/2006/relationships/slideLayout" Target="../slideLayouts/slideLayout16.xml" /></Relationships>
</file>

<file path=ppt/slideMasters/slideMaster1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200"/>
              <a:buFont typeface="Lexend"/>
              <a:buNone/>
              <a:defRPr sz="2200" b="1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type="body" idx="1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800"/>
              <a:buFont typeface="Lexend"/>
              <a:buChar char="●"/>
              <a:defRPr sz="18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Kalam"/>
              <a:buChar char="■"/>
              <a:defRPr sz="1400" i="0" u="none" strike="noStrike" cap="non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type="sldNum" idx="12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0" marR="0" lvl="1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0" marR="0" lvl="2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0" marR="0" lvl="3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0" marR="0" lvl="4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0" marR="0" lvl="5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0" marR="0" lvl="6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0" marR="0" lvl="7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0" marR="0" lvl="8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0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</p:sldLayoutIdLst>
  <p:transition/>
  <p:timing/>
  <p:txStyles>
    <p:title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bg>
      <p:bgPr>
        <a:solidFill>
          <a:schemeClr val="lt1"/>
        </a:solidFill>
      </p:bgPr>
    </p:bg>
    <p:spTree>
      <p:nvGrpSpPr>
        <p:cNvPr id="62" name="Shape 62"/>
        <p:cNvGrpSpPr/>
        <p:nvPr/>
      </p:nvGrpSpPr>
      <p:grpSpPr>
        <a:xfrm>
          <a:off x="0" y="0"/>
          <a:ext cx="0" cy="0"/>
        </a:xfrm>
      </p:grpSpPr>
      <p:sp>
        <p:nvSpPr>
          <p:cNvPr id="63" name="Google Shape;63;p9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200"/>
              <a:buFont typeface="Lexend"/>
              <a:buNone/>
              <a:defRPr sz="2200" b="1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4" name="Google Shape;64;p9"/>
          <p:cNvSpPr txBox="1"/>
          <p:nvPr>
            <p:ph type="body" idx="1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800"/>
              <a:buFont typeface="Lexend"/>
              <a:buChar char="●"/>
              <a:defRPr sz="18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Kalam"/>
              <a:buChar char="■"/>
              <a:defRPr sz="1400" i="0" u="none" strike="noStrike" cap="non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65" name="Google Shape;65;p9"/>
          <p:cNvSpPr txBox="1"/>
          <p:nvPr>
            <p:ph type="sldNum" idx="12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0" marR="0" lvl="1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0" marR="0" lvl="2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0" marR="0" lvl="3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0" marR="0" lvl="4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0" marR="0" lvl="5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0" marR="0" lvl="6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0" marR="0" lvl="7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0" marR="0" lvl="8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0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5" r:id="rId1"/>
    <p:sldLayoutId id="2147483656" r:id="rId2"/>
    <p:sldLayoutId id="2147483657" r:id="rId3"/>
    <p:sldLayoutId id="2147483658" r:id="rId4"/>
    <p:sldLayoutId id="2147483659" r:id="rId5"/>
    <p:sldLayoutId id="2147483660" r:id="rId6"/>
    <p:sldLayoutId id="2147483661" r:id="rId7"/>
    <p:sldLayoutId id="2147483662" r:id="rId8"/>
    <p:sldLayoutId id="2147483663" r:id="rId9"/>
    <p:sldLayoutId id="2147483664" r:id="rId10"/>
  </p:sldLayoutIdLst>
  <p:transition/>
  <p:timing/>
  <p:txStyles>
    <p:title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notesSlide" Target="../notesSlides/notesSlide1.xml" /></Relationships>
</file>

<file path=ppt/slides/_rels/slide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1.xml" /><Relationship Id="rId2" Type="http://schemas.openxmlformats.org/officeDocument/2006/relationships/notesSlide" Target="../notesSlides/notesSlide2.xml" /></Relationships>
</file>

<file path=ppt/slides/slide1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60" name="Shape 160"/>
        <p:cNvGrpSpPr/>
        <p:nvPr/>
      </p:nvGrpSpPr>
      <p:grpSpPr>
        <a:xfrm>
          <a:off x="0" y="0"/>
          <a:ext cx="0" cy="0"/>
        </a:xfrm>
      </p:grpSpPr>
      <p:sp>
        <p:nvSpPr>
          <p:cNvPr id="161" name="Google Shape;161;p20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1</a:t>
            </a:fld>
            <a:endParaRPr/>
          </a:p>
        </p:txBody>
      </p:sp>
      <p:sp>
        <p:nvSpPr>
          <p:cNvPr id="162" name="Google Shape;162;p20"/>
          <p:cNvSpPr txBox="1"/>
          <p:nvPr/>
        </p:nvSpPr>
        <p:spPr>
          <a:xfrm>
            <a:off x="468000" y="711600"/>
            <a:ext cx="66240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Addition of positive and negative integers</a:t>
            </a:r>
            <a:endParaRPr sz="1800" b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3" name="Google Shape;163;p20"/>
          <p:cNvSpPr txBox="1"/>
          <p:nvPr/>
        </p:nvSpPr>
        <p:spPr>
          <a:xfrm>
            <a:off x="468100" y="1408075"/>
            <a:ext cx="662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b="1">
                <a:latin typeface="Lexend"/>
                <a:ea typeface="Lexend"/>
                <a:cs typeface="Lexend"/>
                <a:sym typeface="Lexend"/>
              </a:rPr>
              <a:t>Task A: Representing integers using counters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4" name="Google Shape;164;p20"/>
          <p:cNvSpPr txBox="1"/>
          <p:nvPr/>
        </p:nvSpPr>
        <p:spPr>
          <a:xfrm>
            <a:off x="468000" y="1714850"/>
            <a:ext cx="6624000" cy="29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Add counters to make each of the representations correct: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165" name="Google Shape;165;p20"/>
          <p:cNvGraphicFramePr>
            <a:graphicFrameLocks noGrp="1"/>
          </p:cNvGraphicFramePr>
          <p:nvPr/>
        </p:nvGraphicFramePr>
        <p:xfrm>
          <a:off x="1227600" y="2208838"/>
          <a:ext cx="5104800" cy="2200750"/>
        </p:xfrm>
        <a:graphic>
          <a:graphicData uri="http://schemas.openxmlformats.org/drawingml/2006/table">
            <a:tbl>
              <a:tblPr>
                <a:noFill/>
                <a:tableStyleId>{632FA9BA-BF21-4C90-9422-1FD38EB076D0}</a:tableStyleId>
              </a:tblPr>
              <a:tblGrid>
                <a:gridCol w="777925"/>
                <a:gridCol w="4326875"/>
              </a:tblGrid>
              <a:tr h="44015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Integer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/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Representation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/>
                </a:tc>
              </a:tr>
              <a:tr h="44015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282828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(−</a:t>
                      </a: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3)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200"/>
                    </a:p>
                  </a:txBody>
                  <a:tcPr marL="0" marR="0" marT="0" marB="0"/>
                </a:tc>
              </a:tr>
              <a:tr h="44015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200"/>
                    </a:p>
                  </a:txBody>
                  <a:tcPr marL="0" marR="0" marT="0" marB="0"/>
                </a:tc>
              </a:tr>
              <a:tr h="44015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282828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(−</a:t>
                      </a: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1)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200"/>
                    </a:p>
                  </a:txBody>
                  <a:tcPr marL="0" marR="0" marT="0" marB="0"/>
                </a:tc>
              </a:tr>
              <a:tr h="44015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200"/>
                    </a:p>
                  </a:txBody>
                  <a:tcPr marL="0" marR="0" marT="0" marB="0"/>
                </a:tc>
              </a:tr>
            </a:tbl>
          </a:graphicData>
        </a:graphic>
      </p:graphicFrame>
      <p:sp>
        <p:nvSpPr>
          <p:cNvPr id="166" name="Google Shape;166;p20"/>
          <p:cNvSpPr/>
          <p:nvPr/>
        </p:nvSpPr>
        <p:spPr>
          <a:xfrm>
            <a:off x="2285611" y="2693742"/>
            <a:ext cx="215700" cy="180600"/>
          </a:xfrm>
          <a:prstGeom prst="ellipse">
            <a:avLst/>
          </a:prstGeom>
          <a:solidFill>
            <a:srgbClr val="FFE599"/>
          </a:solidFill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+</a:t>
            </a:r>
            <a:endParaRPr sz="12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7" name="Google Shape;167;p20"/>
          <p:cNvSpPr/>
          <p:nvPr/>
        </p:nvSpPr>
        <p:spPr>
          <a:xfrm>
            <a:off x="2034878" y="2829669"/>
            <a:ext cx="215700" cy="180600"/>
          </a:xfrm>
          <a:prstGeom prst="ellipse">
            <a:avLst/>
          </a:prstGeom>
          <a:solidFill>
            <a:srgbClr val="E06666"/>
          </a:solidFill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−</a:t>
            </a:r>
            <a:endParaRPr sz="12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8" name="Google Shape;168;p20"/>
          <p:cNvSpPr/>
          <p:nvPr/>
        </p:nvSpPr>
        <p:spPr>
          <a:xfrm>
            <a:off x="2482415" y="2829669"/>
            <a:ext cx="215700" cy="180600"/>
          </a:xfrm>
          <a:prstGeom prst="ellipse">
            <a:avLst/>
          </a:prstGeom>
          <a:solidFill>
            <a:srgbClr val="E06666"/>
          </a:solidFill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−</a:t>
            </a:r>
            <a:endParaRPr sz="12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9" name="Google Shape;169;p20"/>
          <p:cNvSpPr/>
          <p:nvPr/>
        </p:nvSpPr>
        <p:spPr>
          <a:xfrm>
            <a:off x="2719197" y="2649000"/>
            <a:ext cx="215700" cy="180600"/>
          </a:xfrm>
          <a:prstGeom prst="ellipse">
            <a:avLst/>
          </a:prstGeom>
          <a:solidFill>
            <a:srgbClr val="FFE599"/>
          </a:solidFill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+</a:t>
            </a:r>
            <a:endParaRPr sz="12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0" name="Google Shape;170;p20"/>
          <p:cNvSpPr/>
          <p:nvPr/>
        </p:nvSpPr>
        <p:spPr>
          <a:xfrm>
            <a:off x="2929953" y="2874405"/>
            <a:ext cx="215700" cy="180600"/>
          </a:xfrm>
          <a:prstGeom prst="ellipse">
            <a:avLst/>
          </a:prstGeom>
          <a:solidFill>
            <a:srgbClr val="FFE599"/>
          </a:solidFill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+</a:t>
            </a:r>
            <a:endParaRPr sz="12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1" name="Google Shape;171;p20"/>
          <p:cNvSpPr/>
          <p:nvPr/>
        </p:nvSpPr>
        <p:spPr>
          <a:xfrm>
            <a:off x="2313973" y="3155264"/>
            <a:ext cx="215700" cy="180600"/>
          </a:xfrm>
          <a:prstGeom prst="ellipse">
            <a:avLst/>
          </a:prstGeom>
          <a:solidFill>
            <a:srgbClr val="FFE599"/>
          </a:solidFill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+</a:t>
            </a:r>
            <a:endParaRPr sz="12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2" name="Google Shape;172;p20"/>
          <p:cNvSpPr/>
          <p:nvPr/>
        </p:nvSpPr>
        <p:spPr>
          <a:xfrm>
            <a:off x="2063240" y="3291190"/>
            <a:ext cx="215700" cy="180600"/>
          </a:xfrm>
          <a:prstGeom prst="ellipse">
            <a:avLst/>
          </a:prstGeom>
          <a:solidFill>
            <a:srgbClr val="E06666"/>
          </a:solidFill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−</a:t>
            </a:r>
            <a:endParaRPr sz="12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3" name="Google Shape;173;p20"/>
          <p:cNvSpPr/>
          <p:nvPr/>
        </p:nvSpPr>
        <p:spPr>
          <a:xfrm>
            <a:off x="2669153" y="3254344"/>
            <a:ext cx="215700" cy="180600"/>
          </a:xfrm>
          <a:prstGeom prst="ellipse">
            <a:avLst/>
          </a:prstGeom>
          <a:solidFill>
            <a:srgbClr val="E06666"/>
          </a:solidFill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−</a:t>
            </a:r>
            <a:endParaRPr sz="12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4" name="Google Shape;174;p20"/>
          <p:cNvSpPr/>
          <p:nvPr/>
        </p:nvSpPr>
        <p:spPr>
          <a:xfrm>
            <a:off x="3024335" y="3155264"/>
            <a:ext cx="215700" cy="180600"/>
          </a:xfrm>
          <a:prstGeom prst="ellipse">
            <a:avLst/>
          </a:prstGeom>
          <a:solidFill>
            <a:srgbClr val="FFE599"/>
          </a:solidFill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+</a:t>
            </a:r>
            <a:endParaRPr sz="12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5" name="Google Shape;175;p20"/>
          <p:cNvSpPr/>
          <p:nvPr/>
        </p:nvSpPr>
        <p:spPr>
          <a:xfrm>
            <a:off x="3322036" y="3291184"/>
            <a:ext cx="215700" cy="180600"/>
          </a:xfrm>
          <a:prstGeom prst="ellipse">
            <a:avLst/>
          </a:prstGeom>
          <a:solidFill>
            <a:srgbClr val="FFE599"/>
          </a:solidFill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+</a:t>
            </a:r>
            <a:endParaRPr sz="12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6" name="Google Shape;176;p20"/>
          <p:cNvSpPr/>
          <p:nvPr/>
        </p:nvSpPr>
        <p:spPr>
          <a:xfrm>
            <a:off x="2063240" y="3752712"/>
            <a:ext cx="215700" cy="180600"/>
          </a:xfrm>
          <a:prstGeom prst="ellipse">
            <a:avLst/>
          </a:prstGeom>
          <a:solidFill>
            <a:srgbClr val="E06666"/>
          </a:solidFill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−</a:t>
            </a:r>
            <a:endParaRPr sz="12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7" name="Google Shape;177;p20"/>
          <p:cNvSpPr/>
          <p:nvPr/>
        </p:nvSpPr>
        <p:spPr>
          <a:xfrm>
            <a:off x="2313972" y="3579172"/>
            <a:ext cx="215700" cy="180600"/>
          </a:xfrm>
          <a:prstGeom prst="ellipse">
            <a:avLst/>
          </a:prstGeom>
          <a:solidFill>
            <a:srgbClr val="E06666"/>
          </a:solidFill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−</a:t>
            </a:r>
            <a:endParaRPr sz="12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8" name="Google Shape;178;p20"/>
          <p:cNvSpPr/>
          <p:nvPr/>
        </p:nvSpPr>
        <p:spPr>
          <a:xfrm>
            <a:off x="2482415" y="3752712"/>
            <a:ext cx="215700" cy="180600"/>
          </a:xfrm>
          <a:prstGeom prst="ellipse">
            <a:avLst/>
          </a:prstGeom>
          <a:solidFill>
            <a:srgbClr val="E06666"/>
          </a:solidFill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−</a:t>
            </a:r>
            <a:endParaRPr sz="12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9" name="Google Shape;179;p20"/>
          <p:cNvSpPr/>
          <p:nvPr/>
        </p:nvSpPr>
        <p:spPr>
          <a:xfrm>
            <a:off x="3322035" y="3752712"/>
            <a:ext cx="215700" cy="180600"/>
          </a:xfrm>
          <a:prstGeom prst="ellipse">
            <a:avLst/>
          </a:prstGeom>
          <a:solidFill>
            <a:srgbClr val="E06666"/>
          </a:solidFill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−</a:t>
            </a:r>
            <a:endParaRPr sz="12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0" name="Google Shape;180;p20"/>
          <p:cNvSpPr/>
          <p:nvPr/>
        </p:nvSpPr>
        <p:spPr>
          <a:xfrm>
            <a:off x="2929952" y="3752712"/>
            <a:ext cx="215700" cy="180600"/>
          </a:xfrm>
          <a:prstGeom prst="ellipse">
            <a:avLst/>
          </a:prstGeom>
          <a:solidFill>
            <a:srgbClr val="E06666"/>
          </a:solidFill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−</a:t>
            </a:r>
            <a:endParaRPr sz="12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1" name="Google Shape;181;p20"/>
          <p:cNvSpPr/>
          <p:nvPr/>
        </p:nvSpPr>
        <p:spPr>
          <a:xfrm>
            <a:off x="3106254" y="3601074"/>
            <a:ext cx="215700" cy="180600"/>
          </a:xfrm>
          <a:prstGeom prst="ellipse">
            <a:avLst/>
          </a:prstGeom>
          <a:solidFill>
            <a:srgbClr val="E06666"/>
          </a:solidFill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−</a:t>
            </a:r>
            <a:endParaRPr sz="12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2" name="Google Shape;182;p20"/>
          <p:cNvSpPr/>
          <p:nvPr/>
        </p:nvSpPr>
        <p:spPr>
          <a:xfrm>
            <a:off x="2710114" y="3579166"/>
            <a:ext cx="215700" cy="180600"/>
          </a:xfrm>
          <a:prstGeom prst="ellipse">
            <a:avLst/>
          </a:prstGeom>
          <a:solidFill>
            <a:srgbClr val="FFE599"/>
          </a:solidFill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+</a:t>
            </a:r>
            <a:endParaRPr sz="12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3" name="Google Shape;183;p20"/>
          <p:cNvSpPr/>
          <p:nvPr/>
        </p:nvSpPr>
        <p:spPr>
          <a:xfrm>
            <a:off x="3441770" y="3551632"/>
            <a:ext cx="215700" cy="180600"/>
          </a:xfrm>
          <a:prstGeom prst="ellipse">
            <a:avLst/>
          </a:prstGeom>
          <a:solidFill>
            <a:srgbClr val="FFE599"/>
          </a:solidFill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+</a:t>
            </a:r>
            <a:endParaRPr sz="12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4" name="Google Shape;184;p20"/>
          <p:cNvSpPr/>
          <p:nvPr/>
        </p:nvSpPr>
        <p:spPr>
          <a:xfrm>
            <a:off x="2063240" y="4214233"/>
            <a:ext cx="215700" cy="180600"/>
          </a:xfrm>
          <a:prstGeom prst="ellipse">
            <a:avLst/>
          </a:prstGeom>
          <a:solidFill>
            <a:srgbClr val="E06666"/>
          </a:solidFill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−</a:t>
            </a:r>
            <a:endParaRPr sz="12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5" name="Google Shape;185;p20"/>
          <p:cNvSpPr/>
          <p:nvPr/>
        </p:nvSpPr>
        <p:spPr>
          <a:xfrm>
            <a:off x="4611309" y="4214233"/>
            <a:ext cx="215700" cy="180600"/>
          </a:xfrm>
          <a:prstGeom prst="ellipse">
            <a:avLst/>
          </a:prstGeom>
          <a:solidFill>
            <a:srgbClr val="E06666"/>
          </a:solidFill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−</a:t>
            </a:r>
            <a:endParaRPr sz="12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6" name="Google Shape;186;p20"/>
          <p:cNvSpPr/>
          <p:nvPr/>
        </p:nvSpPr>
        <p:spPr>
          <a:xfrm>
            <a:off x="2710122" y="4193601"/>
            <a:ext cx="215700" cy="180600"/>
          </a:xfrm>
          <a:prstGeom prst="ellipse">
            <a:avLst/>
          </a:prstGeom>
          <a:solidFill>
            <a:srgbClr val="E06666"/>
          </a:solidFill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−</a:t>
            </a:r>
            <a:endParaRPr sz="12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7" name="Google Shape;187;p20"/>
          <p:cNvSpPr/>
          <p:nvPr/>
        </p:nvSpPr>
        <p:spPr>
          <a:xfrm>
            <a:off x="3589516" y="4167687"/>
            <a:ext cx="215700" cy="180600"/>
          </a:xfrm>
          <a:prstGeom prst="ellipse">
            <a:avLst/>
          </a:prstGeom>
          <a:solidFill>
            <a:srgbClr val="E06666"/>
          </a:solidFill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−</a:t>
            </a:r>
            <a:endParaRPr sz="12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8" name="Google Shape;188;p20"/>
          <p:cNvSpPr/>
          <p:nvPr/>
        </p:nvSpPr>
        <p:spPr>
          <a:xfrm>
            <a:off x="3040227" y="4026644"/>
            <a:ext cx="215700" cy="180600"/>
          </a:xfrm>
          <a:prstGeom prst="ellipse">
            <a:avLst/>
          </a:prstGeom>
          <a:solidFill>
            <a:srgbClr val="FFE599"/>
          </a:solidFill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+</a:t>
            </a:r>
            <a:endParaRPr sz="12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9" name="Google Shape;189;p20"/>
          <p:cNvSpPr/>
          <p:nvPr/>
        </p:nvSpPr>
        <p:spPr>
          <a:xfrm>
            <a:off x="3293554" y="4214227"/>
            <a:ext cx="215700" cy="180600"/>
          </a:xfrm>
          <a:prstGeom prst="ellipse">
            <a:avLst/>
          </a:prstGeom>
          <a:solidFill>
            <a:srgbClr val="FFE599"/>
          </a:solidFill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+</a:t>
            </a:r>
            <a:endParaRPr sz="12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0" name="Google Shape;190;p20"/>
          <p:cNvSpPr/>
          <p:nvPr/>
        </p:nvSpPr>
        <p:spPr>
          <a:xfrm>
            <a:off x="3918093" y="4026644"/>
            <a:ext cx="215700" cy="180600"/>
          </a:xfrm>
          <a:prstGeom prst="ellipse">
            <a:avLst/>
          </a:prstGeom>
          <a:solidFill>
            <a:srgbClr val="FFE599"/>
          </a:solidFill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+</a:t>
            </a:r>
            <a:endParaRPr sz="12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1" name="Google Shape;191;p20"/>
          <p:cNvSpPr/>
          <p:nvPr/>
        </p:nvSpPr>
        <p:spPr>
          <a:xfrm>
            <a:off x="2710114" y="3987019"/>
            <a:ext cx="215700" cy="180600"/>
          </a:xfrm>
          <a:prstGeom prst="ellipse">
            <a:avLst/>
          </a:prstGeom>
          <a:solidFill>
            <a:srgbClr val="FFE599"/>
          </a:solidFill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+</a:t>
            </a:r>
            <a:endParaRPr sz="12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2" name="Google Shape;192;p20"/>
          <p:cNvSpPr/>
          <p:nvPr/>
        </p:nvSpPr>
        <p:spPr>
          <a:xfrm>
            <a:off x="4179739" y="4214227"/>
            <a:ext cx="215700" cy="180600"/>
          </a:xfrm>
          <a:prstGeom prst="ellipse">
            <a:avLst/>
          </a:prstGeom>
          <a:solidFill>
            <a:srgbClr val="FFE599"/>
          </a:solidFill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+</a:t>
            </a:r>
            <a:endParaRPr sz="12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3" name="Google Shape;193;p20"/>
          <p:cNvSpPr/>
          <p:nvPr/>
        </p:nvSpPr>
        <p:spPr>
          <a:xfrm>
            <a:off x="4395520" y="3987019"/>
            <a:ext cx="215700" cy="180600"/>
          </a:xfrm>
          <a:prstGeom prst="ellipse">
            <a:avLst/>
          </a:prstGeom>
          <a:solidFill>
            <a:srgbClr val="FFE599"/>
          </a:solidFill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+</a:t>
            </a:r>
            <a:endParaRPr sz="12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4" name="Google Shape;194;p20"/>
          <p:cNvSpPr/>
          <p:nvPr/>
        </p:nvSpPr>
        <p:spPr>
          <a:xfrm>
            <a:off x="2351234" y="4033565"/>
            <a:ext cx="215700" cy="180600"/>
          </a:xfrm>
          <a:prstGeom prst="ellipse">
            <a:avLst/>
          </a:prstGeom>
          <a:solidFill>
            <a:srgbClr val="FFE599"/>
          </a:solidFill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+</a:t>
            </a:r>
            <a:endParaRPr sz="1200"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95" name="Google Shape;195;p20"/>
          <p:cNvCxnSpPr/>
          <p:nvPr/>
        </p:nvCxnSpPr>
        <p:spPr>
          <a:xfrm>
            <a:off x="474757" y="4827124"/>
            <a:ext cx="6610500" cy="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96" name="Google Shape;196;p20"/>
          <p:cNvSpPr txBox="1"/>
          <p:nvPr/>
        </p:nvSpPr>
        <p:spPr>
          <a:xfrm>
            <a:off x="468100" y="4978640"/>
            <a:ext cx="662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b="1">
                <a:latin typeface="Lexend"/>
                <a:ea typeface="Lexend"/>
                <a:cs typeface="Lexend"/>
                <a:sym typeface="Lexend"/>
              </a:rPr>
              <a:t>Task B: Addition of positive and negative integers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7" name="Google Shape;197;p20"/>
          <p:cNvSpPr txBox="1"/>
          <p:nvPr/>
        </p:nvSpPr>
        <p:spPr>
          <a:xfrm>
            <a:off x="471150" y="5299390"/>
            <a:ext cx="66240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Answer the following questions.  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Find the answers in the grid and shade them in to reveal a word. 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graphicFrame>
        <p:nvGraphicFramePr>
          <p:cNvPr id="198" name="Google Shape;198;p20"/>
          <p:cNvGraphicFramePr>
            <a:graphicFrameLocks noGrp="1"/>
          </p:cNvGraphicFramePr>
          <p:nvPr/>
        </p:nvGraphicFramePr>
        <p:xfrm>
          <a:off x="474900" y="7193377"/>
          <a:ext cx="6624000" cy="986220"/>
        </p:xfrm>
        <a:graphic>
          <a:graphicData uri="http://schemas.openxmlformats.org/drawingml/2006/table">
            <a:tbl>
              <a:tblPr>
                <a:noFill/>
                <a:tableStyleId>{632FA9BA-BF21-4C90-9422-1FD38EB076D0}</a:tableStyleId>
              </a:tblPr>
              <a:tblGrid>
                <a:gridCol w="441600"/>
                <a:gridCol w="441600"/>
                <a:gridCol w="441600"/>
                <a:gridCol w="441600"/>
                <a:gridCol w="441600"/>
                <a:gridCol w="441600"/>
                <a:gridCol w="441600"/>
                <a:gridCol w="441600"/>
                <a:gridCol w="441600"/>
                <a:gridCol w="441600"/>
                <a:gridCol w="441600"/>
                <a:gridCol w="441600"/>
                <a:gridCol w="441600"/>
                <a:gridCol w="441600"/>
                <a:gridCol w="441600"/>
              </a:tblGrid>
              <a:tr h="25470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(</a:t>
                      </a:r>
                      <a:r>
                        <a:rPr lang="en-GB" sz="1200">
                          <a:solidFill>
                            <a:srgbClr val="282828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−</a:t>
                      </a: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4)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18000" marT="0" marB="0" anchor="ctr">
                    <a:lnL w="9525" cap="flat" cmpd="sng">
                      <a:solidFill>
                        <a:srgbClr val="57575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57575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57575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57575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(</a:t>
                      </a:r>
                      <a:r>
                        <a:rPr lang="en-GB" sz="1200">
                          <a:solidFill>
                            <a:srgbClr val="282828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−</a:t>
                      </a: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7)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0" marB="0" anchor="ctr">
                    <a:lnL w="9525" cap="flat" cmpd="sng">
                      <a:solidFill>
                        <a:srgbClr val="57575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57575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57575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57575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0" marB="0" anchor="ctr">
                    <a:lnL w="9525" cap="flat" cmpd="sng">
                      <a:solidFill>
                        <a:srgbClr val="57575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57575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57575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57575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0" marB="0" anchor="ctr">
                    <a:lnL w="9525" cap="flat" cmpd="sng">
                      <a:solidFill>
                        <a:srgbClr val="57575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57575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57575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57575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(</a:t>
                      </a:r>
                      <a:r>
                        <a:rPr lang="en-GB" sz="1200">
                          <a:solidFill>
                            <a:srgbClr val="282828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−</a:t>
                      </a: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2)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0" marB="0" anchor="ctr">
                    <a:lnL w="9525" cap="flat" cmpd="sng">
                      <a:solidFill>
                        <a:srgbClr val="57575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57575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57575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57575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(</a:t>
                      </a:r>
                      <a:r>
                        <a:rPr lang="en-GB" sz="1200">
                          <a:solidFill>
                            <a:srgbClr val="282828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−</a:t>
                      </a: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4)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0" marB="0" anchor="ctr">
                    <a:lnL w="9525" cap="flat" cmpd="sng">
                      <a:solidFill>
                        <a:srgbClr val="57575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57575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57575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57575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8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0" marB="0" anchor="ctr">
                    <a:lnL w="9525" cap="flat" cmpd="sng">
                      <a:solidFill>
                        <a:srgbClr val="57575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57575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57575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57575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(</a:t>
                      </a:r>
                      <a:r>
                        <a:rPr lang="en-GB" sz="1200">
                          <a:solidFill>
                            <a:srgbClr val="282828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−</a:t>
                      </a: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5)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0" marB="0" anchor="ctr">
                    <a:lnL w="9525" cap="flat" cmpd="sng">
                      <a:solidFill>
                        <a:srgbClr val="57575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57575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57575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57575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8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0" marB="0" anchor="ctr">
                    <a:lnL w="9525" cap="flat" cmpd="sng">
                      <a:solidFill>
                        <a:srgbClr val="57575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57575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57575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57575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(</a:t>
                      </a:r>
                      <a:r>
                        <a:rPr lang="en-GB" sz="1200">
                          <a:solidFill>
                            <a:srgbClr val="282828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−</a:t>
                      </a: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4)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0" marB="0" anchor="ctr">
                    <a:lnL w="9525" cap="flat" cmpd="sng">
                      <a:solidFill>
                        <a:srgbClr val="57575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57575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57575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57575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(</a:t>
                      </a:r>
                      <a:r>
                        <a:rPr lang="en-GB" sz="1200">
                          <a:solidFill>
                            <a:srgbClr val="282828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−</a:t>
                      </a: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7)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0" marB="0" anchor="ctr">
                    <a:lnL w="9525" cap="flat" cmpd="sng">
                      <a:solidFill>
                        <a:srgbClr val="57575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57575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57575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57575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6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0" marB="0" anchor="ctr">
                    <a:lnL w="9525" cap="flat" cmpd="sng">
                      <a:solidFill>
                        <a:srgbClr val="57575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57575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57575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57575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(</a:t>
                      </a:r>
                      <a:r>
                        <a:rPr lang="en-GB" sz="1200">
                          <a:solidFill>
                            <a:srgbClr val="282828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−</a:t>
                      </a: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3)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0" marB="0" anchor="ctr">
                    <a:lnL w="9525" cap="flat" cmpd="sng">
                      <a:solidFill>
                        <a:srgbClr val="57575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57575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57575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57575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0" marB="0" anchor="ctr">
                    <a:lnL w="9525" cap="flat" cmpd="sng">
                      <a:solidFill>
                        <a:srgbClr val="57575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57575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57575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57575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(</a:t>
                      </a:r>
                      <a:r>
                        <a:rPr lang="en-GB" sz="1200">
                          <a:solidFill>
                            <a:srgbClr val="282828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−</a:t>
                      </a: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6)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0" marB="0" anchor="ctr">
                    <a:lnL w="9525" cap="flat" cmpd="sng">
                      <a:solidFill>
                        <a:srgbClr val="57575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57575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57575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57575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10000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(</a:t>
                      </a:r>
                      <a:r>
                        <a:rPr lang="en-GB" sz="1200">
                          <a:solidFill>
                            <a:srgbClr val="282828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−</a:t>
                      </a: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5)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0" marB="0" anchor="ctr">
                    <a:lnL w="9525" cap="flat" cmpd="sng">
                      <a:solidFill>
                        <a:srgbClr val="57575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57575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57575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57575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0" marB="0" anchor="ctr">
                    <a:lnL w="9525" cap="flat" cmpd="sng">
                      <a:solidFill>
                        <a:srgbClr val="57575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57575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57575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57575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(</a:t>
                      </a:r>
                      <a:r>
                        <a:rPr lang="en-GB" sz="1200">
                          <a:solidFill>
                            <a:srgbClr val="282828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−</a:t>
                      </a: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3)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0" marB="0" anchor="ctr">
                    <a:lnL w="9525" cap="flat" cmpd="sng">
                      <a:solidFill>
                        <a:srgbClr val="57575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57575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57575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57575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(</a:t>
                      </a:r>
                      <a:r>
                        <a:rPr lang="en-GB" sz="1200">
                          <a:solidFill>
                            <a:srgbClr val="282828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−</a:t>
                      </a: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9)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0" marB="0" anchor="ctr">
                    <a:lnL w="9525" cap="flat" cmpd="sng">
                      <a:solidFill>
                        <a:srgbClr val="57575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57575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57575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57575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(</a:t>
                      </a:r>
                      <a:r>
                        <a:rPr lang="en-GB" sz="1200">
                          <a:solidFill>
                            <a:srgbClr val="282828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−</a:t>
                      </a: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7)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0" marB="0" anchor="ctr">
                    <a:lnL w="9525" cap="flat" cmpd="sng">
                      <a:solidFill>
                        <a:srgbClr val="57575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57575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57575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57575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0" marB="0" anchor="ctr">
                    <a:lnL w="9525" cap="flat" cmpd="sng">
                      <a:solidFill>
                        <a:srgbClr val="57575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57575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57575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57575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0" marB="0" anchor="ctr">
                    <a:lnL w="9525" cap="flat" cmpd="sng">
                      <a:solidFill>
                        <a:srgbClr val="57575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57575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57575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57575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0" marB="0" anchor="ctr">
                    <a:lnL w="9525" cap="flat" cmpd="sng">
                      <a:solidFill>
                        <a:srgbClr val="57575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57575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57575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57575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(</a:t>
                      </a:r>
                      <a:r>
                        <a:rPr lang="en-GB" sz="1200">
                          <a:solidFill>
                            <a:srgbClr val="282828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−</a:t>
                      </a: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6)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0" marB="0" anchor="ctr">
                    <a:lnL w="9525" cap="flat" cmpd="sng">
                      <a:solidFill>
                        <a:srgbClr val="57575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57575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57575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57575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0" marB="0" anchor="ctr">
                    <a:lnL w="9525" cap="flat" cmpd="sng">
                      <a:solidFill>
                        <a:srgbClr val="57575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57575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57575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57575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(</a:t>
                      </a:r>
                      <a:r>
                        <a:rPr lang="en-GB" sz="1200">
                          <a:solidFill>
                            <a:srgbClr val="282828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−</a:t>
                      </a: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3)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0" marB="0" anchor="ctr">
                    <a:lnL w="9525" cap="flat" cmpd="sng">
                      <a:solidFill>
                        <a:srgbClr val="57575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57575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57575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57575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282828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(−</a:t>
                      </a: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5)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0" marB="0" anchor="ctr">
                    <a:lnL w="9525" cap="flat" cmpd="sng">
                      <a:solidFill>
                        <a:srgbClr val="57575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57575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57575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57575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(</a:t>
                      </a:r>
                      <a:r>
                        <a:rPr lang="en-GB" sz="1200">
                          <a:solidFill>
                            <a:srgbClr val="282828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−</a:t>
                      </a: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8)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0" marB="0" anchor="ctr">
                    <a:lnL w="9525" cap="flat" cmpd="sng">
                      <a:solidFill>
                        <a:srgbClr val="57575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57575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57575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57575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(</a:t>
                      </a:r>
                      <a:r>
                        <a:rPr lang="en-GB" sz="1200">
                          <a:solidFill>
                            <a:srgbClr val="282828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−</a:t>
                      </a: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9)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0" marB="0" anchor="ctr">
                    <a:lnL w="9525" cap="flat" cmpd="sng">
                      <a:solidFill>
                        <a:srgbClr val="57575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57575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57575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57575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(</a:t>
                      </a:r>
                      <a:r>
                        <a:rPr lang="en-GB" sz="1200">
                          <a:solidFill>
                            <a:srgbClr val="282828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−</a:t>
                      </a: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1)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0" marB="0" anchor="ctr">
                    <a:lnL w="9525" cap="flat" cmpd="sng">
                      <a:solidFill>
                        <a:srgbClr val="57575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57575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57575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57575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17130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0" marB="0" anchor="ctr">
                    <a:lnL w="9525" cap="flat" cmpd="sng">
                      <a:solidFill>
                        <a:srgbClr val="57575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57575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57575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57575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0" marB="0" anchor="ctr">
                    <a:lnL w="9525" cap="flat" cmpd="sng">
                      <a:solidFill>
                        <a:srgbClr val="57575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57575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57575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57575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(</a:t>
                      </a:r>
                      <a:r>
                        <a:rPr lang="en-GB" sz="1200">
                          <a:solidFill>
                            <a:srgbClr val="282828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−</a:t>
                      </a: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9)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0" marB="0" anchor="ctr">
                    <a:lnL w="9525" cap="flat" cmpd="sng">
                      <a:solidFill>
                        <a:srgbClr val="57575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57575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57575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57575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0" marB="0" anchor="ctr">
                    <a:lnL w="9525" cap="flat" cmpd="sng">
                      <a:solidFill>
                        <a:srgbClr val="57575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57575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57575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57575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(</a:t>
                      </a:r>
                      <a:r>
                        <a:rPr lang="en-GB" sz="1200">
                          <a:solidFill>
                            <a:srgbClr val="282828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−</a:t>
                      </a: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3)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0" marB="0" anchor="ctr">
                    <a:lnL w="9525" cap="flat" cmpd="sng">
                      <a:solidFill>
                        <a:srgbClr val="57575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57575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57575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57575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0" marB="0" anchor="ctr">
                    <a:lnL w="9525" cap="flat" cmpd="sng">
                      <a:solidFill>
                        <a:srgbClr val="57575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57575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57575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57575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6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0" marB="0" anchor="ctr">
                    <a:lnL w="9525" cap="flat" cmpd="sng">
                      <a:solidFill>
                        <a:srgbClr val="57575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57575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57575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57575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(</a:t>
                      </a:r>
                      <a:r>
                        <a:rPr lang="en-GB" sz="1200">
                          <a:solidFill>
                            <a:srgbClr val="282828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−</a:t>
                      </a: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9)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0" marB="0" anchor="ctr">
                    <a:lnL w="9525" cap="flat" cmpd="sng">
                      <a:solidFill>
                        <a:srgbClr val="57575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57575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57575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57575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(</a:t>
                      </a:r>
                      <a:r>
                        <a:rPr lang="en-GB" sz="1200">
                          <a:solidFill>
                            <a:srgbClr val="282828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−</a:t>
                      </a: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1)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0" marB="0" anchor="ctr">
                    <a:lnL w="9525" cap="flat" cmpd="sng">
                      <a:solidFill>
                        <a:srgbClr val="57575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57575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57575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57575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(</a:t>
                      </a:r>
                      <a:r>
                        <a:rPr lang="en-GB" sz="1200">
                          <a:solidFill>
                            <a:srgbClr val="282828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−</a:t>
                      </a: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3)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0" marB="0" anchor="ctr">
                    <a:lnL w="9525" cap="flat" cmpd="sng">
                      <a:solidFill>
                        <a:srgbClr val="57575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57575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57575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57575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(</a:t>
                      </a:r>
                      <a:r>
                        <a:rPr lang="en-GB" sz="1200">
                          <a:solidFill>
                            <a:srgbClr val="282828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−</a:t>
                      </a: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8)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0" marB="0" anchor="ctr">
                    <a:lnL w="9525" cap="flat" cmpd="sng">
                      <a:solidFill>
                        <a:srgbClr val="57575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57575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57575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57575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7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0" marB="0" anchor="ctr">
                    <a:lnL w="9525" cap="flat" cmpd="sng">
                      <a:solidFill>
                        <a:srgbClr val="57575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57575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57575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57575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8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0" marB="0" anchor="ctr">
                    <a:lnL w="9525" cap="flat" cmpd="sng">
                      <a:solidFill>
                        <a:srgbClr val="57575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57575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57575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57575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0" marB="0" anchor="ctr">
                    <a:lnL w="9525" cap="flat" cmpd="sng">
                      <a:solidFill>
                        <a:srgbClr val="57575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57575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57575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57575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0" marB="0" anchor="ctr">
                    <a:lnL w="9525" cap="flat" cmpd="sng">
                      <a:solidFill>
                        <a:srgbClr val="57575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57575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57575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57575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15235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(</a:t>
                      </a:r>
                      <a:r>
                        <a:rPr lang="en-GB" sz="1200">
                          <a:solidFill>
                            <a:srgbClr val="282828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−</a:t>
                      </a: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7)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0" marB="0" anchor="ctr">
                    <a:lnL w="9525" cap="flat" cmpd="sng">
                      <a:solidFill>
                        <a:srgbClr val="57575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57575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57575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57575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0" marB="0" anchor="ctr">
                    <a:lnL w="9525" cap="flat" cmpd="sng">
                      <a:solidFill>
                        <a:srgbClr val="57575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57575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57575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57575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7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0" marB="0" anchor="ctr">
                    <a:lnL w="9525" cap="flat" cmpd="sng">
                      <a:solidFill>
                        <a:srgbClr val="57575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57575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57575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57575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0" marB="0" anchor="ctr">
                    <a:lnL w="9525" cap="flat" cmpd="sng">
                      <a:solidFill>
                        <a:srgbClr val="57575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57575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57575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57575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0" marB="0" anchor="ctr">
                    <a:lnL w="9525" cap="flat" cmpd="sng">
                      <a:solidFill>
                        <a:srgbClr val="57575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57575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57575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57575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7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0" marB="0" anchor="ctr">
                    <a:lnL w="9525" cap="flat" cmpd="sng">
                      <a:solidFill>
                        <a:srgbClr val="57575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57575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57575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57575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0" marB="0" anchor="ctr">
                    <a:lnL w="9525" cap="flat" cmpd="sng">
                      <a:solidFill>
                        <a:srgbClr val="57575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57575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57575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57575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7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0" marB="0" anchor="ctr">
                    <a:lnL w="9525" cap="flat" cmpd="sng">
                      <a:solidFill>
                        <a:srgbClr val="57575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57575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57575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57575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0" marB="0" anchor="ctr">
                    <a:lnL w="9525" cap="flat" cmpd="sng">
                      <a:solidFill>
                        <a:srgbClr val="57575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57575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57575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57575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(</a:t>
                      </a:r>
                      <a:r>
                        <a:rPr lang="en-GB" sz="1200">
                          <a:solidFill>
                            <a:srgbClr val="282828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−</a:t>
                      </a: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1)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0" marB="0" anchor="ctr">
                    <a:lnL w="9525" cap="flat" cmpd="sng">
                      <a:solidFill>
                        <a:srgbClr val="57575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57575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57575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57575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6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0" marB="0" anchor="ctr">
                    <a:lnL w="9525" cap="flat" cmpd="sng">
                      <a:solidFill>
                        <a:srgbClr val="57575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57575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57575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57575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0" marB="0" anchor="ctr">
                    <a:lnL w="9525" cap="flat" cmpd="sng">
                      <a:solidFill>
                        <a:srgbClr val="57575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57575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57575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57575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(</a:t>
                      </a:r>
                      <a:r>
                        <a:rPr lang="en-GB" sz="1200">
                          <a:solidFill>
                            <a:srgbClr val="282828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−</a:t>
                      </a: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4)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0" marB="0" anchor="ctr">
                    <a:lnL w="9525" cap="flat" cmpd="sng">
                      <a:solidFill>
                        <a:srgbClr val="57575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57575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57575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57575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0" marB="0" anchor="ctr">
                    <a:lnL w="9525" cap="flat" cmpd="sng">
                      <a:solidFill>
                        <a:srgbClr val="57575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57575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57575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57575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(</a:t>
                      </a:r>
                      <a:r>
                        <a:rPr lang="en-GB" sz="1200">
                          <a:solidFill>
                            <a:srgbClr val="282828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−</a:t>
                      </a: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7)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0" marB="0" anchor="ctr">
                    <a:lnL w="9525" cap="flat" cmpd="sng">
                      <a:solidFill>
                        <a:srgbClr val="57575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57575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57575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57575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12070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(</a:t>
                      </a:r>
                      <a:r>
                        <a:rPr lang="en-GB" sz="1200">
                          <a:solidFill>
                            <a:srgbClr val="282828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−</a:t>
                      </a: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8)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0" marB="0" anchor="ctr">
                    <a:lnL w="9525" cap="flat" cmpd="sng">
                      <a:solidFill>
                        <a:srgbClr val="57575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57575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57575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57575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(</a:t>
                      </a:r>
                      <a:r>
                        <a:rPr lang="en-GB" sz="1200">
                          <a:solidFill>
                            <a:srgbClr val="282828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−</a:t>
                      </a: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6)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0" marB="0" anchor="ctr">
                    <a:lnL w="9525" cap="flat" cmpd="sng">
                      <a:solidFill>
                        <a:srgbClr val="57575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57575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57575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57575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8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0" marB="0" anchor="ctr">
                    <a:lnL w="9525" cap="flat" cmpd="sng">
                      <a:solidFill>
                        <a:srgbClr val="57575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57575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57575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57575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0" marB="0" anchor="ctr">
                    <a:lnL w="9525" cap="flat" cmpd="sng">
                      <a:solidFill>
                        <a:srgbClr val="57575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57575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57575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57575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(</a:t>
                      </a:r>
                      <a:r>
                        <a:rPr lang="en-GB" sz="1200">
                          <a:solidFill>
                            <a:srgbClr val="282828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−</a:t>
                      </a: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6)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0" marB="0" anchor="ctr">
                    <a:lnL w="9525" cap="flat" cmpd="sng">
                      <a:solidFill>
                        <a:srgbClr val="57575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57575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57575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57575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(</a:t>
                      </a:r>
                      <a:r>
                        <a:rPr lang="en-GB" sz="1200">
                          <a:solidFill>
                            <a:srgbClr val="282828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−</a:t>
                      </a: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8)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0" marB="0" anchor="ctr">
                    <a:lnL w="9525" cap="flat" cmpd="sng">
                      <a:solidFill>
                        <a:srgbClr val="57575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57575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57575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57575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(</a:t>
                      </a:r>
                      <a:r>
                        <a:rPr lang="en-GB" sz="1200">
                          <a:solidFill>
                            <a:srgbClr val="282828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−</a:t>
                      </a: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7)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0" marB="0" anchor="ctr">
                    <a:lnL w="9525" cap="flat" cmpd="sng">
                      <a:solidFill>
                        <a:srgbClr val="57575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57575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57575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57575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(</a:t>
                      </a:r>
                      <a:r>
                        <a:rPr lang="en-GB" sz="1200">
                          <a:solidFill>
                            <a:srgbClr val="282828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−</a:t>
                      </a: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5)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0" marB="0" anchor="ctr">
                    <a:lnL w="9525" cap="flat" cmpd="sng">
                      <a:solidFill>
                        <a:srgbClr val="57575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57575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57575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57575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0" marB="0" anchor="ctr">
                    <a:lnL w="9525" cap="flat" cmpd="sng">
                      <a:solidFill>
                        <a:srgbClr val="57575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57575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57575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57575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0" marB="0" anchor="ctr">
                    <a:lnL w="9525" cap="flat" cmpd="sng">
                      <a:solidFill>
                        <a:srgbClr val="57575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57575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57575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57575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8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0" marB="0" anchor="ctr">
                    <a:lnL w="9525" cap="flat" cmpd="sng">
                      <a:solidFill>
                        <a:srgbClr val="57575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57575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57575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57575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(</a:t>
                      </a:r>
                      <a:r>
                        <a:rPr lang="en-GB" sz="1200">
                          <a:solidFill>
                            <a:srgbClr val="282828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−</a:t>
                      </a: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9)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0" marB="0" anchor="ctr">
                    <a:lnL w="9525" cap="flat" cmpd="sng">
                      <a:solidFill>
                        <a:srgbClr val="57575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57575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57575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57575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(</a:t>
                      </a:r>
                      <a:r>
                        <a:rPr lang="en-GB" sz="1200">
                          <a:solidFill>
                            <a:srgbClr val="282828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−</a:t>
                      </a: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1)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0" marB="0" anchor="ctr">
                    <a:lnL w="9525" cap="flat" cmpd="sng">
                      <a:solidFill>
                        <a:srgbClr val="57575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57575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57575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57575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8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0" marB="0" anchor="ctr">
                    <a:lnL w="9525" cap="flat" cmpd="sng">
                      <a:solidFill>
                        <a:srgbClr val="57575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57575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57575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57575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(</a:t>
                      </a:r>
                      <a:r>
                        <a:rPr lang="en-GB" sz="1200">
                          <a:solidFill>
                            <a:srgbClr val="282828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−</a:t>
                      </a: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3)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0" marB="0" anchor="ctr">
                    <a:lnL w="9525" cap="flat" cmpd="sng">
                      <a:solidFill>
                        <a:srgbClr val="57575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57575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57575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57575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sp>
        <p:nvSpPr>
          <p:cNvPr id="199" name="Google Shape;199;p20"/>
          <p:cNvSpPr txBox="1"/>
          <p:nvPr/>
        </p:nvSpPr>
        <p:spPr>
          <a:xfrm>
            <a:off x="4014820" y="5897427"/>
            <a:ext cx="2708100" cy="92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6)   (</a:t>
            </a:r>
            <a:r>
              <a:rPr lang="en-GB" sz="1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−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4) + 2 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7)   (</a:t>
            </a:r>
            <a:r>
              <a:rPr lang="en-GB" sz="1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−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6) + (</a:t>
            </a:r>
            <a:r>
              <a:rPr lang="en-GB" sz="1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−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2) 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8)   7 + (</a:t>
            </a:r>
            <a:r>
              <a:rPr lang="en-GB" sz="1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−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2) 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9)   1 + (</a:t>
            </a:r>
            <a:r>
              <a:rPr lang="en-GB" sz="1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−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7) 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10) 4 + (</a:t>
            </a:r>
            <a:r>
              <a:rPr lang="en-GB" sz="1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−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11) 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0" name="Google Shape;200;p20"/>
          <p:cNvSpPr txBox="1"/>
          <p:nvPr/>
        </p:nvSpPr>
        <p:spPr>
          <a:xfrm>
            <a:off x="474750" y="5930540"/>
            <a:ext cx="2456700" cy="92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457200" lvl="0" indent="-304800" algn="l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200"/>
              <a:buFont typeface="Lexend"/>
              <a:buAutoNum type="arabi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(</a:t>
            </a:r>
            <a:r>
              <a:rPr lang="en-GB" sz="1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−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2) + (</a:t>
            </a:r>
            <a:r>
              <a:rPr lang="en-GB" sz="1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−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2)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marL="457200" lvl="0" indent="-304800" algn="l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200"/>
              <a:buFont typeface="Lexend"/>
              <a:buAutoNum type="arabi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5 + (</a:t>
            </a:r>
            <a:r>
              <a:rPr lang="en-GB" sz="1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−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3)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 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marL="457200" lvl="0" indent="-304800" algn="l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200"/>
              <a:buFont typeface="Lexend"/>
              <a:buAutoNum type="arabi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(</a:t>
            </a:r>
            <a:r>
              <a:rPr lang="en-GB" sz="1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−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5) + 4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457200" lvl="0" indent="-304800" algn="l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200"/>
              <a:buFont typeface="Lexend"/>
              <a:buAutoNum type="arabi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4 + (</a:t>
            </a:r>
            <a:r>
              <a:rPr lang="en-GB" sz="1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−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7)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457200" lvl="0" indent="-304800" algn="l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200"/>
              <a:buFont typeface="Lexend"/>
              <a:buAutoNum type="arabi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9 + (</a:t>
            </a:r>
            <a:r>
              <a:rPr lang="en-GB" sz="1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−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1) 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01" name="Google Shape;201;p20"/>
          <p:cNvCxnSpPr/>
          <p:nvPr/>
        </p:nvCxnSpPr>
        <p:spPr>
          <a:xfrm>
            <a:off x="481657" y="9971988"/>
            <a:ext cx="6610500" cy="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  <p:transition/>
  <p:timing/>
</p:sld>
</file>

<file path=ppt/slides/slide2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205" name="Shape 205"/>
        <p:cNvGrpSpPr/>
        <p:nvPr/>
      </p:nvGrpSpPr>
      <p:grpSpPr>
        <a:xfrm>
          <a:off x="0" y="0"/>
          <a:ext cx="0" cy="0"/>
        </a:xfrm>
      </p:grpSpPr>
      <p:sp>
        <p:nvSpPr>
          <p:cNvPr id="206" name="Google Shape;206;p21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2</a:t>
            </a:fld>
            <a:endParaRPr/>
          </a:p>
        </p:txBody>
      </p:sp>
      <p:sp>
        <p:nvSpPr>
          <p:cNvPr id="207" name="Google Shape;207;p21"/>
          <p:cNvSpPr txBox="1"/>
          <p:nvPr>
            <p:ph type="subTitle" idx="1"/>
          </p:nvPr>
        </p:nvSpPr>
        <p:spPr>
          <a:xfrm>
            <a:off x="466825" y="360000"/>
            <a:ext cx="5779200" cy="1386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Addition of positive and negative integers</a:t>
            </a:r>
            <a:endParaRPr/>
          </a:p>
        </p:txBody>
      </p:sp>
      <p:sp>
        <p:nvSpPr>
          <p:cNvPr id="208" name="Google Shape;208;p21"/>
          <p:cNvSpPr txBox="1"/>
          <p:nvPr>
            <p:ph type="subTitle" idx="2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Mathematics in Education and Industry</a:t>
            </a:r>
            <a:endParaRPr/>
          </a:p>
        </p:txBody>
      </p:sp>
      <p:sp>
        <p:nvSpPr>
          <p:cNvPr id="209" name="Google Shape;209;p21"/>
          <p:cNvSpPr txBox="1"/>
          <p:nvPr/>
        </p:nvSpPr>
        <p:spPr>
          <a:xfrm>
            <a:off x="6744600" y="10447800"/>
            <a:ext cx="815400" cy="24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v2.1</a:t>
            </a:r>
            <a:endParaRPr sz="1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0" name="Google Shape;210;p21"/>
          <p:cNvSpPr txBox="1"/>
          <p:nvPr/>
        </p:nvSpPr>
        <p:spPr>
          <a:xfrm>
            <a:off x="468000" y="1060125"/>
            <a:ext cx="6624000" cy="761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30480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200"/>
              <a:buFont typeface="Lexend"/>
              <a:buAutoNum type="arabi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72 + (</a:t>
            </a:r>
            <a:r>
              <a:rPr lang="en-GB" sz="1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−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18)  </a:t>
            </a: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marL="457200" lvl="0" indent="-30480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200"/>
              <a:buFont typeface="Lexend"/>
              <a:buAutoNum type="arabi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(</a:t>
            </a:r>
            <a:r>
              <a:rPr lang="en-GB" sz="1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−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7) + 3 + (</a:t>
            </a:r>
            <a:r>
              <a:rPr lang="en-GB" sz="1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−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9) + 4 + (</a:t>
            </a:r>
            <a:r>
              <a:rPr lang="en-GB" sz="1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−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11) </a:t>
            </a: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endParaRPr sz="1200">
              <a:latin typeface="Kalam"/>
              <a:ea typeface="Kalam"/>
              <a:cs typeface="Kalam"/>
              <a:sym typeface="Kalam"/>
            </a:endParaRPr>
          </a:p>
          <a:p>
            <a:pPr marL="457200" lvl="0" indent="-30480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200"/>
              <a:buFont typeface="Lexend"/>
              <a:buAutoNum type="arabi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(</a:t>
            </a:r>
            <a:r>
              <a:rPr lang="en-GB" sz="1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−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110) + (</a:t>
            </a:r>
            <a:r>
              <a:rPr lang="en-GB" sz="1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−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18) </a:t>
            </a: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endParaRPr sz="1200">
              <a:latin typeface="Kalam"/>
              <a:ea typeface="Kalam"/>
              <a:cs typeface="Kalam"/>
              <a:sym typeface="Kalam"/>
            </a:endParaRPr>
          </a:p>
          <a:p>
            <a:pPr marL="457200" lvl="0" indent="-30480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200"/>
              <a:buFont typeface="Lexend"/>
              <a:buAutoNum type="arabi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(</a:t>
            </a:r>
            <a:r>
              <a:rPr lang="en-GB" sz="1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−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14) + 29 + (</a:t>
            </a:r>
            <a:r>
              <a:rPr lang="en-GB" sz="1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−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3) + 11 + (</a:t>
            </a:r>
            <a:r>
              <a:rPr lang="en-GB" sz="1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−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13) </a:t>
            </a: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endParaRPr sz="1200">
              <a:latin typeface="Kalam"/>
              <a:ea typeface="Kalam"/>
              <a:cs typeface="Kalam"/>
              <a:sym typeface="Kalam"/>
            </a:endParaRPr>
          </a:p>
          <a:p>
            <a:pPr marL="457200" lvl="0" indent="-30480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200"/>
              <a:buFont typeface="Lexend"/>
              <a:buAutoNum type="arabi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125 + (</a:t>
            </a:r>
            <a:r>
              <a:rPr lang="en-GB" sz="1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−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45) </a:t>
            </a: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endParaRPr sz="1200">
              <a:latin typeface="Kalam"/>
              <a:ea typeface="Kalam"/>
              <a:cs typeface="Kalam"/>
              <a:sym typeface="Kalam"/>
            </a:endParaRPr>
          </a:p>
          <a:p>
            <a:pPr marL="457200" lvl="0" indent="-30480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200"/>
              <a:buFont typeface="Lexend"/>
              <a:buAutoNum type="arabi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(</a:t>
            </a:r>
            <a:r>
              <a:rPr lang="en-GB" sz="1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−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7) + (</a:t>
            </a:r>
            <a:r>
              <a:rPr lang="en-GB" sz="1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−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12) + (</a:t>
            </a:r>
            <a:r>
              <a:rPr lang="en-GB" sz="1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−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24) </a:t>
            </a: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endParaRPr sz="1200">
              <a:latin typeface="Kalam"/>
              <a:ea typeface="Kalam"/>
              <a:cs typeface="Kalam"/>
              <a:sym typeface="Kalam"/>
            </a:endParaRPr>
          </a:p>
          <a:p>
            <a:pPr marL="457200" lvl="0" indent="-30480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200"/>
              <a:buFont typeface="Lexend"/>
              <a:buAutoNum type="arabi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(</a:t>
            </a:r>
            <a:r>
              <a:rPr lang="en-GB" sz="1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−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135) + 82 </a:t>
            </a: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endParaRPr sz="1200">
              <a:latin typeface="Kalam"/>
              <a:ea typeface="Kalam"/>
              <a:cs typeface="Kalam"/>
              <a:sym typeface="Kalam"/>
            </a:endParaRPr>
          </a:p>
          <a:p>
            <a:pPr marL="457200" lvl="0" indent="-30480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200"/>
              <a:buFont typeface="Lexend"/>
              <a:buAutoNum type="arabi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Make up your own addition question using positive and negative integers so that the sum of all of the answers in this task is 0. 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11" name="Google Shape;211;p21"/>
          <p:cNvSpPr txBox="1"/>
          <p:nvPr/>
        </p:nvSpPr>
        <p:spPr>
          <a:xfrm>
            <a:off x="468000" y="719990"/>
            <a:ext cx="662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b="1">
                <a:latin typeface="Lexend"/>
                <a:ea typeface="Lexend"/>
                <a:cs typeface="Lexend"/>
                <a:sym typeface="Lexend"/>
              </a:rPr>
              <a:t>Task C: Deepening understanding of addition of integers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>
</file>

<file path=ppt/tags/tag1.xml><?xml version="1.0" encoding="utf-8"?>
<p:tagLst xmlns:p="http://schemas.openxmlformats.org/presentationml/2006/main">
  <p:tag name="AS_NET" val="3.1.32"/>
  <p:tag name="AS_OS" val="Microsoft Windows NT 6.2.9200.0"/>
  <p:tag name="AS_RELEASE_DATE" val="2023.10.14"/>
  <p:tag name="AS_TITLE" val="Aspose.Slides for .NET Standard 2.0"/>
  <p:tag name="AS_VERSION" val="23.10"/>
</p:tagLst>
</file>

<file path=ppt/theme/theme1.xml><?xml version="1.0" encoding="utf-8"?>
<a:theme xmlns:r="http://schemas.openxmlformats.org/officeDocument/2006/relationships" xmlns:a="http://schemas.openxmlformats.org/drawingml/2006/main" name="simple-light-2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r="http://schemas.openxmlformats.org/officeDocument/2006/relationships" xmlns:a="http://schemas.openxmlformats.org/drawingml/2006/main" name="simple-light-2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r="http://schemas.openxmlformats.org/officeDocument/2006/relationships" xmlns:a="http://schemas.openxmlformats.org/drawingml/2006/main" name="simple-light-2 override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:vt="http://schemas.openxmlformats.org/officeDocument/2006/docPropsVTypes" xmlns="http://schemas.openxmlformats.org/officeDocument/2006/extended-properties">
  <Company/>
  <Paragraphs>59</Paragraphs>
  <Slides>2</Slides>
  <Notes>2</Notes>
  <TotalTime>0</TotalTime>
  <HiddenSlides>0</HiddenSlides>
  <MMClips>0</MMClips>
  <ScaleCrop>0</ScaleCrop>
  <HeadingPairs>
    <vt:vector baseType="variant" size="6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baseType="lpstr" size="8">
      <vt:lpstr>Arial</vt:lpstr>
      <vt:lpstr>Lexend</vt:lpstr>
      <vt:lpstr>Kalam</vt:lpstr>
      <vt:lpstr>Lexend Medium</vt:lpstr>
      <vt:lpstr>Lexend Light</vt:lpstr>
      <vt:lpstr>simple-light-2</vt:lpstr>
      <vt:lpstr>PowerPoint Presentation</vt:lpstr>
      <vt:lpstr>PowerPoint Presentation</vt:lpstr>
    </vt:vector>
  </TitlesOfParts>
  <LinksUpToDate>0</LinksUpToDate>
  <SharedDoc>0</SharedDoc>
  <HyperlinksChanged>0</HyperlinksChanged>
  <Application>Aspose.Slides for .NET</Application>
  <AppVersion>23.1000</AppVersion>
</Properties>
</file>

<file path=docProps/core.xml><?xml version="1.0" encoding="utf-8"?>
<cp:coreProperties xmlns:dc="http://purl.org/dc/elements/1.1/" xmlns:dcterms="http://purl.org/dc/terms/" xmlns:dcmitype="http://purl.org/dc/dcmitype/" xmlns:xsi="http://www.w3.org/2001/XMLSchema-instance" xmlns:cp="http://schemas.openxmlformats.org/package/2006/metadata/core-properties">
  <cp:revision>1</cp:revision>
  <cp:lastPrinted>2023-12-08T08:59:45.150</cp:lastPrinted>
  <dcterms:created xsi:type="dcterms:W3CDTF">2023-12-08T08:59:45Z</dcterms:created>
  <dcterms:modified xsi:type="dcterms:W3CDTF">2023-12-08T08:57:04Z</dcterms:modified>
</cp:coreProperties>
</file>