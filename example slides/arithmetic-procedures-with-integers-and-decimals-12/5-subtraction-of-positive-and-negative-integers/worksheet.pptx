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6755C9C-E20D-41C8-BD4F-333737C0FDD0}">
  <a:tblStyle styleId="{D6755C9C-E20D-41C8-BD4F-333737C0FD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graphicFrame>
        <p:nvGraphicFramePr>
          <p:cNvPr id="163" name="Google Shape;163;p20"/>
          <p:cNvGraphicFramePr>
            <a:graphicFrameLocks noGrp="1"/>
          </p:cNvGraphicFramePr>
          <p:nvPr/>
        </p:nvGraphicFramePr>
        <p:xfrm>
          <a:off x="468000" y="5426628"/>
          <a:ext cx="6624000" cy="2591530"/>
        </p:xfrm>
        <a:graphic>
          <a:graphicData uri="http://schemas.openxmlformats.org/drawingml/2006/table">
            <a:tbl>
              <a:tblPr>
                <a:noFill/>
                <a:tableStyleId>{D6755C9C-E20D-41C8-BD4F-333737C0FDD0}</a:tableStyleId>
              </a:tblPr>
              <a:tblGrid>
                <a:gridCol w="1023725"/>
                <a:gridCol w="1023725"/>
                <a:gridCol w="1023725"/>
                <a:gridCol w="1023725"/>
                <a:gridCol w="1494675"/>
                <a:gridCol w="1034425"/>
              </a:tblGrid>
              <a:tr h="389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5 − 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6 − (−2)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− 4 = (−6)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2 − 9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56517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 − 3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 − 2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       = 6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− 7 = (−4) 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(−1)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438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8 − 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(−1)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 − 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 − 1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 − (−5)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548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 − 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8 − (−1)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5 − 6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       = (−2)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(−4)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389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7 −        = 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3 − 5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10 − 18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FINISH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</a:tbl>
          </a:graphicData>
        </a:graphic>
      </p:graphicFrame>
      <p:sp>
        <p:nvSpPr>
          <p:cNvPr id="164" name="Google Shape;164;p20"/>
          <p:cNvSpPr txBox="1"/>
          <p:nvPr/>
        </p:nvSpPr>
        <p:spPr>
          <a:xfrm>
            <a:off x="468000" y="15244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Rewriting a subtraction as an equivalent addition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8122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subtraction to its equivalent addition.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1953625" y="2161900"/>
            <a:ext cx="1466400" cy="23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 − 7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10 − 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10 − 7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(−7) − 10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 − 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7 − 10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(−7) − 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59200" y="2161900"/>
            <a:ext cx="1758900" cy="24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+ 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+ 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+ 7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(−7) + 10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 + 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(−7) + 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 + 7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>
            <a:off x="474757" y="45405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0"/>
          <p:cNvSpPr txBox="1"/>
          <p:nvPr/>
        </p:nvSpPr>
        <p:spPr>
          <a:xfrm>
            <a:off x="468000" y="47251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Subtraction of positive and negative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769158" y="7698549"/>
            <a:ext cx="303300" cy="2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75" y="5049325"/>
            <a:ext cx="6624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your way through the maze.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3813219" y="6226397"/>
            <a:ext cx="303300" cy="2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041787" y="7162611"/>
            <a:ext cx="303300" cy="2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599013" y="6232597"/>
            <a:ext cx="303300" cy="2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591849" y="5613469"/>
            <a:ext cx="303300" cy="2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4748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2" name="Google Shape;18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83" name="Google Shape;18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C: Deepening understanding of subtraction of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8000" y="1041400"/>
            <a:ext cx="6624000" cy="3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(−1) + 5 − (−6) − 2 + (−10)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+ (−2) + 3 − (−3) − 11 + (−2) − (−5)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2 − (−9) − 8 + (−18) − (−3)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(−11) − 4 − (−7) − 1 + (−7) − (−10)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the next questions find the missing integer: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(−8) − 1 + (−7) −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(−10)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6 − (−1) − 15 + (−12) −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2090651" y="4032900"/>
            <a:ext cx="405300" cy="244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2495938" y="4692963"/>
            <a:ext cx="405300" cy="244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Subtraction of positive and negative integers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2023-12-08T08:56:29.229</cp:lastPrinted>
  <dcterms:created xsi:type="dcterms:W3CDTF">2023-12-08T08:56:29Z</dcterms:created>
  <dcterms:modified xsi:type="dcterms:W3CDTF">2023-12-08T08:56:37Z</dcterms:modified>
</cp:coreProperties>
</file>