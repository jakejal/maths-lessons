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980CE950-D17F-4F68-84F4-AEDD85B337FD}">
  <a:tblStyle styleId="{980CE950-D17F-4F68-84F4-AEDD85B337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205" name="Shape 205"/>
        <p:cNvGrpSpPr/>
        <p:nvPr/>
      </p:nvGrpSpPr>
      <p:grpSpPr>
        <a:xfrm>
          <a:off x="0" y="0"/>
          <a:ext cx="0" cy="0"/>
        </a:xfrm>
      </p:grpSpPr>
      <p:sp>
        <p:nvSpPr>
          <p:cNvPr id="206" name="Google Shape;206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468000" y="5426628"/>
          <a:ext cx="6624000" cy="2591530"/>
        </p:xfrm>
        <a:graphic>
          <a:graphicData uri="http://schemas.openxmlformats.org/drawingml/2006/table">
            <a:tbl>
              <a:tblPr>
                <a:noFill/>
                <a:tableStyleId>{980CE950-D17F-4F68-84F4-AEDD85B337FD}</a:tableStyleId>
              </a:tblPr>
              <a:tblGrid>
                <a:gridCol w="1023725"/>
                <a:gridCol w="1023725"/>
                <a:gridCol w="1023725"/>
                <a:gridCol w="1023725"/>
                <a:gridCol w="1494675"/>
                <a:gridCol w="1034425"/>
              </a:tblGrid>
              <a:tr h="389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START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(−1)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2 − 7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6 − (−2)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− 4 = (−6)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2 − 9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565175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(−7) − 2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(−9)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2 −        = 6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− 7 = (−4)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(−1)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43892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(−10)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(−5)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8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(−1) − 1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(−11) − (−5)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5480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8 − (−1)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5 − 6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       = (−2)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(−6)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 − (−4)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  <a:tr h="389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(−4)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7 −        = 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(−3) − 1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(−4)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3 − 5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(−2)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ts val="100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10 − 18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FINISH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ts val="100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(−8)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36000" marT="0" marB="0"/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52445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A: Rewriting a subtraction as an equivalent addition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8000" y="1812275"/>
            <a:ext cx="6624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Match each subtraction to its equivalent addition.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953625" y="2161900"/>
            <a:ext cx="1466400" cy="23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− 7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10 − 7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− 10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−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7 − 10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−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4759200" y="2161900"/>
            <a:ext cx="1758900" cy="242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7 +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+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10 + 7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+ 10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+ (−7)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(−7) + (−10)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(−10) + 7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78" name="Google Shape;178;p20"/>
          <p:cNvCxnSpPr/>
          <p:nvPr/>
        </p:nvCxnSpPr>
        <p:spPr>
          <a:xfrm>
            <a:off x="2693713" y="2262062"/>
            <a:ext cx="1864800" cy="1342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20"/>
          <p:cNvCxnSpPr/>
          <p:nvPr/>
        </p:nvCxnSpPr>
        <p:spPr>
          <a:xfrm>
            <a:off x="2693725" y="2583650"/>
            <a:ext cx="1925400" cy="354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0" name="Google Shape;180;p20"/>
          <p:cNvCxnSpPr/>
          <p:nvPr/>
        </p:nvCxnSpPr>
        <p:spPr>
          <a:xfrm rot="10800000" flipH="1">
            <a:off x="2693725" y="2589650"/>
            <a:ext cx="1910100" cy="348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1" name="Google Shape;181;p20"/>
          <p:cNvCxnSpPr/>
          <p:nvPr/>
        </p:nvCxnSpPr>
        <p:spPr>
          <a:xfrm>
            <a:off x="2689850" y="3261200"/>
            <a:ext cx="1899000" cy="676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0"/>
          <p:cNvCxnSpPr/>
          <p:nvPr/>
        </p:nvCxnSpPr>
        <p:spPr>
          <a:xfrm>
            <a:off x="2874650" y="3604250"/>
            <a:ext cx="1714200" cy="666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183;p20"/>
          <p:cNvCxnSpPr/>
          <p:nvPr/>
        </p:nvCxnSpPr>
        <p:spPr>
          <a:xfrm rot="10800000" flipH="1">
            <a:off x="2741150" y="2261925"/>
            <a:ext cx="1840500" cy="1660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184;p20"/>
          <p:cNvCxnSpPr/>
          <p:nvPr/>
        </p:nvCxnSpPr>
        <p:spPr>
          <a:xfrm rot="10800000" flipH="1">
            <a:off x="2896400" y="3286450"/>
            <a:ext cx="1647000" cy="996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474757" y="45405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20"/>
          <p:cNvSpPr txBox="1"/>
          <p:nvPr/>
        </p:nvSpPr>
        <p:spPr>
          <a:xfrm>
            <a:off x="468000" y="47251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B: Subtraction of positive and negative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7" name="Google Shape;187;p20"/>
          <p:cNvSpPr/>
          <p:nvPr/>
        </p:nvSpPr>
        <p:spPr>
          <a:xfrm>
            <a:off x="1769158" y="7698549"/>
            <a:ext cx="303300" cy="207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20"/>
          <p:cNvSpPr txBox="1"/>
          <p:nvPr/>
        </p:nvSpPr>
        <p:spPr>
          <a:xfrm>
            <a:off x="468075" y="5049325"/>
            <a:ext cx="66240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your way through the maze.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/>
          <p:nvPr/>
        </p:nvSpPr>
        <p:spPr>
          <a:xfrm>
            <a:off x="3813219" y="6226397"/>
            <a:ext cx="303300" cy="207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0" name="Google Shape;190;p20"/>
          <p:cNvSpPr/>
          <p:nvPr/>
        </p:nvSpPr>
        <p:spPr>
          <a:xfrm>
            <a:off x="5041787" y="7162611"/>
            <a:ext cx="303300" cy="207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99013" y="6232597"/>
            <a:ext cx="303300" cy="207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2" name="Google Shape;192;p20"/>
          <p:cNvSpPr/>
          <p:nvPr/>
        </p:nvSpPr>
        <p:spPr>
          <a:xfrm>
            <a:off x="4591849" y="5613469"/>
            <a:ext cx="303300" cy="207000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93" name="Google Shape;193;p20"/>
          <p:cNvCxnSpPr/>
          <p:nvPr/>
        </p:nvCxnSpPr>
        <p:spPr>
          <a:xfrm>
            <a:off x="1147258" y="5632272"/>
            <a:ext cx="47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4" name="Google Shape;194;p20"/>
          <p:cNvCxnSpPr/>
          <p:nvPr/>
        </p:nvCxnSpPr>
        <p:spPr>
          <a:xfrm flipH="1">
            <a:off x="2009621" y="5818736"/>
            <a:ext cx="0" cy="40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5" name="Google Shape;195;p20"/>
          <p:cNvCxnSpPr/>
          <p:nvPr/>
        </p:nvCxnSpPr>
        <p:spPr>
          <a:xfrm>
            <a:off x="2243816" y="6181719"/>
            <a:ext cx="47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6" name="Google Shape;196;p20"/>
          <p:cNvCxnSpPr/>
          <p:nvPr/>
        </p:nvCxnSpPr>
        <p:spPr>
          <a:xfrm>
            <a:off x="3237795" y="6181241"/>
            <a:ext cx="47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7" name="Google Shape;197;p20"/>
          <p:cNvCxnSpPr/>
          <p:nvPr/>
        </p:nvCxnSpPr>
        <p:spPr>
          <a:xfrm>
            <a:off x="4274907" y="6144955"/>
            <a:ext cx="47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8" name="Google Shape;198;p20"/>
          <p:cNvCxnSpPr/>
          <p:nvPr/>
        </p:nvCxnSpPr>
        <p:spPr>
          <a:xfrm flipH="1">
            <a:off x="5270932" y="6357673"/>
            <a:ext cx="0" cy="40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99" name="Google Shape;199;p20"/>
          <p:cNvCxnSpPr/>
          <p:nvPr/>
        </p:nvCxnSpPr>
        <p:spPr>
          <a:xfrm>
            <a:off x="5794304" y="6757484"/>
            <a:ext cx="47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0" name="Google Shape;200;p20"/>
          <p:cNvCxnSpPr/>
          <p:nvPr/>
        </p:nvCxnSpPr>
        <p:spPr>
          <a:xfrm flipH="1">
            <a:off x="6518090" y="6886032"/>
            <a:ext cx="0" cy="40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>
            <a:off x="5859227" y="7250959"/>
            <a:ext cx="438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2" name="Google Shape;202;p20"/>
          <p:cNvCxnSpPr/>
          <p:nvPr/>
        </p:nvCxnSpPr>
        <p:spPr>
          <a:xfrm flipH="1">
            <a:off x="5270922" y="7395737"/>
            <a:ext cx="0" cy="403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3" name="Google Shape;203;p20"/>
          <p:cNvCxnSpPr/>
          <p:nvPr/>
        </p:nvCxnSpPr>
        <p:spPr>
          <a:xfrm>
            <a:off x="5724612" y="7920242"/>
            <a:ext cx="4773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4" name="Google Shape;204;p20"/>
          <p:cNvCxnSpPr/>
          <p:nvPr/>
        </p:nvCxnSpPr>
        <p:spPr>
          <a:xfrm>
            <a:off x="47483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sp>
        <p:nvSpPr>
          <p:cNvPr id="209" name="Google Shape;209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210" name="Google Shape;210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Subtraction of positive and negative integers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13" name="Google Shape;213;p21"/>
          <p:cNvSpPr txBox="1"/>
          <p:nvPr/>
        </p:nvSpPr>
        <p:spPr>
          <a:xfrm>
            <a:off x="468000" y="720000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Task C: Deepening understanding of subtraction of integers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468000" y="1041400"/>
            <a:ext cx="6624000" cy="35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(−1) + 5 − (−6) − 2 + (−10)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5 + (−2) + 3 − (−3) − 11 + (−2) − (−5)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2 − (−9) − 8 + (−18) − (−3)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(−12)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(−11) − 4 − (−7) − 1 + (−7) − (−10)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(−6)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the next questions find the missing integer: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(−8) − 1 + (−7) −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(−6)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(−10)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6 − (−1) − 15 + (−12) −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(−23)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= 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32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Subtraction of positive and negative integers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2023-12-08T08:59:41.348</cp:lastPrinted>
  <dcterms:created xsi:type="dcterms:W3CDTF">2023-12-08T08:59:41Z</dcterms:created>
  <dcterms:modified xsi:type="dcterms:W3CDTF">2023-12-08T08:56:59Z</dcterms:modified>
</cp:coreProperties>
</file>