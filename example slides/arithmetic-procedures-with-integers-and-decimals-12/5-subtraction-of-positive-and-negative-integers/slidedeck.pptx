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6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782" r:id="rId1"/>
    <p:sldMasterId id="2147483783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9144000" cy="5143500"/>
  <p:notesSz cx="6858000" cy="9144000"/>
  <p:embeddedFontLst>
    <p:embeddedFont>
      <p:font typeface="Lexend" panose="00000000000000000000"/>
      <p:regular r:id="rId30"/>
    </p:embeddedFont>
    <p:embeddedFont>
      <p:font typeface="Lexend Medium" panose="00000000000000000000"/>
      <p:regular r:id="rId31"/>
    </p:embeddedFont>
    <p:embeddedFont>
      <p:font typeface="Kalam" panose="02000000000000000000"/>
      <p:regular r:id="rId32"/>
    </p:embeddedFont>
    <p:embeddedFont>
      <p:font typeface="Lexend Light" panose="00000000000000000000"/>
      <p:regular r:id="rId33"/>
    </p:embeddedFont>
  </p:embeddedFontLst>
  <p:custDataLst>
    <p:tags r:id="rId29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0A3D7F70-FDBC-4838-8A60-5612EA590397}">
  <a:tblStyle styleId="{0A3D7F70-FDBC-4838-8A60-5612EA59039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  <p:guideLst/>
    </p:cSldViewPr>
  </p:slide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0" cy="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7.xml" /><Relationship Id="rId11" Type="http://schemas.openxmlformats.org/officeDocument/2006/relationships/slide" Target="slides/slide8.xml" /><Relationship Id="rId12" Type="http://schemas.openxmlformats.org/officeDocument/2006/relationships/slide" Target="slides/slide9.xml" /><Relationship Id="rId13" Type="http://schemas.openxmlformats.org/officeDocument/2006/relationships/slide" Target="slides/slide10.xml" /><Relationship Id="rId14" Type="http://schemas.openxmlformats.org/officeDocument/2006/relationships/slide" Target="slides/slide11.xml" /><Relationship Id="rId15" Type="http://schemas.openxmlformats.org/officeDocument/2006/relationships/slide" Target="slides/slide12.xml" /><Relationship Id="rId16" Type="http://schemas.openxmlformats.org/officeDocument/2006/relationships/slide" Target="slides/slide13.xml" /><Relationship Id="rId17" Type="http://schemas.openxmlformats.org/officeDocument/2006/relationships/slide" Target="slides/slide14.xml" /><Relationship Id="rId18" Type="http://schemas.openxmlformats.org/officeDocument/2006/relationships/slide" Target="slides/slide15.xml" /><Relationship Id="rId19" Type="http://schemas.openxmlformats.org/officeDocument/2006/relationships/slide" Target="slides/slide16.xml" /><Relationship Id="rId2" Type="http://schemas.openxmlformats.org/officeDocument/2006/relationships/slideMaster" Target="slideMasters/slideMaster2.xml" /><Relationship Id="rId20" Type="http://schemas.openxmlformats.org/officeDocument/2006/relationships/slide" Target="slides/slide17.xml" /><Relationship Id="rId21" Type="http://schemas.openxmlformats.org/officeDocument/2006/relationships/slide" Target="slides/slide18.xml" /><Relationship Id="rId22" Type="http://schemas.openxmlformats.org/officeDocument/2006/relationships/slide" Target="slides/slide19.xml" /><Relationship Id="rId23" Type="http://schemas.openxmlformats.org/officeDocument/2006/relationships/slide" Target="slides/slide20.xml" /><Relationship Id="rId24" Type="http://schemas.openxmlformats.org/officeDocument/2006/relationships/slide" Target="slides/slide21.xml" /><Relationship Id="rId25" Type="http://schemas.openxmlformats.org/officeDocument/2006/relationships/slide" Target="slides/slide22.xml" /><Relationship Id="rId26" Type="http://schemas.openxmlformats.org/officeDocument/2006/relationships/slide" Target="slides/slide23.xml" /><Relationship Id="rId27" Type="http://schemas.openxmlformats.org/officeDocument/2006/relationships/slide" Target="slides/slide24.xml" /><Relationship Id="rId28" Type="http://schemas.openxmlformats.org/officeDocument/2006/relationships/slide" Target="slides/slide25.xml" /><Relationship Id="rId29" Type="http://schemas.openxmlformats.org/officeDocument/2006/relationships/tags" Target="tags/tag1.xml" /><Relationship Id="rId3" Type="http://schemas.openxmlformats.org/officeDocument/2006/relationships/notesMaster" Target="notesMasters/notesMaster1.xml" /><Relationship Id="rId30" Type="http://schemas.openxmlformats.org/officeDocument/2006/relationships/font" Target="fonts/font1.fntdata" /><Relationship Id="rId31" Type="http://schemas.openxmlformats.org/officeDocument/2006/relationships/font" Target="fonts/font2.fntdata" /><Relationship Id="rId32" Type="http://schemas.openxmlformats.org/officeDocument/2006/relationships/font" Target="fonts/font3.fntdata" /><Relationship Id="rId33" Type="http://schemas.openxmlformats.org/officeDocument/2006/relationships/font" Target="fonts/font4.fntdata" /><Relationship Id="rId34" Type="http://schemas.openxmlformats.org/officeDocument/2006/relationships/presProps" Target="presProps.xml" /><Relationship Id="rId35" Type="http://schemas.openxmlformats.org/officeDocument/2006/relationships/viewProps" Target="viewProps.xml" /><Relationship Id="rId36" Type="http://schemas.openxmlformats.org/officeDocument/2006/relationships/theme" Target="theme/theme1.xml" /><Relationship Id="rId37" Type="http://schemas.openxmlformats.org/officeDocument/2006/relationships/tableStyles" Target="tableStyles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slide" Target="slides/slide4.xml" /><Relationship Id="rId8" Type="http://schemas.openxmlformats.org/officeDocument/2006/relationships/slide" Target="slides/slide5.xml" /><Relationship Id="rId9" Type="http://schemas.openxmlformats.org/officeDocument/2006/relationships/slide" Target="slides/slide6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2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11" name="Shape 1611"/>
        <p:cNvGrpSpPr/>
        <p:nvPr/>
      </p:nvGrpSpPr>
      <p:grpSpPr>
        <a:xfrm>
          <a:off x="0" y="0"/>
          <a:ext cx="0" cy="0"/>
        </a:xfrm>
      </p:grpSpPr>
      <p:sp>
        <p:nvSpPr>
          <p:cNvPr id="1612" name="Google Shape;1612;g279955a40ae_0_8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3" name="Google Shape;1613;g279955a40ae_0_8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17" name="Shape 1617"/>
        <p:cNvGrpSpPr/>
        <p:nvPr/>
      </p:nvGrpSpPr>
      <p:grpSpPr>
        <a:xfrm>
          <a:off x="0" y="0"/>
          <a:ext cx="0" cy="0"/>
        </a:xfrm>
      </p:grpSpPr>
      <p:sp>
        <p:nvSpPr>
          <p:cNvPr id="1618" name="Google Shape;1618;g279955a40ae_0_8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9" name="Google Shape;1619;g279955a40ae_0_8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22" name="Shape 1622"/>
        <p:cNvGrpSpPr/>
        <p:nvPr/>
      </p:nvGrpSpPr>
      <p:grpSpPr>
        <a:xfrm>
          <a:off x="0" y="0"/>
          <a:ext cx="0" cy="0"/>
        </a:xfrm>
      </p:grpSpPr>
      <p:sp>
        <p:nvSpPr>
          <p:cNvPr id="1623" name="Google Shape;1623;g279955a40ae_0_8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4" name="Google Shape;1624;g279955a40ae_0_8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27" name="Shape 1627"/>
        <p:cNvGrpSpPr/>
        <p:nvPr/>
      </p:nvGrpSpPr>
      <p:grpSpPr>
        <a:xfrm>
          <a:off x="0" y="0"/>
          <a:ext cx="0" cy="0"/>
        </a:xfrm>
      </p:grpSpPr>
      <p:sp>
        <p:nvSpPr>
          <p:cNvPr id="1628" name="Google Shape;1628;g29167b84eff_3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9" name="Google Shape;1629;g29167b84eff_3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33" name="Shape 1633"/>
        <p:cNvGrpSpPr/>
        <p:nvPr/>
      </p:nvGrpSpPr>
      <p:grpSpPr>
        <a:xfrm>
          <a:off x="0" y="0"/>
          <a:ext cx="0" cy="0"/>
        </a:xfrm>
      </p:grpSpPr>
      <p:sp>
        <p:nvSpPr>
          <p:cNvPr id="1634" name="Google Shape;1634;g28bd7c32a36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5" name="Google Shape;1635;g28bd7c32a36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42" name="Shape 1642"/>
        <p:cNvGrpSpPr/>
        <p:nvPr/>
      </p:nvGrpSpPr>
      <p:grpSpPr>
        <a:xfrm>
          <a:off x="0" y="0"/>
          <a:ext cx="0" cy="0"/>
        </a:xfrm>
      </p:grpSpPr>
      <p:sp>
        <p:nvSpPr>
          <p:cNvPr id="1643" name="Google Shape;1643;g28d113aa80b_0_2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4" name="Google Shape;1644;g28d113aa80b_0_2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57" name="Shape 1657"/>
        <p:cNvGrpSpPr/>
        <p:nvPr/>
      </p:nvGrpSpPr>
      <p:grpSpPr>
        <a:xfrm>
          <a:off x="0" y="0"/>
          <a:ext cx="0" cy="0"/>
        </a:xfrm>
      </p:grpSpPr>
      <p:sp>
        <p:nvSpPr>
          <p:cNvPr id="1658" name="Google Shape;1658;g28d113aa80b_0_4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9" name="Google Shape;1659;g28d113aa80b_0_4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44" name="Shape 1744"/>
        <p:cNvGrpSpPr/>
        <p:nvPr/>
      </p:nvGrpSpPr>
      <p:grpSpPr>
        <a:xfrm>
          <a:off x="0" y="0"/>
          <a:ext cx="0" cy="0"/>
        </a:xfrm>
      </p:grpSpPr>
      <p:sp>
        <p:nvSpPr>
          <p:cNvPr id="1745" name="Google Shape;1745;g28d113aa80b_0_3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6" name="Google Shape;1746;g28d113aa80b_0_3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58" name="Shape 1758"/>
        <p:cNvGrpSpPr/>
        <p:nvPr/>
      </p:nvGrpSpPr>
      <p:grpSpPr>
        <a:xfrm>
          <a:off x="0" y="0"/>
          <a:ext cx="0" cy="0"/>
        </a:xfrm>
      </p:grpSpPr>
      <p:sp>
        <p:nvSpPr>
          <p:cNvPr id="1759" name="Google Shape;1759;g28d113aa80b_0_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0" name="Google Shape;1760;g28d113aa80b_0_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67" name="Shape 1767"/>
        <p:cNvGrpSpPr/>
        <p:nvPr/>
      </p:nvGrpSpPr>
      <p:grpSpPr>
        <a:xfrm>
          <a:off x="0" y="0"/>
          <a:ext cx="0" cy="0"/>
        </a:xfrm>
      </p:grpSpPr>
      <p:sp>
        <p:nvSpPr>
          <p:cNvPr id="1768" name="Google Shape;1768;g28d34d8a2cd_0_16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9" name="Google Shape;1769;g28d34d8a2cd_0_16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75" name="Shape 1775"/>
        <p:cNvGrpSpPr/>
        <p:nvPr/>
      </p:nvGrpSpPr>
      <p:grpSpPr>
        <a:xfrm>
          <a:off x="0" y="0"/>
          <a:ext cx="0" cy="0"/>
        </a:xfrm>
      </p:grpSpPr>
      <p:sp>
        <p:nvSpPr>
          <p:cNvPr id="1776" name="Google Shape;1776;g28d113aa80b_0_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7" name="Google Shape;1777;g28d113aa80b_0_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90" name="Shape 1790"/>
        <p:cNvGrpSpPr/>
        <p:nvPr/>
      </p:nvGrpSpPr>
      <p:grpSpPr>
        <a:xfrm>
          <a:off x="0" y="0"/>
          <a:ext cx="0" cy="0"/>
        </a:xfrm>
      </p:grpSpPr>
      <p:sp>
        <p:nvSpPr>
          <p:cNvPr id="1791" name="Google Shape;1791;g28d113aa80b_0_1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2" name="Google Shape;1792;g28d113aa80b_0_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99" name="Shape 1799"/>
        <p:cNvGrpSpPr/>
        <p:nvPr/>
      </p:nvGrpSpPr>
      <p:grpSpPr>
        <a:xfrm>
          <a:off x="0" y="0"/>
          <a:ext cx="0" cy="0"/>
        </a:xfrm>
      </p:grpSpPr>
      <p:sp>
        <p:nvSpPr>
          <p:cNvPr id="1800" name="Google Shape;1800;g3cd90bac79d_0_88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1" name="Google Shape;1801;g3cd90bac79d_0_88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Y7U3L4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15" name="Shape 1815"/>
        <p:cNvGrpSpPr/>
        <p:nvPr/>
      </p:nvGrpSpPr>
      <p:grpSpPr>
        <a:xfrm>
          <a:off x="0" y="0"/>
          <a:ext cx="0" cy="0"/>
        </a:xfrm>
      </p:grpSpPr>
      <p:sp>
        <p:nvSpPr>
          <p:cNvPr id="1816" name="Google Shape;1816;g28d34d8a2cd_0_1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7" name="Google Shape;1817;g28d34d8a2cd_0_1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21" name="Shape 1821"/>
        <p:cNvGrpSpPr/>
        <p:nvPr/>
      </p:nvGrpSpPr>
      <p:grpSpPr>
        <a:xfrm>
          <a:off x="0" y="0"/>
          <a:ext cx="0" cy="0"/>
        </a:xfrm>
      </p:grpSpPr>
      <p:sp>
        <p:nvSpPr>
          <p:cNvPr id="1822" name="Google Shape;1822;g28d34d8a2cd_0_18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3" name="Google Shape;1823;g28d34d8a2cd_0_18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48" name="Shape 1848"/>
        <p:cNvGrpSpPr/>
        <p:nvPr/>
      </p:nvGrpSpPr>
      <p:grpSpPr>
        <a:xfrm>
          <a:off x="0" y="0"/>
          <a:ext cx="0" cy="0"/>
        </a:xfrm>
      </p:grpSpPr>
      <p:sp>
        <p:nvSpPr>
          <p:cNvPr id="1849" name="Google Shape;1849;g28d113aa80b_0_6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0" name="Google Shape;1850;g28d113aa80b_0_6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73" name="Shape 1873"/>
        <p:cNvGrpSpPr/>
        <p:nvPr/>
      </p:nvGrpSpPr>
      <p:grpSpPr>
        <a:xfrm>
          <a:off x="0" y="0"/>
          <a:ext cx="0" cy="0"/>
        </a:xfrm>
      </p:grpSpPr>
      <p:sp>
        <p:nvSpPr>
          <p:cNvPr id="1874" name="Google Shape;1874;g29167b84eff_0_6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5" name="Google Shape;1875;g29167b84eff_0_6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85" name="Shape 1885"/>
        <p:cNvGrpSpPr/>
        <p:nvPr/>
      </p:nvGrpSpPr>
      <p:grpSpPr>
        <a:xfrm>
          <a:off x="0" y="0"/>
          <a:ext cx="0" cy="0"/>
        </a:xfrm>
      </p:grpSpPr>
      <p:sp>
        <p:nvSpPr>
          <p:cNvPr id="1886" name="Google Shape;1886;g29167b84eff_0_1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7" name="Google Shape;1887;g29167b84eff_0_1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08" name="Shape 1908"/>
        <p:cNvGrpSpPr/>
        <p:nvPr/>
      </p:nvGrpSpPr>
      <p:grpSpPr>
        <a:xfrm>
          <a:off x="0" y="0"/>
          <a:ext cx="0" cy="0"/>
        </a:xfrm>
      </p:grpSpPr>
      <p:sp>
        <p:nvSpPr>
          <p:cNvPr id="1909" name="Google Shape;1909;g28d113aa80b_0_1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0" name="Google Shape;1910;g28d113aa80b_0_1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17" name="Shape 1917"/>
        <p:cNvGrpSpPr/>
        <p:nvPr/>
      </p:nvGrpSpPr>
      <p:grpSpPr>
        <a:xfrm>
          <a:off x="0" y="0"/>
          <a:ext cx="0" cy="0"/>
        </a:xfrm>
      </p:grpSpPr>
      <p:sp>
        <p:nvSpPr>
          <p:cNvPr id="1918" name="Google Shape;1918;g28d34d8a2cd_0_24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9" name="Google Shape;1919;g28d34d8a2cd_0_24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48" name="Shape 1948"/>
        <p:cNvGrpSpPr/>
        <p:nvPr/>
      </p:nvGrpSpPr>
      <p:grpSpPr>
        <a:xfrm>
          <a:off x="0" y="0"/>
          <a:ext cx="0" cy="0"/>
        </a:xfrm>
      </p:grpSpPr>
      <p:sp>
        <p:nvSpPr>
          <p:cNvPr id="1949" name="Google Shape;1949;g28d113aa80b_0_10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0" name="Google Shape;1950;g28d113aa80b_0_10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59" name="Shape 1959"/>
        <p:cNvGrpSpPr/>
        <p:nvPr/>
      </p:nvGrpSpPr>
      <p:grpSpPr>
        <a:xfrm>
          <a:off x="0" y="0"/>
          <a:ext cx="0" cy="0"/>
        </a:xfrm>
      </p:grpSpPr>
      <p:sp>
        <p:nvSpPr>
          <p:cNvPr id="1960" name="Google Shape;1960;g29167b84eff_0_5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1" name="Google Shape;1961;g29167b84eff_0_5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67" name="Shape 1967"/>
        <p:cNvGrpSpPr/>
        <p:nvPr/>
      </p:nvGrpSpPr>
      <p:grpSpPr>
        <a:xfrm>
          <a:off x="0" y="0"/>
          <a:ext cx="0" cy="0"/>
        </a:xfrm>
      </p:grpSpPr>
      <p:sp>
        <p:nvSpPr>
          <p:cNvPr id="1968" name="Google Shape;1968;g28d34d8a2cd_0_102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9" name="Google Shape;1969;g28d34d8a2cd_0_102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73" name="Shape 1973"/>
        <p:cNvGrpSpPr/>
        <p:nvPr/>
      </p:nvGrpSpPr>
      <p:grpSpPr>
        <a:xfrm>
          <a:off x="0" y="0"/>
          <a:ext cx="0" cy="0"/>
        </a:xfrm>
      </p:grpSpPr>
      <p:sp>
        <p:nvSpPr>
          <p:cNvPr id="1974" name="Google Shape;1974;g279955a40ae_0_8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5" name="Google Shape;1975;g279955a40ae_0_8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80" name="Shape 1980"/>
        <p:cNvGrpSpPr/>
        <p:nvPr/>
      </p:nvGrpSpPr>
      <p:grpSpPr>
        <a:xfrm>
          <a:off x="0" y="0"/>
          <a:ext cx="0" cy="0"/>
        </a:xfrm>
      </p:grpSpPr>
      <p:sp>
        <p:nvSpPr>
          <p:cNvPr id="1981" name="Google Shape;1981;g279955a40ae_0_8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2" name="Google Shape;1982;g279955a40ae_0_8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1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1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1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1.xml" /></Relationships>
</file>

<file path=ppt/slideLayouts/_rels/slideLayout6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6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4.png" /><Relationship Id="rId3" Type="http://schemas.openxmlformats.org/officeDocument/2006/relationships/image" Target="../media/image43.png" /><Relationship Id="rId4" Type="http://schemas.openxmlformats.org/officeDocument/2006/relationships/image" Target="../media/image1.png" /><Relationship Id="rId5" Type="http://schemas.openxmlformats.org/officeDocument/2006/relationships/slideMaster" Target="../slideMasters/slideMaster2.xml" /></Relationships>
</file>

<file path=ppt/slideLayouts/_rels/slideLayout6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2.xml" /></Relationships>
</file>

<file path=ppt/slideLayouts/_rels/slideLayout6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4.png" /><Relationship Id="rId4" Type="http://schemas.openxmlformats.org/officeDocument/2006/relationships/slideMaster" Target="../slideMasters/slideMaster2.xml" /></Relationships>
</file>

<file path=ppt/slideLayouts/_rels/slideLayout6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4.png" /><Relationship Id="rId4" Type="http://schemas.openxmlformats.org/officeDocument/2006/relationships/image" Target="../media/image44.png" /><Relationship Id="rId5" Type="http://schemas.openxmlformats.org/officeDocument/2006/relationships/slideMaster" Target="../slideMasters/slideMaster2.xml" /></Relationships>
</file>

<file path=ppt/slideLayouts/_rels/slideLayout6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4.png" /><Relationship Id="rId4" Type="http://schemas.openxmlformats.org/officeDocument/2006/relationships/image" Target="../media/image45.png" /><Relationship Id="rId5" Type="http://schemas.openxmlformats.org/officeDocument/2006/relationships/slideMaster" Target="../slideMasters/slideMaster2.xml" /></Relationships>
</file>

<file path=ppt/slideLayouts/_rels/slideLayout6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4.png" /><Relationship Id="rId4" Type="http://schemas.openxmlformats.org/officeDocument/2006/relationships/image" Target="../media/image46.png" /><Relationship Id="rId5" Type="http://schemas.openxmlformats.org/officeDocument/2006/relationships/slideMaster" Target="../slideMasters/slideMaster2.xml" /></Relationships>
</file>

<file path=ppt/slideLayouts/_rels/slideLayout6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7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4.png" /><Relationship Id="rId4" Type="http://schemas.openxmlformats.org/officeDocument/2006/relationships/image" Target="../media/image47.png" /><Relationship Id="rId5" Type="http://schemas.openxmlformats.org/officeDocument/2006/relationships/slideMaster" Target="../slideMasters/slideMaster2.xml" /></Relationships>
</file>

<file path=ppt/slideLayouts/_rels/slideLayout7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2.xml" /></Relationships>
</file>

<file path=ppt/slideLayouts/_rels/slideLayout7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4.png" /><Relationship Id="rId4" Type="http://schemas.openxmlformats.org/officeDocument/2006/relationships/image" Target="../media/image48.png" /><Relationship Id="rId5" Type="http://schemas.openxmlformats.org/officeDocument/2006/relationships/slideMaster" Target="../slideMasters/slideMaster2.xml" /></Relationships>
</file>

<file path=ppt/slideLayouts/_rels/slideLayout7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2.xml" /></Relationships>
</file>

<file path=ppt/slideLayouts/_rels/slideLayout7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2.xml" /></Relationships>
</file>

<file path=ppt/slideLayouts/_rels/slideLayout7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2.xml" /></Relationships>
</file>

<file path=ppt/slideLayouts/_rels/slideLayout7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4.png" /><Relationship Id="rId4" Type="http://schemas.openxmlformats.org/officeDocument/2006/relationships/image" Target="../media/image49.png" /><Relationship Id="rId5" Type="http://schemas.openxmlformats.org/officeDocument/2006/relationships/slideMaster" Target="../slideMasters/slideMaster2.xml" /></Relationships>
</file>

<file path=ppt/slideLayouts/_rels/slideLayout7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2.xml" /></Relationships>
</file>

<file path=ppt/slideLayouts/_rels/slideLayout7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4.png" /><Relationship Id="rId4" Type="http://schemas.openxmlformats.org/officeDocument/2006/relationships/image" Target="../media/image50.png" /><Relationship Id="rId5" Type="http://schemas.openxmlformats.org/officeDocument/2006/relationships/slideMaster" Target="../slideMasters/slideMaster2.xml" /></Relationships>
</file>

<file path=ppt/slideLayouts/_rels/slideLayout7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4.png" /><Relationship Id="rId4" Type="http://schemas.openxmlformats.org/officeDocument/2006/relationships/image" Target="../media/image50.png" /><Relationship Id="rId5" Type="http://schemas.openxmlformats.org/officeDocument/2006/relationships/slideMaster" Target="../slideMasters/slideMaster2.xml" /></Relationships>
</file>

<file path=ppt/slideLayouts/_rels/slideLayout8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4.png" /><Relationship Id="rId4" Type="http://schemas.openxmlformats.org/officeDocument/2006/relationships/image" Target="../media/image51.png" /><Relationship Id="rId5" Type="http://schemas.openxmlformats.org/officeDocument/2006/relationships/slideMaster" Target="../slideMasters/slideMaster2.xml" /></Relationships>
</file>

<file path=ppt/slideLayouts/_rels/slideLayout8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2.xml" /></Relationships>
</file>

<file path=ppt/slideLayouts/_rels/slideLayout8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4.png" /><Relationship Id="rId4" Type="http://schemas.openxmlformats.org/officeDocument/2006/relationships/image" Target="../media/image52.png" /><Relationship Id="rId5" Type="http://schemas.openxmlformats.org/officeDocument/2006/relationships/slideMaster" Target="../slideMasters/slideMaster2.xml" /></Relationships>
</file>

<file path=ppt/slideLayouts/_rels/slideLayout8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2.xml" /></Relationships>
</file>

<file path=ppt/slideLayouts/_rels/slideLayout8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2.xml" /></Relationships>
</file>

<file path=ppt/slideLayouts/_rels/slideLayout8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_rels/slideLayout8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_rels/slideLayout8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_rels/slideLayout8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_rels/slideLayout8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2.xml" /></Relationships>
</file>

<file path=ppt/slideLayouts/_rels/slideLayout9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2.xml" /></Relationships>
</file>

<file path=ppt/slideLayouts/_rels/slideLayout9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2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9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2.xml" /></Relationships>
</file>

<file path=ppt/slideLayouts/_rels/slideLayout9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2.xml" /></Relationships>
</file>

<file path=ppt/slideLayouts/_rels/slideLayout9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2.xml" /></Relationships>
</file>

<file path=ppt/slideLayouts/_rels/slideLayout9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2.xml" /></Relationships>
</file>

<file path=ppt/slideLayouts/_rels/slideLayout9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2.xml" /></Relationships>
</file>

<file path=ppt/slideLayouts/_rels/slideLayout9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2.xml" /></Relationships>
</file>

<file path=ppt/slideLayouts/_rels/slideLayout9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2.xml" /></Relationships>
</file>

<file path=ppt/slideLayouts/_rels/slideLayout9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2.xml" /></Relationships>
</file>

<file path=ppt/slideLayouts/_rels/slideLayout10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2.xml" /></Relationships>
</file>

<file path=ppt/slideLayouts/_rels/slideLayout10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2.xml" /></Relationships>
</file>

<file path=ppt/slideLayouts/_rels/slideLayout10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2.xml" /></Relationships>
</file>

<file path=ppt/slideLayouts/_rels/slideLayout10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2.xml" /></Relationships>
</file>

<file path=ppt/slideLayouts/_rels/slideLayout10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10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10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10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10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10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1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1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1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1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1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1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1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2.xml" /></Relationships>
</file>

<file path=ppt/slideLayouts/_rels/slideLayout1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2.xml" /></Relationships>
</file>

<file path=ppt/slideLayouts/_rels/slideLayout1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2.xml" /></Relationships>
</file>

<file path=ppt/slideLayouts/_rels/slideLayout1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2.xml" /></Relationships>
</file>

<file path=ppt/slideLayouts/_rels/slideLayout1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2.xml" /></Relationships>
</file>

<file path=ppt/slideLayouts/_rels/slideLayout1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2.xml" /></Relationships>
</file>

<file path=ppt/slideLayouts/_rels/slideLayout1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2.xml" /></Relationships>
</file>

<file path=ppt/slideLayouts/_rels/slideLayout1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2.xml" /></Relationships>
</file>

<file path=ppt/slideLayouts/_rels/slideLayout1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2.xml" /></Relationships>
</file>

<file path=ppt/slideLayouts/_rels/slideLayout1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2.xml" /></Relationships>
</file>

<file path=ppt/slideLayouts/_rels/slideLayout12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2.xml" /></Relationships>
</file>

<file path=ppt/slideLayouts/_rels/slideLayout12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2.xml" /></Relationships>
</file>

<file path=ppt/slideLayouts/_rels/slideLayout12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_rels/slideLayout12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_rels/slideLayout13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2.xml" /></Relationships>
</file>

<file path=ppt/slideLayouts/_rels/slideLayout13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2.xml" /></Relationships>
</file>

<file path=ppt/slideLayouts/_rels/slideLayout13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1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 userDrawn="1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pic>
        <p:nvPicPr>
          <p:cNvPr id="18" name="Google Shape;18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</a:xfrm>
      </p:grpSpPr>
      <p:pic>
        <p:nvPicPr>
          <p:cNvPr id="26" name="Google Shape;26;p4"/>
          <p:cNvPicPr preferRelativeResize="0"/>
          <p:nvPr/>
        </p:nvPicPr>
        <p:blipFill>
          <a:blip r:embed="rId1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pic>
        <p:nvPicPr>
          <p:cNvPr id="34" name="Google Shape;34;p5"/>
          <p:cNvPicPr preferRelativeResize="0"/>
          <p:nvPr/>
        </p:nvPicPr>
        <p:blipFill>
          <a:blip r:embed="rId1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</a:xfrm>
      </p:grpSpPr>
      <p:pic>
        <p:nvPicPr>
          <p:cNvPr id="45" name="Google Shape;45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3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>
          <a:blip r:embed="rId2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</a:xfrm>
      </p:grpSpPr>
      <p:pic>
        <p:nvPicPr>
          <p:cNvPr id="64" name="Google Shape;64;p8"/>
          <p:cNvPicPr preferRelativeResize="0"/>
          <p:nvPr/>
        </p:nvPicPr>
        <p:blipFill>
          <a:blip r:embed="rId1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</a:xfrm>
      </p:grpSpPr>
      <p:pic>
        <p:nvPicPr>
          <p:cNvPr id="72" name="Google Shape;72;p9"/>
          <p:cNvPicPr preferRelativeResize="0"/>
          <p:nvPr/>
        </p:nvPicPr>
        <p:blipFill>
          <a:blip r:embed="rId1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</a:xfrm>
      </p:grpSpPr>
      <p:pic>
        <p:nvPicPr>
          <p:cNvPr id="83" name="Google Shape;83;p10"/>
          <p:cNvPicPr preferRelativeResize="0"/>
          <p:nvPr/>
        </p:nvPicPr>
        <p:blipFill>
          <a:blip r:embed="rId1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>
          <a:blip r:embed="rId5">
            <a:alphaModFix/>
          </a:blip>
          <a:srcRect l="3911" b="5222"/>
          <a:stretch>
            <a:fillRect/>
          </a:stretch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>
          <a:blip r:embed="rId1">
            <a:alphaModFix/>
          </a:blip>
          <a:srcRect t="1700" b="1710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type="subTitle" idx="1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type="subTitle" idx="2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type="subTitle" idx="3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>
          <a:blip r:embed="rId1">
            <a:alphaModFix/>
          </a:blip>
          <a:srcRect t="1700" b="1710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type="subTitle" idx="1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type="subTitle" idx="2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type="subTitle" idx="3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>
          <a:blip r:embed="rId1">
            <a:alphaModFix/>
          </a:blip>
          <a:srcRect t="1700" b="1710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type="subTitle" idx="1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type="subTitle" idx="2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type="subTitle" idx="3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type="subTitle" idx="4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>
          <a:blip r:embed="rId1">
            <a:alphaModFix/>
          </a:blip>
          <a:srcRect t="1700" b="1710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type="subTitle" idx="1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type="subTitle" idx="2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type="subTitle" idx="3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type="subTitle" idx="4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>
          <a:blip r:embed="rId1">
            <a:alphaModFix/>
          </a:blip>
          <a:srcRect t="1700" b="1710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type="subTitle" idx="1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type="subTitle" idx="2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type="subTitle" idx="3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type="subTitle" idx="4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type="subTitle" idx="5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>
          <a:blip r:embed="rId1">
            <a:alphaModFix/>
          </a:blip>
          <a:srcRect t="1700" b="1710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type="subTitle" idx="1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type="subTitle" idx="2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type="subTitle" idx="3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type="subTitle" idx="4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5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rcRect l="74624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>
          <a:blip r:embed="rId6">
            <a:alphaModFix/>
          </a:blip>
          <a:srcRect t="1700" b="1710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</a:xfrm>
      </p:grpSpPr>
      <p:pic>
        <p:nvPicPr>
          <p:cNvPr id="169" name="Google Shape;169;p20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>
          <a:blip r:embed="rId2">
            <a:alphaModFix/>
          </a:blip>
          <a:srcRect l="74624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>
          <a:blip r:embed="rId2">
            <a:alphaModFix/>
          </a:blip>
          <a:srcRect l="74624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>
          <a:blip r:embed="rId2">
            <a:alphaModFix/>
          </a:blip>
          <a:srcRect l="74624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>
          <a:blip r:embed="rId8">
            <a:alphaModFix/>
          </a:blip>
          <a:srcRect t="1700" b="1710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</a:xfrm>
      </p:grpSpPr>
      <p:pic>
        <p:nvPicPr>
          <p:cNvPr id="187" name="Google Shape;187;p21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>
          <a:blip r:embed="rId2">
            <a:alphaModFix/>
          </a:blip>
          <a:srcRect l="74624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>
          <a:blip r:embed="rId3">
            <a:alphaModFix/>
          </a:blip>
          <a:srcRect t="4387" b="4397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>
          <a:blip r:embed="rId2">
            <a:alphaModFix/>
          </a:blip>
          <a:srcRect l="74624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>
          <a:blip r:embed="rId2">
            <a:alphaModFix/>
          </a:blip>
          <a:srcRect l="74624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>
          <a:blip r:embed="rId2">
            <a:alphaModFix/>
          </a:blip>
          <a:srcRect l="74624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type="title" idx="2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type="title" idx="3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type="title" idx="4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>
          <a:blip r:embed="rId10">
            <a:alphaModFix/>
          </a:blip>
          <a:srcRect t="1700" b="1710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1" name="Google Shape;211;p2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</a:xfrm>
      </p:grpSpPr>
      <p:pic>
        <p:nvPicPr>
          <p:cNvPr id="216" name="Google Shape;216;p23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8" name="Google Shape;218;p2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</a:xfrm>
      </p:grpSpPr>
      <p:pic>
        <p:nvPicPr>
          <p:cNvPr id="223" name="Google Shape;223;p24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5" name="Google Shape;225;p2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</a:xfrm>
      </p:grpSpPr>
      <p:pic>
        <p:nvPicPr>
          <p:cNvPr id="230" name="Google Shape;230;p25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2" name="Google Shape;232;p2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0" name="Google Shape;240;p26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3" name="Google Shape;253;p2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6" name="Google Shape;266;p28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9" name="Google Shape;279;p29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</a:xfrm>
      </p:grpSpPr>
      <p:pic>
        <p:nvPicPr>
          <p:cNvPr id="312" name="Google Shape;312;p31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</a:xfrm>
      </p:grpSpPr>
      <p:pic>
        <p:nvPicPr>
          <p:cNvPr id="335" name="Google Shape;335;p32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</a:xfrm>
      </p:grpSpPr>
      <p:pic>
        <p:nvPicPr>
          <p:cNvPr id="358" name="Google Shape;358;p33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</a:xfrm>
      </p:grpSpPr>
      <p:pic>
        <p:nvPicPr>
          <p:cNvPr id="400" name="Google Shape;400;p35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</a:xfrm>
      </p:grpSpPr>
      <p:pic>
        <p:nvPicPr>
          <p:cNvPr id="419" name="Google Shape;419;p36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</a:xfrm>
      </p:grpSpPr>
      <p:pic>
        <p:nvPicPr>
          <p:cNvPr id="438" name="Google Shape;438;p37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</a:xfrm>
      </p:grpSpPr>
      <p:pic>
        <p:nvPicPr>
          <p:cNvPr id="480" name="Google Shape;480;p39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</a:xfrm>
      </p:grpSpPr>
      <p:pic>
        <p:nvPicPr>
          <p:cNvPr id="503" name="Google Shape;503;p40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</a:xfrm>
      </p:grpSpPr>
      <p:pic>
        <p:nvPicPr>
          <p:cNvPr id="526" name="Google Shape;526;p41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6" name="Google Shape;556;p42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7" name="Google Shape;557;p42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</a:xfrm>
      </p:grpSpPr>
      <p:pic>
        <p:nvPicPr>
          <p:cNvPr id="568" name="Google Shape;568;p43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5" name="Google Shape;575;p4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6" name="Google Shape;576;p4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</a:xfrm>
      </p:grpSpPr>
      <p:pic>
        <p:nvPicPr>
          <p:cNvPr id="587" name="Google Shape;587;p44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4" name="Google Shape;594;p44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5" name="Google Shape;595;p44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</a:xfrm>
      </p:grpSpPr>
      <p:pic>
        <p:nvPicPr>
          <p:cNvPr id="606" name="Google Shape;606;p45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3" name="Google Shape;613;p45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4" name="Google Shape;614;p45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27" name="Google Shape;627;p4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</a:xfrm>
      </p:grpSpPr>
      <p:pic>
        <p:nvPicPr>
          <p:cNvPr id="632" name="Google Shape;632;p47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4" name="Google Shape;634;p4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</a:xfrm>
      </p:grpSpPr>
      <p:pic>
        <p:nvPicPr>
          <p:cNvPr id="639" name="Google Shape;639;p48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1" name="Google Shape;641;p4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</a:xfrm>
      </p:grpSpPr>
      <p:pic>
        <p:nvPicPr>
          <p:cNvPr id="646" name="Google Shape;646;p49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8" name="Google Shape;648;p4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5" name="Google Shape;655;p5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</a:xfrm>
      </p:grpSpPr>
      <p:pic>
        <p:nvPicPr>
          <p:cNvPr id="661" name="Google Shape;661;p51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3" name="Google Shape;663;p5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</a:xfrm>
      </p:grpSpPr>
      <p:pic>
        <p:nvPicPr>
          <p:cNvPr id="669" name="Google Shape;669;p52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1" name="Google Shape;671;p5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</a:xfrm>
      </p:grpSpPr>
      <p:pic>
        <p:nvPicPr>
          <p:cNvPr id="677" name="Google Shape;677;p53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9" name="Google Shape;679;p5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87" name="Google Shape;687;p5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</a:xfrm>
      </p:grpSpPr>
      <p:pic>
        <p:nvPicPr>
          <p:cNvPr id="693" name="Google Shape;693;p55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5" name="Google Shape;695;p5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</a:xfrm>
      </p:grpSpPr>
      <p:pic>
        <p:nvPicPr>
          <p:cNvPr id="701" name="Google Shape;701;p56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3" name="Google Shape;703;p5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</a:xfrm>
      </p:grpSpPr>
      <p:pic>
        <p:nvPicPr>
          <p:cNvPr id="709" name="Google Shape;709;p57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11" name="Google Shape;711;p5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>
          <a:blip r:embed="rId1">
            <a:alphaModFix/>
          </a:blip>
          <a:srcRect t="1700" b="1710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>
          <a:blip r:embed="rId1">
            <a:alphaModFix/>
          </a:blip>
          <a:srcRect t="1700" b="1710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6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6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Art and design">
  <p:cSld name="Title Slide 2_1">
    <p:bg>
      <p:bgPr>
        <a:solidFill>
          <a:srgbClr val="BEF2BD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</a:xfrm>
      </p:grpSpPr>
      <p:sp>
        <p:nvSpPr>
          <p:cNvPr id="751" name="Google Shape;751;p65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2" name="Google Shape;752;p65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53" name="Google Shape;753;p6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6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55" name="Google Shape;755;p6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56" name="Google Shape;756;p6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7" name="Google Shape;757;p65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758" name="Google Shape;758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360030">
            <a:off x="6753315" y="1132068"/>
            <a:ext cx="2063340" cy="164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759" name="Google Shape;759;p65"/>
          <p:cNvPicPr preferRelativeResize="0"/>
          <p:nvPr/>
        </p:nvPicPr>
        <p:blipFill>
          <a:blip r:embed="rId4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17051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p6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Art and design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 userDrawn="1">
          <p15:clr>
            <a:srgbClr val="E46962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761" name="Shape 761"/>
        <p:cNvGrpSpPr/>
        <p:nvPr/>
      </p:nvGrpSpPr>
      <p:grpSpPr>
        <a:xfrm>
          <a:off x="0" y="0"/>
          <a:ext cx="0" cy="0"/>
        </a:xfrm>
      </p:grpSpPr>
      <p:pic>
        <p:nvPicPr>
          <p:cNvPr id="762" name="Google Shape;762;p66"/>
          <p:cNvPicPr preferRelativeResize="0"/>
          <p:nvPr/>
        </p:nvPicPr>
        <p:blipFill>
          <a:blip r:embed="rId1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763" name="Google Shape;763;p6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p6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5" name="Google Shape;765;p6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6" name="Google Shape;766;p66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7" name="Google Shape;767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8" name="Google Shape;768;p6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6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769" name="Shape 769"/>
        <p:cNvGrpSpPr/>
        <p:nvPr/>
      </p:nvGrpSpPr>
      <p:grpSpPr>
        <a:xfrm>
          <a:off x="0" y="0"/>
          <a:ext cx="0" cy="0"/>
        </a:xfrm>
      </p:grpSpPr>
      <p:pic>
        <p:nvPicPr>
          <p:cNvPr id="770" name="Google Shape;770;p67"/>
          <p:cNvPicPr preferRelativeResize="0"/>
          <p:nvPr/>
        </p:nvPicPr>
        <p:blipFill>
          <a:blip r:embed="rId1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p6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2" name="Google Shape;772;p6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3" name="Google Shape;773;p67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74" name="Google Shape;774;p6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5" name="Google Shape;775;p6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76" name="Google Shape;776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itizenship">
  <p:cSld name="Title Slide 2_1_1_1_1_1_1_1_1_1_1_5">
    <p:bg>
      <p:bgPr>
        <a:solidFill>
          <a:srgbClr val="BEF2BD"/>
        </a:solidFill>
      </p:bgPr>
    </p:bg>
    <p:spTree>
      <p:nvGrpSpPr>
        <p:cNvPr id="777" name="Shape 777"/>
        <p:cNvGrpSpPr/>
        <p:nvPr/>
      </p:nvGrpSpPr>
      <p:grpSpPr>
        <a:xfrm>
          <a:off x="0" y="0"/>
          <a:ext cx="0" cy="0"/>
        </a:xfrm>
      </p:grpSpPr>
      <p:pic>
        <p:nvPicPr>
          <p:cNvPr id="778" name="Google Shape;778;p68"/>
          <p:cNvPicPr preferRelativeResize="0"/>
          <p:nvPr/>
        </p:nvPicPr>
        <p:blipFill>
          <a:blip r:embed="rId1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1245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79" name="Google Shape;779;p6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0" name="Google Shape;780;p6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Citizenship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1" name="Google Shape;781;p68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82" name="Google Shape;782;p6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6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4" name="Google Shape;784;p6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85" name="Google Shape;785;p6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6" name="Google Shape;786;p68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787" name="Google Shape;787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25">
            <a:off x="6945328" y="787504"/>
            <a:ext cx="1710318" cy="20523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omputing">
  <p:cSld name="Title Slide 2_1_1_1_1_1_1_1_1_1_1_3">
    <p:bg>
      <p:bgPr>
        <a:solidFill>
          <a:srgbClr val="BEF2BD"/>
        </a:solidFill>
      </p:bgPr>
    </p:bg>
    <p:spTree>
      <p:nvGrpSpPr>
        <p:cNvPr id="788" name="Shape 788"/>
        <p:cNvGrpSpPr/>
        <p:nvPr/>
      </p:nvGrpSpPr>
      <p:grpSpPr>
        <a:xfrm>
          <a:off x="0" y="0"/>
          <a:ext cx="0" cy="0"/>
        </a:xfrm>
      </p:grpSpPr>
      <p:pic>
        <p:nvPicPr>
          <p:cNvPr id="789" name="Google Shape;789;p69"/>
          <p:cNvPicPr preferRelativeResize="0"/>
          <p:nvPr/>
        </p:nvPicPr>
        <p:blipFill>
          <a:blip r:embed="rId1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1258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6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1" name="Google Shape;791;p6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Computing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2" name="Google Shape;792;p69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3" name="Google Shape;793;p6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6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95" name="Google Shape;795;p6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6" name="Google Shape;796;p6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7" name="Google Shape;797;p69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798" name="Google Shape;798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59982">
            <a:off x="6923956" y="1273792"/>
            <a:ext cx="1784155" cy="14045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Design and technology">
  <p:cSld name="Title Slide 2_1_1_1_1_1_1_1_1_1_1_2">
    <p:bg>
      <p:bgPr>
        <a:solidFill>
          <a:srgbClr val="BEF2BD"/>
        </a:solidFill>
      </p:bgPr>
    </p:bg>
    <p:spTree>
      <p:nvGrpSpPr>
        <p:cNvPr id="799" name="Shape 799"/>
        <p:cNvGrpSpPr/>
        <p:nvPr/>
      </p:nvGrpSpPr>
      <p:grpSpPr>
        <a:xfrm>
          <a:off x="0" y="0"/>
          <a:ext cx="0" cy="0"/>
        </a:xfrm>
      </p:grpSpPr>
      <p:pic>
        <p:nvPicPr>
          <p:cNvPr id="800" name="Google Shape;800;p70"/>
          <p:cNvPicPr preferRelativeResize="0"/>
          <p:nvPr/>
        </p:nvPicPr>
        <p:blipFill>
          <a:blip r:embed="rId1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27058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1" name="Google Shape;801;p7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2" name="Google Shape;802;p70"/>
          <p:cNvSpPr txBox="1"/>
          <p:nvPr/>
        </p:nvSpPr>
        <p:spPr>
          <a:xfrm>
            <a:off x="323850" y="3781525"/>
            <a:ext cx="2706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Design and technology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3" name="Google Shape;803;p70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04" name="Google Shape;804;p7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7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06" name="Google Shape;806;p7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07" name="Google Shape;807;p7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8" name="Google Shape;808;p70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09" name="Google Shape;809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2791">
            <a:off x="6884379" y="985388"/>
            <a:ext cx="1846116" cy="18525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_2">
    <p:bg>
      <p:bgPr>
        <a:solidFill>
          <a:srgbClr val="BEF2BD"/>
        </a:solidFill>
      </p:bgPr>
    </p:bg>
    <p:spTree>
      <p:nvGrpSpPr>
        <p:cNvPr id="810" name="Shape 810"/>
        <p:cNvGrpSpPr/>
        <p:nvPr/>
      </p:nvGrpSpPr>
      <p:grpSpPr>
        <a:xfrm>
          <a:off x="0" y="0"/>
          <a:ext cx="0" cy="0"/>
        </a:xfrm>
      </p:grpSpPr>
      <p:pic>
        <p:nvPicPr>
          <p:cNvPr id="811" name="Google Shape;811;p71"/>
          <p:cNvPicPr preferRelativeResize="0"/>
          <p:nvPr/>
        </p:nvPicPr>
        <p:blipFill>
          <a:blip r:embed="rId1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812" name="Google Shape;812;p7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71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4" name="Google Shape;814;p71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15" name="Google Shape;815;p7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6" name="Google Shape;816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17" name="Google Shape;817;p7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 userDrawn="1">
          <p15:clr>
            <a:srgbClr val="E46962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French">
  <p:cSld name="Title Slide 2_1_1_1_1_1_1_1_1_1_1_1">
    <p:bg>
      <p:bgPr>
        <a:solidFill>
          <a:srgbClr val="BEF2BD"/>
        </a:solidFill>
      </p:bgPr>
    </p:bg>
    <p:spTree>
      <p:nvGrpSpPr>
        <p:cNvPr id="818" name="Shape 818"/>
        <p:cNvGrpSpPr/>
        <p:nvPr/>
      </p:nvGrpSpPr>
      <p:grpSpPr>
        <a:xfrm>
          <a:off x="0" y="0"/>
          <a:ext cx="0" cy="0"/>
        </a:xfrm>
      </p:grpSpPr>
      <p:pic>
        <p:nvPicPr>
          <p:cNvPr id="819" name="Google Shape;819;p72"/>
          <p:cNvPicPr preferRelativeResize="0"/>
          <p:nvPr/>
        </p:nvPicPr>
        <p:blipFill>
          <a:blip r:embed="rId1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7722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20" name="Google Shape;820;p7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1" name="Google Shape;821;p7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French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2" name="Google Shape;822;p72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23" name="Google Shape;823;p7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24" name="Google Shape;824;p7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25" name="Google Shape;825;p7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26" name="Google Shape;826;p7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7" name="Google Shape;827;p72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28" name="Google Shape;828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00">
            <a:off x="6960295" y="1032880"/>
            <a:ext cx="1690503" cy="18345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7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829" name="Shape 829"/>
        <p:cNvGrpSpPr/>
        <p:nvPr/>
      </p:nvGrpSpPr>
      <p:grpSpPr>
        <a:xfrm>
          <a:off x="0" y="0"/>
          <a:ext cx="0" cy="0"/>
        </a:xfrm>
      </p:grpSpPr>
      <p:pic>
        <p:nvPicPr>
          <p:cNvPr id="830" name="Google Shape;830;p73"/>
          <p:cNvPicPr preferRelativeResize="0"/>
          <p:nvPr/>
        </p:nvPicPr>
        <p:blipFill>
          <a:blip r:embed="rId1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1" name="Google Shape;831;p7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32" name="Google Shape;832;p7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3" name="Google Shape;833;p7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73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35" name="Google Shape;835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36" name="Google Shape;836;p7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7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rman">
  <p:cSld name="Title Slide 2_1_1_1_1_1_1_1_1_1_1_1_1">
    <p:bg>
      <p:bgPr>
        <a:solidFill>
          <a:srgbClr val="BEF2BD"/>
        </a:solidFill>
      </p:bgPr>
    </p:bg>
    <p:spTree>
      <p:nvGrpSpPr>
        <p:cNvPr id="837" name="Shape 837"/>
        <p:cNvGrpSpPr/>
        <p:nvPr/>
      </p:nvGrpSpPr>
      <p:grpSpPr>
        <a:xfrm>
          <a:off x="0" y="0"/>
          <a:ext cx="0" cy="0"/>
        </a:xfrm>
      </p:grpSpPr>
      <p:pic>
        <p:nvPicPr>
          <p:cNvPr id="838" name="Google Shape;838;p74"/>
          <p:cNvPicPr preferRelativeResize="0"/>
          <p:nvPr/>
        </p:nvPicPr>
        <p:blipFill>
          <a:blip r:embed="rId1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9169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9" name="Google Shape;839;p7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0" name="Google Shape;840;p7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German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1" name="Google Shape;841;p74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42" name="Google Shape;842;p7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43" name="Google Shape;843;p7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44" name="Google Shape;844;p74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45" name="Google Shape;845;p7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6" name="Google Shape;846;p74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47" name="Google Shape;847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59963">
            <a:off x="6821686" y="1467541"/>
            <a:ext cx="1981958" cy="10672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7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_2">
    <p:bg>
      <p:bgPr>
        <a:solidFill>
          <a:srgbClr val="BEF2BD"/>
        </a:solidFill>
      </p:bgPr>
    </p:bg>
    <p:spTree>
      <p:nvGrpSpPr>
        <p:cNvPr id="848" name="Shape 848"/>
        <p:cNvGrpSpPr/>
        <p:nvPr/>
      </p:nvGrpSpPr>
      <p:grpSpPr>
        <a:xfrm>
          <a:off x="0" y="0"/>
          <a:ext cx="0" cy="0"/>
        </a:xfrm>
      </p:grpSpPr>
      <p:pic>
        <p:nvPicPr>
          <p:cNvPr id="849" name="Google Shape;849;p75"/>
          <p:cNvPicPr preferRelativeResize="0"/>
          <p:nvPr/>
        </p:nvPicPr>
        <p:blipFill>
          <a:blip r:embed="rId1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850" name="Google Shape;850;p7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51" name="Google Shape;851;p7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2" name="Google Shape;852;p75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53" name="Google Shape;853;p7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54" name="Google Shape;854;p7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55" name="Google Shape;855;p7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56" name="Google Shape;856;p7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7" name="Google Shape;857;p7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58" name="Google Shape;858;p7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_2">
    <p:bg>
      <p:bgPr>
        <a:solidFill>
          <a:srgbClr val="BEF2BD"/>
        </a:solidFill>
      </p:bgPr>
    </p:bg>
    <p:spTree>
      <p:nvGrpSpPr>
        <p:cNvPr id="859" name="Shape 859"/>
        <p:cNvGrpSpPr/>
        <p:nvPr/>
      </p:nvGrpSpPr>
      <p:grpSpPr>
        <a:xfrm>
          <a:off x="0" y="0"/>
          <a:ext cx="0" cy="0"/>
        </a:xfrm>
      </p:grpSpPr>
      <p:pic>
        <p:nvPicPr>
          <p:cNvPr id="860" name="Google Shape;860;p7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p7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2" name="Google Shape;862;p7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3" name="Google Shape;863;p76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64" name="Google Shape;864;p7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7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866" name="Google Shape;866;p76"/>
          <p:cNvPicPr preferRelativeResize="0"/>
          <p:nvPr/>
        </p:nvPicPr>
        <p:blipFill>
          <a:blip r:embed="rId3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7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867" name="Shape 867"/>
        <p:cNvGrpSpPr/>
        <p:nvPr/>
      </p:nvGrpSpPr>
      <p:grpSpPr>
        <a:xfrm>
          <a:off x="0" y="0"/>
          <a:ext cx="0" cy="0"/>
        </a:xfrm>
      </p:grpSpPr>
      <p:pic>
        <p:nvPicPr>
          <p:cNvPr id="868" name="Google Shape;868;p7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69" name="Google Shape;869;p7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0" name="Google Shape;870;p7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1" name="Google Shape;871;p77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72" name="Google Shape;872;p7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73" name="Google Shape;873;p7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874" name="Google Shape;874;p77"/>
          <p:cNvPicPr preferRelativeResize="0"/>
          <p:nvPr/>
        </p:nvPicPr>
        <p:blipFill>
          <a:blip r:embed="rId3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7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al education">
  <p:cSld name="Title Slide 2_1_1_1_1_1_1_1_1_1_1_1_1_2">
    <p:bg>
      <p:bgPr>
        <a:solidFill>
          <a:srgbClr val="BEF2BD"/>
        </a:solidFill>
      </p:bgPr>
    </p:bg>
    <p:spTree>
      <p:nvGrpSpPr>
        <p:cNvPr id="875" name="Shape 875"/>
        <p:cNvGrpSpPr/>
        <p:nvPr/>
      </p:nvGrpSpPr>
      <p:grpSpPr>
        <a:xfrm>
          <a:off x="0" y="0"/>
          <a:ext cx="0" cy="0"/>
        </a:xfrm>
      </p:grpSpPr>
      <p:pic>
        <p:nvPicPr>
          <p:cNvPr id="876" name="Google Shape;876;p78"/>
          <p:cNvPicPr preferRelativeResize="0"/>
          <p:nvPr/>
        </p:nvPicPr>
        <p:blipFill>
          <a:blip r:embed="rId1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2192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7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8" name="Google Shape;878;p78"/>
          <p:cNvSpPr txBox="1"/>
          <p:nvPr/>
        </p:nvSpPr>
        <p:spPr>
          <a:xfrm>
            <a:off x="323850" y="3781525"/>
            <a:ext cx="2456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Physical education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9" name="Google Shape;879;p78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0" name="Google Shape;880;p7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81" name="Google Shape;881;p7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82" name="Google Shape;882;p7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83" name="Google Shape;883;p7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4" name="Google Shape;884;p78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85" name="Google Shape;885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59976">
            <a:off x="6935172" y="1377298"/>
            <a:ext cx="1845860" cy="13029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7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_2">
    <p:bg>
      <p:bgPr>
        <a:solidFill>
          <a:srgbClr val="BEF2BD"/>
        </a:solidFill>
      </p:bgPr>
    </p:bg>
    <p:spTree>
      <p:nvGrpSpPr>
        <p:cNvPr id="886" name="Shape 886"/>
        <p:cNvGrpSpPr/>
        <p:nvPr/>
      </p:nvGrpSpPr>
      <p:grpSpPr>
        <a:xfrm>
          <a:off x="0" y="0"/>
          <a:ext cx="0" cy="0"/>
        </a:xfrm>
      </p:grpSpPr>
      <p:pic>
        <p:nvPicPr>
          <p:cNvPr id="887" name="Google Shape;887;p79"/>
          <p:cNvPicPr preferRelativeResize="0"/>
          <p:nvPr/>
        </p:nvPicPr>
        <p:blipFill>
          <a:blip r:embed="rId1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888" name="Google Shape;888;p7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9" name="Google Shape;889;p7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0" name="Google Shape;890;p79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91" name="Google Shape;891;p7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2" name="Google Shape;892;p7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93" name="Google Shape;893;p7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94" name="Google Shape;894;p7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5" name="Google Shape;895;p7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96" name="Google Shape;896;p7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Relationships and health education">
  <p:cSld name="Title Slide 2_1_1_1_1_1_1_1_1_1_1_7">
    <p:bg>
      <p:bgPr>
        <a:solidFill>
          <a:srgbClr val="BEF2BD"/>
        </a:solidFill>
      </p:bgPr>
    </p:bg>
    <p:spTree>
      <p:nvGrpSpPr>
        <p:cNvPr id="897" name="Shape 897"/>
        <p:cNvGrpSpPr/>
        <p:nvPr/>
      </p:nvGrpSpPr>
      <p:grpSpPr>
        <a:xfrm>
          <a:off x="0" y="0"/>
          <a:ext cx="0" cy="0"/>
        </a:xfrm>
      </p:grpSpPr>
      <p:pic>
        <p:nvPicPr>
          <p:cNvPr id="898" name="Google Shape;898;p80"/>
          <p:cNvPicPr preferRelativeResize="0"/>
          <p:nvPr/>
        </p:nvPicPr>
        <p:blipFill>
          <a:blip r:embed="rId1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41120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9" name="Google Shape;899;p8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0" name="Google Shape;900;p80"/>
          <p:cNvSpPr txBox="1"/>
          <p:nvPr/>
        </p:nvSpPr>
        <p:spPr>
          <a:xfrm>
            <a:off x="323850" y="3781525"/>
            <a:ext cx="4623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Relationships and health education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1" name="Google Shape;901;p80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02" name="Google Shape;902;p8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903" name="Google Shape;903;p8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904" name="Google Shape;904;p8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905" name="Google Shape;905;p8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6" name="Google Shape;906;p80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907" name="Google Shape;907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7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Relationships, sex and health education">
  <p:cSld name="Title Slide 2_1_1_1_1_1_1_1_1_1_1_7_1">
    <p:bg>
      <p:bgPr>
        <a:solidFill>
          <a:srgbClr val="BEF2BD"/>
        </a:solidFill>
      </p:bgPr>
    </p:bg>
    <p:spTree>
      <p:nvGrpSpPr>
        <p:cNvPr id="908" name="Shape 908"/>
        <p:cNvGrpSpPr/>
        <p:nvPr/>
      </p:nvGrpSpPr>
      <p:grpSpPr>
        <a:xfrm>
          <a:off x="0" y="0"/>
          <a:ext cx="0" cy="0"/>
        </a:xfrm>
      </p:grpSpPr>
      <p:pic>
        <p:nvPicPr>
          <p:cNvPr id="909" name="Google Shape;909;p81"/>
          <p:cNvPicPr preferRelativeResize="0"/>
          <p:nvPr/>
        </p:nvPicPr>
        <p:blipFill>
          <a:blip r:embed="rId1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46397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0" name="Google Shape;910;p8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1" name="Google Shape;911;p81"/>
          <p:cNvSpPr txBox="1"/>
          <p:nvPr/>
        </p:nvSpPr>
        <p:spPr>
          <a:xfrm>
            <a:off x="323850" y="3781525"/>
            <a:ext cx="508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Relationships, sex and health education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2" name="Google Shape;912;p81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13" name="Google Shape;913;p8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914" name="Google Shape;914;p8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915" name="Google Shape;915;p8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916" name="Google Shape;916;p8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7" name="Google Shape;917;p81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918" name="Google Shape;918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8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Religious education">
  <p:cSld name="Title Slide 2_1_1_1_1_1_1_1_1_1_1_1_1_1">
    <p:bg>
      <p:bgPr>
        <a:solidFill>
          <a:srgbClr val="BEF2BD"/>
        </a:solidFill>
      </p:bgPr>
    </p:bg>
    <p:spTree>
      <p:nvGrpSpPr>
        <p:cNvPr id="919" name="Shape 919"/>
        <p:cNvGrpSpPr/>
        <p:nvPr/>
      </p:nvGrpSpPr>
      <p:grpSpPr>
        <a:xfrm>
          <a:off x="0" y="0"/>
          <a:ext cx="0" cy="0"/>
        </a:xfrm>
      </p:grpSpPr>
      <p:pic>
        <p:nvPicPr>
          <p:cNvPr id="920" name="Google Shape;920;p82"/>
          <p:cNvPicPr preferRelativeResize="0"/>
          <p:nvPr/>
        </p:nvPicPr>
        <p:blipFill>
          <a:blip r:embed="rId1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227187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1" name="Google Shape;921;p8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2" name="Google Shape;922;p82"/>
          <p:cNvSpPr txBox="1"/>
          <p:nvPr/>
        </p:nvSpPr>
        <p:spPr>
          <a:xfrm>
            <a:off x="323850" y="3781525"/>
            <a:ext cx="2798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Religious education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3" name="Google Shape;923;p82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24" name="Google Shape;924;p8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925" name="Google Shape;925;p8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926" name="Google Shape;926;p8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927" name="Google Shape;927;p8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8" name="Google Shape;928;p82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929" name="Google Shape;929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03">
            <a:off x="6754136" y="1062731"/>
            <a:ext cx="2012844" cy="1854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8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_2">
    <p:bg>
      <p:bgPr>
        <a:solidFill>
          <a:srgbClr val="BEF2BD"/>
        </a:solidFill>
      </p:bgPr>
    </p:bg>
    <p:spTree>
      <p:nvGrpSpPr>
        <p:cNvPr id="930" name="Shape 930"/>
        <p:cNvGrpSpPr/>
        <p:nvPr/>
      </p:nvGrpSpPr>
      <p:grpSpPr>
        <a:xfrm>
          <a:off x="0" y="0"/>
          <a:ext cx="0" cy="0"/>
        </a:xfrm>
      </p:grpSpPr>
      <p:sp>
        <p:nvSpPr>
          <p:cNvPr id="931" name="Google Shape;931;p8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2" name="Google Shape;932;p8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3" name="Google Shape;933;p83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34" name="Google Shape;934;p8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935" name="Google Shape;935;p8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936" name="Google Shape;936;p83"/>
          <p:cNvPicPr preferRelativeResize="0"/>
          <p:nvPr/>
        </p:nvPicPr>
        <p:blipFill>
          <a:blip r:embed="rId2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7" name="Google Shape;937;p83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938" name="Google Shape;938;p8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9" name="Google Shape;939;p83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940" name="Google Shape;940;p8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8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panish">
  <p:cSld name="Title Slide 2_1_1_1_1_1_1_1_1_1_1_1_2_1">
    <p:bg>
      <p:bgPr>
        <a:solidFill>
          <a:srgbClr val="BEF2BD"/>
        </a:solidFill>
      </p:bgPr>
    </p:bg>
    <p:spTree>
      <p:nvGrpSpPr>
        <p:cNvPr id="941" name="Shape 941"/>
        <p:cNvGrpSpPr/>
        <p:nvPr/>
      </p:nvGrpSpPr>
      <p:grpSpPr>
        <a:xfrm>
          <a:off x="0" y="0"/>
          <a:ext cx="0" cy="0"/>
        </a:xfrm>
      </p:grpSpPr>
      <p:pic>
        <p:nvPicPr>
          <p:cNvPr id="942" name="Google Shape;942;p84"/>
          <p:cNvPicPr preferRelativeResize="0"/>
          <p:nvPr/>
        </p:nvPicPr>
        <p:blipFill>
          <a:blip r:embed="rId1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890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3" name="Google Shape;943;p8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44" name="Google Shape;944;p8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Spanish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5" name="Google Shape;945;p84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46" name="Google Shape;946;p8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947" name="Google Shape;947;p8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948" name="Google Shape;948;p84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949" name="Google Shape;949;p8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0" name="Google Shape;950;p84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951" name="Google Shape;951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5">
            <a:off x="6985483" y="1098759"/>
            <a:ext cx="1731447" cy="17699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8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952" name="Shape 952"/>
        <p:cNvGrpSpPr/>
        <p:nvPr/>
      </p:nvGrpSpPr>
      <p:grpSpPr>
        <a:xfrm>
          <a:off x="0" y="0"/>
          <a:ext cx="0" cy="0"/>
        </a:xfrm>
      </p:grpSpPr>
      <p:pic>
        <p:nvPicPr>
          <p:cNvPr id="953" name="Google Shape;953;p8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54" name="Google Shape;954;p85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5" name="Google Shape;955;p85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8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956" name="Shape 956"/>
        <p:cNvGrpSpPr/>
        <p:nvPr/>
      </p:nvGrpSpPr>
      <p:grpSpPr>
        <a:xfrm>
          <a:off x="0" y="0"/>
          <a:ext cx="0" cy="0"/>
        </a:xfrm>
      </p:grpSpPr>
      <p:sp>
        <p:nvSpPr>
          <p:cNvPr id="957" name="Google Shape;957;p86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8" name="Google Shape;958;p86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9" name="Google Shape;959;p86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0" name="Google Shape;960;p86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61" name="Google Shape;961;p86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962" name="Google Shape;962;p86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963" name="Google Shape;963;p8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964" name="Google Shape;964;p8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965" name="Google Shape;965;p8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966" name="Google Shape;966;p86"/>
          <p:cNvPicPr preferRelativeResize="0"/>
          <p:nvPr/>
        </p:nvPicPr>
        <p:blipFill>
          <a:blip r:embed="rId5">
            <a:alphaModFix/>
          </a:blip>
          <a:srcRect l="3911" b="5222"/>
          <a:stretch>
            <a:fillRect/>
          </a:stretch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7" name="Google Shape;967;p8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68" name="Google Shape;968;p8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8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969" name="Shape 969"/>
        <p:cNvGrpSpPr/>
        <p:nvPr/>
      </p:nvGrpSpPr>
      <p:grpSpPr>
        <a:xfrm>
          <a:off x="0" y="0"/>
          <a:ext cx="0" cy="0"/>
        </a:xfrm>
      </p:grpSpPr>
      <p:sp>
        <p:nvSpPr>
          <p:cNvPr id="970" name="Google Shape;970;p8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971" name="Google Shape;971;p87"/>
          <p:cNvPicPr preferRelativeResize="0"/>
          <p:nvPr/>
        </p:nvPicPr>
        <p:blipFill>
          <a:blip r:embed="rId1">
            <a:alphaModFix/>
          </a:blip>
          <a:srcRect t="1700" b="1710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72" name="Google Shape;972;p8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87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74" name="Google Shape;974;p87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75" name="Google Shape;975;p87"/>
          <p:cNvSpPr txBox="1"/>
          <p:nvPr>
            <p:ph type="subTitle" idx="3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76" name="Google Shape;976;p87"/>
          <p:cNvSpPr txBox="1"/>
          <p:nvPr>
            <p:ph type="subTitle" idx="4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77" name="Google Shape;977;p87"/>
          <p:cNvSpPr txBox="1"/>
          <p:nvPr>
            <p:ph type="subTitle" idx="5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78" name="Google Shape;978;p87"/>
          <p:cNvSpPr txBox="1"/>
          <p:nvPr>
            <p:ph type="subTitle" idx="6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8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4)">
  <p:cSld name="CUSTOM_3_1_1">
    <p:spTree>
      <p:nvGrpSpPr>
        <p:cNvPr id="979" name="Shape 979"/>
        <p:cNvGrpSpPr/>
        <p:nvPr/>
      </p:nvGrpSpPr>
      <p:grpSpPr>
        <a:xfrm>
          <a:off x="0" y="0"/>
          <a:ext cx="0" cy="0"/>
        </a:xfrm>
      </p:grpSpPr>
      <p:sp>
        <p:nvSpPr>
          <p:cNvPr id="980" name="Google Shape;980;p8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981" name="Google Shape;981;p88"/>
          <p:cNvPicPr preferRelativeResize="0"/>
          <p:nvPr/>
        </p:nvPicPr>
        <p:blipFill>
          <a:blip r:embed="rId1">
            <a:alphaModFix/>
          </a:blip>
          <a:srcRect t="1700" b="1710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82" name="Google Shape;982;p8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88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84" name="Google Shape;984;p88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85" name="Google Shape;985;p88"/>
          <p:cNvSpPr txBox="1"/>
          <p:nvPr>
            <p:ph type="subTitle" idx="3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86" name="Google Shape;986;p88"/>
          <p:cNvSpPr txBox="1"/>
          <p:nvPr>
            <p:ph type="subTitle" idx="4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87" name="Google Shape;987;p88"/>
          <p:cNvSpPr txBox="1"/>
          <p:nvPr>
            <p:ph type="subTitle" idx="5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88" name="Google Shape;988;p88"/>
          <p:cNvSpPr txBox="1"/>
          <p:nvPr>
            <p:ph type="subTitle" idx="6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89" name="Google Shape;989;p88"/>
          <p:cNvSpPr txBox="1"/>
          <p:nvPr>
            <p:ph type="subTitle" idx="7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90" name="Google Shape;990;p88"/>
          <p:cNvSpPr txBox="1"/>
          <p:nvPr>
            <p:ph type="subTitle" idx="8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8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5)">
  <p:cSld name="CUSTOM_3_1_1_1">
    <p:spTree>
      <p:nvGrpSpPr>
        <p:cNvPr id="991" name="Shape 991"/>
        <p:cNvGrpSpPr/>
        <p:nvPr/>
      </p:nvGrpSpPr>
      <p:grpSpPr>
        <a:xfrm>
          <a:off x="0" y="0"/>
          <a:ext cx="0" cy="0"/>
        </a:xfrm>
      </p:grpSpPr>
      <p:sp>
        <p:nvSpPr>
          <p:cNvPr id="992" name="Google Shape;992;p8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993" name="Google Shape;993;p89"/>
          <p:cNvPicPr preferRelativeResize="0"/>
          <p:nvPr/>
        </p:nvPicPr>
        <p:blipFill>
          <a:blip r:embed="rId1">
            <a:alphaModFix/>
          </a:blip>
          <a:srcRect t="1700" b="1710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94" name="Google Shape;994;p89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89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96" name="Google Shape;996;p89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97" name="Google Shape;997;p89"/>
          <p:cNvSpPr txBox="1"/>
          <p:nvPr>
            <p:ph type="subTitle" idx="3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98" name="Google Shape;998;p89"/>
          <p:cNvSpPr txBox="1"/>
          <p:nvPr>
            <p:ph type="subTitle" idx="4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99" name="Google Shape;999;p89"/>
          <p:cNvSpPr txBox="1"/>
          <p:nvPr>
            <p:ph type="subTitle" idx="5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00" name="Google Shape;1000;p89"/>
          <p:cNvSpPr txBox="1"/>
          <p:nvPr>
            <p:ph type="subTitle" idx="6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01" name="Google Shape;1001;p89"/>
          <p:cNvSpPr txBox="1"/>
          <p:nvPr>
            <p:ph type="subTitle" idx="7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02" name="Google Shape;1002;p89"/>
          <p:cNvSpPr txBox="1"/>
          <p:nvPr>
            <p:ph type="subTitle" idx="8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03" name="Google Shape;1003;p89"/>
          <p:cNvSpPr txBox="1"/>
          <p:nvPr>
            <p:ph type="subTitle" idx="9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04" name="Google Shape;1004;p89"/>
          <p:cNvSpPr txBox="1"/>
          <p:nvPr>
            <p:ph type="subTitle" idx="13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8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p2, 2)">
  <p:cSld name="CUSTOM_3_1_1_1_1">
    <p:spTree>
      <p:nvGrpSpPr>
        <p:cNvPr id="1005" name="Shape 1005"/>
        <p:cNvGrpSpPr/>
        <p:nvPr/>
      </p:nvGrpSpPr>
      <p:grpSpPr>
        <a:xfrm>
          <a:off x="0" y="0"/>
          <a:ext cx="0" cy="0"/>
        </a:xfrm>
      </p:grpSpPr>
      <p:sp>
        <p:nvSpPr>
          <p:cNvPr id="1006" name="Google Shape;1006;p9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07" name="Google Shape;1007;p90"/>
          <p:cNvPicPr preferRelativeResize="0"/>
          <p:nvPr/>
        </p:nvPicPr>
        <p:blipFill>
          <a:blip r:embed="rId1">
            <a:alphaModFix/>
          </a:blip>
          <a:srcRect t="1700" b="1710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08" name="Google Shape;1008;p90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90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10" name="Google Shape;1010;p90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11" name="Google Shape;1011;p90"/>
          <p:cNvSpPr txBox="1"/>
          <p:nvPr>
            <p:ph type="subTitle" idx="3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12" name="Google Shape;1012;p90"/>
          <p:cNvSpPr txBox="1"/>
          <p:nvPr>
            <p:ph type="subTitle" idx="4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8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1013" name="Shape 1013"/>
        <p:cNvGrpSpPr/>
        <p:nvPr/>
      </p:nvGrpSpPr>
      <p:grpSpPr>
        <a:xfrm>
          <a:off x="0" y="0"/>
          <a:ext cx="0" cy="0"/>
        </a:xfrm>
      </p:grpSpPr>
      <p:sp>
        <p:nvSpPr>
          <p:cNvPr id="1014" name="Google Shape;1014;p9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15" name="Google Shape;1015;p91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6" name="Google Shape;1016;p91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7" name="Google Shape;1017;p91"/>
          <p:cNvPicPr preferRelativeResize="0"/>
          <p:nvPr/>
        </p:nvPicPr>
        <p:blipFill>
          <a:blip r:embed="rId3">
            <a:alphaModFix/>
          </a:blip>
          <a:srcRect l="74624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18" name="Google Shape;1018;p91"/>
          <p:cNvCxnSpPr>
            <a:endCxn id="1019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20" name="Google Shape;1020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021" name="Google Shape;1021;p91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22" name="Google Shape;1022;p91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9" name="Google Shape;1019;p9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3" name="Google Shape;1023;p91"/>
          <p:cNvPicPr preferRelativeResize="0"/>
          <p:nvPr/>
        </p:nvPicPr>
        <p:blipFill>
          <a:blip r:embed="rId6">
            <a:alphaModFix/>
          </a:blip>
          <a:srcRect t="1700" b="1710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" name="Google Shape;1024;p9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5" name="Google Shape;1025;p91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9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1026" name="Shape 1026"/>
        <p:cNvGrpSpPr/>
        <p:nvPr/>
      </p:nvGrpSpPr>
      <p:grpSpPr>
        <a:xfrm>
          <a:off x="0" y="0"/>
          <a:ext cx="0" cy="0"/>
        </a:xfrm>
      </p:grpSpPr>
      <p:pic>
        <p:nvPicPr>
          <p:cNvPr id="1027" name="Google Shape;1027;p92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Google Shape;1028;p92"/>
          <p:cNvPicPr preferRelativeResize="0"/>
          <p:nvPr/>
        </p:nvPicPr>
        <p:blipFill>
          <a:blip r:embed="rId2">
            <a:alphaModFix/>
          </a:blip>
          <a:srcRect l="74624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9" name="Google Shape;1029;p92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0" name="Google Shape;1030;p92"/>
          <p:cNvPicPr preferRelativeResize="0"/>
          <p:nvPr/>
        </p:nvPicPr>
        <p:blipFill>
          <a:blip r:embed="rId2">
            <a:alphaModFix/>
          </a:blip>
          <a:srcRect l="74624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1" name="Google Shape;1031;p92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2" name="Google Shape;1032;p92"/>
          <p:cNvPicPr preferRelativeResize="0"/>
          <p:nvPr/>
        </p:nvPicPr>
        <p:blipFill>
          <a:blip r:embed="rId2">
            <a:alphaModFix/>
          </a:blip>
          <a:srcRect l="74624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33" name="Google Shape;1033;p92"/>
          <p:cNvCxnSpPr>
            <a:endCxn id="1034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34" name="Google Shape;1034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5" name="Google Shape;1035;p9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036" name="Google Shape;1036;p92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37" name="Google Shape;1037;p92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38" name="Google Shape;1038;p92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39" name="Google Shape;1039;p9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92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41" name="Google Shape;1041;p92"/>
          <p:cNvPicPr preferRelativeResize="0"/>
          <p:nvPr/>
        </p:nvPicPr>
        <p:blipFill>
          <a:blip r:embed="rId8">
            <a:alphaModFix/>
          </a:blip>
          <a:srcRect t="1700" b="1710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42" name="Google Shape;1042;p92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3" name="Google Shape;1043;p92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9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1044" name="Shape 1044"/>
        <p:cNvGrpSpPr/>
        <p:nvPr/>
      </p:nvGrpSpPr>
      <p:grpSpPr>
        <a:xfrm>
          <a:off x="0" y="0"/>
          <a:ext cx="0" cy="0"/>
        </a:xfrm>
      </p:grpSpPr>
      <p:pic>
        <p:nvPicPr>
          <p:cNvPr id="1045" name="Google Shape;1045;p93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6" name="Google Shape;1046;p93"/>
          <p:cNvPicPr preferRelativeResize="0"/>
          <p:nvPr/>
        </p:nvPicPr>
        <p:blipFill>
          <a:blip r:embed="rId2">
            <a:alphaModFix/>
          </a:blip>
          <a:srcRect l="74624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7" name="Google Shape;1047;p93"/>
          <p:cNvPicPr preferRelativeResize="0"/>
          <p:nvPr/>
        </p:nvPicPr>
        <p:blipFill>
          <a:blip r:embed="rId3">
            <a:alphaModFix/>
          </a:blip>
          <a:srcRect t="4387" b="4397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8" name="Google Shape;1048;p93"/>
          <p:cNvPicPr preferRelativeResize="0"/>
          <p:nvPr/>
        </p:nvPicPr>
        <p:blipFill>
          <a:blip r:embed="rId2">
            <a:alphaModFix/>
          </a:blip>
          <a:srcRect l="74624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9" name="Google Shape;1049;p93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0" name="Google Shape;1050;p93"/>
          <p:cNvPicPr preferRelativeResize="0"/>
          <p:nvPr/>
        </p:nvPicPr>
        <p:blipFill>
          <a:blip r:embed="rId2">
            <a:alphaModFix/>
          </a:blip>
          <a:srcRect l="74624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1" name="Google Shape;1051;p93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2" name="Google Shape;1052;p93"/>
          <p:cNvPicPr preferRelativeResize="0"/>
          <p:nvPr/>
        </p:nvPicPr>
        <p:blipFill>
          <a:blip r:embed="rId2">
            <a:alphaModFix/>
          </a:blip>
          <a:srcRect l="74624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53" name="Google Shape;1053;p93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54" name="Google Shape;1054;p9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5" name="Google Shape;1055;p9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6" name="Google Shape;1056;p9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057" name="Google Shape;1057;p93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58" name="Google Shape;1058;p93"/>
          <p:cNvSpPr txBox="1"/>
          <p:nvPr>
            <p:ph type="title" idx="2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59" name="Google Shape;1059;p93"/>
          <p:cNvSpPr txBox="1"/>
          <p:nvPr>
            <p:ph type="title" idx="3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60" name="Google Shape;1060;p93"/>
          <p:cNvSpPr txBox="1"/>
          <p:nvPr>
            <p:ph type="title" idx="4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61" name="Google Shape;1061;p9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062" name="Google Shape;1062;p93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63" name="Google Shape;1063;p93"/>
          <p:cNvPicPr preferRelativeResize="0"/>
          <p:nvPr/>
        </p:nvPicPr>
        <p:blipFill>
          <a:blip r:embed="rId10">
            <a:alphaModFix/>
          </a:blip>
          <a:srcRect t="1700" b="1710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64" name="Google Shape;1064;p93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5" name="Google Shape;1065;p93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9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1066" name="Shape 1066"/>
        <p:cNvGrpSpPr/>
        <p:nvPr/>
      </p:nvGrpSpPr>
      <p:grpSpPr>
        <a:xfrm>
          <a:off x="0" y="0"/>
          <a:ext cx="0" cy="0"/>
        </a:xfrm>
      </p:grpSpPr>
      <p:pic>
        <p:nvPicPr>
          <p:cNvPr id="1067" name="Google Shape;1067;p9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8" name="Google Shape;1068;p94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69" name="Google Shape;1069;p9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70" name="Google Shape;1070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071" name="Google Shape;1071;p9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2" name="Google Shape;1072;p9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9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1073" name="Shape 1073"/>
        <p:cNvGrpSpPr/>
        <p:nvPr/>
      </p:nvGrpSpPr>
      <p:grpSpPr>
        <a:xfrm>
          <a:off x="0" y="0"/>
          <a:ext cx="0" cy="0"/>
        </a:xfrm>
      </p:grpSpPr>
      <p:pic>
        <p:nvPicPr>
          <p:cNvPr id="1074" name="Google Shape;1074;p95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75" name="Google Shape;1075;p9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76" name="Google Shape;1076;p9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77" name="Google Shape;1077;p9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8" name="Google Shape;1078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079" name="Google Shape;1079;p9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9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1080" name="Shape 1080"/>
        <p:cNvGrpSpPr/>
        <p:nvPr/>
      </p:nvGrpSpPr>
      <p:grpSpPr>
        <a:xfrm>
          <a:off x="0" y="0"/>
          <a:ext cx="0" cy="0"/>
        </a:xfrm>
      </p:grpSpPr>
      <p:pic>
        <p:nvPicPr>
          <p:cNvPr id="1081" name="Google Shape;1081;p96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82" name="Google Shape;1082;p9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83" name="Google Shape;1083;p9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84" name="Google Shape;1084;p96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5" name="Google Shape;1085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086" name="Google Shape;1086;p9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9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1087" name="Shape 1087"/>
        <p:cNvGrpSpPr/>
        <p:nvPr/>
      </p:nvGrpSpPr>
      <p:grpSpPr>
        <a:xfrm>
          <a:off x="0" y="0"/>
          <a:ext cx="0" cy="0"/>
        </a:xfrm>
      </p:grpSpPr>
      <p:pic>
        <p:nvPicPr>
          <p:cNvPr id="1088" name="Google Shape;1088;p97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89" name="Google Shape;1089;p9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90" name="Google Shape;1090;p9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91" name="Google Shape;1091;p97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2" name="Google Shape;1092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093" name="Google Shape;1093;p9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9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1094" name="Shape 1094"/>
        <p:cNvGrpSpPr/>
        <p:nvPr/>
      </p:nvGrpSpPr>
      <p:grpSpPr>
        <a:xfrm>
          <a:off x="0" y="0"/>
          <a:ext cx="0" cy="0"/>
        </a:xfrm>
      </p:grpSpPr>
      <p:sp>
        <p:nvSpPr>
          <p:cNvPr id="1095" name="Google Shape;1095;p98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96" name="Google Shape;1096;p9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7" name="Google Shape;1097;p9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98" name="Google Shape;1098;p98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99" name="Google Shape;1099;p98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0" name="Google Shape;1100;p98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101" name="Google Shape;1101;p9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102" name="Google Shape;1102;p9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3" name="Google Shape;1103;p9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04" name="Google Shape;1104;p9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105" name="Google Shape;1105;p9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6" name="Google Shape;1106;p9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9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1107" name="Shape 1107"/>
        <p:cNvGrpSpPr/>
        <p:nvPr/>
      </p:nvGrpSpPr>
      <p:grpSpPr>
        <a:xfrm>
          <a:off x="0" y="0"/>
          <a:ext cx="0" cy="0"/>
        </a:xfrm>
      </p:grpSpPr>
      <p:sp>
        <p:nvSpPr>
          <p:cNvPr id="1108" name="Google Shape;1108;p9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09" name="Google Shape;1109;p99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0" name="Google Shape;1110;p9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11" name="Google Shape;1111;p99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12" name="Google Shape;1112;p99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13" name="Google Shape;1113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114" name="Google Shape;1114;p9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115" name="Google Shape;1115;p9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6" name="Google Shape;1116;p9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7" name="Google Shape;1117;p9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118" name="Google Shape;1118;p9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9" name="Google Shape;1119;p9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9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1120" name="Shape 1120"/>
        <p:cNvGrpSpPr/>
        <p:nvPr/>
      </p:nvGrpSpPr>
      <p:grpSpPr>
        <a:xfrm>
          <a:off x="0" y="0"/>
          <a:ext cx="0" cy="0"/>
        </a:xfrm>
      </p:grpSpPr>
      <p:sp>
        <p:nvSpPr>
          <p:cNvPr id="1121" name="Google Shape;1121;p100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22" name="Google Shape;1122;p100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23" name="Google Shape;1123;p10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24" name="Google Shape;1124;p100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5" name="Google Shape;1125;p100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6" name="Google Shape;1126;p10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127" name="Google Shape;1127;p100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128" name="Google Shape;1128;p10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9" name="Google Shape;1129;p100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0" name="Google Shape;1130;p100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131" name="Google Shape;1131;p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2" name="Google Shape;1132;p100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9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133" name="Shape 1133"/>
        <p:cNvGrpSpPr/>
        <p:nvPr/>
      </p:nvGrpSpPr>
      <p:grpSpPr>
        <a:xfrm>
          <a:off x="0" y="0"/>
          <a:ext cx="0" cy="0"/>
        </a:xfrm>
      </p:grpSpPr>
      <p:sp>
        <p:nvSpPr>
          <p:cNvPr id="1134" name="Google Shape;1134;p101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35" name="Google Shape;1135;p101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36" name="Google Shape;1136;p10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37" name="Google Shape;1137;p101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38" name="Google Shape;1138;p101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39" name="Google Shape;1139;p10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140" name="Google Shape;1140;p101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141" name="Google Shape;1141;p10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2" name="Google Shape;1142;p101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3" name="Google Shape;1143;p101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144" name="Google Shape;1144;p10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5" name="Google Shape;1145;p101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0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1146" name="Shape 1146"/>
        <p:cNvGrpSpPr/>
        <p:nvPr/>
      </p:nvGrpSpPr>
      <p:grpSpPr>
        <a:xfrm>
          <a:off x="0" y="0"/>
          <a:ext cx="0" cy="0"/>
        </a:xfrm>
      </p:grpSpPr>
      <p:pic>
        <p:nvPicPr>
          <p:cNvPr id="1147" name="Google Shape;1147;p10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8" name="Google Shape;1148;p10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9" name="Google Shape;1149;p10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50" name="Google Shape;1150;p10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51" name="Google Shape;1151;p10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2" name="Google Shape;1152;p10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3" name="Google Shape;1153;p10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4" name="Google Shape;1154;p102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55" name="Google Shape;1155;p102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56" name="Google Shape;1156;p10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157" name="Google Shape;1157;p102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58" name="Google Shape;1158;p10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9" name="Google Shape;1159;p10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60" name="Google Shape;1160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1" name="Google Shape;1161;p10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2" name="Google Shape;1162;p10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163" name="Google Shape;1163;p10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164" name="Google Shape;1164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5" name="Google Shape;1165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6" name="Google Shape;1166;p10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167" name="Google Shape;1167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8" name="Google Shape;1168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0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1169" name="Shape 1169"/>
        <p:cNvGrpSpPr/>
        <p:nvPr/>
      </p:nvGrpSpPr>
      <p:grpSpPr>
        <a:xfrm>
          <a:off x="0" y="0"/>
          <a:ext cx="0" cy="0"/>
        </a:xfrm>
      </p:grpSpPr>
      <p:pic>
        <p:nvPicPr>
          <p:cNvPr id="1170" name="Google Shape;1170;p103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1" name="Google Shape;1171;p10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72" name="Google Shape;1172;p10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3" name="Google Shape;1173;p10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4" name="Google Shape;1174;p10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5" name="Google Shape;1175;p103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76" name="Google Shape;1176;p10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177" name="Google Shape;1177;p10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8" name="Google Shape;1178;p10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9" name="Google Shape;1179;p10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0" name="Google Shape;1180;p103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1" name="Google Shape;1181;p103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82" name="Google Shape;1182;p10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183" name="Google Shape;1183;p10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4" name="Google Shape;1184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5" name="Google Shape;1185;p10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186" name="Google Shape;1186;p10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7" name="Google Shape;1187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88" name="Google Shape;1188;p1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9" name="Google Shape;1189;p1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0" name="Google Shape;1190;p10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1" name="Google Shape;1191;p10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0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1192" name="Shape 1192"/>
        <p:cNvGrpSpPr/>
        <p:nvPr/>
      </p:nvGrpSpPr>
      <p:grpSpPr>
        <a:xfrm>
          <a:off x="0" y="0"/>
          <a:ext cx="0" cy="0"/>
        </a:xfrm>
      </p:grpSpPr>
      <p:pic>
        <p:nvPicPr>
          <p:cNvPr id="1193" name="Google Shape;1193;p104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94" name="Google Shape;1194;p10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95" name="Google Shape;1195;p104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6" name="Google Shape;1196;p104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7" name="Google Shape;1197;p104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8" name="Google Shape;1198;p104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99" name="Google Shape;1199;p104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200" name="Google Shape;1200;p10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1" name="Google Shape;1201;p10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2" name="Google Shape;1202;p10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03" name="Google Shape;1203;p104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4" name="Google Shape;1204;p104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05" name="Google Shape;1205;p104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206" name="Google Shape;1206;p10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7" name="Google Shape;1207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8" name="Google Shape;1208;p104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209" name="Google Shape;1209;p10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0" name="Google Shape;1210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211" name="Google Shape;1211;p10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2" name="Google Shape;1212;p10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3" name="Google Shape;1213;p104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4" name="Google Shape;1214;p104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0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1215" name="Shape 1215"/>
        <p:cNvGrpSpPr/>
        <p:nvPr/>
      </p:nvGrpSpPr>
      <p:grpSpPr>
        <a:xfrm>
          <a:off x="0" y="0"/>
          <a:ext cx="0" cy="0"/>
        </a:xfrm>
      </p:grpSpPr>
      <p:pic>
        <p:nvPicPr>
          <p:cNvPr id="1216" name="Google Shape;1216;p105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7" name="Google Shape;1217;p10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18" name="Google Shape;1218;p105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9" name="Google Shape;1219;p105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0" name="Google Shape;1220;p105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1" name="Google Shape;1221;p105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2" name="Google Shape;1222;p105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223" name="Google Shape;1223;p10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4" name="Google Shape;1224;p10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5" name="Google Shape;1225;p10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6" name="Google Shape;1226;p105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7" name="Google Shape;1227;p105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28" name="Google Shape;1228;p105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229" name="Google Shape;1229;p10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0" name="Google Shape;1230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1" name="Google Shape;1231;p105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232" name="Google Shape;1232;p10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3" name="Google Shape;1233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234" name="Google Shape;1234;p10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5" name="Google Shape;1235;p10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6" name="Google Shape;1236;p105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7" name="Google Shape;1237;p105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0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238" name="Shape 1238"/>
        <p:cNvGrpSpPr/>
        <p:nvPr/>
      </p:nvGrpSpPr>
      <p:grpSpPr>
        <a:xfrm>
          <a:off x="0" y="0"/>
          <a:ext cx="0" cy="0"/>
        </a:xfrm>
      </p:grpSpPr>
      <p:pic>
        <p:nvPicPr>
          <p:cNvPr id="1239" name="Google Shape;1239;p10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0" name="Google Shape;1240;p10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41" name="Google Shape;1241;p10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42" name="Google Shape;1242;p10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3" name="Google Shape;1243;p10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4" name="Google Shape;1244;p10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45" name="Google Shape;1245;p106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6" name="Google Shape;1246;p106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7" name="Google Shape;1247;p106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48" name="Google Shape;1248;p10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249" name="Google Shape;1249;p10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0" name="Google Shape;1250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1" name="Google Shape;1251;p10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252" name="Google Shape;1252;p10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3" name="Google Shape;1253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4" name="Google Shape;1254;p10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255" name="Google Shape;1255;p10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6" name="Google Shape;1256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0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257" name="Shape 1257"/>
        <p:cNvGrpSpPr/>
        <p:nvPr/>
      </p:nvGrpSpPr>
      <p:grpSpPr>
        <a:xfrm>
          <a:off x="0" y="0"/>
          <a:ext cx="0" cy="0"/>
        </a:xfrm>
      </p:grpSpPr>
      <p:pic>
        <p:nvPicPr>
          <p:cNvPr id="1258" name="Google Shape;1258;p107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59" name="Google Shape;1259;p10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60" name="Google Shape;1260;p10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61" name="Google Shape;1261;p10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2" name="Google Shape;1262;p10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3" name="Google Shape;1263;p10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64" name="Google Shape;1264;p107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65" name="Google Shape;1265;p107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66" name="Google Shape;1266;p107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67" name="Google Shape;1267;p10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268" name="Google Shape;1268;p10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9" name="Google Shape;1269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0" name="Google Shape;1270;p10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271" name="Google Shape;1271;p10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2" name="Google Shape;1272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3" name="Google Shape;1273;p10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274" name="Google Shape;1274;p10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5" name="Google Shape;1275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0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276" name="Shape 1276"/>
        <p:cNvGrpSpPr/>
        <p:nvPr/>
      </p:nvGrpSpPr>
      <p:grpSpPr>
        <a:xfrm>
          <a:off x="0" y="0"/>
          <a:ext cx="0" cy="0"/>
        </a:xfrm>
      </p:grpSpPr>
      <p:pic>
        <p:nvPicPr>
          <p:cNvPr id="1277" name="Google Shape;1277;p108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78" name="Google Shape;1278;p10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79" name="Google Shape;1279;p10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80" name="Google Shape;1280;p10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1" name="Google Shape;1281;p10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2" name="Google Shape;1282;p10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83" name="Google Shape;1283;p108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84" name="Google Shape;1284;p108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85" name="Google Shape;1285;p108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86" name="Google Shape;1286;p108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287" name="Google Shape;1287;p10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8" name="Google Shape;1288;p10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9" name="Google Shape;1289;p108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290" name="Google Shape;1290;p10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1" name="Google Shape;1291;p10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2" name="Google Shape;1292;p108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293" name="Google Shape;1293;p10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4" name="Google Shape;1294;p10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0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295" name="Shape 1295"/>
        <p:cNvGrpSpPr/>
        <p:nvPr/>
      </p:nvGrpSpPr>
      <p:grpSpPr>
        <a:xfrm>
          <a:off x="0" y="0"/>
          <a:ext cx="0" cy="0"/>
        </a:xfrm>
      </p:grpSpPr>
      <p:pic>
        <p:nvPicPr>
          <p:cNvPr id="1296" name="Google Shape;1296;p109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97" name="Google Shape;1297;p10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98" name="Google Shape;1298;p10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99" name="Google Shape;1299;p10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0" name="Google Shape;1300;p10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1" name="Google Shape;1301;p10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02" name="Google Shape;1302;p109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03" name="Google Shape;1303;p109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04" name="Google Shape;1304;p109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305" name="Google Shape;1305;p109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306" name="Google Shape;1306;p10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7" name="Google Shape;1307;p10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8" name="Google Shape;1308;p109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309" name="Google Shape;1309;p10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0" name="Google Shape;1310;p10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11" name="Google Shape;1311;p109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312" name="Google Shape;1312;p10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3" name="Google Shape;1313;p10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0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314" name="Shape 1314"/>
        <p:cNvGrpSpPr/>
        <p:nvPr/>
      </p:nvGrpSpPr>
      <p:grpSpPr>
        <a:xfrm>
          <a:off x="0" y="0"/>
          <a:ext cx="0" cy="0"/>
        </a:xfrm>
      </p:grpSpPr>
      <p:pic>
        <p:nvPicPr>
          <p:cNvPr id="1315" name="Google Shape;1315;p1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16" name="Google Shape;1316;p11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17" name="Google Shape;1317;p11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18" name="Google Shape;1318;p1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9" name="Google Shape;1319;p11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0" name="Google Shape;1320;p11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1" name="Google Shape;1321;p110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22" name="Google Shape;1322;p110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23" name="Google Shape;1323;p110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24" name="Google Shape;1324;p110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325" name="Google Shape;1325;p11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326" name="Google Shape;1326;p11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7" name="Google Shape;1327;p11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8" name="Google Shape;1328;p11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329" name="Google Shape;1329;p11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0" name="Google Shape;1330;p11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1" name="Google Shape;1331;p11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332" name="Google Shape;1332;p11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3" name="Google Shape;1333;p11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4" name="Google Shape;1334;p11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335" name="Google Shape;1335;p11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6" name="Google Shape;1336;p11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0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337" name="Shape 1337"/>
        <p:cNvGrpSpPr/>
        <p:nvPr/>
      </p:nvGrpSpPr>
      <p:grpSpPr>
        <a:xfrm>
          <a:off x="0" y="0"/>
          <a:ext cx="0" cy="0"/>
        </a:xfrm>
      </p:grpSpPr>
      <p:pic>
        <p:nvPicPr>
          <p:cNvPr id="1338" name="Google Shape;1338;p111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9" name="Google Shape;1339;p11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40" name="Google Shape;1340;p11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41" name="Google Shape;1341;p1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2" name="Google Shape;1342;p11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3" name="Google Shape;1343;p11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44" name="Google Shape;1344;p111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45" name="Google Shape;1345;p111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46" name="Google Shape;1346;p111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47" name="Google Shape;1347;p111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348" name="Google Shape;1348;p11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349" name="Google Shape;1349;p11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0" name="Google Shape;1350;p11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1" name="Google Shape;1351;p11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352" name="Google Shape;1352;p11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3" name="Google Shape;1353;p11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4" name="Google Shape;1354;p11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355" name="Google Shape;1355;p11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6" name="Google Shape;1356;p11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7" name="Google Shape;1357;p11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358" name="Google Shape;1358;p11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9" name="Google Shape;1359;p11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360" name="Shape 1360"/>
        <p:cNvGrpSpPr/>
        <p:nvPr/>
      </p:nvGrpSpPr>
      <p:grpSpPr>
        <a:xfrm>
          <a:off x="0" y="0"/>
          <a:ext cx="0" cy="0"/>
        </a:xfrm>
      </p:grpSpPr>
      <p:pic>
        <p:nvPicPr>
          <p:cNvPr id="1361" name="Google Shape;1361;p112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62" name="Google Shape;1362;p11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63" name="Google Shape;1363;p112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64" name="Google Shape;1364;p1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5" name="Google Shape;1365;p11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6" name="Google Shape;1366;p11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67" name="Google Shape;1367;p112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68" name="Google Shape;1368;p112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69" name="Google Shape;1369;p112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70" name="Google Shape;1370;p112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371" name="Google Shape;1371;p112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372" name="Google Shape;1372;p1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3" name="Google Shape;1373;p11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74" name="Google Shape;1374;p112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375" name="Google Shape;1375;p1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6" name="Google Shape;1376;p11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77" name="Google Shape;1377;p112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378" name="Google Shape;1378;p1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9" name="Google Shape;1379;p11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80" name="Google Shape;1380;p112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381" name="Google Shape;1381;p1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2" name="Google Shape;1382;p11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383" name="Shape 1383"/>
        <p:cNvGrpSpPr/>
        <p:nvPr/>
      </p:nvGrpSpPr>
      <p:grpSpPr>
        <a:xfrm>
          <a:off x="0" y="0"/>
          <a:ext cx="0" cy="0"/>
        </a:xfrm>
      </p:grpSpPr>
      <p:pic>
        <p:nvPicPr>
          <p:cNvPr id="1384" name="Google Shape;1384;p113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5" name="Google Shape;1385;p1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86" name="Google Shape;1386;p113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87" name="Google Shape;1387;p1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8" name="Google Shape;1388;p11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9" name="Google Shape;1389;p11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90" name="Google Shape;1390;p113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91" name="Google Shape;1391;p113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92" name="Google Shape;1392;p113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93" name="Google Shape;1393;p113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394" name="Google Shape;1394;p113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395" name="Google Shape;1395;p1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6" name="Google Shape;1396;p11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97" name="Google Shape;1397;p113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398" name="Google Shape;1398;p1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9" name="Google Shape;1399;p11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00" name="Google Shape;1400;p113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401" name="Google Shape;1401;p1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2" name="Google Shape;1402;p11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03" name="Google Shape;1403;p113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404" name="Google Shape;1404;p1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5" name="Google Shape;1405;p11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1406" name="Shape 1406"/>
        <p:cNvGrpSpPr/>
        <p:nvPr/>
      </p:nvGrpSpPr>
      <p:grpSpPr>
        <a:xfrm>
          <a:off x="0" y="0"/>
          <a:ext cx="0" cy="0"/>
        </a:xfrm>
      </p:grpSpPr>
      <p:pic>
        <p:nvPicPr>
          <p:cNvPr id="1407" name="Google Shape;1407;p1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8" name="Google Shape;1408;p11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09" name="Google Shape;1409;p11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410" name="Google Shape;1410;p1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1" name="Google Shape;1411;p11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2" name="Google Shape;1412;p11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13" name="Google Shape;1413;p114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414" name="Google Shape;1414;p114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415" name="Google Shape;1415;p114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1416" name="Google Shape;1416;p11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417" name="Google Shape;1417;p1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8" name="Google Shape;1418;p11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19" name="Google Shape;1419;p11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420" name="Google Shape;1420;p1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1" name="Google Shape;1421;p11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22" name="Google Shape;1422;p11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423" name="Google Shape;1423;p1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4" name="Google Shape;1424;p11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425" name="Shape 1425"/>
        <p:cNvGrpSpPr/>
        <p:nvPr/>
      </p:nvGrpSpPr>
      <p:grpSpPr>
        <a:xfrm>
          <a:off x="0" y="0"/>
          <a:ext cx="0" cy="0"/>
        </a:xfrm>
      </p:grpSpPr>
      <p:pic>
        <p:nvPicPr>
          <p:cNvPr id="1426" name="Google Shape;1426;p115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7" name="Google Shape;1427;p11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28" name="Google Shape;1428;p11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429" name="Google Shape;1429;p1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0" name="Google Shape;1430;p11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1" name="Google Shape;1431;p11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32" name="Google Shape;1432;p115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433" name="Google Shape;1433;p115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434" name="Google Shape;1434;p115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1435" name="Google Shape;1435;p11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436" name="Google Shape;1436;p1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7" name="Google Shape;1437;p11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38" name="Google Shape;1438;p11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439" name="Google Shape;1439;p1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0" name="Google Shape;1440;p11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41" name="Google Shape;1441;p11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442" name="Google Shape;1442;p1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3" name="Google Shape;1443;p11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444" name="Shape 1444"/>
        <p:cNvGrpSpPr/>
        <p:nvPr/>
      </p:nvGrpSpPr>
      <p:grpSpPr>
        <a:xfrm>
          <a:off x="0" y="0"/>
          <a:ext cx="0" cy="0"/>
        </a:xfrm>
      </p:grpSpPr>
      <p:pic>
        <p:nvPicPr>
          <p:cNvPr id="1445" name="Google Shape;1445;p116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6" name="Google Shape;1446;p11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47" name="Google Shape;1447;p11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448" name="Google Shape;1448;p1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9" name="Google Shape;1449;p11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0" name="Google Shape;1450;p11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51" name="Google Shape;1451;p116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452" name="Google Shape;1452;p116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453" name="Google Shape;1453;p116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1454" name="Google Shape;1454;p116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455" name="Google Shape;1455;p1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6" name="Google Shape;1456;p11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57" name="Google Shape;1457;p116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458" name="Google Shape;1458;p1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9" name="Google Shape;1459;p11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60" name="Google Shape;1460;p116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461" name="Google Shape;1461;p1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2" name="Google Shape;1462;p11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463" name="Shape 1463"/>
        <p:cNvGrpSpPr/>
        <p:nvPr/>
      </p:nvGrpSpPr>
      <p:grpSpPr>
        <a:xfrm>
          <a:off x="0" y="0"/>
          <a:ext cx="0" cy="0"/>
        </a:xfrm>
      </p:grpSpPr>
      <p:pic>
        <p:nvPicPr>
          <p:cNvPr id="1464" name="Google Shape;1464;p117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5" name="Google Shape;1465;p1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66" name="Google Shape;1466;p11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467" name="Google Shape;1467;p1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8" name="Google Shape;1468;p11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9" name="Google Shape;1469;p11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70" name="Google Shape;1470;p117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471" name="Google Shape;1471;p117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472" name="Google Shape;1472;p117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1473" name="Google Shape;1473;p117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474" name="Google Shape;1474;p1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75" name="Google Shape;1475;p11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76" name="Google Shape;1476;p117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477" name="Google Shape;1477;p1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78" name="Google Shape;1478;p11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79" name="Google Shape;1479;p117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480" name="Google Shape;1480;p1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1" name="Google Shape;1481;p11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1482" name="Shape 1482"/>
        <p:cNvGrpSpPr/>
        <p:nvPr/>
      </p:nvGrpSpPr>
      <p:grpSpPr>
        <a:xfrm>
          <a:off x="0" y="0"/>
          <a:ext cx="0" cy="0"/>
        </a:xfrm>
      </p:grpSpPr>
      <p:pic>
        <p:nvPicPr>
          <p:cNvPr id="1483" name="Google Shape;1483;p1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84" name="Google Shape;1484;p11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85" name="Google Shape;1485;p11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486" name="Google Shape;1486;p1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7" name="Google Shape;1487;p11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8" name="Google Shape;1488;p11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1489" name="Shape 1489"/>
        <p:cNvGrpSpPr/>
        <p:nvPr/>
      </p:nvGrpSpPr>
      <p:grpSpPr>
        <a:xfrm>
          <a:off x="0" y="0"/>
          <a:ext cx="0" cy="0"/>
        </a:xfrm>
      </p:grpSpPr>
      <p:pic>
        <p:nvPicPr>
          <p:cNvPr id="1490" name="Google Shape;1490;p119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1" name="Google Shape;1491;p11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92" name="Google Shape;1492;p11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493" name="Google Shape;1493;p1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4" name="Google Shape;1494;p11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5" name="Google Shape;1495;p11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1496" name="Shape 1496"/>
        <p:cNvGrpSpPr/>
        <p:nvPr/>
      </p:nvGrpSpPr>
      <p:grpSpPr>
        <a:xfrm>
          <a:off x="0" y="0"/>
          <a:ext cx="0" cy="0"/>
        </a:xfrm>
      </p:grpSpPr>
      <p:pic>
        <p:nvPicPr>
          <p:cNvPr id="1497" name="Google Shape;1497;p120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8" name="Google Shape;1498;p12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99" name="Google Shape;1499;p12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500" name="Google Shape;1500;p1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1" name="Google Shape;1501;p12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2" name="Google Shape;1502;p1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1503" name="Shape 1503"/>
        <p:cNvGrpSpPr/>
        <p:nvPr/>
      </p:nvGrpSpPr>
      <p:grpSpPr>
        <a:xfrm>
          <a:off x="0" y="0"/>
          <a:ext cx="0" cy="0"/>
        </a:xfrm>
      </p:grpSpPr>
      <p:pic>
        <p:nvPicPr>
          <p:cNvPr id="1504" name="Google Shape;1504;p121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05" name="Google Shape;1505;p12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06" name="Google Shape;1506;p12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507" name="Google Shape;1507;p1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8" name="Google Shape;1508;p12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9" name="Google Shape;1509;p1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1510" name="Shape 1510"/>
        <p:cNvGrpSpPr/>
        <p:nvPr/>
      </p:nvGrpSpPr>
      <p:grpSpPr>
        <a:xfrm>
          <a:off x="0" y="0"/>
          <a:ext cx="0" cy="0"/>
        </a:xfrm>
      </p:grpSpPr>
      <p:pic>
        <p:nvPicPr>
          <p:cNvPr id="1511" name="Google Shape;1511;p12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12" name="Google Shape;1512;p1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13" name="Google Shape;1513;p12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514" name="Google Shape;1514;p1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5" name="Google Shape;1515;p12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6" name="Google Shape;1516;p12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17" name="Google Shape;1517;p12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1518" name="Shape 1518"/>
        <p:cNvGrpSpPr/>
        <p:nvPr/>
      </p:nvGrpSpPr>
      <p:grpSpPr>
        <a:xfrm>
          <a:off x="0" y="0"/>
          <a:ext cx="0" cy="0"/>
        </a:xfrm>
      </p:grpSpPr>
      <p:pic>
        <p:nvPicPr>
          <p:cNvPr id="1519" name="Google Shape;1519;p123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20" name="Google Shape;1520;p1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21" name="Google Shape;1521;p12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22" name="Google Shape;1522;p12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23" name="Google Shape;1523;p1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4" name="Google Shape;1524;p12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25" name="Google Shape;1525;p12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1526" name="Shape 1526"/>
        <p:cNvGrpSpPr/>
        <p:nvPr/>
      </p:nvGrpSpPr>
      <p:grpSpPr>
        <a:xfrm>
          <a:off x="0" y="0"/>
          <a:ext cx="0" cy="0"/>
        </a:xfrm>
      </p:grpSpPr>
      <p:pic>
        <p:nvPicPr>
          <p:cNvPr id="1527" name="Google Shape;1527;p124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28" name="Google Shape;1528;p1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29" name="Google Shape;1529;p12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30" name="Google Shape;1530;p12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31" name="Google Shape;1531;p1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2" name="Google Shape;1532;p12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33" name="Google Shape;1533;p12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1534" name="Shape 1534"/>
        <p:cNvGrpSpPr/>
        <p:nvPr/>
      </p:nvGrpSpPr>
      <p:grpSpPr>
        <a:xfrm>
          <a:off x="0" y="0"/>
          <a:ext cx="0" cy="0"/>
        </a:xfrm>
      </p:grpSpPr>
      <p:pic>
        <p:nvPicPr>
          <p:cNvPr id="1535" name="Google Shape;1535;p125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36" name="Google Shape;1536;p1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37" name="Google Shape;1537;p12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38" name="Google Shape;1538;p12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39" name="Google Shape;1539;p1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0" name="Google Shape;1540;p12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41" name="Google Shape;1541;p12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1542" name="Shape 1542"/>
        <p:cNvGrpSpPr/>
        <p:nvPr/>
      </p:nvGrpSpPr>
      <p:grpSpPr>
        <a:xfrm>
          <a:off x="0" y="0"/>
          <a:ext cx="0" cy="0"/>
        </a:xfrm>
      </p:grpSpPr>
      <p:pic>
        <p:nvPicPr>
          <p:cNvPr id="1543" name="Google Shape;1543;p12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44" name="Google Shape;1544;p1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45" name="Google Shape;1545;p12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546" name="Google Shape;1546;p1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7" name="Google Shape;1547;p12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8" name="Google Shape;1548;p12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49" name="Google Shape;1549;p12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550" name="Shape 1550"/>
        <p:cNvGrpSpPr/>
        <p:nvPr/>
      </p:nvGrpSpPr>
      <p:grpSpPr>
        <a:xfrm>
          <a:off x="0" y="0"/>
          <a:ext cx="0" cy="0"/>
        </a:xfrm>
      </p:grpSpPr>
      <p:pic>
        <p:nvPicPr>
          <p:cNvPr id="1551" name="Google Shape;1551;p127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52" name="Google Shape;1552;p1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53" name="Google Shape;1553;p12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54" name="Google Shape;1554;p12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55" name="Google Shape;1555;p1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6" name="Google Shape;1556;p12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57" name="Google Shape;1557;p12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1558" name="Shape 1558"/>
        <p:cNvGrpSpPr/>
        <p:nvPr/>
      </p:nvGrpSpPr>
      <p:grpSpPr>
        <a:xfrm>
          <a:off x="0" y="0"/>
          <a:ext cx="0" cy="0"/>
        </a:xfrm>
      </p:grpSpPr>
      <p:pic>
        <p:nvPicPr>
          <p:cNvPr id="1559" name="Google Shape;1559;p128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60" name="Google Shape;1560;p1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61" name="Google Shape;1561;p12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62" name="Google Shape;1562;p1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63" name="Google Shape;1563;p1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4" name="Google Shape;1564;p12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5" name="Google Shape;1565;p12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1566" name="Shape 1566"/>
        <p:cNvGrpSpPr/>
        <p:nvPr/>
      </p:nvGrpSpPr>
      <p:grpSpPr>
        <a:xfrm>
          <a:off x="0" y="0"/>
          <a:ext cx="0" cy="0"/>
        </a:xfrm>
      </p:grpSpPr>
      <p:pic>
        <p:nvPicPr>
          <p:cNvPr id="1567" name="Google Shape;1567;p129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68" name="Google Shape;1568;p1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69" name="Google Shape;1569;p12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70" name="Google Shape;1570;p1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71" name="Google Shape;1571;p1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2" name="Google Shape;1572;p12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3" name="Google Shape;1573;p12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_1">
    <p:spTree>
      <p:nvGrpSpPr>
        <p:cNvPr id="1574" name="Shape 1574"/>
        <p:cNvGrpSpPr/>
        <p:nvPr/>
      </p:nvGrpSpPr>
      <p:grpSpPr>
        <a:xfrm>
          <a:off x="0" y="0"/>
          <a:ext cx="0" cy="0"/>
        </a:xfrm>
      </p:grpSpPr>
      <p:sp>
        <p:nvSpPr>
          <p:cNvPr id="1575" name="Google Shape;1575;p130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576" name="Google Shape;1576;p130"/>
          <p:cNvPicPr preferRelativeResize="0"/>
          <p:nvPr/>
        </p:nvPicPr>
        <p:blipFill>
          <a:blip r:embed="rId1">
            <a:alphaModFix/>
          </a:blip>
          <a:srcRect t="1700" b="1710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77" name="Google Shape;1577;p130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78" name="Google Shape;1578;p13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9" name="Google Shape;1579;p130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1580" name="Shape 1580"/>
        <p:cNvGrpSpPr/>
        <p:nvPr/>
      </p:nvGrpSpPr>
      <p:grpSpPr>
        <a:xfrm>
          <a:off x="0" y="0"/>
          <a:ext cx="0" cy="0"/>
        </a:xfrm>
      </p:grpSpPr>
      <p:sp>
        <p:nvSpPr>
          <p:cNvPr id="1581" name="Google Shape;1581;p131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582" name="Google Shape;1582;p131"/>
          <p:cNvPicPr preferRelativeResize="0"/>
          <p:nvPr/>
        </p:nvPicPr>
        <p:blipFill>
          <a:blip r:embed="rId1">
            <a:alphaModFix/>
          </a:blip>
          <a:srcRect t="1700" b="1710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83" name="Google Shape;1583;p131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84" name="Google Shape;1584;p13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5" name="Google Shape;1585;p131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1586" name="Shape 1586"/>
        <p:cNvGrpSpPr/>
        <p:nvPr/>
      </p:nvGrpSpPr>
      <p:grpSpPr>
        <a:xfrm>
          <a:off x="0" y="0"/>
          <a:ext cx="0" cy="0"/>
        </a:xfrm>
      </p:grpSpPr>
      <p:pic>
        <p:nvPicPr>
          <p:cNvPr id="1587" name="Google Shape;1587;p13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588" name="Google Shape;1588;p132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1589" name="Shape 1589"/>
        <p:cNvGrpSpPr/>
        <p:nvPr/>
      </p:nvGrpSpPr>
      <p:grpSpPr>
        <a:xfrm>
          <a:off x="0" y="0"/>
          <a:ext cx="0" cy="0"/>
        </a:xfrm>
      </p:grpSpPr>
      <p:sp>
        <p:nvSpPr>
          <p:cNvPr id="1590" name="Google Shape;1590;p133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1" name="Google Shape;1591;p133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2" name="Google Shape;1592;p133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3" name="Google Shape;1593;p133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4" name="Google Shape;1594;p133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5" name="Google Shape;1595;p133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6" name="Google Shape;1596;p133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7" name="Google Shape;1597;p133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8" name="Google Shape;1598;p133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1599" name="Shape 1599"/>
        <p:cNvGrpSpPr/>
        <p:nvPr/>
      </p:nvGrpSpPr>
      <p:grpSpPr>
        <a:xfrm>
          <a:off x="0" y="0"/>
          <a:ext cx="0" cy="0"/>
        </a:xfrm>
      </p:grpSpPr>
      <p:pic>
        <p:nvPicPr>
          <p:cNvPr id="1600" name="Google Shape;1600;p13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01" name="Google Shape;1601;p134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1602" name="Shape 1602"/>
        <p:cNvGrpSpPr/>
        <p:nvPr/>
      </p:nvGrpSpPr>
      <p:grpSpPr>
        <a:xfrm>
          <a:off x="0" y="0"/>
          <a:ext cx="0" cy="0"/>
        </a:xfrm>
      </p:grpSpPr>
      <p:sp>
        <p:nvSpPr>
          <p:cNvPr id="1603" name="Google Shape;1603;p135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.1 Keywords definitions (3)">
  <p:cSld name="CUSTOM_3_1_1_2">
    <p:spTree>
      <p:nvGrpSpPr>
        <p:cNvPr id="1604" name="Shape 1604"/>
        <p:cNvGrpSpPr/>
        <p:nvPr/>
      </p:nvGrpSpPr>
      <p:grpSpPr>
        <a:xfrm>
          <a:off x="0" y="0"/>
          <a:ext cx="0" cy="0"/>
        </a:xfrm>
      </p:grpSpPr>
      <p:sp>
        <p:nvSpPr>
          <p:cNvPr id="1605" name="Google Shape;1605;p13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606" name="Google Shape;1606;p136"/>
          <p:cNvPicPr preferRelativeResize="0"/>
          <p:nvPr/>
        </p:nvPicPr>
        <p:blipFill>
          <a:blip r:embed="rId1">
            <a:alphaModFix/>
          </a:blip>
          <a:srcRect t="1700" b="1710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07" name="Google Shape;1607;p13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8" name="Google Shape;1608;p136"/>
          <p:cNvSpPr txBox="1"/>
          <p:nvPr>
            <p:ph type="subTitle" idx="1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09" name="Google Shape;1609;p136"/>
          <p:cNvSpPr txBox="1"/>
          <p:nvPr>
            <p:ph type="subTitle" idx="2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10" name="Google Shape;1610;p136"/>
          <p:cNvSpPr txBox="1"/>
          <p:nvPr>
            <p:ph type="subTitle" idx="3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slideLayout" Target="../slideLayouts/slideLayout25.xml" /><Relationship Id="rId26" Type="http://schemas.openxmlformats.org/officeDocument/2006/relationships/slideLayout" Target="../slideLayouts/slideLayout26.xml" /><Relationship Id="rId27" Type="http://schemas.openxmlformats.org/officeDocument/2006/relationships/slideLayout" Target="../slideLayouts/slideLayout27.xml" /><Relationship Id="rId28" Type="http://schemas.openxmlformats.org/officeDocument/2006/relationships/slideLayout" Target="../slideLayouts/slideLayout28.xml" /><Relationship Id="rId29" Type="http://schemas.openxmlformats.org/officeDocument/2006/relationships/slideLayout" Target="../slideLayouts/slideLayout29.xml" /><Relationship Id="rId3" Type="http://schemas.openxmlformats.org/officeDocument/2006/relationships/slideLayout" Target="../slideLayouts/slideLayout3.xml" /><Relationship Id="rId30" Type="http://schemas.openxmlformats.org/officeDocument/2006/relationships/slideLayout" Target="../slideLayouts/slideLayout30.xml" /><Relationship Id="rId31" Type="http://schemas.openxmlformats.org/officeDocument/2006/relationships/slideLayout" Target="../slideLayouts/slideLayout31.xml" /><Relationship Id="rId32" Type="http://schemas.openxmlformats.org/officeDocument/2006/relationships/slideLayout" Target="../slideLayouts/slideLayout32.xml" /><Relationship Id="rId33" Type="http://schemas.openxmlformats.org/officeDocument/2006/relationships/slideLayout" Target="../slideLayouts/slideLayout33.xml" /><Relationship Id="rId34" Type="http://schemas.openxmlformats.org/officeDocument/2006/relationships/slideLayout" Target="../slideLayouts/slideLayout34.xml" /><Relationship Id="rId35" Type="http://schemas.openxmlformats.org/officeDocument/2006/relationships/slideLayout" Target="../slideLayouts/slideLayout35.xml" /><Relationship Id="rId36" Type="http://schemas.openxmlformats.org/officeDocument/2006/relationships/slideLayout" Target="../slideLayouts/slideLayout36.xml" /><Relationship Id="rId37" Type="http://schemas.openxmlformats.org/officeDocument/2006/relationships/slideLayout" Target="../slideLayouts/slideLayout37.xml" /><Relationship Id="rId38" Type="http://schemas.openxmlformats.org/officeDocument/2006/relationships/slideLayout" Target="../slideLayouts/slideLayout38.xml" /><Relationship Id="rId39" Type="http://schemas.openxmlformats.org/officeDocument/2006/relationships/slideLayout" Target="../slideLayouts/slideLayout39.xml" /><Relationship Id="rId4" Type="http://schemas.openxmlformats.org/officeDocument/2006/relationships/slideLayout" Target="../slideLayouts/slideLayout4.xml" /><Relationship Id="rId40" Type="http://schemas.openxmlformats.org/officeDocument/2006/relationships/slideLayout" Target="../slideLayouts/slideLayout40.xml" /><Relationship Id="rId41" Type="http://schemas.openxmlformats.org/officeDocument/2006/relationships/slideLayout" Target="../slideLayouts/slideLayout41.xml" /><Relationship Id="rId42" Type="http://schemas.openxmlformats.org/officeDocument/2006/relationships/slideLayout" Target="../slideLayouts/slideLayout42.xml" /><Relationship Id="rId43" Type="http://schemas.openxmlformats.org/officeDocument/2006/relationships/slideLayout" Target="../slideLayouts/slideLayout43.xml" /><Relationship Id="rId44" Type="http://schemas.openxmlformats.org/officeDocument/2006/relationships/slideLayout" Target="../slideLayouts/slideLayout44.xml" /><Relationship Id="rId45" Type="http://schemas.openxmlformats.org/officeDocument/2006/relationships/slideLayout" Target="../slideLayouts/slideLayout45.xml" /><Relationship Id="rId46" Type="http://schemas.openxmlformats.org/officeDocument/2006/relationships/slideLayout" Target="../slideLayouts/slideLayout46.xml" /><Relationship Id="rId47" Type="http://schemas.openxmlformats.org/officeDocument/2006/relationships/slideLayout" Target="../slideLayouts/slideLayout47.xml" /><Relationship Id="rId48" Type="http://schemas.openxmlformats.org/officeDocument/2006/relationships/slideLayout" Target="../slideLayouts/slideLayout48.xml" /><Relationship Id="rId49" Type="http://schemas.openxmlformats.org/officeDocument/2006/relationships/slideLayout" Target="../slideLayouts/slideLayout49.xml" /><Relationship Id="rId5" Type="http://schemas.openxmlformats.org/officeDocument/2006/relationships/slideLayout" Target="../slideLayouts/slideLayout5.xml" /><Relationship Id="rId50" Type="http://schemas.openxmlformats.org/officeDocument/2006/relationships/slideLayout" Target="../slideLayouts/slideLayout50.xml" /><Relationship Id="rId51" Type="http://schemas.openxmlformats.org/officeDocument/2006/relationships/slideLayout" Target="../slideLayouts/slideLayout51.xml" /><Relationship Id="rId52" Type="http://schemas.openxmlformats.org/officeDocument/2006/relationships/slideLayout" Target="../slideLayouts/slideLayout52.xml" /><Relationship Id="rId53" Type="http://schemas.openxmlformats.org/officeDocument/2006/relationships/slideLayout" Target="../slideLayouts/slideLayout53.xml" /><Relationship Id="rId54" Type="http://schemas.openxmlformats.org/officeDocument/2006/relationships/slideLayout" Target="../slideLayouts/slideLayout54.xml" /><Relationship Id="rId55" Type="http://schemas.openxmlformats.org/officeDocument/2006/relationships/slideLayout" Target="../slideLayouts/slideLayout55.xml" /><Relationship Id="rId56" Type="http://schemas.openxmlformats.org/officeDocument/2006/relationships/slideLayout" Target="../slideLayouts/slideLayout56.xml" /><Relationship Id="rId57" Type="http://schemas.openxmlformats.org/officeDocument/2006/relationships/slideLayout" Target="../slideLayouts/slideLayout57.xml" /><Relationship Id="rId58" Type="http://schemas.openxmlformats.org/officeDocument/2006/relationships/slideLayout" Target="../slideLayouts/slideLayout58.xml" /><Relationship Id="rId59" Type="http://schemas.openxmlformats.org/officeDocument/2006/relationships/slideLayout" Target="../slideLayouts/slideLayout59.xml" /><Relationship Id="rId6" Type="http://schemas.openxmlformats.org/officeDocument/2006/relationships/slideLayout" Target="../slideLayouts/slideLayout6.xml" /><Relationship Id="rId60" Type="http://schemas.openxmlformats.org/officeDocument/2006/relationships/slideLayout" Target="../slideLayouts/slideLayout60.xml" /><Relationship Id="rId61" Type="http://schemas.openxmlformats.org/officeDocument/2006/relationships/slideLayout" Target="../slideLayouts/slideLayout61.xml" /><Relationship Id="rId62" Type="http://schemas.openxmlformats.org/officeDocument/2006/relationships/slideLayout" Target="../slideLayouts/slideLayout62.xml" /><Relationship Id="rId63" Type="http://schemas.openxmlformats.org/officeDocument/2006/relationships/image" Target="../media/image42.png" /><Relationship Id="rId64" Type="http://schemas.openxmlformats.org/officeDocument/2006/relationships/theme" Target="../theme/theme1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3.xml" /><Relationship Id="rId10" Type="http://schemas.openxmlformats.org/officeDocument/2006/relationships/slideLayout" Target="../slideLayouts/slideLayout72.xml" /><Relationship Id="rId11" Type="http://schemas.openxmlformats.org/officeDocument/2006/relationships/slideLayout" Target="../slideLayouts/slideLayout73.xml" /><Relationship Id="rId12" Type="http://schemas.openxmlformats.org/officeDocument/2006/relationships/slideLayout" Target="../slideLayouts/slideLayout74.xml" /><Relationship Id="rId13" Type="http://schemas.openxmlformats.org/officeDocument/2006/relationships/slideLayout" Target="../slideLayouts/slideLayout75.xml" /><Relationship Id="rId14" Type="http://schemas.openxmlformats.org/officeDocument/2006/relationships/slideLayout" Target="../slideLayouts/slideLayout76.xml" /><Relationship Id="rId15" Type="http://schemas.openxmlformats.org/officeDocument/2006/relationships/slideLayout" Target="../slideLayouts/slideLayout77.xml" /><Relationship Id="rId16" Type="http://schemas.openxmlformats.org/officeDocument/2006/relationships/slideLayout" Target="../slideLayouts/slideLayout78.xml" /><Relationship Id="rId17" Type="http://schemas.openxmlformats.org/officeDocument/2006/relationships/slideLayout" Target="../slideLayouts/slideLayout79.xml" /><Relationship Id="rId18" Type="http://schemas.openxmlformats.org/officeDocument/2006/relationships/slideLayout" Target="../slideLayouts/slideLayout80.xml" /><Relationship Id="rId19" Type="http://schemas.openxmlformats.org/officeDocument/2006/relationships/slideLayout" Target="../slideLayouts/slideLayout81.xml" /><Relationship Id="rId2" Type="http://schemas.openxmlformats.org/officeDocument/2006/relationships/slideLayout" Target="../slideLayouts/slideLayout64.xml" /><Relationship Id="rId20" Type="http://schemas.openxmlformats.org/officeDocument/2006/relationships/slideLayout" Target="../slideLayouts/slideLayout82.xml" /><Relationship Id="rId21" Type="http://schemas.openxmlformats.org/officeDocument/2006/relationships/slideLayout" Target="../slideLayouts/slideLayout83.xml" /><Relationship Id="rId22" Type="http://schemas.openxmlformats.org/officeDocument/2006/relationships/slideLayout" Target="../slideLayouts/slideLayout84.xml" /><Relationship Id="rId23" Type="http://schemas.openxmlformats.org/officeDocument/2006/relationships/slideLayout" Target="../slideLayouts/slideLayout85.xml" /><Relationship Id="rId24" Type="http://schemas.openxmlformats.org/officeDocument/2006/relationships/slideLayout" Target="../slideLayouts/slideLayout86.xml" /><Relationship Id="rId25" Type="http://schemas.openxmlformats.org/officeDocument/2006/relationships/slideLayout" Target="../slideLayouts/slideLayout87.xml" /><Relationship Id="rId26" Type="http://schemas.openxmlformats.org/officeDocument/2006/relationships/slideLayout" Target="../slideLayouts/slideLayout88.xml" /><Relationship Id="rId27" Type="http://schemas.openxmlformats.org/officeDocument/2006/relationships/slideLayout" Target="../slideLayouts/slideLayout89.xml" /><Relationship Id="rId28" Type="http://schemas.openxmlformats.org/officeDocument/2006/relationships/slideLayout" Target="../slideLayouts/slideLayout90.xml" /><Relationship Id="rId29" Type="http://schemas.openxmlformats.org/officeDocument/2006/relationships/slideLayout" Target="../slideLayouts/slideLayout91.xml" /><Relationship Id="rId3" Type="http://schemas.openxmlformats.org/officeDocument/2006/relationships/slideLayout" Target="../slideLayouts/slideLayout65.xml" /><Relationship Id="rId30" Type="http://schemas.openxmlformats.org/officeDocument/2006/relationships/slideLayout" Target="../slideLayouts/slideLayout92.xml" /><Relationship Id="rId31" Type="http://schemas.openxmlformats.org/officeDocument/2006/relationships/slideLayout" Target="../slideLayouts/slideLayout93.xml" /><Relationship Id="rId32" Type="http://schemas.openxmlformats.org/officeDocument/2006/relationships/slideLayout" Target="../slideLayouts/slideLayout94.xml" /><Relationship Id="rId33" Type="http://schemas.openxmlformats.org/officeDocument/2006/relationships/slideLayout" Target="../slideLayouts/slideLayout95.xml" /><Relationship Id="rId34" Type="http://schemas.openxmlformats.org/officeDocument/2006/relationships/slideLayout" Target="../slideLayouts/slideLayout96.xml" /><Relationship Id="rId35" Type="http://schemas.openxmlformats.org/officeDocument/2006/relationships/slideLayout" Target="../slideLayouts/slideLayout97.xml" /><Relationship Id="rId36" Type="http://schemas.openxmlformats.org/officeDocument/2006/relationships/slideLayout" Target="../slideLayouts/slideLayout98.xml" /><Relationship Id="rId37" Type="http://schemas.openxmlformats.org/officeDocument/2006/relationships/slideLayout" Target="../slideLayouts/slideLayout99.xml" /><Relationship Id="rId38" Type="http://schemas.openxmlformats.org/officeDocument/2006/relationships/slideLayout" Target="../slideLayouts/slideLayout100.xml" /><Relationship Id="rId39" Type="http://schemas.openxmlformats.org/officeDocument/2006/relationships/slideLayout" Target="../slideLayouts/slideLayout101.xml" /><Relationship Id="rId4" Type="http://schemas.openxmlformats.org/officeDocument/2006/relationships/slideLayout" Target="../slideLayouts/slideLayout66.xml" /><Relationship Id="rId40" Type="http://schemas.openxmlformats.org/officeDocument/2006/relationships/slideLayout" Target="../slideLayouts/slideLayout102.xml" /><Relationship Id="rId41" Type="http://schemas.openxmlformats.org/officeDocument/2006/relationships/slideLayout" Target="../slideLayouts/slideLayout103.xml" /><Relationship Id="rId42" Type="http://schemas.openxmlformats.org/officeDocument/2006/relationships/slideLayout" Target="../slideLayouts/slideLayout104.xml" /><Relationship Id="rId43" Type="http://schemas.openxmlformats.org/officeDocument/2006/relationships/slideLayout" Target="../slideLayouts/slideLayout105.xml" /><Relationship Id="rId44" Type="http://schemas.openxmlformats.org/officeDocument/2006/relationships/slideLayout" Target="../slideLayouts/slideLayout106.xml" /><Relationship Id="rId45" Type="http://schemas.openxmlformats.org/officeDocument/2006/relationships/slideLayout" Target="../slideLayouts/slideLayout107.xml" /><Relationship Id="rId46" Type="http://schemas.openxmlformats.org/officeDocument/2006/relationships/slideLayout" Target="../slideLayouts/slideLayout108.xml" /><Relationship Id="rId47" Type="http://schemas.openxmlformats.org/officeDocument/2006/relationships/slideLayout" Target="../slideLayouts/slideLayout109.xml" /><Relationship Id="rId48" Type="http://schemas.openxmlformats.org/officeDocument/2006/relationships/slideLayout" Target="../slideLayouts/slideLayout110.xml" /><Relationship Id="rId49" Type="http://schemas.openxmlformats.org/officeDocument/2006/relationships/slideLayout" Target="../slideLayouts/slideLayout111.xml" /><Relationship Id="rId5" Type="http://schemas.openxmlformats.org/officeDocument/2006/relationships/slideLayout" Target="../slideLayouts/slideLayout67.xml" /><Relationship Id="rId50" Type="http://schemas.openxmlformats.org/officeDocument/2006/relationships/slideLayout" Target="../slideLayouts/slideLayout112.xml" /><Relationship Id="rId51" Type="http://schemas.openxmlformats.org/officeDocument/2006/relationships/slideLayout" Target="../slideLayouts/slideLayout113.xml" /><Relationship Id="rId52" Type="http://schemas.openxmlformats.org/officeDocument/2006/relationships/slideLayout" Target="../slideLayouts/slideLayout114.xml" /><Relationship Id="rId53" Type="http://schemas.openxmlformats.org/officeDocument/2006/relationships/slideLayout" Target="../slideLayouts/slideLayout115.xml" /><Relationship Id="rId54" Type="http://schemas.openxmlformats.org/officeDocument/2006/relationships/slideLayout" Target="../slideLayouts/slideLayout116.xml" /><Relationship Id="rId55" Type="http://schemas.openxmlformats.org/officeDocument/2006/relationships/slideLayout" Target="../slideLayouts/slideLayout117.xml" /><Relationship Id="rId56" Type="http://schemas.openxmlformats.org/officeDocument/2006/relationships/slideLayout" Target="../slideLayouts/slideLayout118.xml" /><Relationship Id="rId57" Type="http://schemas.openxmlformats.org/officeDocument/2006/relationships/slideLayout" Target="../slideLayouts/slideLayout119.xml" /><Relationship Id="rId58" Type="http://schemas.openxmlformats.org/officeDocument/2006/relationships/slideLayout" Target="../slideLayouts/slideLayout120.xml" /><Relationship Id="rId59" Type="http://schemas.openxmlformats.org/officeDocument/2006/relationships/slideLayout" Target="../slideLayouts/slideLayout121.xml" /><Relationship Id="rId6" Type="http://schemas.openxmlformats.org/officeDocument/2006/relationships/slideLayout" Target="../slideLayouts/slideLayout68.xml" /><Relationship Id="rId60" Type="http://schemas.openxmlformats.org/officeDocument/2006/relationships/slideLayout" Target="../slideLayouts/slideLayout122.xml" /><Relationship Id="rId61" Type="http://schemas.openxmlformats.org/officeDocument/2006/relationships/slideLayout" Target="../slideLayouts/slideLayout123.xml" /><Relationship Id="rId62" Type="http://schemas.openxmlformats.org/officeDocument/2006/relationships/slideLayout" Target="../slideLayouts/slideLayout124.xml" /><Relationship Id="rId63" Type="http://schemas.openxmlformats.org/officeDocument/2006/relationships/slideLayout" Target="../slideLayouts/slideLayout125.xml" /><Relationship Id="rId64" Type="http://schemas.openxmlformats.org/officeDocument/2006/relationships/slideLayout" Target="../slideLayouts/slideLayout126.xml" /><Relationship Id="rId65" Type="http://schemas.openxmlformats.org/officeDocument/2006/relationships/slideLayout" Target="../slideLayouts/slideLayout127.xml" /><Relationship Id="rId66" Type="http://schemas.openxmlformats.org/officeDocument/2006/relationships/slideLayout" Target="../slideLayouts/slideLayout128.xml" /><Relationship Id="rId67" Type="http://schemas.openxmlformats.org/officeDocument/2006/relationships/slideLayout" Target="../slideLayouts/slideLayout129.xml" /><Relationship Id="rId68" Type="http://schemas.openxmlformats.org/officeDocument/2006/relationships/slideLayout" Target="../slideLayouts/slideLayout130.xml" /><Relationship Id="rId69" Type="http://schemas.openxmlformats.org/officeDocument/2006/relationships/slideLayout" Target="../slideLayouts/slideLayout131.xml" /><Relationship Id="rId7" Type="http://schemas.openxmlformats.org/officeDocument/2006/relationships/slideLayout" Target="../slideLayouts/slideLayout69.xml" /><Relationship Id="rId70" Type="http://schemas.openxmlformats.org/officeDocument/2006/relationships/slideLayout" Target="../slideLayouts/slideLayout132.xml" /><Relationship Id="rId71" Type="http://schemas.openxmlformats.org/officeDocument/2006/relationships/slideLayout" Target="../slideLayouts/slideLayout133.xml" /><Relationship Id="rId72" Type="http://schemas.openxmlformats.org/officeDocument/2006/relationships/slideLayout" Target="../slideLayouts/slideLayout134.xml" /><Relationship Id="rId73" Type="http://schemas.openxmlformats.org/officeDocument/2006/relationships/image" Target="../media/image42.png" /><Relationship Id="rId74" Type="http://schemas.openxmlformats.org/officeDocument/2006/relationships/theme" Target="../theme/theme2.xml" /><Relationship Id="rId8" Type="http://schemas.openxmlformats.org/officeDocument/2006/relationships/slideLayout" Target="../slideLayouts/slideLayout70.xml" /><Relationship Id="rId9" Type="http://schemas.openxmlformats.org/officeDocument/2006/relationships/slideLayout" Target="../slideLayouts/slideLayout7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63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 userDrawn="1">
          <p15:clr>
            <a:srgbClr val="000000"/>
          </p15:clr>
        </p15:guide>
        <p15:guide id="2" pos="1819" userDrawn="1">
          <p15:clr>
            <a:srgbClr val="0000FF"/>
          </p15:clr>
        </p15:guide>
        <p15:guide id="3" orient="horz" pos="340" userDrawn="1">
          <p15:clr>
            <a:srgbClr val="222222"/>
          </p15:clr>
        </p15:guide>
        <p15:guide id="4" pos="2123" userDrawn="1">
          <p15:clr>
            <a:srgbClr val="0000FF"/>
          </p15:clr>
        </p15:guide>
        <p15:guide id="5" pos="2880" userDrawn="1">
          <p15:clr>
            <a:srgbClr val="EA4335"/>
          </p15:clr>
        </p15:guide>
        <p15:guide id="6" pos="3637" userDrawn="1">
          <p15:clr>
            <a:srgbClr val="0000FF"/>
          </p15:clr>
        </p15:guide>
        <p15:guide id="7" pos="3941" userDrawn="1">
          <p15:clr>
            <a:srgbClr val="0000FF"/>
          </p15:clr>
        </p15:guide>
        <p15:guide id="8" pos="5556" userDrawn="1">
          <p15:clr>
            <a:srgbClr val="222222"/>
          </p15:clr>
        </p15:guide>
        <p15:guide id="9" pos="1061" userDrawn="1">
          <p15:clr>
            <a:srgbClr val="9AA0A6"/>
          </p15:clr>
        </p15:guide>
        <p15:guide id="10" pos="4699" userDrawn="1">
          <p15:clr>
            <a:srgbClr val="9AA0A6"/>
          </p15:clr>
        </p15:guide>
        <p15:guide id="11" orient="horz" pos="680" userDrawn="1">
          <p15:clr>
            <a:srgbClr val="B7B7B7"/>
          </p15:clr>
        </p15:guide>
        <p15:guide id="12" orient="horz" pos="1020" userDrawn="1">
          <p15:clr>
            <a:srgbClr val="B7B7B7"/>
          </p15:clr>
        </p15:guide>
        <p15:guide id="13" orient="horz" pos="1361" userDrawn="1">
          <p15:clr>
            <a:srgbClr val="B7B7B7"/>
          </p15:clr>
        </p15:guide>
        <p15:guide id="14" orient="horz" pos="1701" userDrawn="1">
          <p15:clr>
            <a:srgbClr val="B7B7B7"/>
          </p15:clr>
        </p15:guide>
        <p15:guide id="15" orient="horz" pos="2041" userDrawn="1">
          <p15:clr>
            <a:srgbClr val="B7B7B7"/>
          </p15:clr>
        </p15:guide>
        <p15:guide id="16" orient="horz" pos="2381" userDrawn="1">
          <p15:clr>
            <a:srgbClr val="B7B7B7"/>
          </p15:clr>
        </p15:guide>
        <p15:guide id="17" orient="horz" pos="3036" userDrawn="1">
          <p15:clr>
            <a:srgbClr val="000000"/>
          </p15:clr>
        </p15:guide>
        <p15:guide id="18" pos="2721" userDrawn="1">
          <p15:clr>
            <a:srgbClr val="000000"/>
          </p15:clr>
        </p15:guide>
        <p15:guide id="19" pos="3039" userDrawn="1">
          <p15:clr>
            <a:srgbClr val="000000"/>
          </p15:clr>
        </p15:guide>
        <p15:guide id="20" orient="horz" pos="510" userDrawn="1">
          <p15:clr>
            <a:srgbClr val="B7B7B7"/>
          </p15:clr>
        </p15:guide>
        <p15:guide id="21" orient="horz" pos="1620" userDrawn="1">
          <p15:clr>
            <a:srgbClr val="EA4335"/>
          </p15:clr>
        </p15:guide>
        <p15:guide id="22" orient="horz" pos="2721" userDrawn="1">
          <p15:clr>
            <a:srgbClr val="B7B7B7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746" name="Shape 746"/>
        <p:cNvGrpSpPr/>
        <p:nvPr/>
      </p:nvGrpSpPr>
      <p:grpSpPr>
        <a:xfrm>
          <a:off x="0" y="0"/>
          <a:ext cx="0" cy="0"/>
        </a:xfrm>
      </p:grpSpPr>
      <p:sp>
        <p:nvSpPr>
          <p:cNvPr id="747" name="Google Shape;747;p64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48" name="Google Shape;748;p64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749" name="Google Shape;749;p64"/>
          <p:cNvPicPr preferRelativeResize="0"/>
          <p:nvPr/>
        </p:nvPicPr>
        <p:blipFill>
          <a:blip r:embed="rId73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2" r:id="rId13"/>
    <p:sldLayoutId id="2147483723" r:id="rId14"/>
    <p:sldLayoutId id="2147483724" r:id="rId15"/>
    <p:sldLayoutId id="2147483725" r:id="rId16"/>
    <p:sldLayoutId id="2147483726" r:id="rId17"/>
    <p:sldLayoutId id="2147483727" r:id="rId18"/>
    <p:sldLayoutId id="2147483728" r:id="rId19"/>
    <p:sldLayoutId id="2147483729" r:id="rId20"/>
    <p:sldLayoutId id="2147483730" r:id="rId21"/>
    <p:sldLayoutId id="2147483731" r:id="rId22"/>
    <p:sldLayoutId id="2147483732" r:id="rId23"/>
    <p:sldLayoutId id="2147483733" r:id="rId24"/>
    <p:sldLayoutId id="2147483734" r:id="rId25"/>
    <p:sldLayoutId id="2147483735" r:id="rId26"/>
    <p:sldLayoutId id="2147483736" r:id="rId27"/>
    <p:sldLayoutId id="2147483737" r:id="rId28"/>
    <p:sldLayoutId id="2147483738" r:id="rId29"/>
    <p:sldLayoutId id="2147483739" r:id="rId30"/>
    <p:sldLayoutId id="2147483740" r:id="rId31"/>
    <p:sldLayoutId id="2147483741" r:id="rId32"/>
    <p:sldLayoutId id="2147483742" r:id="rId33"/>
    <p:sldLayoutId id="2147483743" r:id="rId34"/>
    <p:sldLayoutId id="2147483744" r:id="rId35"/>
    <p:sldLayoutId id="2147483745" r:id="rId36"/>
    <p:sldLayoutId id="2147483746" r:id="rId37"/>
    <p:sldLayoutId id="2147483747" r:id="rId38"/>
    <p:sldLayoutId id="2147483748" r:id="rId39"/>
    <p:sldLayoutId id="2147483749" r:id="rId40"/>
    <p:sldLayoutId id="2147483750" r:id="rId41"/>
    <p:sldLayoutId id="2147483751" r:id="rId42"/>
    <p:sldLayoutId id="2147483752" r:id="rId43"/>
    <p:sldLayoutId id="2147483753" r:id="rId44"/>
    <p:sldLayoutId id="2147483754" r:id="rId45"/>
    <p:sldLayoutId id="2147483755" r:id="rId46"/>
    <p:sldLayoutId id="2147483756" r:id="rId47"/>
    <p:sldLayoutId id="2147483757" r:id="rId48"/>
    <p:sldLayoutId id="2147483758" r:id="rId49"/>
    <p:sldLayoutId id="2147483759" r:id="rId50"/>
    <p:sldLayoutId id="2147483760" r:id="rId51"/>
    <p:sldLayoutId id="2147483761" r:id="rId52"/>
    <p:sldLayoutId id="2147483762" r:id="rId53"/>
    <p:sldLayoutId id="2147483763" r:id="rId54"/>
    <p:sldLayoutId id="2147483764" r:id="rId55"/>
    <p:sldLayoutId id="2147483765" r:id="rId56"/>
    <p:sldLayoutId id="2147483766" r:id="rId57"/>
    <p:sldLayoutId id="2147483767" r:id="rId58"/>
    <p:sldLayoutId id="2147483768" r:id="rId59"/>
    <p:sldLayoutId id="2147483769" r:id="rId60"/>
    <p:sldLayoutId id="2147483770" r:id="rId61"/>
    <p:sldLayoutId id="2147483771" r:id="rId62"/>
    <p:sldLayoutId id="2147483772" r:id="rId63"/>
    <p:sldLayoutId id="2147483773" r:id="rId64"/>
    <p:sldLayoutId id="2147483774" r:id="rId65"/>
    <p:sldLayoutId id="2147483775" r:id="rId66"/>
    <p:sldLayoutId id="2147483776" r:id="rId67"/>
    <p:sldLayoutId id="2147483777" r:id="rId68"/>
    <p:sldLayoutId id="2147483778" r:id="rId69"/>
    <p:sldLayoutId id="2147483779" r:id="rId70"/>
    <p:sldLayoutId id="2147483780" r:id="rId71"/>
    <p:sldLayoutId id="2147483781" r:id="rId72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 userDrawn="1">
          <p15:clr>
            <a:srgbClr val="000000"/>
          </p15:clr>
        </p15:guide>
        <p15:guide id="2" pos="1819" userDrawn="1">
          <p15:clr>
            <a:srgbClr val="0000FF"/>
          </p15:clr>
        </p15:guide>
        <p15:guide id="3" orient="horz" pos="340" userDrawn="1">
          <p15:clr>
            <a:srgbClr val="222222"/>
          </p15:clr>
        </p15:guide>
        <p15:guide id="4" pos="2123" userDrawn="1">
          <p15:clr>
            <a:srgbClr val="0000FF"/>
          </p15:clr>
        </p15:guide>
        <p15:guide id="5" pos="2880" userDrawn="1">
          <p15:clr>
            <a:srgbClr val="EA4335"/>
          </p15:clr>
        </p15:guide>
        <p15:guide id="6" pos="3637" userDrawn="1">
          <p15:clr>
            <a:srgbClr val="0000FF"/>
          </p15:clr>
        </p15:guide>
        <p15:guide id="7" pos="3941" userDrawn="1">
          <p15:clr>
            <a:srgbClr val="0000FF"/>
          </p15:clr>
        </p15:guide>
        <p15:guide id="8" pos="5556" userDrawn="1">
          <p15:clr>
            <a:srgbClr val="222222"/>
          </p15:clr>
        </p15:guide>
        <p15:guide id="9" pos="1061" userDrawn="1">
          <p15:clr>
            <a:srgbClr val="9AA0A6"/>
          </p15:clr>
        </p15:guide>
        <p15:guide id="10" pos="4699" userDrawn="1">
          <p15:clr>
            <a:srgbClr val="9AA0A6"/>
          </p15:clr>
        </p15:guide>
        <p15:guide id="11" orient="horz" pos="680" userDrawn="1">
          <p15:clr>
            <a:srgbClr val="B7B7B7"/>
          </p15:clr>
        </p15:guide>
        <p15:guide id="12" orient="horz" pos="1020" userDrawn="1">
          <p15:clr>
            <a:srgbClr val="B7B7B7"/>
          </p15:clr>
        </p15:guide>
        <p15:guide id="13" orient="horz" pos="1361" userDrawn="1">
          <p15:clr>
            <a:srgbClr val="B7B7B7"/>
          </p15:clr>
        </p15:guide>
        <p15:guide id="14" orient="horz" pos="1701" userDrawn="1">
          <p15:clr>
            <a:srgbClr val="B7B7B7"/>
          </p15:clr>
        </p15:guide>
        <p15:guide id="15" orient="horz" pos="2041" userDrawn="1">
          <p15:clr>
            <a:srgbClr val="B7B7B7"/>
          </p15:clr>
        </p15:guide>
        <p15:guide id="16" orient="horz" pos="2381" userDrawn="1">
          <p15:clr>
            <a:srgbClr val="B7B7B7"/>
          </p15:clr>
        </p15:guide>
        <p15:guide id="17" orient="horz" pos="3036" userDrawn="1">
          <p15:clr>
            <a:srgbClr val="000000"/>
          </p15:clr>
        </p15:guide>
        <p15:guide id="18" pos="2721" userDrawn="1">
          <p15:clr>
            <a:srgbClr val="000000"/>
          </p15:clr>
        </p15:guide>
        <p15:guide id="19" pos="3039" userDrawn="1">
          <p15:clr>
            <a:srgbClr val="000000"/>
          </p15:clr>
        </p15:guide>
        <p15:guide id="20" orient="horz" pos="510" userDrawn="1">
          <p15:clr>
            <a:srgbClr val="B7B7B7"/>
          </p15:clr>
        </p15:guide>
        <p15:guide id="21" orient="horz" pos="1620" userDrawn="1">
          <p15:clr>
            <a:srgbClr val="EA4335"/>
          </p15:clr>
        </p15:guide>
        <p15:guide id="22" orient="horz" pos="2721" userDrawn="1">
          <p15:clr>
            <a:srgbClr val="B7B7B7"/>
          </p15:clr>
        </p15:guide>
      </p15:sldGuideLst>
    </p:ext>
  </p:extLst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53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54.png" /><Relationship Id="rId4" Type="http://schemas.openxmlformats.org/officeDocument/2006/relationships/image" Target="../media/image55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7.xml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8.xml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5.xml" /><Relationship Id="rId2" Type="http://schemas.openxmlformats.org/officeDocument/2006/relationships/notesSlide" Target="../notesSlides/notesSlide9.xml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 /><Relationship Id="rId2" Type="http://schemas.openxmlformats.org/officeDocument/2006/relationships/notesSlide" Target="../notesSlides/notesSlide10.xml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11.xml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53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3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56.png" /><Relationship Id="rId4" Type="http://schemas.openxmlformats.org/officeDocument/2006/relationships/image" Target="../media/image57.png" /><Relationship Id="rId5" Type="http://schemas.openxmlformats.org/officeDocument/2006/relationships/image" Target="../media/image58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14.xml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15.xml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6.xml" /><Relationship Id="rId2" Type="http://schemas.openxmlformats.org/officeDocument/2006/relationships/notesSlide" Target="../notesSlides/notesSlide16.xml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0.xml" /><Relationship Id="rId2" Type="http://schemas.openxmlformats.org/officeDocument/2006/relationships/notesSlide" Target="../notesSlides/notesSlide17.xml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18.xml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9.xml" /><Relationship Id="rId3" Type="http://schemas.openxmlformats.org/officeDocument/2006/relationships/image" Target="../media/image53.png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 /><Relationship Id="rId2" Type="http://schemas.openxmlformats.org/officeDocument/2006/relationships/notesSlide" Target="../notesSlides/notesSlide20.xml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9.xml" /><Relationship Id="rId2" Type="http://schemas.openxmlformats.org/officeDocument/2006/relationships/notesSlide" Target="../notesSlides/notesSlide21.xml" /><Relationship Id="rId3" Type="http://schemas.openxmlformats.org/officeDocument/2006/relationships/image" Target="../media/image59.png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22.xml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5.xml" /><Relationship Id="rId2" Type="http://schemas.openxmlformats.org/officeDocument/2006/relationships/notesSlide" Target="../notesSlides/notesSlide23.xml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7.xml" /><Relationship Id="rId2" Type="http://schemas.openxmlformats.org/officeDocument/2006/relationships/notesSlide" Target="../notesSlides/notesSlide24.xml" /><Relationship Id="rId3" Type="http://schemas.openxmlformats.org/officeDocument/2006/relationships/image" Target="../media/image60.png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1.xml" /><Relationship Id="rId2" Type="http://schemas.openxmlformats.org/officeDocument/2006/relationships/notesSlide" Target="../notesSlides/notesSlide25.xml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image" Target="../media/image61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14" name="Shape 1614"/>
        <p:cNvGrpSpPr/>
        <p:nvPr/>
      </p:nvGrpSpPr>
      <p:grpSpPr>
        <a:xfrm>
          <a:off x="0" y="0"/>
          <a:ext cx="0" cy="0"/>
        </a:xfrm>
      </p:grpSpPr>
      <p:sp>
        <p:nvSpPr>
          <p:cNvPr id="1615" name="Google Shape;1615;p13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Subtraction of positive and negative integers</a:t>
            </a:r>
            <a:endParaRPr/>
          </a:p>
        </p:txBody>
      </p:sp>
      <p:sp>
        <p:nvSpPr>
          <p:cNvPr id="1616" name="Google Shape;1616;p137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  Arithmetic procedures with integers and decimals</a:t>
            </a:r>
            <a:endParaRPr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="0">
  <p:cSld name="">
    <p:spTree>
      <p:nvGrpSpPr>
        <p:cNvPr id="1620" name="Shape 1620"/>
        <p:cNvGrpSpPr/>
        <p:nvPr/>
      </p:nvGrpSpPr>
      <p:grpSpPr>
        <a:xfrm>
          <a:off x="0" y="0"/>
          <a:ext cx="0" cy="0"/>
        </a:xfrm>
      </p:grpSpPr>
      <p:sp>
        <p:nvSpPr>
          <p:cNvPr id="1621" name="Google Shape;1621;p138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25" name="Shape 1625"/>
        <p:cNvGrpSpPr/>
        <p:nvPr/>
      </p:nvGrpSpPr>
      <p:grpSpPr>
        <a:xfrm>
          <a:off x="0" y="0"/>
          <a:ext cx="0" cy="0"/>
        </a:xfrm>
      </p:grpSpPr>
      <p:sp>
        <p:nvSpPr>
          <p:cNvPr id="1626" name="Google Shape;1626;p139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 can use the mathematical structures that underpin subtraction to add and subtract positive and negative integers.</a:t>
            </a:r>
            <a:endParaRPr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30" name="Shape 1630"/>
        <p:cNvGrpSpPr/>
        <p:nvPr/>
      </p:nvGrpSpPr>
      <p:grpSpPr>
        <a:xfrm>
          <a:off x="0" y="0"/>
          <a:ext cx="0" cy="0"/>
        </a:xfrm>
      </p:grpSpPr>
      <p:sp>
        <p:nvSpPr>
          <p:cNvPr id="1631" name="Google Shape;1631;p140"/>
          <p:cNvSpPr txBox="1"/>
          <p:nvPr>
            <p:ph type="subTitle" idx="2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0"/>
              <a:t>The absolute value of a number is its distance from zero. E.g. 5 and (−5) are both 5 away from zero and so both have an absolute value of 5.</a:t>
            </a:r>
            <a:endParaRPr b="0"/>
          </a:p>
        </p:txBody>
      </p:sp>
      <p:sp>
        <p:nvSpPr>
          <p:cNvPr id="1632" name="Google Shape;1632;p140"/>
          <p:cNvSpPr txBox="1"/>
          <p:nvPr>
            <p:ph type="subTitle" idx="1"/>
          </p:nvPr>
        </p:nvSpPr>
        <p:spPr>
          <a:xfrm>
            <a:off x="324000" y="993650"/>
            <a:ext cx="75771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0"/>
              <a:t>The</a:t>
            </a:r>
            <a:r>
              <a:rPr lang="en-GB"/>
              <a:t> </a:t>
            </a:r>
            <a:r>
              <a:rPr lang="en-GB" b="0"/>
              <a:t>additive inverse</a:t>
            </a:r>
            <a:r>
              <a:rPr lang="en-GB"/>
              <a:t> </a:t>
            </a:r>
            <a:r>
              <a:rPr lang="en-GB" b="0"/>
              <a:t>of a number is a number that, when added to the original number, gives the sum of 0.</a:t>
            </a:r>
            <a:endParaRPr/>
          </a:p>
        </p:txBody>
      </p:sp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36" name="Shape 1636"/>
        <p:cNvGrpSpPr/>
        <p:nvPr/>
      </p:nvGrpSpPr>
      <p:grpSpPr>
        <a:xfrm>
          <a:off x="0" y="0"/>
          <a:ext cx="0" cy="0"/>
        </a:xfrm>
      </p:grpSpPr>
      <p:sp>
        <p:nvSpPr>
          <p:cNvPr id="1637" name="Google Shape;1637;p141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Rewriting a subtraction as an equivalent addition</a:t>
            </a:r>
            <a:endParaRPr/>
          </a:p>
        </p:txBody>
      </p:sp>
      <p:sp>
        <p:nvSpPr>
          <p:cNvPr id="1638" name="Google Shape;1638;p141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Subtraction of positive and negative integers</a:t>
            </a:r>
            <a:endParaRPr/>
          </a:p>
        </p:txBody>
      </p:sp>
      <p:sp>
        <p:nvSpPr>
          <p:cNvPr id="1639" name="Google Shape;1639;p141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Deepening understanding of subtraction of integers</a:t>
            </a:r>
            <a:endParaRPr/>
          </a:p>
        </p:txBody>
      </p:sp>
      <p:sp>
        <p:nvSpPr>
          <p:cNvPr id="1640" name="Google Shape;1640;p141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Subtraction of positive and negative integers</a:t>
            </a:r>
            <a:endParaRPr/>
          </a:p>
        </p:txBody>
      </p:sp>
      <p:pic>
        <p:nvPicPr>
          <p:cNvPr id="1641" name="Google Shape;1641;p1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819" y="174828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45" name="Shape 1645"/>
        <p:cNvGrpSpPr/>
        <p:nvPr/>
      </p:nvGrpSpPr>
      <p:grpSpPr>
        <a:xfrm>
          <a:off x="0" y="0"/>
          <a:ext cx="0" cy="0"/>
        </a:xfrm>
      </p:grpSpPr>
      <p:sp>
        <p:nvSpPr>
          <p:cNvPr id="1646" name="Google Shape;1646;p14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Rewriting a subtraction as an equivalent addition</a:t>
            </a:r>
            <a:endParaRPr/>
          </a:p>
        </p:txBody>
      </p:sp>
      <p:sp>
        <p:nvSpPr>
          <p:cNvPr id="1647" name="Google Shape;1647;p142"/>
          <p:cNvSpPr txBox="1"/>
          <p:nvPr/>
        </p:nvSpPr>
        <p:spPr>
          <a:xfrm>
            <a:off x="324000" y="759300"/>
            <a:ext cx="26718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Additive inverses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8" name="Google Shape;1648;p142"/>
          <p:cNvSpPr txBox="1"/>
          <p:nvPr/>
        </p:nvSpPr>
        <p:spPr>
          <a:xfrm>
            <a:off x="3101700" y="1459650"/>
            <a:ext cx="5358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80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9" name="Google Shape;1649;p142"/>
          <p:cNvSpPr txBox="1"/>
          <p:nvPr/>
        </p:nvSpPr>
        <p:spPr>
          <a:xfrm>
            <a:off x="5506500" y="1459650"/>
            <a:ext cx="8700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−8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0" name="Google Shape;1650;p142"/>
          <p:cNvSpPr txBox="1"/>
          <p:nvPr/>
        </p:nvSpPr>
        <p:spPr>
          <a:xfrm>
            <a:off x="3101700" y="1999650"/>
            <a:ext cx="7632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12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1" name="Google Shape;1651;p142"/>
          <p:cNvSpPr txBox="1"/>
          <p:nvPr/>
        </p:nvSpPr>
        <p:spPr>
          <a:xfrm>
            <a:off x="5848050" y="1999650"/>
            <a:ext cx="3228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12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2" name="Google Shape;1652;p142"/>
          <p:cNvSpPr txBox="1"/>
          <p:nvPr/>
        </p:nvSpPr>
        <p:spPr>
          <a:xfrm>
            <a:off x="3276150" y="3619650"/>
            <a:ext cx="1869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m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3" name="Google Shape;1653;p142"/>
          <p:cNvSpPr txBox="1"/>
          <p:nvPr/>
        </p:nvSpPr>
        <p:spPr>
          <a:xfrm>
            <a:off x="5673600" y="3619650"/>
            <a:ext cx="7029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54" name="Google Shape;1654;p142" descr="&lt;math xmlns=&quot;http://www.w3.org/1998/Math/MathML&quot; display=&quot;block&quot; data-is-equatio=&quot;1&quot; data-latex=&quot;\left(-\frac{2}{5}\right)&quot;&gt;&lt;mrow data-mjx-texclass=&quot;INNER&quot;&gt;&lt;mo data-mjx-texclass=&quot;OPEN&quot;&gt;(&lt;/mo&gt;&lt;mo&gt;−&lt;/mo&gt;&lt;mfrac&gt;&lt;mn&gt;2&lt;/mn&gt;&lt;mn&gt;5&lt;/mn&gt;&lt;/mfrac&gt;&lt;mo data-mjx-texclass=&quot;CLOSE&quot;&gt;)&lt;/mo&gt;&lt;/mrow&gt;&lt;/math&gt;" title="negative two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2441" y="2700000"/>
            <a:ext cx="794321" cy="727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5" name="Google Shape;1655;p142" descr="&lt;math xmlns=&quot;http://www.w3.org/1998/Math/MathML&quot; display=&quot;block&quot; data-is-equatio=&quot;1&quot; data-latex=&quot;\frac{2}{5}&quot;&gt;&lt;mfrac&gt;&lt;mn&gt;2&lt;/mn&gt;&lt;mn&gt;5&lt;/mn&gt;&lt;/mfrac&gt;&lt;/math&gt;" title="two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47788" y="2668789"/>
            <a:ext cx="187424" cy="602423"/>
          </a:xfrm>
          <a:prstGeom prst="rect">
            <a:avLst/>
          </a:prstGeom>
          <a:noFill/>
          <a:ln>
            <a:noFill/>
          </a:ln>
        </p:spPr>
      </p:pic>
      <p:sp>
        <p:nvSpPr>
          <p:cNvPr id="1656" name="Google Shape;1656;p142"/>
          <p:cNvSpPr txBox="1"/>
          <p:nvPr/>
        </p:nvSpPr>
        <p:spPr>
          <a:xfrm>
            <a:off x="324000" y="4157100"/>
            <a:ext cx="81276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These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are all additive inverses of each other, they sum to zero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60" name="Shape 1660"/>
        <p:cNvGrpSpPr/>
        <p:nvPr/>
      </p:nvGrpSpPr>
      <p:grpSpPr>
        <a:xfrm>
          <a:off x="0" y="0"/>
          <a:ext cx="0" cy="0"/>
        </a:xfrm>
      </p:grpSpPr>
      <p:sp>
        <p:nvSpPr>
          <p:cNvPr id="1661" name="Google Shape;1661;p143"/>
          <p:cNvSpPr/>
          <p:nvPr/>
        </p:nvSpPr>
        <p:spPr>
          <a:xfrm>
            <a:off x="6164771" y="1695100"/>
            <a:ext cx="312600" cy="6762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2" name="Google Shape;1662;p143"/>
          <p:cNvSpPr/>
          <p:nvPr/>
        </p:nvSpPr>
        <p:spPr>
          <a:xfrm>
            <a:off x="6500133" y="1696473"/>
            <a:ext cx="312600" cy="6762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3" name="Google Shape;1663;p143"/>
          <p:cNvSpPr/>
          <p:nvPr/>
        </p:nvSpPr>
        <p:spPr>
          <a:xfrm>
            <a:off x="6818383" y="1689187"/>
            <a:ext cx="312600" cy="6762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4" name="Google Shape;1664;p143"/>
          <p:cNvSpPr/>
          <p:nvPr/>
        </p:nvSpPr>
        <p:spPr>
          <a:xfrm>
            <a:off x="6811850" y="735825"/>
            <a:ext cx="312600" cy="6762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5" name="Google Shape;1665;p143"/>
          <p:cNvSpPr/>
          <p:nvPr/>
        </p:nvSpPr>
        <p:spPr>
          <a:xfrm>
            <a:off x="7145725" y="735825"/>
            <a:ext cx="312600" cy="6762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6" name="Google Shape;1666;p143"/>
          <p:cNvSpPr/>
          <p:nvPr/>
        </p:nvSpPr>
        <p:spPr>
          <a:xfrm>
            <a:off x="7479600" y="741900"/>
            <a:ext cx="312600" cy="6762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7" name="Google Shape;1667;p143"/>
          <p:cNvSpPr txBox="1"/>
          <p:nvPr>
            <p:ph type="body" idx="1"/>
          </p:nvPr>
        </p:nvSpPr>
        <p:spPr>
          <a:xfrm>
            <a:off x="324000" y="759300"/>
            <a:ext cx="1082100" cy="28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5 − 3</a:t>
            </a:r>
            <a:endParaRPr/>
          </a:p>
        </p:txBody>
      </p:sp>
      <p:sp>
        <p:nvSpPr>
          <p:cNvPr id="1668" name="Google Shape;1668;p143"/>
          <p:cNvSpPr/>
          <p:nvPr/>
        </p:nvSpPr>
        <p:spPr>
          <a:xfrm>
            <a:off x="1414954" y="772899"/>
            <a:ext cx="280200" cy="2802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9" name="Google Shape;1669;p143"/>
          <p:cNvSpPr/>
          <p:nvPr/>
        </p:nvSpPr>
        <p:spPr>
          <a:xfrm>
            <a:off x="1744407" y="772899"/>
            <a:ext cx="280200" cy="2802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0" name="Google Shape;1670;p143"/>
          <p:cNvSpPr/>
          <p:nvPr/>
        </p:nvSpPr>
        <p:spPr>
          <a:xfrm>
            <a:off x="2073860" y="772899"/>
            <a:ext cx="280200" cy="2802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1" name="Google Shape;1671;p143"/>
          <p:cNvSpPr/>
          <p:nvPr/>
        </p:nvSpPr>
        <p:spPr>
          <a:xfrm>
            <a:off x="2403313" y="772899"/>
            <a:ext cx="280200" cy="2802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2" name="Google Shape;1672;p143"/>
          <p:cNvSpPr/>
          <p:nvPr/>
        </p:nvSpPr>
        <p:spPr>
          <a:xfrm>
            <a:off x="2732767" y="772899"/>
            <a:ext cx="280200" cy="2802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3" name="Google Shape;1673;p143"/>
          <p:cNvSpPr/>
          <p:nvPr/>
        </p:nvSpPr>
        <p:spPr>
          <a:xfrm>
            <a:off x="6182626" y="768960"/>
            <a:ext cx="280200" cy="2802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4" name="Google Shape;1674;p143"/>
          <p:cNvSpPr/>
          <p:nvPr/>
        </p:nvSpPr>
        <p:spPr>
          <a:xfrm>
            <a:off x="6507232" y="768960"/>
            <a:ext cx="280200" cy="2802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5" name="Google Shape;1675;p143"/>
          <p:cNvSpPr/>
          <p:nvPr/>
        </p:nvSpPr>
        <p:spPr>
          <a:xfrm>
            <a:off x="6831838" y="768960"/>
            <a:ext cx="280200" cy="2802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6" name="Google Shape;1676;p143"/>
          <p:cNvSpPr/>
          <p:nvPr/>
        </p:nvSpPr>
        <p:spPr>
          <a:xfrm>
            <a:off x="7159907" y="768960"/>
            <a:ext cx="280200" cy="2802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7" name="Google Shape;1677;p143"/>
          <p:cNvSpPr/>
          <p:nvPr/>
        </p:nvSpPr>
        <p:spPr>
          <a:xfrm>
            <a:off x="7490918" y="768960"/>
            <a:ext cx="280200" cy="2802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78" name="Google Shape;1678;p143"/>
          <p:cNvGrpSpPr/>
          <p:nvPr/>
        </p:nvGrpSpPr>
        <p:grpSpPr>
          <a:xfrm>
            <a:off x="1387228" y="1596643"/>
            <a:ext cx="929412" cy="280200"/>
            <a:chOff x="1387228" y="1596643"/>
            <a:chExt cx="929412" cy="280200"/>
          </a:xfrm>
        </p:grpSpPr>
        <p:sp>
          <p:nvSpPr>
            <p:cNvPr id="1679" name="Google Shape;1679;p143"/>
            <p:cNvSpPr/>
            <p:nvPr/>
          </p:nvSpPr>
          <p:spPr>
            <a:xfrm>
              <a:off x="1387228" y="1596643"/>
              <a:ext cx="280200" cy="280200"/>
            </a:xfrm>
            <a:prstGeom prst="ellipse">
              <a:avLst/>
            </a:prstGeom>
            <a:solidFill>
              <a:srgbClr val="FFE599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500" b="1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sz="2500"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0" name="Google Shape;1680;p143"/>
            <p:cNvSpPr/>
            <p:nvPr/>
          </p:nvSpPr>
          <p:spPr>
            <a:xfrm>
              <a:off x="1711834" y="1596643"/>
              <a:ext cx="280200" cy="280200"/>
            </a:xfrm>
            <a:prstGeom prst="ellipse">
              <a:avLst/>
            </a:prstGeom>
            <a:solidFill>
              <a:srgbClr val="FFE599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500" b="1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sz="2500"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1" name="Google Shape;1681;p143"/>
            <p:cNvSpPr/>
            <p:nvPr/>
          </p:nvSpPr>
          <p:spPr>
            <a:xfrm>
              <a:off x="2036440" y="1596643"/>
              <a:ext cx="280200" cy="280200"/>
            </a:xfrm>
            <a:prstGeom prst="ellipse">
              <a:avLst/>
            </a:prstGeom>
            <a:solidFill>
              <a:srgbClr val="FFE599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500" b="1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sz="2500" b="1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82" name="Google Shape;1682;p143"/>
          <p:cNvSpPr/>
          <p:nvPr/>
        </p:nvSpPr>
        <p:spPr>
          <a:xfrm>
            <a:off x="2366859" y="1596643"/>
            <a:ext cx="280200" cy="2802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3" name="Google Shape;1683;p143"/>
          <p:cNvSpPr/>
          <p:nvPr/>
        </p:nvSpPr>
        <p:spPr>
          <a:xfrm>
            <a:off x="2697870" y="1596643"/>
            <a:ext cx="280200" cy="2802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4" name="Google Shape;1684;p143"/>
          <p:cNvSpPr/>
          <p:nvPr/>
        </p:nvSpPr>
        <p:spPr>
          <a:xfrm>
            <a:off x="2713722" y="1937640"/>
            <a:ext cx="280200" cy="2802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5" name="Google Shape;1685;p143"/>
          <p:cNvSpPr/>
          <p:nvPr/>
        </p:nvSpPr>
        <p:spPr>
          <a:xfrm>
            <a:off x="2387283" y="1937640"/>
            <a:ext cx="280200" cy="2802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6" name="Google Shape;1686;p143"/>
          <p:cNvSpPr/>
          <p:nvPr/>
        </p:nvSpPr>
        <p:spPr>
          <a:xfrm>
            <a:off x="6182626" y="1695112"/>
            <a:ext cx="280200" cy="2802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7" name="Google Shape;1687;p143"/>
          <p:cNvSpPr/>
          <p:nvPr/>
        </p:nvSpPr>
        <p:spPr>
          <a:xfrm>
            <a:off x="6507232" y="1695112"/>
            <a:ext cx="280200" cy="2802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8" name="Google Shape;1688;p143"/>
          <p:cNvSpPr/>
          <p:nvPr/>
        </p:nvSpPr>
        <p:spPr>
          <a:xfrm>
            <a:off x="6831838" y="1695112"/>
            <a:ext cx="280200" cy="2802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9" name="Google Shape;1689;p143"/>
          <p:cNvSpPr/>
          <p:nvPr/>
        </p:nvSpPr>
        <p:spPr>
          <a:xfrm>
            <a:off x="6509056" y="2082903"/>
            <a:ext cx="280200" cy="2802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0" name="Google Shape;1690;p143"/>
          <p:cNvSpPr/>
          <p:nvPr/>
        </p:nvSpPr>
        <p:spPr>
          <a:xfrm>
            <a:off x="6835495" y="2082903"/>
            <a:ext cx="280200" cy="2802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1" name="Google Shape;1691;p143"/>
          <p:cNvSpPr/>
          <p:nvPr/>
        </p:nvSpPr>
        <p:spPr>
          <a:xfrm>
            <a:off x="6182616" y="2082903"/>
            <a:ext cx="280200" cy="2802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2" name="Google Shape;1692;p143"/>
          <p:cNvSpPr/>
          <p:nvPr/>
        </p:nvSpPr>
        <p:spPr>
          <a:xfrm>
            <a:off x="7161934" y="2082903"/>
            <a:ext cx="280200" cy="2802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3" name="Google Shape;1693;p143"/>
          <p:cNvSpPr/>
          <p:nvPr/>
        </p:nvSpPr>
        <p:spPr>
          <a:xfrm>
            <a:off x="7489084" y="2082903"/>
            <a:ext cx="280200" cy="2802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94" name="Google Shape;1694;p143"/>
          <p:cNvGrpSpPr/>
          <p:nvPr/>
        </p:nvGrpSpPr>
        <p:grpSpPr>
          <a:xfrm>
            <a:off x="1376538" y="2822610"/>
            <a:ext cx="2586392" cy="280200"/>
            <a:chOff x="1376538" y="2822610"/>
            <a:chExt cx="2586392" cy="280200"/>
          </a:xfrm>
        </p:grpSpPr>
        <p:sp>
          <p:nvSpPr>
            <p:cNvPr id="1695" name="Google Shape;1695;p143"/>
            <p:cNvSpPr/>
            <p:nvPr/>
          </p:nvSpPr>
          <p:spPr>
            <a:xfrm>
              <a:off x="1376538" y="2822610"/>
              <a:ext cx="280200" cy="280200"/>
            </a:xfrm>
            <a:prstGeom prst="ellipse">
              <a:avLst/>
            </a:prstGeom>
            <a:solidFill>
              <a:srgbClr val="FFE599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500" b="1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sz="2500"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6" name="Google Shape;1696;p143"/>
            <p:cNvSpPr/>
            <p:nvPr/>
          </p:nvSpPr>
          <p:spPr>
            <a:xfrm>
              <a:off x="1705994" y="2822610"/>
              <a:ext cx="280200" cy="280200"/>
            </a:xfrm>
            <a:prstGeom prst="ellipse">
              <a:avLst/>
            </a:prstGeom>
            <a:solidFill>
              <a:srgbClr val="FFE599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500" b="1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sz="2500"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7" name="Google Shape;1697;p143"/>
            <p:cNvSpPr/>
            <p:nvPr/>
          </p:nvSpPr>
          <p:spPr>
            <a:xfrm>
              <a:off x="2035450" y="2822610"/>
              <a:ext cx="280200" cy="280200"/>
            </a:xfrm>
            <a:prstGeom prst="ellipse">
              <a:avLst/>
            </a:prstGeom>
            <a:solidFill>
              <a:srgbClr val="FFE599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500" b="1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sz="2500"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8" name="Google Shape;1698;p143"/>
            <p:cNvSpPr/>
            <p:nvPr/>
          </p:nvSpPr>
          <p:spPr>
            <a:xfrm>
              <a:off x="2364906" y="2822610"/>
              <a:ext cx="280200" cy="280200"/>
            </a:xfrm>
            <a:prstGeom prst="ellipse">
              <a:avLst/>
            </a:prstGeom>
            <a:solidFill>
              <a:srgbClr val="FFE599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500" b="1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sz="2500"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9" name="Google Shape;1699;p143"/>
            <p:cNvSpPr/>
            <p:nvPr/>
          </p:nvSpPr>
          <p:spPr>
            <a:xfrm>
              <a:off x="2694362" y="2822610"/>
              <a:ext cx="280200" cy="280200"/>
            </a:xfrm>
            <a:prstGeom prst="ellipse">
              <a:avLst/>
            </a:prstGeom>
            <a:solidFill>
              <a:srgbClr val="FFE599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500" b="1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sz="2500"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0" name="Google Shape;1700;p143"/>
            <p:cNvSpPr/>
            <p:nvPr/>
          </p:nvSpPr>
          <p:spPr>
            <a:xfrm>
              <a:off x="3023818" y="2822610"/>
              <a:ext cx="280200" cy="280200"/>
            </a:xfrm>
            <a:prstGeom prst="ellipse">
              <a:avLst/>
            </a:prstGeom>
            <a:solidFill>
              <a:srgbClr val="FFE599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500" b="1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sz="2500"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1" name="Google Shape;1701;p143"/>
            <p:cNvSpPr/>
            <p:nvPr/>
          </p:nvSpPr>
          <p:spPr>
            <a:xfrm>
              <a:off x="3353274" y="2822610"/>
              <a:ext cx="280200" cy="280200"/>
            </a:xfrm>
            <a:prstGeom prst="ellipse">
              <a:avLst/>
            </a:prstGeom>
            <a:solidFill>
              <a:srgbClr val="FFE599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500" b="1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sz="2500"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2" name="Google Shape;1702;p143"/>
            <p:cNvSpPr/>
            <p:nvPr/>
          </p:nvSpPr>
          <p:spPr>
            <a:xfrm>
              <a:off x="3682730" y="2822610"/>
              <a:ext cx="280200" cy="280200"/>
            </a:xfrm>
            <a:prstGeom prst="ellipse">
              <a:avLst/>
            </a:prstGeom>
            <a:solidFill>
              <a:srgbClr val="FFE599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500" b="1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sz="2500" b="1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03" name="Google Shape;1703;p143"/>
          <p:cNvGrpSpPr/>
          <p:nvPr/>
        </p:nvGrpSpPr>
        <p:grpSpPr>
          <a:xfrm>
            <a:off x="6191439" y="3921603"/>
            <a:ext cx="1586668" cy="280200"/>
            <a:chOff x="6191439" y="3921603"/>
            <a:chExt cx="1586668" cy="280200"/>
          </a:xfrm>
        </p:grpSpPr>
        <p:sp>
          <p:nvSpPr>
            <p:cNvPr id="1704" name="Google Shape;1704;p143"/>
            <p:cNvSpPr/>
            <p:nvPr/>
          </p:nvSpPr>
          <p:spPr>
            <a:xfrm>
              <a:off x="6191439" y="3921603"/>
              <a:ext cx="280200" cy="280200"/>
            </a:xfrm>
            <a:prstGeom prst="ellipse">
              <a:avLst/>
            </a:prstGeom>
            <a:solidFill>
              <a:srgbClr val="E06666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500" b="1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sz="2500"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5" name="Google Shape;1705;p143"/>
            <p:cNvSpPr/>
            <p:nvPr/>
          </p:nvSpPr>
          <p:spPr>
            <a:xfrm>
              <a:off x="6517878" y="3921603"/>
              <a:ext cx="280200" cy="280200"/>
            </a:xfrm>
            <a:prstGeom prst="ellipse">
              <a:avLst/>
            </a:prstGeom>
            <a:solidFill>
              <a:srgbClr val="E06666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500" b="1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sz="2500"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6" name="Google Shape;1706;p143"/>
            <p:cNvSpPr/>
            <p:nvPr/>
          </p:nvSpPr>
          <p:spPr>
            <a:xfrm>
              <a:off x="6844318" y="3921603"/>
              <a:ext cx="280200" cy="280200"/>
            </a:xfrm>
            <a:prstGeom prst="ellipse">
              <a:avLst/>
            </a:prstGeom>
            <a:solidFill>
              <a:srgbClr val="E06666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500" b="1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sz="2500"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7" name="Google Shape;1707;p143"/>
            <p:cNvSpPr/>
            <p:nvPr/>
          </p:nvSpPr>
          <p:spPr>
            <a:xfrm>
              <a:off x="7497907" y="3921603"/>
              <a:ext cx="280200" cy="280200"/>
            </a:xfrm>
            <a:prstGeom prst="ellipse">
              <a:avLst/>
            </a:prstGeom>
            <a:solidFill>
              <a:srgbClr val="E06666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500" b="1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sz="2500"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8" name="Google Shape;1708;p143"/>
            <p:cNvSpPr/>
            <p:nvPr/>
          </p:nvSpPr>
          <p:spPr>
            <a:xfrm>
              <a:off x="7171468" y="3921603"/>
              <a:ext cx="280200" cy="280200"/>
            </a:xfrm>
            <a:prstGeom prst="ellipse">
              <a:avLst/>
            </a:prstGeom>
            <a:solidFill>
              <a:srgbClr val="E06666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500" b="1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sz="2500" b="1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09" name="Google Shape;1709;p143"/>
          <p:cNvSpPr/>
          <p:nvPr/>
        </p:nvSpPr>
        <p:spPr>
          <a:xfrm>
            <a:off x="1750081" y="4023578"/>
            <a:ext cx="280200" cy="2802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0" name="Google Shape;1710;p143"/>
          <p:cNvSpPr/>
          <p:nvPr/>
        </p:nvSpPr>
        <p:spPr>
          <a:xfrm>
            <a:off x="2076520" y="4023578"/>
            <a:ext cx="280200" cy="2802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1" name="Google Shape;1711;p143"/>
          <p:cNvSpPr/>
          <p:nvPr/>
        </p:nvSpPr>
        <p:spPr>
          <a:xfrm>
            <a:off x="1423641" y="4023578"/>
            <a:ext cx="280200" cy="2802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2" name="Google Shape;1712;p143"/>
          <p:cNvSpPr/>
          <p:nvPr/>
        </p:nvSpPr>
        <p:spPr>
          <a:xfrm>
            <a:off x="2402959" y="4023578"/>
            <a:ext cx="280200" cy="2802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3" name="Google Shape;1713;p143"/>
          <p:cNvSpPr/>
          <p:nvPr/>
        </p:nvSpPr>
        <p:spPr>
          <a:xfrm>
            <a:off x="3056549" y="4023578"/>
            <a:ext cx="280200" cy="2802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4" name="Google Shape;1714;p143"/>
          <p:cNvSpPr/>
          <p:nvPr/>
        </p:nvSpPr>
        <p:spPr>
          <a:xfrm>
            <a:off x="3382988" y="4023578"/>
            <a:ext cx="280200" cy="2802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5" name="Google Shape;1715;p143"/>
          <p:cNvSpPr/>
          <p:nvPr/>
        </p:nvSpPr>
        <p:spPr>
          <a:xfrm>
            <a:off x="2730109" y="4023578"/>
            <a:ext cx="280200" cy="2802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6" name="Google Shape;1716;p143"/>
          <p:cNvSpPr/>
          <p:nvPr/>
        </p:nvSpPr>
        <p:spPr>
          <a:xfrm>
            <a:off x="3700513" y="4023578"/>
            <a:ext cx="280200" cy="2802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17" name="Google Shape;1717;p143"/>
          <p:cNvGrpSpPr/>
          <p:nvPr/>
        </p:nvGrpSpPr>
        <p:grpSpPr>
          <a:xfrm>
            <a:off x="7824346" y="3921603"/>
            <a:ext cx="933111" cy="280200"/>
            <a:chOff x="7824346" y="3921603"/>
            <a:chExt cx="933111" cy="280200"/>
          </a:xfrm>
        </p:grpSpPr>
        <p:sp>
          <p:nvSpPr>
            <p:cNvPr id="1718" name="Google Shape;1718;p143"/>
            <p:cNvSpPr/>
            <p:nvPr/>
          </p:nvSpPr>
          <p:spPr>
            <a:xfrm>
              <a:off x="7824346" y="3921603"/>
              <a:ext cx="280200" cy="280200"/>
            </a:xfrm>
            <a:prstGeom prst="ellipse">
              <a:avLst/>
            </a:prstGeom>
            <a:solidFill>
              <a:srgbClr val="E06666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500" b="1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sz="2500"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9" name="Google Shape;1719;p143"/>
            <p:cNvSpPr/>
            <p:nvPr/>
          </p:nvSpPr>
          <p:spPr>
            <a:xfrm>
              <a:off x="8477257" y="3921603"/>
              <a:ext cx="280200" cy="280200"/>
            </a:xfrm>
            <a:prstGeom prst="ellipse">
              <a:avLst/>
            </a:prstGeom>
            <a:solidFill>
              <a:srgbClr val="E06666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500" b="1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sz="2500"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20" name="Google Shape;1720;p143"/>
            <p:cNvSpPr/>
            <p:nvPr/>
          </p:nvSpPr>
          <p:spPr>
            <a:xfrm>
              <a:off x="8150818" y="3921603"/>
              <a:ext cx="280200" cy="280200"/>
            </a:xfrm>
            <a:prstGeom prst="ellipse">
              <a:avLst/>
            </a:prstGeom>
            <a:solidFill>
              <a:srgbClr val="E06666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500" b="1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sz="2500" b="1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21" name="Google Shape;1721;p143"/>
          <p:cNvSpPr/>
          <p:nvPr/>
        </p:nvSpPr>
        <p:spPr>
          <a:xfrm>
            <a:off x="7161924" y="1131855"/>
            <a:ext cx="280200" cy="2802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2" name="Google Shape;1722;p143"/>
          <p:cNvSpPr/>
          <p:nvPr/>
        </p:nvSpPr>
        <p:spPr>
          <a:xfrm>
            <a:off x="7488363" y="1131855"/>
            <a:ext cx="280200" cy="2802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3" name="Google Shape;1723;p143"/>
          <p:cNvSpPr/>
          <p:nvPr/>
        </p:nvSpPr>
        <p:spPr>
          <a:xfrm>
            <a:off x="6835484" y="1131855"/>
            <a:ext cx="280200" cy="2802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24" name="Google Shape;1724;p143"/>
          <p:cNvGrpSpPr/>
          <p:nvPr/>
        </p:nvGrpSpPr>
        <p:grpSpPr>
          <a:xfrm>
            <a:off x="6182613" y="2880310"/>
            <a:ext cx="2586392" cy="280200"/>
            <a:chOff x="6182613" y="2880310"/>
            <a:chExt cx="2586392" cy="280200"/>
          </a:xfrm>
        </p:grpSpPr>
        <p:sp>
          <p:nvSpPr>
            <p:cNvPr id="1725" name="Google Shape;1725;p143"/>
            <p:cNvSpPr/>
            <p:nvPr/>
          </p:nvSpPr>
          <p:spPr>
            <a:xfrm>
              <a:off x="6182613" y="2880310"/>
              <a:ext cx="280200" cy="280200"/>
            </a:xfrm>
            <a:prstGeom prst="ellipse">
              <a:avLst/>
            </a:prstGeom>
            <a:solidFill>
              <a:srgbClr val="FFE599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500" b="1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sz="2500"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26" name="Google Shape;1726;p143"/>
            <p:cNvSpPr/>
            <p:nvPr/>
          </p:nvSpPr>
          <p:spPr>
            <a:xfrm>
              <a:off x="6512069" y="2880310"/>
              <a:ext cx="280200" cy="280200"/>
            </a:xfrm>
            <a:prstGeom prst="ellipse">
              <a:avLst/>
            </a:prstGeom>
            <a:solidFill>
              <a:srgbClr val="FFE599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500" b="1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sz="2500"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27" name="Google Shape;1727;p143"/>
            <p:cNvSpPr/>
            <p:nvPr/>
          </p:nvSpPr>
          <p:spPr>
            <a:xfrm>
              <a:off x="6841525" y="2880310"/>
              <a:ext cx="280200" cy="280200"/>
            </a:xfrm>
            <a:prstGeom prst="ellipse">
              <a:avLst/>
            </a:prstGeom>
            <a:solidFill>
              <a:srgbClr val="FFE599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500" b="1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sz="2500"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28" name="Google Shape;1728;p143"/>
            <p:cNvSpPr/>
            <p:nvPr/>
          </p:nvSpPr>
          <p:spPr>
            <a:xfrm>
              <a:off x="7170981" y="2880310"/>
              <a:ext cx="280200" cy="280200"/>
            </a:xfrm>
            <a:prstGeom prst="ellipse">
              <a:avLst/>
            </a:prstGeom>
            <a:solidFill>
              <a:srgbClr val="FFE599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500" b="1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sz="2500"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29" name="Google Shape;1729;p143"/>
            <p:cNvSpPr/>
            <p:nvPr/>
          </p:nvSpPr>
          <p:spPr>
            <a:xfrm>
              <a:off x="7500437" y="2880310"/>
              <a:ext cx="280200" cy="280200"/>
            </a:xfrm>
            <a:prstGeom prst="ellipse">
              <a:avLst/>
            </a:prstGeom>
            <a:solidFill>
              <a:srgbClr val="FFE599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500" b="1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sz="2500"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30" name="Google Shape;1730;p143"/>
            <p:cNvSpPr/>
            <p:nvPr/>
          </p:nvSpPr>
          <p:spPr>
            <a:xfrm>
              <a:off x="7829893" y="2880310"/>
              <a:ext cx="280200" cy="280200"/>
            </a:xfrm>
            <a:prstGeom prst="ellipse">
              <a:avLst/>
            </a:prstGeom>
            <a:solidFill>
              <a:srgbClr val="FFE599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500" b="1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sz="2500"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31" name="Google Shape;1731;p143"/>
            <p:cNvSpPr/>
            <p:nvPr/>
          </p:nvSpPr>
          <p:spPr>
            <a:xfrm>
              <a:off x="8159349" y="2880310"/>
              <a:ext cx="280200" cy="280200"/>
            </a:xfrm>
            <a:prstGeom prst="ellipse">
              <a:avLst/>
            </a:prstGeom>
            <a:solidFill>
              <a:srgbClr val="FFE599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500" b="1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sz="2500"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32" name="Google Shape;1732;p143"/>
            <p:cNvSpPr/>
            <p:nvPr/>
          </p:nvSpPr>
          <p:spPr>
            <a:xfrm>
              <a:off x="8488805" y="2880310"/>
              <a:ext cx="280200" cy="280200"/>
            </a:xfrm>
            <a:prstGeom prst="ellipse">
              <a:avLst/>
            </a:prstGeom>
            <a:solidFill>
              <a:srgbClr val="FFE599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500" b="1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sz="2500" b="1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33" name="Google Shape;1733;p143"/>
          <p:cNvSpPr txBox="1"/>
          <p:nvPr>
            <p:ph type="body" idx="1"/>
          </p:nvPr>
        </p:nvSpPr>
        <p:spPr>
          <a:xfrm>
            <a:off x="324000" y="3832775"/>
            <a:ext cx="1082100" cy="35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(−5) − 3</a:t>
            </a:r>
            <a:endParaRPr/>
          </a:p>
        </p:txBody>
      </p:sp>
      <p:sp>
        <p:nvSpPr>
          <p:cNvPr id="1734" name="Google Shape;1734;p143"/>
          <p:cNvSpPr txBox="1"/>
          <p:nvPr>
            <p:ph type="body" idx="1"/>
          </p:nvPr>
        </p:nvSpPr>
        <p:spPr>
          <a:xfrm>
            <a:off x="285650" y="2784200"/>
            <a:ext cx="712200" cy="35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5 + 3</a:t>
            </a:r>
            <a:endParaRPr/>
          </a:p>
        </p:txBody>
      </p:sp>
      <p:sp>
        <p:nvSpPr>
          <p:cNvPr id="1735" name="Google Shape;1735;p143"/>
          <p:cNvSpPr txBox="1"/>
          <p:nvPr>
            <p:ph type="body" idx="1"/>
          </p:nvPr>
        </p:nvSpPr>
        <p:spPr>
          <a:xfrm>
            <a:off x="324000" y="1791469"/>
            <a:ext cx="637200" cy="35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3 − 5</a:t>
            </a:r>
            <a:endParaRPr/>
          </a:p>
        </p:txBody>
      </p:sp>
      <p:sp>
        <p:nvSpPr>
          <p:cNvPr id="1736" name="Google Shape;1736;p143"/>
          <p:cNvSpPr txBox="1"/>
          <p:nvPr>
            <p:ph type="body" idx="1"/>
          </p:nvPr>
        </p:nvSpPr>
        <p:spPr>
          <a:xfrm>
            <a:off x="4610350" y="772900"/>
            <a:ext cx="1082100" cy="28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5 + (− 3)</a:t>
            </a:r>
            <a:endParaRPr/>
          </a:p>
        </p:txBody>
      </p:sp>
      <p:sp>
        <p:nvSpPr>
          <p:cNvPr id="1737" name="Google Shape;1737;p143"/>
          <p:cNvSpPr txBox="1"/>
          <p:nvPr>
            <p:ph type="body" idx="1"/>
          </p:nvPr>
        </p:nvSpPr>
        <p:spPr>
          <a:xfrm>
            <a:off x="4610350" y="3846375"/>
            <a:ext cx="1534800" cy="35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(−5) + (− 3)</a:t>
            </a:r>
            <a:endParaRPr/>
          </a:p>
        </p:txBody>
      </p:sp>
      <p:sp>
        <p:nvSpPr>
          <p:cNvPr id="1738" name="Google Shape;1738;p143"/>
          <p:cNvSpPr txBox="1"/>
          <p:nvPr>
            <p:ph type="body" idx="1"/>
          </p:nvPr>
        </p:nvSpPr>
        <p:spPr>
          <a:xfrm>
            <a:off x="4572000" y="2797800"/>
            <a:ext cx="712200" cy="35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5 + 3</a:t>
            </a:r>
            <a:endParaRPr/>
          </a:p>
        </p:txBody>
      </p:sp>
      <p:sp>
        <p:nvSpPr>
          <p:cNvPr id="1739" name="Google Shape;1739;p143"/>
          <p:cNvSpPr txBox="1"/>
          <p:nvPr>
            <p:ph type="body" idx="1"/>
          </p:nvPr>
        </p:nvSpPr>
        <p:spPr>
          <a:xfrm>
            <a:off x="4610350" y="1805075"/>
            <a:ext cx="1082100" cy="35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3 + (− 5)</a:t>
            </a:r>
            <a:endParaRPr/>
          </a:p>
        </p:txBody>
      </p:sp>
      <p:sp>
        <p:nvSpPr>
          <p:cNvPr id="1740" name="Google Shape;1740;p143"/>
          <p:cNvSpPr/>
          <p:nvPr/>
        </p:nvSpPr>
        <p:spPr>
          <a:xfrm>
            <a:off x="3053548" y="3696718"/>
            <a:ext cx="280200" cy="2802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1" name="Google Shape;1741;p143"/>
          <p:cNvSpPr/>
          <p:nvPr/>
        </p:nvSpPr>
        <p:spPr>
          <a:xfrm>
            <a:off x="3383001" y="3696718"/>
            <a:ext cx="280200" cy="2802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2" name="Google Shape;1742;p143"/>
          <p:cNvSpPr/>
          <p:nvPr/>
        </p:nvSpPr>
        <p:spPr>
          <a:xfrm>
            <a:off x="3712454" y="3696718"/>
            <a:ext cx="280200" cy="2802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3" name="Google Shape;1743;p14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Rewriting a subtraction as an equivalent addition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 nodeType="clickPar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 nodeType="clickPar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 nodeType="clickPar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 nodeType="clickPar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 nodeType="clickPar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 nodeType="clickPar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 nodeType="clickPar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 nodeType="clickPar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 nodeType="clickPar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47" name="Shape 1747"/>
        <p:cNvGrpSpPr/>
        <p:nvPr/>
      </p:nvGrpSpPr>
      <p:grpSpPr>
        <a:xfrm>
          <a:off x="0" y="0"/>
          <a:ext cx="0" cy="0"/>
        </a:xfrm>
      </p:grpSpPr>
      <p:sp>
        <p:nvSpPr>
          <p:cNvPr id="1748" name="Google Shape;1748;p1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Rewriting a subtraction as an equivalent addition</a:t>
            </a:r>
            <a:endParaRPr/>
          </a:p>
        </p:txBody>
      </p:sp>
      <p:sp>
        <p:nvSpPr>
          <p:cNvPr id="1749" name="Google Shape;1749;p144"/>
          <p:cNvSpPr txBox="1"/>
          <p:nvPr>
            <p:ph type="body" idx="1"/>
          </p:nvPr>
        </p:nvSpPr>
        <p:spPr>
          <a:xfrm>
            <a:off x="324000" y="759300"/>
            <a:ext cx="8237700" cy="69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Additive inverses allow us to write any subtraction as an addition of additive inverses.</a:t>
            </a:r>
            <a:endParaRPr/>
          </a:p>
        </p:txBody>
      </p:sp>
      <p:sp>
        <p:nvSpPr>
          <p:cNvPr id="1750" name="Google Shape;1750;p144"/>
          <p:cNvSpPr txBox="1"/>
          <p:nvPr>
            <p:ph type="body" idx="1"/>
          </p:nvPr>
        </p:nvSpPr>
        <p:spPr>
          <a:xfrm>
            <a:off x="324000" y="1881150"/>
            <a:ext cx="674100" cy="2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4 − 9</a:t>
            </a:r>
            <a:endParaRPr/>
          </a:p>
        </p:txBody>
      </p:sp>
      <p:sp>
        <p:nvSpPr>
          <p:cNvPr id="1751" name="Google Shape;1751;p144"/>
          <p:cNvSpPr txBox="1"/>
          <p:nvPr>
            <p:ph type="body" idx="1"/>
          </p:nvPr>
        </p:nvSpPr>
        <p:spPr>
          <a:xfrm>
            <a:off x="1957350" y="1881150"/>
            <a:ext cx="1347900" cy="2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= 4 + (−9)</a:t>
            </a:r>
            <a:endParaRPr/>
          </a:p>
        </p:txBody>
      </p:sp>
      <p:sp>
        <p:nvSpPr>
          <p:cNvPr id="1752" name="Google Shape;1752;p144"/>
          <p:cNvSpPr txBox="1"/>
          <p:nvPr>
            <p:ph type="body" idx="1"/>
          </p:nvPr>
        </p:nvSpPr>
        <p:spPr>
          <a:xfrm>
            <a:off x="324000" y="2700000"/>
            <a:ext cx="1288800" cy="2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(−4) − 9</a:t>
            </a:r>
            <a:endParaRPr/>
          </a:p>
        </p:txBody>
      </p:sp>
      <p:sp>
        <p:nvSpPr>
          <p:cNvPr id="1753" name="Google Shape;1753;p144"/>
          <p:cNvSpPr txBox="1"/>
          <p:nvPr>
            <p:ph type="body" idx="1"/>
          </p:nvPr>
        </p:nvSpPr>
        <p:spPr>
          <a:xfrm>
            <a:off x="1957350" y="2700000"/>
            <a:ext cx="1704900" cy="2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= (−4) + (−9)</a:t>
            </a:r>
            <a:endParaRPr/>
          </a:p>
        </p:txBody>
      </p:sp>
      <p:sp>
        <p:nvSpPr>
          <p:cNvPr id="1754" name="Google Shape;1754;p144"/>
          <p:cNvSpPr txBox="1"/>
          <p:nvPr>
            <p:ph type="body" idx="1"/>
          </p:nvPr>
        </p:nvSpPr>
        <p:spPr>
          <a:xfrm>
            <a:off x="324000" y="4128450"/>
            <a:ext cx="1417200" cy="2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(−4) − (−9)</a:t>
            </a:r>
            <a:endParaRPr/>
          </a:p>
        </p:txBody>
      </p:sp>
      <p:sp>
        <p:nvSpPr>
          <p:cNvPr id="1755" name="Google Shape;1755;p144"/>
          <p:cNvSpPr txBox="1"/>
          <p:nvPr>
            <p:ph type="body" idx="1"/>
          </p:nvPr>
        </p:nvSpPr>
        <p:spPr>
          <a:xfrm>
            <a:off x="1957350" y="4128450"/>
            <a:ext cx="1704900" cy="2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= (−4) + (+9)</a:t>
            </a:r>
            <a:endParaRPr/>
          </a:p>
        </p:txBody>
      </p:sp>
      <p:sp>
        <p:nvSpPr>
          <p:cNvPr id="1756" name="Google Shape;1756;p144"/>
          <p:cNvSpPr txBox="1"/>
          <p:nvPr>
            <p:ph type="body" idx="1"/>
          </p:nvPr>
        </p:nvSpPr>
        <p:spPr>
          <a:xfrm>
            <a:off x="324000" y="3518850"/>
            <a:ext cx="1105200" cy="2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(−9) − 4</a:t>
            </a:r>
            <a:endParaRPr/>
          </a:p>
        </p:txBody>
      </p:sp>
      <p:sp>
        <p:nvSpPr>
          <p:cNvPr id="1757" name="Google Shape;1757;p144"/>
          <p:cNvSpPr txBox="1"/>
          <p:nvPr>
            <p:ph type="body" idx="1"/>
          </p:nvPr>
        </p:nvSpPr>
        <p:spPr>
          <a:xfrm>
            <a:off x="1957350" y="3518850"/>
            <a:ext cx="1704900" cy="2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= (−9) + (−4)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61" name="Shape 1761"/>
        <p:cNvGrpSpPr/>
        <p:nvPr/>
      </p:nvGrpSpPr>
      <p:grpSpPr>
        <a:xfrm>
          <a:off x="0" y="0"/>
          <a:ext cx="0" cy="0"/>
        </a:xfrm>
      </p:grpSpPr>
      <p:sp>
        <p:nvSpPr>
          <p:cNvPr id="1762" name="Google Shape;1762;p145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Rewriting a subtraction as an equivalent addition</a:t>
            </a:r>
            <a:endParaRPr/>
          </a:p>
        </p:txBody>
      </p:sp>
      <p:sp>
        <p:nvSpPr>
          <p:cNvPr id="1763" name="Google Shape;1763;p145"/>
          <p:cNvSpPr txBox="1"/>
          <p:nvPr>
            <p:ph type="subTitle" idx="1"/>
          </p:nvPr>
        </p:nvSpPr>
        <p:spPr>
          <a:xfrm>
            <a:off x="337825" y="810000"/>
            <a:ext cx="3982200" cy="303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/>
              <a:t>Rewrite the following as addition of additive inverses:</a:t>
            </a:r>
            <a:endParaRPr sz="22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200"/>
              <a:t>5 − 8</a:t>
            </a:r>
            <a:endParaRPr sz="22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200"/>
              <a:t>8 − 5</a:t>
            </a:r>
            <a:endParaRPr sz="22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200"/>
              <a:t>(−5) − 8</a:t>
            </a:r>
            <a:endParaRPr sz="22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200"/>
              <a:t>(−8) − (−5)</a:t>
            </a:r>
            <a:endParaRPr sz="22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/>
              <a:t> </a:t>
            </a:r>
            <a:endParaRPr sz="2200"/>
          </a:p>
        </p:txBody>
      </p:sp>
      <p:sp>
        <p:nvSpPr>
          <p:cNvPr id="1764" name="Google Shape;1764;p145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/>
              <a:t>Rewrite the following as addition of additive inverses:</a:t>
            </a:r>
            <a:endParaRPr sz="22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200"/>
              <a:t>(−2) − 3</a:t>
            </a:r>
            <a:endParaRPr sz="22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200"/>
              <a:t>2 − 3</a:t>
            </a:r>
            <a:endParaRPr sz="22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200"/>
              <a:t>3 − 2</a:t>
            </a:r>
            <a:endParaRPr sz="22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/>
              <a:t>(−2) − (−3)</a:t>
            </a:r>
            <a:endParaRPr sz="2200"/>
          </a:p>
        </p:txBody>
      </p:sp>
      <p:sp>
        <p:nvSpPr>
          <p:cNvPr id="1765" name="Google Shape;1765;p145"/>
          <p:cNvSpPr txBox="1"/>
          <p:nvPr>
            <p:ph type="subTitle" idx="1"/>
          </p:nvPr>
        </p:nvSpPr>
        <p:spPr>
          <a:xfrm>
            <a:off x="1684800" y="1792950"/>
            <a:ext cx="2635200" cy="257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/>
              <a:t>= 5 + (−8)</a:t>
            </a:r>
            <a:endParaRPr sz="22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200"/>
              <a:t>= 8 + (−5)</a:t>
            </a:r>
            <a:endParaRPr sz="22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200"/>
              <a:t>= (−5) + (−8)</a:t>
            </a:r>
            <a:endParaRPr sz="22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200"/>
              <a:t>= (−8) + (+5) or</a:t>
            </a:r>
            <a:endParaRPr sz="22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/>
              <a:t>= (−8) + 5</a:t>
            </a:r>
            <a:endParaRPr sz="2200"/>
          </a:p>
        </p:txBody>
      </p:sp>
      <p:sp>
        <p:nvSpPr>
          <p:cNvPr id="1766" name="Google Shape;1766;p145"/>
          <p:cNvSpPr txBox="1"/>
          <p:nvPr>
            <p:ph type="subTitle" idx="1"/>
          </p:nvPr>
        </p:nvSpPr>
        <p:spPr>
          <a:xfrm>
            <a:off x="6256800" y="1792950"/>
            <a:ext cx="2635200" cy="257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= (−2) + (−3)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= 2 + (−3)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= 3 + (−2)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= (−2) + (+3) or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= (−2) + 3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70" name="Shape 1770"/>
        <p:cNvGrpSpPr/>
        <p:nvPr/>
      </p:nvGrpSpPr>
      <p:grpSpPr>
        <a:xfrm>
          <a:off x="0" y="0"/>
          <a:ext cx="0" cy="0"/>
        </a:xfrm>
      </p:grpSpPr>
      <p:sp>
        <p:nvSpPr>
          <p:cNvPr id="1771" name="Google Shape;1771;p14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Match each subtraction to its equivalent addition.</a:t>
            </a:r>
            <a:endParaRPr/>
          </a:p>
        </p:txBody>
      </p:sp>
      <p:sp>
        <p:nvSpPr>
          <p:cNvPr id="1772" name="Google Shape;1772;p14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Rewriting a subtraction as an equivalent addition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1773" name="Google Shape;1773;p146"/>
          <p:cNvSpPr txBox="1"/>
          <p:nvPr>
            <p:ph type="body" idx="1"/>
          </p:nvPr>
        </p:nvSpPr>
        <p:spPr>
          <a:xfrm>
            <a:off x="5359025" y="1274950"/>
            <a:ext cx="1758900" cy="347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7 + (−10)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10 + (−7)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10 + 7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(−7) + 10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(−10) + (−7)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(−7) + (−10)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(−10) + 7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1774" name="Google Shape;1774;p146"/>
          <p:cNvSpPr txBox="1"/>
          <p:nvPr>
            <p:ph type="body" idx="1"/>
          </p:nvPr>
        </p:nvSpPr>
        <p:spPr>
          <a:xfrm>
            <a:off x="2094900" y="1274950"/>
            <a:ext cx="1715400" cy="347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(−10) − 7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10 − (−7)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10 − 7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(−7) − 10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(−10) − (−7)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7 − 10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(−7) − (−10)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78" name="Shape 1778"/>
        <p:cNvGrpSpPr/>
        <p:nvPr/>
      </p:nvGrpSpPr>
      <p:grpSpPr>
        <a:xfrm>
          <a:off x="0" y="0"/>
          <a:ext cx="0" cy="0"/>
        </a:xfrm>
      </p:grpSpPr>
      <p:sp>
        <p:nvSpPr>
          <p:cNvPr id="1779" name="Google Shape;1779;p147"/>
          <p:cNvSpPr txBox="1"/>
          <p:nvPr>
            <p:ph type="body" idx="1"/>
          </p:nvPr>
        </p:nvSpPr>
        <p:spPr>
          <a:xfrm>
            <a:off x="324000" y="759300"/>
            <a:ext cx="8237700" cy="28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Match each subtraction to its equivalent addition.</a:t>
            </a:r>
            <a:endParaRPr/>
          </a:p>
        </p:txBody>
      </p:sp>
      <p:sp>
        <p:nvSpPr>
          <p:cNvPr id="1780" name="Google Shape;1780;p147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Rewriting a subtraction as an equivalent addition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1781" name="Google Shape;1781;p147"/>
          <p:cNvSpPr txBox="1"/>
          <p:nvPr>
            <p:ph type="body" idx="1"/>
          </p:nvPr>
        </p:nvSpPr>
        <p:spPr>
          <a:xfrm>
            <a:off x="2094900" y="1274950"/>
            <a:ext cx="1715400" cy="347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(−10) − 7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10 − (−7)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10 − 7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(−7) − 10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(−10) − (−7)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7 − 10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(−7) − (−10)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1782" name="Google Shape;1782;p147"/>
          <p:cNvSpPr txBox="1"/>
          <p:nvPr>
            <p:ph type="body" idx="1"/>
          </p:nvPr>
        </p:nvSpPr>
        <p:spPr>
          <a:xfrm>
            <a:off x="5359025" y="1274950"/>
            <a:ext cx="1758900" cy="347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7 + (−10)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10 + (−7)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10 + 7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(−7) + 10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(−10) + (−7)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(−7) + (−10)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(−10) + 7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cxnSp>
        <p:nvCxnSpPr>
          <p:cNvPr id="1783" name="Google Shape;1783;p147"/>
          <p:cNvCxnSpPr/>
          <p:nvPr/>
        </p:nvCxnSpPr>
        <p:spPr>
          <a:xfrm>
            <a:off x="3412938" y="1493512"/>
            <a:ext cx="1876200" cy="20109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84" name="Google Shape;1784;p147"/>
          <p:cNvCxnSpPr/>
          <p:nvPr/>
        </p:nvCxnSpPr>
        <p:spPr>
          <a:xfrm>
            <a:off x="3314475" y="1971375"/>
            <a:ext cx="2010900" cy="5202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85" name="Google Shape;1785;p147"/>
          <p:cNvCxnSpPr/>
          <p:nvPr/>
        </p:nvCxnSpPr>
        <p:spPr>
          <a:xfrm rot="10800000" flipH="1">
            <a:off x="3055100" y="1981550"/>
            <a:ext cx="2256000" cy="4896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86" name="Google Shape;1786;p147"/>
          <p:cNvCxnSpPr/>
          <p:nvPr/>
        </p:nvCxnSpPr>
        <p:spPr>
          <a:xfrm>
            <a:off x="3346125" y="2977275"/>
            <a:ext cx="1943100" cy="10734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87" name="Google Shape;1787;p147"/>
          <p:cNvCxnSpPr/>
          <p:nvPr/>
        </p:nvCxnSpPr>
        <p:spPr>
          <a:xfrm>
            <a:off x="3708275" y="3511575"/>
            <a:ext cx="1573500" cy="10200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88" name="Google Shape;1788;p147"/>
          <p:cNvCxnSpPr/>
          <p:nvPr/>
        </p:nvCxnSpPr>
        <p:spPr>
          <a:xfrm rot="10800000" flipH="1">
            <a:off x="3438725" y="1456925"/>
            <a:ext cx="1850400" cy="25209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89" name="Google Shape;1789;p147"/>
          <p:cNvCxnSpPr/>
          <p:nvPr/>
        </p:nvCxnSpPr>
        <p:spPr>
          <a:xfrm rot="10800000" flipH="1">
            <a:off x="3722850" y="3037875"/>
            <a:ext cx="1530000" cy="15228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93" name="Shape 1793"/>
        <p:cNvGrpSpPr/>
        <p:nvPr/>
      </p:nvGrpSpPr>
      <p:grpSpPr>
        <a:xfrm>
          <a:off x="0" y="0"/>
          <a:ext cx="0" cy="0"/>
        </a:xfrm>
      </p:grpSpPr>
      <p:sp>
        <p:nvSpPr>
          <p:cNvPr id="1794" name="Google Shape;1794;p14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Rewriting a subtraction as an equivalent addition</a:t>
            </a:r>
            <a:endParaRPr/>
          </a:p>
        </p:txBody>
      </p:sp>
      <p:sp>
        <p:nvSpPr>
          <p:cNvPr id="1795" name="Google Shape;1795;p148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Subtraction of positive and negative integers</a:t>
            </a:r>
            <a:endParaRPr/>
          </a:p>
        </p:txBody>
      </p:sp>
      <p:sp>
        <p:nvSpPr>
          <p:cNvPr id="1796" name="Google Shape;1796;p148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Deepening understanding of subtraction of integers</a:t>
            </a:r>
            <a:endParaRPr/>
          </a:p>
        </p:txBody>
      </p:sp>
      <p:sp>
        <p:nvSpPr>
          <p:cNvPr id="1797" name="Google Shape;1797;p148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Subtraction of positive and negative integers</a:t>
            </a:r>
            <a:endParaRPr/>
          </a:p>
        </p:txBody>
      </p:sp>
      <p:pic>
        <p:nvPicPr>
          <p:cNvPr id="1798" name="Google Shape;1798;p1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094" y="276608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02" name="Shape 1802"/>
        <p:cNvGrpSpPr/>
        <p:nvPr/>
      </p:nvGrpSpPr>
      <p:grpSpPr>
        <a:xfrm>
          <a:off x="0" y="0"/>
          <a:ext cx="0" cy="0"/>
        </a:xfrm>
      </p:grpSpPr>
      <p:sp>
        <p:nvSpPr>
          <p:cNvPr id="1803" name="Google Shape;1803;p1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Liu Hui</a:t>
            </a:r>
            <a:endParaRPr/>
          </a:p>
        </p:txBody>
      </p:sp>
      <p:sp>
        <p:nvSpPr>
          <p:cNvPr id="1804" name="Google Shape;1804;p149"/>
          <p:cNvSpPr txBox="1"/>
          <p:nvPr/>
        </p:nvSpPr>
        <p:spPr>
          <a:xfrm>
            <a:off x="324000" y="759300"/>
            <a:ext cx="8496000" cy="6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Liu Hui, a Chinese mathematician (C. 3</a:t>
            </a:r>
            <a:r>
              <a:rPr lang="en-GB" sz="2000" baseline="30000">
                <a:latin typeface="Lexend"/>
                <a:ea typeface="Lexend"/>
                <a:cs typeface="Lexend"/>
                <a:sym typeface="Lexend"/>
              </a:rPr>
              <a:t>rd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BCE), is potentially the first known mathematician to explain negative numbers in writing.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5" name="Google Shape;1805;p149"/>
          <p:cNvSpPr txBox="1"/>
          <p:nvPr/>
        </p:nvSpPr>
        <p:spPr>
          <a:xfrm>
            <a:off x="324000" y="1758350"/>
            <a:ext cx="5523000" cy="6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He created a system of positive numbers (</a:t>
            </a:r>
            <a:r>
              <a:rPr lang="en-GB" sz="20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)  in red and negative numbers (-) in black.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6" name="Google Shape;1806;p149"/>
          <p:cNvSpPr txBox="1"/>
          <p:nvPr/>
        </p:nvSpPr>
        <p:spPr>
          <a:xfrm>
            <a:off x="324000" y="2748950"/>
            <a:ext cx="4810500" cy="6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At the time, Greek mathematicians were struggling with the idea.  Liu Hui used the idea of money owed to explain the four operations with negative numbers.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07" name="Google Shape;1807;p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989725" y="2680024"/>
            <a:ext cx="672500" cy="88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8" name="Google Shape;1808;p1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5494802" y="4043039"/>
            <a:ext cx="612475" cy="706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9" name="Google Shape;1809;p1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6570674" y="1704825"/>
            <a:ext cx="1956976" cy="93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0" name="Google Shape;1810;p149"/>
          <p:cNvSpPr txBox="1"/>
          <p:nvPr/>
        </p:nvSpPr>
        <p:spPr>
          <a:xfrm>
            <a:off x="6747263" y="1798775"/>
            <a:ext cx="1603800" cy="5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What do I owe you?</a:t>
            </a:r>
            <a:endParaRPr sz="18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11" name="Google Shape;1811;p1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11577" y="2695425"/>
            <a:ext cx="2477876" cy="12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2" name="Google Shape;1812;p149"/>
          <p:cNvSpPr txBox="1"/>
          <p:nvPr/>
        </p:nvSpPr>
        <p:spPr>
          <a:xfrm flipH="1">
            <a:off x="5355875" y="2789375"/>
            <a:ext cx="2252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Hm … £</a:t>
            </a:r>
            <a:r>
              <a:rPr lang="en-GB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5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R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minus £7 (B) is -£2 … actually I owe you!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3" name="Google Shape;1813;p149"/>
          <p:cNvSpPr txBox="1"/>
          <p:nvPr/>
        </p:nvSpPr>
        <p:spPr>
          <a:xfrm>
            <a:off x="7832747" y="3384450"/>
            <a:ext cx="9561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Laura</a:t>
            </a:r>
            <a:endParaRPr sz="16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4" name="Google Shape;1814;p149"/>
          <p:cNvSpPr txBox="1"/>
          <p:nvPr/>
        </p:nvSpPr>
        <p:spPr>
          <a:xfrm>
            <a:off x="6080147" y="4298850"/>
            <a:ext cx="9561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Alex</a:t>
            </a:r>
            <a:endParaRPr sz="16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18" name="Shape 1818"/>
        <p:cNvGrpSpPr/>
        <p:nvPr/>
      </p:nvGrpSpPr>
      <p:grpSpPr>
        <a:xfrm>
          <a:off x="0" y="0"/>
          <a:ext cx="0" cy="0"/>
        </a:xfrm>
      </p:grpSpPr>
      <p:sp>
        <p:nvSpPr>
          <p:cNvPr id="1819" name="Google Shape;1819;p15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Subtraction of positive and negative integers</a:t>
            </a:r>
            <a:endParaRPr/>
          </a:p>
        </p:txBody>
      </p:sp>
      <p:sp>
        <p:nvSpPr>
          <p:cNvPr id="1820" name="Google Shape;1820;p150"/>
          <p:cNvSpPr txBox="1"/>
          <p:nvPr/>
        </p:nvSpPr>
        <p:spPr>
          <a:xfrm>
            <a:off x="324000" y="1661850"/>
            <a:ext cx="8496000" cy="18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both integers are positive or both are negative find the sum of their </a:t>
            </a: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absolute values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one integer is positive and the other is negative find the difference of their </a:t>
            </a: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absolute values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24" name="Shape 1824"/>
        <p:cNvGrpSpPr/>
        <p:nvPr/>
      </p:nvGrpSpPr>
      <p:grpSpPr>
        <a:xfrm>
          <a:off x="0" y="0"/>
          <a:ext cx="0" cy="0"/>
        </a:xfrm>
      </p:grpSpPr>
      <p:sp>
        <p:nvSpPr>
          <p:cNvPr id="1825" name="Google Shape;1825;p15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Subtraction of positive and negative integers</a:t>
            </a:r>
            <a:endParaRPr/>
          </a:p>
        </p:txBody>
      </p:sp>
      <p:sp>
        <p:nvSpPr>
          <p:cNvPr id="1826" name="Google Shape;1826;p151"/>
          <p:cNvSpPr txBox="1"/>
          <p:nvPr>
            <p:ph type="body" idx="1"/>
          </p:nvPr>
        </p:nvSpPr>
        <p:spPr>
          <a:xfrm>
            <a:off x="324000" y="1271550"/>
            <a:ext cx="674100" cy="2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4 − 9</a:t>
            </a:r>
            <a:endParaRPr/>
          </a:p>
        </p:txBody>
      </p:sp>
      <p:sp>
        <p:nvSpPr>
          <p:cNvPr id="1827" name="Google Shape;1827;p151"/>
          <p:cNvSpPr txBox="1"/>
          <p:nvPr>
            <p:ph type="body" idx="1"/>
          </p:nvPr>
        </p:nvSpPr>
        <p:spPr>
          <a:xfrm>
            <a:off x="2338350" y="1271550"/>
            <a:ext cx="1347900" cy="2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= 4 + (−9)</a:t>
            </a:r>
            <a:endParaRPr/>
          </a:p>
        </p:txBody>
      </p:sp>
      <p:sp>
        <p:nvSpPr>
          <p:cNvPr id="1828" name="Google Shape;1828;p151"/>
          <p:cNvSpPr txBox="1"/>
          <p:nvPr>
            <p:ph type="body" idx="1"/>
          </p:nvPr>
        </p:nvSpPr>
        <p:spPr>
          <a:xfrm>
            <a:off x="4639800" y="1271550"/>
            <a:ext cx="1347900" cy="2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= (−5)</a:t>
            </a:r>
            <a:endParaRPr/>
          </a:p>
        </p:txBody>
      </p:sp>
      <p:sp>
        <p:nvSpPr>
          <p:cNvPr id="1829" name="Google Shape;1829;p151"/>
          <p:cNvSpPr txBox="1"/>
          <p:nvPr>
            <p:ph type="body" idx="1"/>
          </p:nvPr>
        </p:nvSpPr>
        <p:spPr>
          <a:xfrm>
            <a:off x="324000" y="2042925"/>
            <a:ext cx="1162200" cy="2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(−4) − 9</a:t>
            </a:r>
            <a:endParaRPr/>
          </a:p>
        </p:txBody>
      </p:sp>
      <p:sp>
        <p:nvSpPr>
          <p:cNvPr id="1830" name="Google Shape;1830;p151"/>
          <p:cNvSpPr txBox="1"/>
          <p:nvPr>
            <p:ph type="body" idx="1"/>
          </p:nvPr>
        </p:nvSpPr>
        <p:spPr>
          <a:xfrm>
            <a:off x="2338350" y="2042925"/>
            <a:ext cx="1704900" cy="2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= (−4) + (−9)</a:t>
            </a:r>
            <a:endParaRPr/>
          </a:p>
        </p:txBody>
      </p:sp>
      <p:sp>
        <p:nvSpPr>
          <p:cNvPr id="1831" name="Google Shape;1831;p151"/>
          <p:cNvSpPr txBox="1"/>
          <p:nvPr>
            <p:ph type="body" idx="1"/>
          </p:nvPr>
        </p:nvSpPr>
        <p:spPr>
          <a:xfrm>
            <a:off x="4639800" y="2042925"/>
            <a:ext cx="1347900" cy="2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= (−13)</a:t>
            </a:r>
            <a:endParaRPr/>
          </a:p>
        </p:txBody>
      </p:sp>
      <p:sp>
        <p:nvSpPr>
          <p:cNvPr id="1832" name="Google Shape;1832;p151"/>
          <p:cNvSpPr txBox="1"/>
          <p:nvPr>
            <p:ph type="body" idx="1"/>
          </p:nvPr>
        </p:nvSpPr>
        <p:spPr>
          <a:xfrm>
            <a:off x="324000" y="4357050"/>
            <a:ext cx="1417200" cy="2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(−4) − (−9)</a:t>
            </a:r>
            <a:endParaRPr/>
          </a:p>
        </p:txBody>
      </p:sp>
      <p:sp>
        <p:nvSpPr>
          <p:cNvPr id="1833" name="Google Shape;1833;p151"/>
          <p:cNvSpPr txBox="1"/>
          <p:nvPr>
            <p:ph type="body" idx="1"/>
          </p:nvPr>
        </p:nvSpPr>
        <p:spPr>
          <a:xfrm>
            <a:off x="2338350" y="4357050"/>
            <a:ext cx="1704900" cy="2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= (−4) + (+9)</a:t>
            </a:r>
            <a:endParaRPr/>
          </a:p>
        </p:txBody>
      </p:sp>
      <p:sp>
        <p:nvSpPr>
          <p:cNvPr id="1834" name="Google Shape;1834;p151"/>
          <p:cNvSpPr txBox="1"/>
          <p:nvPr>
            <p:ph type="body" idx="1"/>
          </p:nvPr>
        </p:nvSpPr>
        <p:spPr>
          <a:xfrm>
            <a:off x="4639800" y="4357050"/>
            <a:ext cx="1347900" cy="2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= 5</a:t>
            </a:r>
            <a:endParaRPr/>
          </a:p>
        </p:txBody>
      </p:sp>
      <p:sp>
        <p:nvSpPr>
          <p:cNvPr id="1835" name="Google Shape;1835;p151"/>
          <p:cNvSpPr txBox="1"/>
          <p:nvPr>
            <p:ph type="body" idx="1"/>
          </p:nvPr>
        </p:nvSpPr>
        <p:spPr>
          <a:xfrm>
            <a:off x="324000" y="3585675"/>
            <a:ext cx="1231800" cy="2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(−9) − 4</a:t>
            </a:r>
            <a:endParaRPr/>
          </a:p>
        </p:txBody>
      </p:sp>
      <p:sp>
        <p:nvSpPr>
          <p:cNvPr id="1836" name="Google Shape;1836;p151"/>
          <p:cNvSpPr txBox="1"/>
          <p:nvPr>
            <p:ph type="body" idx="1"/>
          </p:nvPr>
        </p:nvSpPr>
        <p:spPr>
          <a:xfrm>
            <a:off x="2338350" y="3585675"/>
            <a:ext cx="1704900" cy="2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= (−9) + (−4)</a:t>
            </a:r>
            <a:endParaRPr/>
          </a:p>
        </p:txBody>
      </p:sp>
      <p:sp>
        <p:nvSpPr>
          <p:cNvPr id="1837" name="Google Shape;1837;p151"/>
          <p:cNvSpPr txBox="1"/>
          <p:nvPr>
            <p:ph type="body" idx="1"/>
          </p:nvPr>
        </p:nvSpPr>
        <p:spPr>
          <a:xfrm>
            <a:off x="4639800" y="3585675"/>
            <a:ext cx="1347900" cy="2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= (−13)</a:t>
            </a:r>
            <a:endParaRPr/>
          </a:p>
        </p:txBody>
      </p:sp>
      <p:sp>
        <p:nvSpPr>
          <p:cNvPr id="1838" name="Google Shape;1838;p151"/>
          <p:cNvSpPr txBox="1"/>
          <p:nvPr>
            <p:ph type="body" idx="1"/>
          </p:nvPr>
        </p:nvSpPr>
        <p:spPr>
          <a:xfrm>
            <a:off x="324000" y="2814300"/>
            <a:ext cx="1082100" cy="2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(−4) + 9</a:t>
            </a:r>
            <a:endParaRPr/>
          </a:p>
        </p:txBody>
      </p:sp>
      <p:sp>
        <p:nvSpPr>
          <p:cNvPr id="1839" name="Google Shape;1839;p151"/>
          <p:cNvSpPr txBox="1"/>
          <p:nvPr>
            <p:ph type="body" idx="1"/>
          </p:nvPr>
        </p:nvSpPr>
        <p:spPr>
          <a:xfrm>
            <a:off x="4639800" y="2814300"/>
            <a:ext cx="1347900" cy="2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= 5</a:t>
            </a:r>
            <a:endParaRPr/>
          </a:p>
        </p:txBody>
      </p:sp>
      <p:sp>
        <p:nvSpPr>
          <p:cNvPr id="1840" name="Google Shape;1840;p151"/>
          <p:cNvSpPr txBox="1"/>
          <p:nvPr>
            <p:ph type="body" idx="1"/>
          </p:nvPr>
        </p:nvSpPr>
        <p:spPr>
          <a:xfrm>
            <a:off x="324000" y="803175"/>
            <a:ext cx="1526400" cy="2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Calculation</a:t>
            </a:r>
            <a:endParaRPr/>
          </a:p>
        </p:txBody>
      </p:sp>
      <p:sp>
        <p:nvSpPr>
          <p:cNvPr id="1841" name="Google Shape;1841;p151"/>
          <p:cNvSpPr txBox="1"/>
          <p:nvPr>
            <p:ph type="body" idx="1"/>
          </p:nvPr>
        </p:nvSpPr>
        <p:spPr>
          <a:xfrm>
            <a:off x="2338350" y="803175"/>
            <a:ext cx="1347900" cy="2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Rewritten</a:t>
            </a:r>
            <a:endParaRPr/>
          </a:p>
        </p:txBody>
      </p:sp>
      <p:sp>
        <p:nvSpPr>
          <p:cNvPr id="1842" name="Google Shape;1842;p151"/>
          <p:cNvSpPr txBox="1"/>
          <p:nvPr>
            <p:ph type="body" idx="1"/>
          </p:nvPr>
        </p:nvSpPr>
        <p:spPr>
          <a:xfrm>
            <a:off x="4639800" y="803175"/>
            <a:ext cx="1347900" cy="2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Answer</a:t>
            </a:r>
            <a:endParaRPr/>
          </a:p>
        </p:txBody>
      </p:sp>
      <p:sp>
        <p:nvSpPr>
          <p:cNvPr id="1843" name="Google Shape;1843;p151"/>
          <p:cNvSpPr txBox="1"/>
          <p:nvPr>
            <p:ph type="body" idx="1"/>
          </p:nvPr>
        </p:nvSpPr>
        <p:spPr>
          <a:xfrm>
            <a:off x="5774400" y="1144185"/>
            <a:ext cx="3045600" cy="70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Difference of absolute values</a:t>
            </a:r>
            <a:endParaRPr sz="2000"/>
          </a:p>
        </p:txBody>
      </p:sp>
      <p:sp>
        <p:nvSpPr>
          <p:cNvPr id="1844" name="Google Shape;1844;p151"/>
          <p:cNvSpPr txBox="1"/>
          <p:nvPr>
            <p:ph type="body" idx="1"/>
          </p:nvPr>
        </p:nvSpPr>
        <p:spPr>
          <a:xfrm>
            <a:off x="5774400" y="2048350"/>
            <a:ext cx="3045600" cy="41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Sum of absolute values</a:t>
            </a:r>
            <a:endParaRPr sz="2000"/>
          </a:p>
        </p:txBody>
      </p:sp>
      <p:sp>
        <p:nvSpPr>
          <p:cNvPr id="1845" name="Google Shape;1845;p151"/>
          <p:cNvSpPr txBox="1"/>
          <p:nvPr>
            <p:ph type="body" idx="1"/>
          </p:nvPr>
        </p:nvSpPr>
        <p:spPr>
          <a:xfrm>
            <a:off x="5774400" y="2699989"/>
            <a:ext cx="3045600" cy="70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Difference of absolute values</a:t>
            </a:r>
            <a:endParaRPr sz="2000"/>
          </a:p>
        </p:txBody>
      </p:sp>
      <p:sp>
        <p:nvSpPr>
          <p:cNvPr id="1846" name="Google Shape;1846;p151"/>
          <p:cNvSpPr txBox="1"/>
          <p:nvPr>
            <p:ph type="body" idx="1"/>
          </p:nvPr>
        </p:nvSpPr>
        <p:spPr>
          <a:xfrm>
            <a:off x="5774400" y="3585675"/>
            <a:ext cx="3045600" cy="4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Sum of absolute values</a:t>
            </a:r>
            <a:endParaRPr sz="2000"/>
          </a:p>
        </p:txBody>
      </p:sp>
      <p:sp>
        <p:nvSpPr>
          <p:cNvPr id="1847" name="Google Shape;1847;p151"/>
          <p:cNvSpPr txBox="1"/>
          <p:nvPr>
            <p:ph type="body" idx="1"/>
          </p:nvPr>
        </p:nvSpPr>
        <p:spPr>
          <a:xfrm>
            <a:off x="5774400" y="4189649"/>
            <a:ext cx="30456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Difference of absolute values</a:t>
            </a: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51" name="Shape 1851"/>
        <p:cNvGrpSpPr/>
        <p:nvPr/>
      </p:nvGrpSpPr>
      <p:grpSpPr>
        <a:xfrm>
          <a:off x="0" y="0"/>
          <a:ext cx="0" cy="0"/>
        </a:xfrm>
      </p:grpSpPr>
      <p:sp>
        <p:nvSpPr>
          <p:cNvPr id="1852" name="Google Shape;1852;p15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Subtraction of positive and negative integers</a:t>
            </a:r>
            <a:endParaRPr/>
          </a:p>
        </p:txBody>
      </p:sp>
      <p:sp>
        <p:nvSpPr>
          <p:cNvPr id="1853" name="Google Shape;1853;p152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Rewrite the following and answer:</a:t>
            </a:r>
            <a:endParaRPr/>
          </a:p>
        </p:txBody>
      </p:sp>
      <p:sp>
        <p:nvSpPr>
          <p:cNvPr id="1854" name="Google Shape;1854;p152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Rewrite the following and answer:</a:t>
            </a:r>
            <a:endParaRPr sz="1800"/>
          </a:p>
        </p:txBody>
      </p:sp>
      <p:sp>
        <p:nvSpPr>
          <p:cNvPr id="1855" name="Google Shape;1855;p152"/>
          <p:cNvSpPr txBox="1"/>
          <p:nvPr>
            <p:ph type="body" idx="4294967295"/>
          </p:nvPr>
        </p:nvSpPr>
        <p:spPr>
          <a:xfrm>
            <a:off x="1804950" y="1271550"/>
            <a:ext cx="1347900" cy="2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= 7 + (</a:t>
            </a:r>
            <a:r>
              <a:rPr lang="en-GB"/>
              <a:t>−</a:t>
            </a:r>
            <a:r>
              <a:rPr lang="en-GB" sz="1800"/>
              <a:t>13)</a:t>
            </a:r>
            <a:endParaRPr sz="1800"/>
          </a:p>
        </p:txBody>
      </p:sp>
      <p:sp>
        <p:nvSpPr>
          <p:cNvPr id="1856" name="Google Shape;1856;p152"/>
          <p:cNvSpPr txBox="1"/>
          <p:nvPr>
            <p:ph type="body" idx="4294967295"/>
          </p:nvPr>
        </p:nvSpPr>
        <p:spPr>
          <a:xfrm>
            <a:off x="3344400" y="1271550"/>
            <a:ext cx="1347900" cy="2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= (</a:t>
            </a:r>
            <a:r>
              <a:rPr lang="en-GB"/>
              <a:t>−</a:t>
            </a:r>
            <a:r>
              <a:rPr lang="en-GB" sz="1800"/>
              <a:t>6)</a:t>
            </a:r>
            <a:endParaRPr sz="1800"/>
          </a:p>
        </p:txBody>
      </p:sp>
      <p:sp>
        <p:nvSpPr>
          <p:cNvPr id="1857" name="Google Shape;1857;p152"/>
          <p:cNvSpPr txBox="1"/>
          <p:nvPr>
            <p:ph type="body" idx="4294967295"/>
          </p:nvPr>
        </p:nvSpPr>
        <p:spPr>
          <a:xfrm>
            <a:off x="324000" y="2042925"/>
            <a:ext cx="1155900" cy="2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(</a:t>
            </a:r>
            <a:r>
              <a:rPr lang="en-GB"/>
              <a:t>−</a:t>
            </a:r>
            <a:r>
              <a:rPr lang="en-GB" sz="1800"/>
              <a:t>13) </a:t>
            </a:r>
            <a:r>
              <a:rPr lang="en-GB"/>
              <a:t>−</a:t>
            </a:r>
            <a:r>
              <a:rPr lang="en-GB" sz="1800"/>
              <a:t> 7</a:t>
            </a:r>
            <a:endParaRPr sz="1800"/>
          </a:p>
        </p:txBody>
      </p:sp>
      <p:sp>
        <p:nvSpPr>
          <p:cNvPr id="1858" name="Google Shape;1858;p152"/>
          <p:cNvSpPr txBox="1"/>
          <p:nvPr>
            <p:ph type="body" idx="4294967295"/>
          </p:nvPr>
        </p:nvSpPr>
        <p:spPr>
          <a:xfrm>
            <a:off x="1804950" y="2042925"/>
            <a:ext cx="1704900" cy="2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= (</a:t>
            </a:r>
            <a:r>
              <a:rPr lang="en-GB"/>
              <a:t>−</a:t>
            </a:r>
            <a:r>
              <a:rPr lang="en-GB" sz="1800"/>
              <a:t>13) + (</a:t>
            </a:r>
            <a:r>
              <a:rPr lang="en-GB"/>
              <a:t>−</a:t>
            </a:r>
            <a:r>
              <a:rPr lang="en-GB" sz="1800"/>
              <a:t> 7)</a:t>
            </a:r>
            <a:endParaRPr sz="1800"/>
          </a:p>
        </p:txBody>
      </p:sp>
      <p:sp>
        <p:nvSpPr>
          <p:cNvPr id="1859" name="Google Shape;1859;p152"/>
          <p:cNvSpPr txBox="1"/>
          <p:nvPr>
            <p:ph type="body" idx="4294967295"/>
          </p:nvPr>
        </p:nvSpPr>
        <p:spPr>
          <a:xfrm>
            <a:off x="3344400" y="2042925"/>
            <a:ext cx="1347900" cy="2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= (</a:t>
            </a:r>
            <a:r>
              <a:rPr lang="en-GB"/>
              <a:t>−</a:t>
            </a:r>
            <a:r>
              <a:rPr lang="en-GB" sz="1800"/>
              <a:t>20)</a:t>
            </a:r>
            <a:endParaRPr sz="1800"/>
          </a:p>
        </p:txBody>
      </p:sp>
      <p:sp>
        <p:nvSpPr>
          <p:cNvPr id="1860" name="Google Shape;1860;p152"/>
          <p:cNvSpPr txBox="1"/>
          <p:nvPr>
            <p:ph type="body" idx="4294967295"/>
          </p:nvPr>
        </p:nvSpPr>
        <p:spPr>
          <a:xfrm>
            <a:off x="324000" y="2985450"/>
            <a:ext cx="1417200" cy="2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(</a:t>
            </a:r>
            <a:r>
              <a:rPr lang="en-GB"/>
              <a:t>−</a:t>
            </a:r>
            <a:r>
              <a:rPr lang="en-GB" sz="1800"/>
              <a:t>7) </a:t>
            </a:r>
            <a:r>
              <a:rPr lang="en-GB"/>
              <a:t>−</a:t>
            </a:r>
            <a:r>
              <a:rPr lang="en-GB" sz="1800"/>
              <a:t> (</a:t>
            </a:r>
            <a:r>
              <a:rPr lang="en-GB"/>
              <a:t>−</a:t>
            </a:r>
            <a:r>
              <a:rPr lang="en-GB" sz="1800"/>
              <a:t>13)</a:t>
            </a:r>
            <a:endParaRPr sz="1800"/>
          </a:p>
        </p:txBody>
      </p:sp>
      <p:sp>
        <p:nvSpPr>
          <p:cNvPr id="1861" name="Google Shape;1861;p152"/>
          <p:cNvSpPr txBox="1"/>
          <p:nvPr>
            <p:ph type="body" idx="4294967295"/>
          </p:nvPr>
        </p:nvSpPr>
        <p:spPr>
          <a:xfrm>
            <a:off x="1804950" y="2985450"/>
            <a:ext cx="1704900" cy="2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= (</a:t>
            </a:r>
            <a:r>
              <a:rPr lang="en-GB"/>
              <a:t>−</a:t>
            </a:r>
            <a:r>
              <a:rPr lang="en-GB" sz="1800"/>
              <a:t>7) + 13</a:t>
            </a:r>
            <a:endParaRPr sz="1800"/>
          </a:p>
        </p:txBody>
      </p:sp>
      <p:sp>
        <p:nvSpPr>
          <p:cNvPr id="1862" name="Google Shape;1862;p152"/>
          <p:cNvSpPr txBox="1"/>
          <p:nvPr>
            <p:ph type="body" idx="4294967295"/>
          </p:nvPr>
        </p:nvSpPr>
        <p:spPr>
          <a:xfrm>
            <a:off x="3344400" y="2985450"/>
            <a:ext cx="1347900" cy="2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= 6</a:t>
            </a:r>
            <a:endParaRPr sz="1800"/>
          </a:p>
        </p:txBody>
      </p:sp>
      <p:sp>
        <p:nvSpPr>
          <p:cNvPr id="1863" name="Google Shape;1863;p152"/>
          <p:cNvSpPr txBox="1"/>
          <p:nvPr>
            <p:ph type="body" idx="4294967295"/>
          </p:nvPr>
        </p:nvSpPr>
        <p:spPr>
          <a:xfrm>
            <a:off x="4824000" y="1271550"/>
            <a:ext cx="1578000" cy="2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(</a:t>
            </a:r>
            <a:r>
              <a:rPr lang="en-GB"/>
              <a:t>−</a:t>
            </a:r>
            <a:r>
              <a:rPr lang="en-GB" sz="1800"/>
              <a:t>15) </a:t>
            </a:r>
            <a:r>
              <a:rPr lang="en-GB"/>
              <a:t>−</a:t>
            </a:r>
            <a:r>
              <a:rPr lang="en-GB" sz="1800"/>
              <a:t> (</a:t>
            </a:r>
            <a:r>
              <a:rPr lang="en-GB"/>
              <a:t>−</a:t>
            </a:r>
            <a:r>
              <a:rPr lang="en-GB" sz="1800"/>
              <a:t>10)</a:t>
            </a:r>
            <a:endParaRPr sz="1800"/>
          </a:p>
        </p:txBody>
      </p:sp>
      <p:sp>
        <p:nvSpPr>
          <p:cNvPr id="1864" name="Google Shape;1864;p152"/>
          <p:cNvSpPr txBox="1"/>
          <p:nvPr>
            <p:ph type="body" idx="4294967295"/>
          </p:nvPr>
        </p:nvSpPr>
        <p:spPr>
          <a:xfrm>
            <a:off x="6304950" y="1271550"/>
            <a:ext cx="1704900" cy="2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= (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15) + 10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65" name="Google Shape;1865;p152"/>
          <p:cNvSpPr txBox="1"/>
          <p:nvPr>
            <p:ph type="body" idx="4294967295"/>
          </p:nvPr>
        </p:nvSpPr>
        <p:spPr>
          <a:xfrm>
            <a:off x="7996800" y="1271550"/>
            <a:ext cx="1114200" cy="2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= (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5)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66" name="Google Shape;1866;p152"/>
          <p:cNvSpPr txBox="1"/>
          <p:nvPr>
            <p:ph type="body" idx="4294967295"/>
          </p:nvPr>
        </p:nvSpPr>
        <p:spPr>
          <a:xfrm>
            <a:off x="4824000" y="2072375"/>
            <a:ext cx="900000" cy="2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10 </a:t>
            </a:r>
            <a:r>
              <a:rPr lang="en-GB"/>
              <a:t>−</a:t>
            </a:r>
            <a:r>
              <a:rPr lang="en-GB" sz="1800"/>
              <a:t> 15</a:t>
            </a:r>
            <a:endParaRPr sz="1800"/>
          </a:p>
        </p:txBody>
      </p:sp>
      <p:sp>
        <p:nvSpPr>
          <p:cNvPr id="1867" name="Google Shape;1867;p152"/>
          <p:cNvSpPr txBox="1"/>
          <p:nvPr>
            <p:ph type="body" idx="4294967295"/>
          </p:nvPr>
        </p:nvSpPr>
        <p:spPr>
          <a:xfrm>
            <a:off x="6304950" y="2072375"/>
            <a:ext cx="1347900" cy="2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= 10 + (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15)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68" name="Google Shape;1868;p152"/>
          <p:cNvSpPr txBox="1"/>
          <p:nvPr>
            <p:ph type="body" idx="4294967295"/>
          </p:nvPr>
        </p:nvSpPr>
        <p:spPr>
          <a:xfrm>
            <a:off x="7996800" y="2072375"/>
            <a:ext cx="1114200" cy="2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= (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5)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69" name="Google Shape;1869;p152"/>
          <p:cNvSpPr txBox="1"/>
          <p:nvPr>
            <p:ph type="body" idx="4294967295"/>
          </p:nvPr>
        </p:nvSpPr>
        <p:spPr>
          <a:xfrm>
            <a:off x="4824000" y="2985450"/>
            <a:ext cx="1280400" cy="2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(</a:t>
            </a:r>
            <a:r>
              <a:rPr lang="en-GB"/>
              <a:t>−</a:t>
            </a:r>
            <a:r>
              <a:rPr lang="en-GB" sz="1800"/>
              <a:t>15) </a:t>
            </a:r>
            <a:r>
              <a:rPr lang="en-GB"/>
              <a:t>−</a:t>
            </a:r>
            <a:r>
              <a:rPr lang="en-GB" sz="1800"/>
              <a:t> 10</a:t>
            </a:r>
            <a:endParaRPr sz="1800"/>
          </a:p>
        </p:txBody>
      </p:sp>
      <p:sp>
        <p:nvSpPr>
          <p:cNvPr id="1870" name="Google Shape;1870;p152"/>
          <p:cNvSpPr txBox="1"/>
          <p:nvPr>
            <p:ph type="body" idx="4294967295"/>
          </p:nvPr>
        </p:nvSpPr>
        <p:spPr>
          <a:xfrm>
            <a:off x="6059664" y="2985450"/>
            <a:ext cx="1854900" cy="2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= (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15) + (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10)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71" name="Google Shape;1871;p152"/>
          <p:cNvSpPr txBox="1"/>
          <p:nvPr>
            <p:ph type="body" idx="4294967295"/>
          </p:nvPr>
        </p:nvSpPr>
        <p:spPr>
          <a:xfrm>
            <a:off x="7901339" y="2985450"/>
            <a:ext cx="1114200" cy="2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= (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25)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72" name="Google Shape;1872;p152"/>
          <p:cNvSpPr txBox="1"/>
          <p:nvPr>
            <p:ph type="body" idx="4294967295"/>
          </p:nvPr>
        </p:nvSpPr>
        <p:spPr>
          <a:xfrm>
            <a:off x="324000" y="1271550"/>
            <a:ext cx="900000" cy="2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7 </a:t>
            </a:r>
            <a:r>
              <a:rPr lang="en-GB"/>
              <a:t>−</a:t>
            </a:r>
            <a:r>
              <a:rPr lang="en-GB" sz="1800"/>
              <a:t> 13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76" name="Shape 1876"/>
        <p:cNvGrpSpPr/>
        <p:nvPr/>
      </p:nvGrpSpPr>
      <p:grpSpPr>
        <a:xfrm>
          <a:off x="0" y="0"/>
          <a:ext cx="0" cy="0"/>
        </a:xfrm>
      </p:grpSpPr>
      <p:sp>
        <p:nvSpPr>
          <p:cNvPr id="1877" name="Google Shape;1877;p153"/>
          <p:cNvSpPr/>
          <p:nvPr/>
        </p:nvSpPr>
        <p:spPr>
          <a:xfrm>
            <a:off x="2024175" y="4021159"/>
            <a:ext cx="417600" cy="2850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8" name="Google Shape;1878;p15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Subtraction of positive and negative integers</a:t>
            </a:r>
            <a:endParaRPr/>
          </a:p>
        </p:txBody>
      </p:sp>
      <p:sp>
        <p:nvSpPr>
          <p:cNvPr id="1879" name="Google Shape;1879;p153"/>
          <p:cNvSpPr txBox="1"/>
          <p:nvPr>
            <p:ph type="body" idx="1"/>
          </p:nvPr>
        </p:nvSpPr>
        <p:spPr>
          <a:xfrm>
            <a:off x="324000" y="606900"/>
            <a:ext cx="8237700" cy="28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Find your way through the maze.</a:t>
            </a:r>
            <a:endParaRPr/>
          </a:p>
        </p:txBody>
      </p:sp>
      <p:graphicFrame>
        <p:nvGraphicFramePr>
          <p:cNvPr id="1880" name="Google Shape;1880;p153"/>
          <p:cNvGraphicFramePr>
            <a:graphicFrameLocks noGrp="1"/>
          </p:cNvGraphicFramePr>
          <p:nvPr/>
        </p:nvGraphicFramePr>
        <p:xfrm>
          <a:off x="323925" y="984203"/>
          <a:ext cx="8352775" cy="3433795"/>
        </p:xfrm>
        <a:graphic>
          <a:graphicData uri="http://schemas.openxmlformats.org/drawingml/2006/table">
            <a:tbl>
              <a:tblPr>
                <a:noFill/>
                <a:tableStyleId>{0A3D7F70-FDBC-4838-8A60-5612EA590397}</a:tableStyleId>
              </a:tblPr>
              <a:tblGrid>
                <a:gridCol w="1290900"/>
                <a:gridCol w="1290900"/>
                <a:gridCol w="1290900"/>
                <a:gridCol w="1290900"/>
                <a:gridCol w="1884775"/>
                <a:gridCol w="1304400"/>
              </a:tblGrid>
              <a:tr h="403575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START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5 − (−1)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(−3) − (−4)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(−7)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2 − 7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6 − (−2)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 − 4 = (−6)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2 − 9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</a:tr>
              <a:tr h="71425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(−7) − 3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(−7) − 2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(−9)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2 −        = 6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(−4)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 − 7 = (−4) 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(−11)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(−3) − (−1)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</a:tr>
              <a:tr h="5547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(−10)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(−4) − 1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8 − (−4)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3 − (−1)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(−1) − (−4)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(−1) − 1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(−11) − (−5)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</a:tr>
              <a:tr h="6926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(−3)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(−2) − (−4)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(−4) − 2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(−6)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8 − (−1)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5 − 6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(−4) −        = (−2) 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(−6)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(−4) − (−4)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</a:tr>
              <a:tr h="4355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3 − (−4)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7 −        = 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(−3) − 1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(−4)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3 − 5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10 − 18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FINISH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(−8)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</a:tr>
            </a:tbl>
          </a:graphicData>
        </a:graphic>
      </p:graphicFrame>
      <p:sp>
        <p:nvSpPr>
          <p:cNvPr id="1881" name="Google Shape;1881;p153"/>
          <p:cNvSpPr/>
          <p:nvPr/>
        </p:nvSpPr>
        <p:spPr>
          <a:xfrm>
            <a:off x="4593327" y="2068403"/>
            <a:ext cx="417600" cy="2850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2" name="Google Shape;1882;p153"/>
          <p:cNvSpPr/>
          <p:nvPr/>
        </p:nvSpPr>
        <p:spPr>
          <a:xfrm>
            <a:off x="5555825" y="2068403"/>
            <a:ext cx="417600" cy="2850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3" name="Google Shape;1883;p153"/>
          <p:cNvSpPr/>
          <p:nvPr/>
        </p:nvSpPr>
        <p:spPr>
          <a:xfrm>
            <a:off x="6200400" y="3316203"/>
            <a:ext cx="417600" cy="2850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4" name="Google Shape;1884;p153"/>
          <p:cNvSpPr/>
          <p:nvPr/>
        </p:nvSpPr>
        <p:spPr>
          <a:xfrm>
            <a:off x="5555825" y="1279253"/>
            <a:ext cx="417600" cy="2850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88" name="Shape 1888"/>
        <p:cNvGrpSpPr/>
        <p:nvPr/>
      </p:nvGrpSpPr>
      <p:grpSpPr>
        <a:xfrm>
          <a:off x="0" y="0"/>
          <a:ext cx="0" cy="0"/>
        </a:xfrm>
      </p:grpSpPr>
      <p:sp>
        <p:nvSpPr>
          <p:cNvPr id="1889" name="Google Shape;1889;p154"/>
          <p:cNvSpPr/>
          <p:nvPr/>
        </p:nvSpPr>
        <p:spPr>
          <a:xfrm>
            <a:off x="2024175" y="4021159"/>
            <a:ext cx="417600" cy="2850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0" name="Google Shape;1890;p154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Subtraction of positive and negative integers</a:t>
            </a:r>
            <a:endParaRPr/>
          </a:p>
        </p:txBody>
      </p:sp>
      <p:sp>
        <p:nvSpPr>
          <p:cNvPr id="1891" name="Google Shape;1891;p154"/>
          <p:cNvSpPr txBox="1"/>
          <p:nvPr>
            <p:ph type="body" idx="1"/>
          </p:nvPr>
        </p:nvSpPr>
        <p:spPr>
          <a:xfrm>
            <a:off x="324000" y="606900"/>
            <a:ext cx="8237700" cy="28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Find your way through the maze.</a:t>
            </a:r>
            <a:endParaRPr/>
          </a:p>
        </p:txBody>
      </p:sp>
      <p:graphicFrame>
        <p:nvGraphicFramePr>
          <p:cNvPr id="1892" name="Google Shape;1892;p154"/>
          <p:cNvGraphicFramePr>
            <a:graphicFrameLocks noGrp="1"/>
          </p:cNvGraphicFramePr>
          <p:nvPr/>
        </p:nvGraphicFramePr>
        <p:xfrm>
          <a:off x="323925" y="984203"/>
          <a:ext cx="8352775" cy="3433795"/>
        </p:xfrm>
        <a:graphic>
          <a:graphicData uri="http://schemas.openxmlformats.org/drawingml/2006/table">
            <a:tbl>
              <a:tblPr>
                <a:noFill/>
                <a:tableStyleId>{0A3D7F70-FDBC-4838-8A60-5612EA590397}</a:tableStyleId>
              </a:tblPr>
              <a:tblGrid>
                <a:gridCol w="1290900"/>
                <a:gridCol w="1290900"/>
                <a:gridCol w="1290900"/>
                <a:gridCol w="1290900"/>
                <a:gridCol w="1884775"/>
                <a:gridCol w="1304400"/>
              </a:tblGrid>
              <a:tr h="403575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START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5 − (−1)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(−3) − (−4)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(−7)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2 − 7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6 − (−2)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 − 4 = (−6)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2 − 9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</a:tr>
              <a:tr h="71425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(−7) − 3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(−7) − 2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(−9)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2 −        = 6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(−4)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 − 7 = (−4) 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(−11)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(−3) − (−1)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</a:tr>
              <a:tr h="5547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(−10)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(−4) − 1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8 − (−4)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3 − (−1)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(−1) − (−4)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(−1) − 1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(−11) − (−5)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</a:tr>
              <a:tr h="6926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(−3)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(−2) − (−4)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(−4) − 2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(−6)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8 − (−1)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5 − 6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(−4) −        = (−2) 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(−6)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(−4) − (−4)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</a:tr>
              <a:tr h="4355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3 − (−4)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7 −        = 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(−3) − 1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(−4)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3 − 5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10 − 18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FINISH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(−8)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</a:tr>
            </a:tbl>
          </a:graphicData>
        </a:graphic>
      </p:graphicFrame>
      <p:sp>
        <p:nvSpPr>
          <p:cNvPr id="1893" name="Google Shape;1893;p154"/>
          <p:cNvSpPr/>
          <p:nvPr/>
        </p:nvSpPr>
        <p:spPr>
          <a:xfrm>
            <a:off x="4593327" y="2068403"/>
            <a:ext cx="417600" cy="2850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4" name="Google Shape;1894;p154"/>
          <p:cNvSpPr/>
          <p:nvPr/>
        </p:nvSpPr>
        <p:spPr>
          <a:xfrm>
            <a:off x="5555825" y="2068403"/>
            <a:ext cx="417600" cy="2850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5" name="Google Shape;1895;p154"/>
          <p:cNvSpPr/>
          <p:nvPr/>
        </p:nvSpPr>
        <p:spPr>
          <a:xfrm>
            <a:off x="6200400" y="3316203"/>
            <a:ext cx="417600" cy="2850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6" name="Google Shape;1896;p154"/>
          <p:cNvSpPr/>
          <p:nvPr/>
        </p:nvSpPr>
        <p:spPr>
          <a:xfrm>
            <a:off x="5555825" y="1279253"/>
            <a:ext cx="417600" cy="2850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97" name="Google Shape;1897;p154"/>
          <p:cNvCxnSpPr/>
          <p:nvPr/>
        </p:nvCxnSpPr>
        <p:spPr>
          <a:xfrm>
            <a:off x="1169800" y="1279250"/>
            <a:ext cx="5757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98" name="Google Shape;1898;p154"/>
          <p:cNvCxnSpPr/>
          <p:nvPr/>
        </p:nvCxnSpPr>
        <p:spPr>
          <a:xfrm flipH="1">
            <a:off x="2264950" y="1484775"/>
            <a:ext cx="0" cy="48720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99" name="Google Shape;1899;p154"/>
          <p:cNvCxnSpPr/>
          <p:nvPr/>
        </p:nvCxnSpPr>
        <p:spPr>
          <a:xfrm>
            <a:off x="2657100" y="2015750"/>
            <a:ext cx="5757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00" name="Google Shape;1900;p154"/>
          <p:cNvCxnSpPr/>
          <p:nvPr/>
        </p:nvCxnSpPr>
        <p:spPr>
          <a:xfrm>
            <a:off x="3929300" y="2015750"/>
            <a:ext cx="5757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01" name="Google Shape;1901;p154"/>
          <p:cNvCxnSpPr/>
          <p:nvPr/>
        </p:nvCxnSpPr>
        <p:spPr>
          <a:xfrm>
            <a:off x="5290075" y="1971975"/>
            <a:ext cx="5757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02" name="Google Shape;1902;p154"/>
          <p:cNvCxnSpPr/>
          <p:nvPr/>
        </p:nvCxnSpPr>
        <p:spPr>
          <a:xfrm flipH="1">
            <a:off x="6491650" y="2326750"/>
            <a:ext cx="0" cy="48720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03" name="Google Shape;1903;p154"/>
          <p:cNvCxnSpPr/>
          <p:nvPr/>
        </p:nvCxnSpPr>
        <p:spPr>
          <a:xfrm>
            <a:off x="7100025" y="2738050"/>
            <a:ext cx="5757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04" name="Google Shape;1904;p154"/>
          <p:cNvCxnSpPr/>
          <p:nvPr/>
        </p:nvCxnSpPr>
        <p:spPr>
          <a:xfrm flipH="1">
            <a:off x="8027175" y="2991600"/>
            <a:ext cx="0" cy="48720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05" name="Google Shape;1905;p154"/>
          <p:cNvCxnSpPr/>
          <p:nvPr/>
        </p:nvCxnSpPr>
        <p:spPr>
          <a:xfrm rot="10800000">
            <a:off x="6854400" y="3200450"/>
            <a:ext cx="5286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06" name="Google Shape;1906;p154"/>
          <p:cNvCxnSpPr/>
          <p:nvPr/>
        </p:nvCxnSpPr>
        <p:spPr>
          <a:xfrm flipH="1">
            <a:off x="6649825" y="3661675"/>
            <a:ext cx="0" cy="48720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07" name="Google Shape;1907;p154"/>
          <p:cNvCxnSpPr/>
          <p:nvPr/>
        </p:nvCxnSpPr>
        <p:spPr>
          <a:xfrm>
            <a:off x="6947625" y="4021150"/>
            <a:ext cx="5757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ransition/>
  <p:timing/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11" name="Shape 1911"/>
        <p:cNvGrpSpPr/>
        <p:nvPr/>
      </p:nvGrpSpPr>
      <p:grpSpPr>
        <a:xfrm>
          <a:off x="0" y="0"/>
          <a:ext cx="0" cy="0"/>
        </a:xfrm>
      </p:grpSpPr>
      <p:sp>
        <p:nvSpPr>
          <p:cNvPr id="1912" name="Google Shape;1912;p155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Rewriting a subtraction as an equivalent addition</a:t>
            </a:r>
            <a:endParaRPr/>
          </a:p>
        </p:txBody>
      </p:sp>
      <p:sp>
        <p:nvSpPr>
          <p:cNvPr id="1913" name="Google Shape;1913;p155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Subtraction of positive and negative integers</a:t>
            </a:r>
            <a:endParaRPr/>
          </a:p>
        </p:txBody>
      </p:sp>
      <p:sp>
        <p:nvSpPr>
          <p:cNvPr id="1914" name="Google Shape;1914;p155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Deepening understanding of subtraction of integers</a:t>
            </a:r>
            <a:endParaRPr/>
          </a:p>
        </p:txBody>
      </p:sp>
      <p:sp>
        <p:nvSpPr>
          <p:cNvPr id="1915" name="Google Shape;1915;p155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Subtraction of positive and negative integers</a:t>
            </a:r>
            <a:endParaRPr/>
          </a:p>
        </p:txBody>
      </p:sp>
      <p:pic>
        <p:nvPicPr>
          <p:cNvPr id="1916" name="Google Shape;1916;p1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383" y="370048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20" name="Shape 1920"/>
        <p:cNvGrpSpPr/>
        <p:nvPr/>
      </p:nvGrpSpPr>
      <p:grpSpPr>
        <a:xfrm>
          <a:off x="0" y="0"/>
          <a:ext cx="0" cy="0"/>
        </a:xfrm>
      </p:grpSpPr>
      <p:sp>
        <p:nvSpPr>
          <p:cNvPr id="1921" name="Google Shape;1921;p156"/>
          <p:cNvSpPr txBox="1"/>
          <p:nvPr>
            <p:ph type="body" idx="1"/>
          </p:nvPr>
        </p:nvSpPr>
        <p:spPr>
          <a:xfrm>
            <a:off x="400200" y="1670750"/>
            <a:ext cx="31926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(−2) + 3 + 7 + (−4) + (−6)</a:t>
            </a:r>
            <a:endParaRPr/>
          </a:p>
        </p:txBody>
      </p:sp>
      <p:sp>
        <p:nvSpPr>
          <p:cNvPr id="1922" name="Google Shape;1922;p156"/>
          <p:cNvSpPr/>
          <p:nvPr/>
        </p:nvSpPr>
        <p:spPr>
          <a:xfrm>
            <a:off x="392931" y="1695556"/>
            <a:ext cx="539100" cy="3207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3" name="Google Shape;1923;p156"/>
          <p:cNvSpPr/>
          <p:nvPr/>
        </p:nvSpPr>
        <p:spPr>
          <a:xfrm>
            <a:off x="1204789" y="1689088"/>
            <a:ext cx="230400" cy="3207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4" name="Google Shape;1924;p156"/>
          <p:cNvSpPr/>
          <p:nvPr/>
        </p:nvSpPr>
        <p:spPr>
          <a:xfrm>
            <a:off x="1669296" y="1689088"/>
            <a:ext cx="230400" cy="3207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5" name="Google Shape;1925;p156"/>
          <p:cNvSpPr/>
          <p:nvPr/>
        </p:nvSpPr>
        <p:spPr>
          <a:xfrm>
            <a:off x="3029105" y="1695556"/>
            <a:ext cx="539100" cy="3207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6" name="Google Shape;1926;p156"/>
          <p:cNvSpPr/>
          <p:nvPr/>
        </p:nvSpPr>
        <p:spPr>
          <a:xfrm>
            <a:off x="2179096" y="1695556"/>
            <a:ext cx="539100" cy="3207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7" name="Google Shape;1927;p15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Deepening understanding of subtraction of integers</a:t>
            </a:r>
            <a:endParaRPr/>
          </a:p>
        </p:txBody>
      </p:sp>
      <p:sp>
        <p:nvSpPr>
          <p:cNvPr id="1928" name="Google Shape;1928;p156"/>
          <p:cNvSpPr txBox="1"/>
          <p:nvPr>
            <p:ph type="body" idx="1"/>
          </p:nvPr>
        </p:nvSpPr>
        <p:spPr>
          <a:xfrm>
            <a:off x="400200" y="683100"/>
            <a:ext cx="35469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(−2) + 3 − (−7) − 4 + (−6)</a:t>
            </a:r>
            <a:endParaRPr/>
          </a:p>
        </p:txBody>
      </p:sp>
      <p:sp>
        <p:nvSpPr>
          <p:cNvPr id="1929" name="Google Shape;1929;p156"/>
          <p:cNvSpPr txBox="1"/>
          <p:nvPr>
            <p:ph type="body" idx="1"/>
          </p:nvPr>
        </p:nvSpPr>
        <p:spPr>
          <a:xfrm>
            <a:off x="324000" y="2305800"/>
            <a:ext cx="84960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Sum the positive integers and negative integers separately.</a:t>
            </a:r>
            <a:endParaRPr sz="2000"/>
          </a:p>
        </p:txBody>
      </p:sp>
      <p:sp>
        <p:nvSpPr>
          <p:cNvPr id="1930" name="Google Shape;1930;p156"/>
          <p:cNvSpPr txBox="1"/>
          <p:nvPr>
            <p:ph type="body" idx="1"/>
          </p:nvPr>
        </p:nvSpPr>
        <p:spPr>
          <a:xfrm>
            <a:off x="324000" y="2695075"/>
            <a:ext cx="22986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Positive integers</a:t>
            </a:r>
            <a:endParaRPr sz="2000"/>
          </a:p>
        </p:txBody>
      </p:sp>
      <p:sp>
        <p:nvSpPr>
          <p:cNvPr id="1931" name="Google Shape;1931;p156"/>
          <p:cNvSpPr txBox="1"/>
          <p:nvPr>
            <p:ph type="body" idx="1"/>
          </p:nvPr>
        </p:nvSpPr>
        <p:spPr>
          <a:xfrm>
            <a:off x="5107500" y="2695075"/>
            <a:ext cx="26370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Negative integers</a:t>
            </a:r>
            <a:endParaRPr sz="2000"/>
          </a:p>
        </p:txBody>
      </p:sp>
      <p:sp>
        <p:nvSpPr>
          <p:cNvPr id="1932" name="Google Shape;1932;p156"/>
          <p:cNvSpPr txBox="1"/>
          <p:nvPr>
            <p:ph type="body" idx="1"/>
          </p:nvPr>
        </p:nvSpPr>
        <p:spPr>
          <a:xfrm>
            <a:off x="1325925" y="3086575"/>
            <a:ext cx="2304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3</a:t>
            </a:r>
            <a:endParaRPr sz="2000"/>
          </a:p>
        </p:txBody>
      </p:sp>
      <p:sp>
        <p:nvSpPr>
          <p:cNvPr id="1933" name="Google Shape;1933;p156"/>
          <p:cNvSpPr txBox="1"/>
          <p:nvPr>
            <p:ph type="body" idx="1"/>
          </p:nvPr>
        </p:nvSpPr>
        <p:spPr>
          <a:xfrm>
            <a:off x="1325925" y="3379763"/>
            <a:ext cx="2304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7</a:t>
            </a:r>
            <a:endParaRPr sz="2000"/>
          </a:p>
        </p:txBody>
      </p:sp>
      <p:sp>
        <p:nvSpPr>
          <p:cNvPr id="1934" name="Google Shape;1934;p156"/>
          <p:cNvSpPr txBox="1"/>
          <p:nvPr>
            <p:ph type="body" idx="1"/>
          </p:nvPr>
        </p:nvSpPr>
        <p:spPr>
          <a:xfrm>
            <a:off x="5972700" y="3086575"/>
            <a:ext cx="5682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(</a:t>
            </a:r>
            <a:r>
              <a:rPr lang="en-GB"/>
              <a:t>−</a:t>
            </a:r>
            <a:r>
              <a:rPr lang="en-GB" sz="2000"/>
              <a:t>2)</a:t>
            </a:r>
            <a:endParaRPr sz="2000"/>
          </a:p>
        </p:txBody>
      </p:sp>
      <p:sp>
        <p:nvSpPr>
          <p:cNvPr id="1935" name="Google Shape;1935;p156"/>
          <p:cNvSpPr txBox="1"/>
          <p:nvPr>
            <p:ph type="body" idx="1"/>
          </p:nvPr>
        </p:nvSpPr>
        <p:spPr>
          <a:xfrm>
            <a:off x="5972700" y="3379763"/>
            <a:ext cx="5682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(</a:t>
            </a:r>
            <a:r>
              <a:rPr lang="en-GB"/>
              <a:t>−</a:t>
            </a:r>
            <a:r>
              <a:rPr lang="en-GB" sz="2000"/>
              <a:t>4)</a:t>
            </a:r>
            <a:endParaRPr sz="2000"/>
          </a:p>
        </p:txBody>
      </p:sp>
      <p:sp>
        <p:nvSpPr>
          <p:cNvPr id="1936" name="Google Shape;1936;p156"/>
          <p:cNvSpPr txBox="1"/>
          <p:nvPr>
            <p:ph type="body" idx="1"/>
          </p:nvPr>
        </p:nvSpPr>
        <p:spPr>
          <a:xfrm>
            <a:off x="5972700" y="3672950"/>
            <a:ext cx="5682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(</a:t>
            </a:r>
            <a:r>
              <a:rPr lang="en-GB"/>
              <a:t>−</a:t>
            </a:r>
            <a:r>
              <a:rPr lang="en-GB" sz="2000"/>
              <a:t>6)</a:t>
            </a:r>
            <a:endParaRPr sz="2000"/>
          </a:p>
        </p:txBody>
      </p:sp>
      <p:sp>
        <p:nvSpPr>
          <p:cNvPr id="1937" name="Google Shape;1937;p156"/>
          <p:cNvSpPr txBox="1"/>
          <p:nvPr>
            <p:ph type="body" idx="1"/>
          </p:nvPr>
        </p:nvSpPr>
        <p:spPr>
          <a:xfrm>
            <a:off x="995575" y="3377575"/>
            <a:ext cx="2304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+</a:t>
            </a:r>
            <a:endParaRPr sz="2000"/>
          </a:p>
        </p:txBody>
      </p:sp>
      <p:sp>
        <p:nvSpPr>
          <p:cNvPr id="1938" name="Google Shape;1938;p156"/>
          <p:cNvSpPr txBox="1"/>
          <p:nvPr>
            <p:ph type="body" idx="1"/>
          </p:nvPr>
        </p:nvSpPr>
        <p:spPr>
          <a:xfrm>
            <a:off x="5659200" y="3596750"/>
            <a:ext cx="2304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+</a:t>
            </a:r>
            <a:endParaRPr sz="2000"/>
          </a:p>
        </p:txBody>
      </p:sp>
      <p:cxnSp>
        <p:nvCxnSpPr>
          <p:cNvPr id="1939" name="Google Shape;1939;p156"/>
          <p:cNvCxnSpPr/>
          <p:nvPr/>
        </p:nvCxnSpPr>
        <p:spPr>
          <a:xfrm>
            <a:off x="779550" y="3715550"/>
            <a:ext cx="925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40" name="Google Shape;1940;p156"/>
          <p:cNvCxnSpPr/>
          <p:nvPr/>
        </p:nvCxnSpPr>
        <p:spPr>
          <a:xfrm>
            <a:off x="779550" y="4079225"/>
            <a:ext cx="925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41" name="Google Shape;1941;p156"/>
          <p:cNvCxnSpPr/>
          <p:nvPr/>
        </p:nvCxnSpPr>
        <p:spPr>
          <a:xfrm>
            <a:off x="5550900" y="4003975"/>
            <a:ext cx="925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42" name="Google Shape;1942;p156"/>
          <p:cNvCxnSpPr/>
          <p:nvPr/>
        </p:nvCxnSpPr>
        <p:spPr>
          <a:xfrm>
            <a:off x="5550900" y="4367650"/>
            <a:ext cx="925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43" name="Google Shape;1943;p156"/>
          <p:cNvSpPr txBox="1"/>
          <p:nvPr>
            <p:ph type="body" idx="1"/>
          </p:nvPr>
        </p:nvSpPr>
        <p:spPr>
          <a:xfrm>
            <a:off x="1180810" y="3738525"/>
            <a:ext cx="3789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10</a:t>
            </a:r>
            <a:endParaRPr sz="2000"/>
          </a:p>
        </p:txBody>
      </p:sp>
      <p:sp>
        <p:nvSpPr>
          <p:cNvPr id="1944" name="Google Shape;1944;p156"/>
          <p:cNvSpPr txBox="1"/>
          <p:nvPr>
            <p:ph type="body" idx="1"/>
          </p:nvPr>
        </p:nvSpPr>
        <p:spPr>
          <a:xfrm>
            <a:off x="5845314" y="4018627"/>
            <a:ext cx="6513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(</a:t>
            </a:r>
            <a:r>
              <a:rPr lang="en-GB"/>
              <a:t>−</a:t>
            </a:r>
            <a:r>
              <a:rPr lang="en-GB" sz="2000"/>
              <a:t>12)</a:t>
            </a:r>
            <a:endParaRPr sz="2000"/>
          </a:p>
        </p:txBody>
      </p:sp>
      <p:sp>
        <p:nvSpPr>
          <p:cNvPr id="1945" name="Google Shape;1945;p156"/>
          <p:cNvSpPr txBox="1"/>
          <p:nvPr>
            <p:ph type="body" idx="1"/>
          </p:nvPr>
        </p:nvSpPr>
        <p:spPr>
          <a:xfrm>
            <a:off x="3667300" y="702750"/>
            <a:ext cx="7758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= (</a:t>
            </a:r>
            <a:r>
              <a:rPr lang="en-GB"/>
              <a:t>−</a:t>
            </a:r>
            <a:r>
              <a:rPr lang="en-GB" sz="2000"/>
              <a:t>2)</a:t>
            </a:r>
            <a:endParaRPr sz="2000"/>
          </a:p>
        </p:txBody>
      </p:sp>
      <p:sp>
        <p:nvSpPr>
          <p:cNvPr id="1946" name="Google Shape;1946;p156"/>
          <p:cNvSpPr txBox="1"/>
          <p:nvPr/>
        </p:nvSpPr>
        <p:spPr>
          <a:xfrm>
            <a:off x="4028825" y="4407675"/>
            <a:ext cx="4196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7" name="Google Shape;1947;p156"/>
          <p:cNvSpPr txBox="1"/>
          <p:nvPr>
            <p:ph type="body" idx="1"/>
          </p:nvPr>
        </p:nvSpPr>
        <p:spPr>
          <a:xfrm>
            <a:off x="324000" y="1162800"/>
            <a:ext cx="84960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Rewrite the subtractions as addition of additive inverses.</a:t>
            </a: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51" name="Shape 1951"/>
        <p:cNvGrpSpPr/>
        <p:nvPr/>
      </p:nvGrpSpPr>
      <p:grpSpPr>
        <a:xfrm>
          <a:off x="0" y="0"/>
          <a:ext cx="0" cy="0"/>
        </a:xfrm>
      </p:grpSpPr>
      <p:sp>
        <p:nvSpPr>
          <p:cNvPr id="1952" name="Google Shape;1952;p15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Deepening understanding of subtraction of integers</a:t>
            </a:r>
            <a:endParaRPr/>
          </a:p>
        </p:txBody>
      </p:sp>
      <p:sp>
        <p:nvSpPr>
          <p:cNvPr id="1953" name="Google Shape;1953;p157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(−3) + 7 + 4 + (−8) + (−1)</a:t>
            </a:r>
            <a:endParaRPr/>
          </a:p>
        </p:txBody>
      </p:sp>
      <p:sp>
        <p:nvSpPr>
          <p:cNvPr id="1954" name="Google Shape;1954;p157"/>
          <p:cNvSpPr txBox="1"/>
          <p:nvPr>
            <p:ph type="title"/>
          </p:nvPr>
        </p:nvSpPr>
        <p:spPr>
          <a:xfrm>
            <a:off x="324000" y="810008"/>
            <a:ext cx="8179200" cy="81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Which one of the following is the correctly rewritten calculation of (−3) + 7 − 4 − (−8) + (−1) ?</a:t>
            </a:r>
            <a:endParaRPr/>
          </a:p>
        </p:txBody>
      </p:sp>
      <p:sp>
        <p:nvSpPr>
          <p:cNvPr id="1955" name="Google Shape;1955;p157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(−3) + 7 + (−4) + 8 − 1</a:t>
            </a:r>
            <a:endParaRPr/>
          </a:p>
        </p:txBody>
      </p:sp>
      <p:sp>
        <p:nvSpPr>
          <p:cNvPr id="1956" name="Google Shape;1956;p157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(−3) + 7 − (−4) + 8 + (−1)</a:t>
            </a:r>
            <a:endParaRPr/>
          </a:p>
        </p:txBody>
      </p:sp>
      <p:sp>
        <p:nvSpPr>
          <p:cNvPr id="1957" name="Google Shape;1957;p157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(−3) + 7 + (−4) + 8 + (−1)</a:t>
            </a:r>
            <a:endParaRPr/>
          </a:p>
        </p:txBody>
      </p:sp>
      <p:pic>
        <p:nvPicPr>
          <p:cNvPr id="1958" name="Google Shape;1958;p1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4208" y="41104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62" name="Shape 1962"/>
        <p:cNvGrpSpPr/>
        <p:nvPr/>
      </p:nvGrpSpPr>
      <p:grpSpPr>
        <a:xfrm>
          <a:off x="0" y="0"/>
          <a:ext cx="0" cy="0"/>
        </a:xfrm>
      </p:grpSpPr>
      <p:sp>
        <p:nvSpPr>
          <p:cNvPr id="1963" name="Google Shape;1963;p158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Deepening understanding of subtraction of integers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1964" name="Google Shape;1964;p158"/>
          <p:cNvSpPr txBox="1"/>
          <p:nvPr>
            <p:ph type="body" idx="1"/>
          </p:nvPr>
        </p:nvSpPr>
        <p:spPr>
          <a:xfrm>
            <a:off x="324000" y="759300"/>
            <a:ext cx="8237700" cy="35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rabicParenR"/>
            </a:pPr>
            <a:r>
              <a:rPr lang="en-GB"/>
              <a:t>(−1) + 5 − (−6) − 2 + (−10)</a:t>
            </a:r>
            <a:endParaRPr/>
          </a:p>
          <a:p>
            <a:pPr marL="457200" lvl="0" indent="-368300" algn="l" rtl="0">
              <a:spcBef>
                <a:spcPts val="1000"/>
              </a:spcBef>
              <a:spcAft>
                <a:spcPct val="0"/>
              </a:spcAft>
              <a:buSzPts val="2200"/>
              <a:buAutoNum type="arabicParenR"/>
            </a:pPr>
            <a:r>
              <a:rPr lang="en-GB"/>
              <a:t>5 + (−2) + 3 − (−3) − 11 + (−2) − (−5)</a:t>
            </a:r>
            <a:endParaRPr/>
          </a:p>
          <a:p>
            <a:pPr marL="457200" lvl="0" indent="-368300" algn="l" rtl="0">
              <a:spcBef>
                <a:spcPts val="1000"/>
              </a:spcBef>
              <a:spcAft>
                <a:spcPct val="0"/>
              </a:spcAft>
              <a:buSzPts val="2200"/>
              <a:buAutoNum type="arabicParenR"/>
            </a:pPr>
            <a:r>
              <a:rPr lang="en-GB"/>
              <a:t>2 − (−9) − 8 + (−18) − (−3)</a:t>
            </a:r>
            <a:endParaRPr/>
          </a:p>
          <a:p>
            <a:pPr marL="457200" lvl="0" indent="-368300" algn="l" rtl="0">
              <a:spcBef>
                <a:spcPts val="1000"/>
              </a:spcBef>
              <a:spcAft>
                <a:spcPct val="0"/>
              </a:spcAft>
              <a:buSzPts val="2200"/>
              <a:buAutoNum type="arabicParenR"/>
            </a:pPr>
            <a:r>
              <a:rPr lang="en-GB"/>
              <a:t>(−11) − 4 − (−7) − 1 + (−7) − (−10)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For the next questions find the missing integer:</a:t>
            </a:r>
            <a:endParaRPr/>
          </a:p>
          <a:p>
            <a:pPr marL="457200" lvl="0" indent="-368300" algn="l" rtl="0">
              <a:spcBef>
                <a:spcPts val="1000"/>
              </a:spcBef>
              <a:spcAft>
                <a:spcPct val="0"/>
              </a:spcAft>
              <a:buSzPts val="2200"/>
              <a:buAutoNum type="arabicParenR"/>
            </a:pPr>
            <a:r>
              <a:rPr lang="en-GB"/>
              <a:t>(−8) − 1 + (−7) −          = (−10) </a:t>
            </a:r>
            <a:endParaRPr/>
          </a:p>
          <a:p>
            <a:pPr marL="457200" lvl="0" indent="-368300" algn="l" rtl="0">
              <a:spcBef>
                <a:spcPts val="1000"/>
              </a:spcBef>
              <a:spcAft>
                <a:spcPts val="1000"/>
              </a:spcAft>
              <a:buSzPts val="2200"/>
              <a:buAutoNum type="arabicParenR"/>
            </a:pPr>
            <a:r>
              <a:rPr lang="en-GB"/>
              <a:t>6 − (−1) − 15 + (−12) −          = 3</a:t>
            </a:r>
            <a:endParaRPr/>
          </a:p>
        </p:txBody>
      </p:sp>
      <p:sp>
        <p:nvSpPr>
          <p:cNvPr id="1965" name="Google Shape;1965;p158"/>
          <p:cNvSpPr/>
          <p:nvPr/>
        </p:nvSpPr>
        <p:spPr>
          <a:xfrm>
            <a:off x="2934925" y="3337900"/>
            <a:ext cx="632700" cy="381600"/>
          </a:xfrm>
          <a:prstGeom prst="rect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6" name="Google Shape;1966;p158"/>
          <p:cNvSpPr/>
          <p:nvPr/>
        </p:nvSpPr>
        <p:spPr>
          <a:xfrm>
            <a:off x="3637733" y="3844600"/>
            <a:ext cx="632700" cy="381600"/>
          </a:xfrm>
          <a:prstGeom prst="rect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70" name="Shape 1970"/>
        <p:cNvGrpSpPr/>
        <p:nvPr/>
      </p:nvGrpSpPr>
      <p:grpSpPr>
        <a:xfrm>
          <a:off x="0" y="0"/>
          <a:ext cx="0" cy="0"/>
        </a:xfrm>
      </p:grpSpPr>
      <p:sp>
        <p:nvSpPr>
          <p:cNvPr id="1971" name="Google Shape;1971;p159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Deepening understanding of subtraction of integers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1972" name="Google Shape;1972;p159"/>
          <p:cNvSpPr txBox="1"/>
          <p:nvPr>
            <p:ph type="body" idx="1"/>
          </p:nvPr>
        </p:nvSpPr>
        <p:spPr>
          <a:xfrm>
            <a:off x="324000" y="759300"/>
            <a:ext cx="8237700" cy="35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rabicParenR"/>
            </a:pPr>
            <a:r>
              <a:rPr lang="en-GB"/>
              <a:t>(−1) + 5 − (−6) − 2 + (−10)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(−2)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marL="457200" lvl="0" indent="-368300" algn="l" rtl="0">
              <a:spcBef>
                <a:spcPts val="1000"/>
              </a:spcBef>
              <a:spcAft>
                <a:spcPct val="0"/>
              </a:spcAft>
              <a:buSzPts val="2200"/>
              <a:buAutoNum type="arabicParenR"/>
            </a:pPr>
            <a:r>
              <a:rPr lang="en-GB"/>
              <a:t>5 + (−2) + 3 − (−3) − 11 + (−2) − (−5)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1</a:t>
            </a:r>
            <a:endParaRPr/>
          </a:p>
          <a:p>
            <a:pPr marL="457200" lvl="0" indent="-368300" algn="l" rtl="0">
              <a:spcBef>
                <a:spcPts val="1000"/>
              </a:spcBef>
              <a:spcAft>
                <a:spcPct val="0"/>
              </a:spcAft>
              <a:buSzPts val="2200"/>
              <a:buAutoNum type="arabicParenR"/>
            </a:pPr>
            <a:r>
              <a:rPr lang="en-GB"/>
              <a:t>2 − (−9) − 8 + (−18) − (−3)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(−12)</a:t>
            </a:r>
            <a:endParaRPr/>
          </a:p>
          <a:p>
            <a:pPr marL="457200" lvl="0" indent="-368300" algn="l" rtl="0">
              <a:spcBef>
                <a:spcPts val="1000"/>
              </a:spcBef>
              <a:spcAft>
                <a:spcPct val="0"/>
              </a:spcAft>
              <a:buSzPts val="2200"/>
              <a:buAutoNum type="arabicParenR"/>
            </a:pPr>
            <a:r>
              <a:rPr lang="en-GB"/>
              <a:t>(−11) − 4 − (−7) − 1 + (−7) − (−10)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(−6)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For the next questions find the missing integer:</a:t>
            </a:r>
            <a:endParaRPr/>
          </a:p>
          <a:p>
            <a:pPr marL="457200" lvl="0" indent="-368300" algn="l" rtl="0">
              <a:spcBef>
                <a:spcPts val="1000"/>
              </a:spcBef>
              <a:spcAft>
                <a:spcPct val="0"/>
              </a:spcAft>
              <a:buSzPts val="2200"/>
              <a:buAutoNum type="arabicParenR"/>
            </a:pPr>
            <a:r>
              <a:rPr lang="en-GB"/>
              <a:t>(−8) − 1 + (−7) −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(−6)</a:t>
            </a:r>
            <a:r>
              <a:rPr lang="en-GB"/>
              <a:t> = (−10) </a:t>
            </a:r>
            <a:endParaRPr/>
          </a:p>
          <a:p>
            <a:pPr marL="457200" lvl="0" indent="-368300" algn="l" rtl="0">
              <a:spcBef>
                <a:spcPts val="1000"/>
              </a:spcBef>
              <a:spcAft>
                <a:spcPts val="1000"/>
              </a:spcAft>
              <a:buSzPts val="2200"/>
              <a:buAutoNum type="arabicParenR"/>
            </a:pPr>
            <a:r>
              <a:rPr lang="en-GB"/>
              <a:t>6 − (−1) − 15 + (−12) −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(−23)</a:t>
            </a:r>
            <a:r>
              <a:rPr lang="en-GB"/>
              <a:t> = 3</a:t>
            </a:r>
            <a:endParaRPr/>
          </a:p>
        </p:txBody>
      </p:sp>
    </p:spTree>
  </p:cSld>
  <p:clrMapOvr>
    <a:masterClrMapping/>
  </p:clrMapOvr>
  <p:transition/>
  <p:timing/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76" name="Shape 1976"/>
        <p:cNvGrpSpPr/>
        <p:nvPr/>
      </p:nvGrpSpPr>
      <p:grpSpPr>
        <a:xfrm>
          <a:off x="0" y="0"/>
          <a:ext cx="0" cy="0"/>
        </a:xfrm>
      </p:grpSpPr>
      <p:sp>
        <p:nvSpPr>
          <p:cNvPr id="1977" name="Google Shape;1977;p160"/>
          <p:cNvSpPr txBox="1"/>
          <p:nvPr>
            <p:ph type="body" idx="1"/>
          </p:nvPr>
        </p:nvSpPr>
        <p:spPr>
          <a:xfrm>
            <a:off x="324000" y="725025"/>
            <a:ext cx="8113800" cy="409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All subtractions can be rewritten as an addition of their additive inverses.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E.g. 5 − 3 = 5 + (− 3) 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When there is a combination of positive and negative integers find the difference of the absolute values.  If the negative part is bigger the answer will be negative.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When there are only positive or only negative integers find the sum of the absolute values.  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E.g. 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1978" name="Google Shape;1978;p160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Subtraction of positive and negative integers</a:t>
            </a:r>
            <a:endParaRPr/>
          </a:p>
        </p:txBody>
      </p:sp>
      <p:pic>
        <p:nvPicPr>
          <p:cNvPr id="1979" name="Google Shape;1979;p1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0449" y="3475649"/>
            <a:ext cx="2629901" cy="135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83" name="Shape 1983"/>
        <p:cNvGrpSpPr/>
        <p:nvPr/>
      </p:nvGrpSpPr>
      <p:grpSpPr>
        <a:xfrm>
          <a:off x="0" y="0"/>
          <a:ext cx="0" cy="0"/>
        </a:xfrm>
      </p:grpSpPr>
      <p:sp>
        <p:nvSpPr>
          <p:cNvPr id="1984" name="Google Shape;1984;p161"/>
          <p:cNvSpPr txBox="1"/>
          <p:nvPr>
            <p:ph type="subTitle" idx="1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985" name="Google Shape;1985;p1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6.0.31"/>
  <p:tag name="AS_OS" val="Microsoft Windows NT 10.0.17763.0"/>
  <p:tag name="AS_RELEASE_DATE" val="2026.01.14"/>
  <p:tag name="AS_TITLE" val="Aspose.Slides for .NET6"/>
  <p:tag name="AS_VERSION" val="26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270</Paragraphs>
  <Slides>25</Slides>
  <Notes>25</Notes>
  <TotalTime>0</TotalTime>
  <HiddenSlides>1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baseType="lpstr" size="33">
      <vt:lpstr>Arial</vt:lpstr>
      <vt:lpstr>Lexend</vt:lpstr>
      <vt:lpstr>Lexend Medium</vt:lpstr>
      <vt:lpstr>Kalam</vt:lpstr>
      <vt:lpstr>Lexend Light</vt:lpstr>
      <vt:lpstr>Calibri</vt:lpstr>
      <vt:lpstr>ABeeZee</vt:lpstr>
      <vt:lpstr>simple-light-2</vt:lpstr>
      <vt:lpstr>Subtraction of positive and negative integers</vt:lpstr>
      <vt:lpstr>PowerPoint Presentation</vt:lpstr>
      <vt:lpstr>PowerPoint Presentation</vt:lpstr>
      <vt:lpstr>PowerPoint Presentation</vt:lpstr>
      <vt:lpstr>Rewriting a subtraction as an equivalent addition</vt:lpstr>
      <vt:lpstr>Rewriting a subtraction as an equivalent addition</vt:lpstr>
      <vt:lpstr>Rewriting a subtraction as an equivalent addition</vt:lpstr>
      <vt:lpstr>Rewriting a subtraction as an equivalent addition</vt:lpstr>
      <vt:lpstr>Rewriting a subtraction as an equivalent addition</vt:lpstr>
      <vt:lpstr>PowerPoint Presentation</vt:lpstr>
      <vt:lpstr>PowerPoint Presentation</vt:lpstr>
      <vt:lpstr>Rewriting a subtraction as an equivalent addition</vt:lpstr>
      <vt:lpstr>Liu Hui</vt:lpstr>
      <vt:lpstr>Subtraction of positive and negative integers</vt:lpstr>
      <vt:lpstr>Subtraction of positive and negative integers</vt:lpstr>
      <vt:lpstr>Subtraction of positive and negative integers</vt:lpstr>
      <vt:lpstr>PowerPoint Presentation</vt:lpstr>
      <vt:lpstr>PowerPoint Presentation</vt:lpstr>
      <vt:lpstr>Rewriting a subtraction as an equivalent addition</vt:lpstr>
      <vt:lpstr>Deepening understanding of subtraction of integers</vt:lpstr>
      <vt:lpstr>Deepening understanding of subtraction of integers</vt:lpstr>
      <vt:lpstr>PowerPoint Presentation</vt:lpstr>
      <vt:lpstr>PowerPoint Presentation</vt:lpstr>
      <vt:lpstr>Subtraction of positive and negative integers</vt:lpstr>
      <vt:lpstr>PowerPoint Presentation</vt:lpstr>
    </vt:vector>
  </TitlesOfParts>
  <LinksUpToDate>0</LinksUpToDate>
  <SharedDoc>0</SharedDoc>
  <HyperlinksChanged>0</HyperlinksChanged>
  <Application>Aspose.Slides for .NET</Application>
  <AppVersion>26.0100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2026-03-12T19:10:39.214</cp:lastPrinted>
  <dcterms:created xsi:type="dcterms:W3CDTF">2026-03-12T19:10:39Z</dcterms:created>
  <dcterms:modified xsi:type="dcterms:W3CDTF">2026-03-12T19:11:05Z</dcterms:modified>
</cp:coreProperties>
</file>