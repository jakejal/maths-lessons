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6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710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</p:sldIdLst>
  <p:sldSz cx="9144000" cy="5143500"/>
  <p:notesSz cx="6858000" cy="9144000"/>
  <p:embeddedFontLst>
    <p:embeddedFont>
      <p:font typeface="Lexend" panose="00000000000000000000"/>
      <p:regular r:id="rId34"/>
    </p:embeddedFont>
    <p:embeddedFont>
      <p:font typeface="Lexend Medium" panose="00000000000000000000"/>
      <p:regular r:id="rId35"/>
    </p:embeddedFont>
    <p:embeddedFont>
      <p:font typeface="Kalam" panose="02000000000000000000"/>
      <p:regular r:id="rId36"/>
    </p:embeddedFont>
    <p:embeddedFont>
      <p:font typeface="Lexend Light" panose="00000000000000000000"/>
      <p:regular r:id="rId37"/>
    </p:embeddedFont>
  </p:embeddedFontLst>
  <p:custDataLst>
    <p:tags r:id="rId33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2B53D3BF-2941-4241-A688-19806842F1F0}">
  <a:tblStyle styleId="{2B53D3BF-2941-4241-A688-19806842F1F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  <p:guideLst/>
    </p:cSldViewPr>
  </p:slide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0" cy="0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slide" Target="slides/slide8.xml" /><Relationship Id="rId11" Type="http://schemas.openxmlformats.org/officeDocument/2006/relationships/slide" Target="slides/slide9.xml" /><Relationship Id="rId12" Type="http://schemas.openxmlformats.org/officeDocument/2006/relationships/slide" Target="slides/slide10.xml" /><Relationship Id="rId13" Type="http://schemas.openxmlformats.org/officeDocument/2006/relationships/slide" Target="slides/slide11.xml" /><Relationship Id="rId14" Type="http://schemas.openxmlformats.org/officeDocument/2006/relationships/slide" Target="slides/slide12.xml" /><Relationship Id="rId15" Type="http://schemas.openxmlformats.org/officeDocument/2006/relationships/slide" Target="slides/slide13.xml" /><Relationship Id="rId16" Type="http://schemas.openxmlformats.org/officeDocument/2006/relationships/slide" Target="slides/slide14.xml" /><Relationship Id="rId17" Type="http://schemas.openxmlformats.org/officeDocument/2006/relationships/slide" Target="slides/slide15.xml" /><Relationship Id="rId18" Type="http://schemas.openxmlformats.org/officeDocument/2006/relationships/slide" Target="slides/slide16.xml" /><Relationship Id="rId19" Type="http://schemas.openxmlformats.org/officeDocument/2006/relationships/slide" Target="slides/slide17.xml" /><Relationship Id="rId2" Type="http://schemas.openxmlformats.org/officeDocument/2006/relationships/notesMaster" Target="notesMasters/notesMaster1.xml" /><Relationship Id="rId20" Type="http://schemas.openxmlformats.org/officeDocument/2006/relationships/slide" Target="slides/slide18.xml" /><Relationship Id="rId21" Type="http://schemas.openxmlformats.org/officeDocument/2006/relationships/slide" Target="slides/slide19.xml" /><Relationship Id="rId22" Type="http://schemas.openxmlformats.org/officeDocument/2006/relationships/slide" Target="slides/slide20.xml" /><Relationship Id="rId23" Type="http://schemas.openxmlformats.org/officeDocument/2006/relationships/slide" Target="slides/slide21.xml" /><Relationship Id="rId24" Type="http://schemas.openxmlformats.org/officeDocument/2006/relationships/slide" Target="slides/slide22.xml" /><Relationship Id="rId25" Type="http://schemas.openxmlformats.org/officeDocument/2006/relationships/slide" Target="slides/slide23.xml" /><Relationship Id="rId26" Type="http://schemas.openxmlformats.org/officeDocument/2006/relationships/slide" Target="slides/slide24.xml" /><Relationship Id="rId27" Type="http://schemas.openxmlformats.org/officeDocument/2006/relationships/slide" Target="slides/slide25.xml" /><Relationship Id="rId28" Type="http://schemas.openxmlformats.org/officeDocument/2006/relationships/slide" Target="slides/slide26.xml" /><Relationship Id="rId29" Type="http://schemas.openxmlformats.org/officeDocument/2006/relationships/slide" Target="slides/slide27.xml" /><Relationship Id="rId3" Type="http://schemas.openxmlformats.org/officeDocument/2006/relationships/slide" Target="slides/slide1.xml" /><Relationship Id="rId30" Type="http://schemas.openxmlformats.org/officeDocument/2006/relationships/slide" Target="slides/slide28.xml" /><Relationship Id="rId31" Type="http://schemas.openxmlformats.org/officeDocument/2006/relationships/slide" Target="slides/slide29.xml" /><Relationship Id="rId32" Type="http://schemas.openxmlformats.org/officeDocument/2006/relationships/slide" Target="slides/slide30.xml" /><Relationship Id="rId33" Type="http://schemas.openxmlformats.org/officeDocument/2006/relationships/tags" Target="tags/tag1.xml" /><Relationship Id="rId34" Type="http://schemas.openxmlformats.org/officeDocument/2006/relationships/font" Target="fonts/font1.fntdata" /><Relationship Id="rId35" Type="http://schemas.openxmlformats.org/officeDocument/2006/relationships/font" Target="fonts/font2.fntdata" /><Relationship Id="rId36" Type="http://schemas.openxmlformats.org/officeDocument/2006/relationships/font" Target="fonts/font3.fntdata" /><Relationship Id="rId37" Type="http://schemas.openxmlformats.org/officeDocument/2006/relationships/font" Target="fonts/font4.fntdata" /><Relationship Id="rId38" Type="http://schemas.openxmlformats.org/officeDocument/2006/relationships/presProps" Target="presProps.xml" /><Relationship Id="rId39" Type="http://schemas.openxmlformats.org/officeDocument/2006/relationships/viewProps" Target="viewProps.xml" /><Relationship Id="rId4" Type="http://schemas.openxmlformats.org/officeDocument/2006/relationships/slide" Target="slides/slide2.xml" /><Relationship Id="rId40" Type="http://schemas.openxmlformats.org/officeDocument/2006/relationships/theme" Target="theme/theme1.xml" /><Relationship Id="rId41" Type="http://schemas.openxmlformats.org/officeDocument/2006/relationships/tableStyles" Target="tableStyles.xml" /><Relationship Id="rId5" Type="http://schemas.openxmlformats.org/officeDocument/2006/relationships/slide" Target="slides/slide3.xml" /><Relationship Id="rId6" Type="http://schemas.openxmlformats.org/officeDocument/2006/relationships/slide" Target="slides/slide4.xml" /><Relationship Id="rId7" Type="http://schemas.openxmlformats.org/officeDocument/2006/relationships/slide" Target="slides/slide5.xml" /><Relationship Id="rId8" Type="http://schemas.openxmlformats.org/officeDocument/2006/relationships/slide" Target="slides/slide6.xml" /><Relationship Id="rId9" Type="http://schemas.openxmlformats.org/officeDocument/2006/relationships/slide" Target="slides/slide7.xml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_rels/notesSlide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.xml" /><Relationship Id="rId2" Type="http://schemas.openxmlformats.org/officeDocument/2006/relationships/notesMaster" Target="../notesMasters/notesMaster1.xml" /></Relationships>
</file>

<file path=ppt/notesSlides/_rels/notesSlide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5.xml" /><Relationship Id="rId2" Type="http://schemas.openxmlformats.org/officeDocument/2006/relationships/notesMaster" Target="../notesMasters/notesMaster1.xml" /></Relationships>
</file>

<file path=ppt/notesSlides/_rels/notesSlide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6.xml" /><Relationship Id="rId2" Type="http://schemas.openxmlformats.org/officeDocument/2006/relationships/notesMaster" Target="../notesMasters/notesMaster1.xml" /></Relationships>
</file>

<file path=ppt/notesSlides/_rels/notesSlide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7.xml" /><Relationship Id="rId2" Type="http://schemas.openxmlformats.org/officeDocument/2006/relationships/notesMaster" Target="../notesMasters/notesMaster1.xml" /></Relationships>
</file>

<file path=ppt/notesSlides/_rels/notesSlide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8.xml" /><Relationship Id="rId2" Type="http://schemas.openxmlformats.org/officeDocument/2006/relationships/notesMaster" Target="../notesMasters/notesMaster1.xml" /></Relationships>
</file>

<file path=ppt/notesSlides/_rels/notesSlide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9.xml" /><Relationship Id="rId2" Type="http://schemas.openxmlformats.org/officeDocument/2006/relationships/notesMaster" Target="../notesMasters/notesMaster1.xml" /></Relationships>
</file>

<file path=ppt/notesSlides/_rels/notesSlide1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0.xml" /><Relationship Id="rId2" Type="http://schemas.openxmlformats.org/officeDocument/2006/relationships/notesMaster" Target="../notesMasters/notesMaster1.xml" /></Relationships>
</file>

<file path=ppt/notesSlides/_rels/notesSlide1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1.xml" /><Relationship Id="rId2" Type="http://schemas.openxmlformats.org/officeDocument/2006/relationships/notesMaster" Target="../notesMasters/notesMaster1.xml" /></Relationships>
</file>

<file path=ppt/notesSlides/_rels/notesSlide1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2.xml" /><Relationship Id="rId2" Type="http://schemas.openxmlformats.org/officeDocument/2006/relationships/notesMaster" Target="../notesMasters/notesMaster1.xml" /></Relationships>
</file>

<file path=ppt/notesSlides/_rels/notesSlide1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3.xml" /><Relationship Id="rId2" Type="http://schemas.openxmlformats.org/officeDocument/2006/relationships/notesMaster" Target="../notesMasters/notesMaster1.xml" /></Relationships>
</file>

<file path=ppt/notesSlides/_rels/notesSlide1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4.xml" /><Relationship Id="rId2" Type="http://schemas.openxmlformats.org/officeDocument/2006/relationships/notesMaster" Target="../notesMasters/notesMaster1.xml" /></Relationships>
</file>

<file path=ppt/notesSlides/_rels/notesSlide1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5.xml" /><Relationship Id="rId2" Type="http://schemas.openxmlformats.org/officeDocument/2006/relationships/notesMaster" Target="../notesMasters/notesMaster1.xml" /></Relationships>
</file>

<file path=ppt/notesSlides/_rels/notesSlide1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6.xml" /><Relationship Id="rId2" Type="http://schemas.openxmlformats.org/officeDocument/2006/relationships/notesMaster" Target="../notesMasters/notesMaster1.xml" /></Relationships>
</file>

<file path=ppt/notesSlides/_rels/notesSlide1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7.xml" /><Relationship Id="rId2" Type="http://schemas.openxmlformats.org/officeDocument/2006/relationships/notesMaster" Target="../notesMasters/notesMaster1.xml" /></Relationships>
</file>

<file path=ppt/notesSlides/_rels/notesSlide1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8.xml" /><Relationship Id="rId2" Type="http://schemas.openxmlformats.org/officeDocument/2006/relationships/notesMaster" Target="../notesMasters/notesMaster1.xml" /></Relationships>
</file>

<file path=ppt/notesSlides/_rels/notesSlide1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9.xml" /><Relationship Id="rId2" Type="http://schemas.openxmlformats.org/officeDocument/2006/relationships/notesMaster" Target="../notesMasters/notesMaster1.xml" /></Relationships>
</file>

<file path=ppt/notesSlides/_rels/notesSlide2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0.xml" /><Relationship Id="rId2" Type="http://schemas.openxmlformats.org/officeDocument/2006/relationships/notesMaster" Target="../notesMasters/notesMaster1.xml" /></Relationships>
</file>

<file path=ppt/notesSlides/_rels/notesSlide2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1.xml" /><Relationship Id="rId2" Type="http://schemas.openxmlformats.org/officeDocument/2006/relationships/notesMaster" Target="../notesMasters/notesMaster1.xml" /></Relationships>
</file>

<file path=ppt/notesSlides/_rels/notesSlide2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2.xml" /><Relationship Id="rId2" Type="http://schemas.openxmlformats.org/officeDocument/2006/relationships/notesMaster" Target="../notesMasters/notesMaster1.xml" /></Relationships>
</file>

<file path=ppt/notesSlides/_rels/notesSlide2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3.xml" /><Relationship Id="rId2" Type="http://schemas.openxmlformats.org/officeDocument/2006/relationships/notesMaster" Target="../notesMasters/notesMaster1.xml" /></Relationships>
</file>

<file path=ppt/notesSlides/_rels/notesSlide2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4.xml" /><Relationship Id="rId2" Type="http://schemas.openxmlformats.org/officeDocument/2006/relationships/notesMaster" Target="../notesMasters/notesMaster1.xml" /></Relationships>
</file>

<file path=ppt/notesSlides/_rels/notesSlide2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5.xml" /><Relationship Id="rId2" Type="http://schemas.openxmlformats.org/officeDocument/2006/relationships/notesMaster" Target="../notesMasters/notesMaster1.xml" /></Relationships>
</file>

<file path=ppt/notesSlides/_rels/notesSlide2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6.xml" /><Relationship Id="rId2" Type="http://schemas.openxmlformats.org/officeDocument/2006/relationships/notesMaster" Target="../notesMasters/notesMaster1.xml" /></Relationships>
</file>

<file path=ppt/notesSlides/_rels/notesSlide2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7.xml" /><Relationship Id="rId2" Type="http://schemas.openxmlformats.org/officeDocument/2006/relationships/notesMaster" Target="../notesMasters/notesMaster1.xml" /></Relationships>
</file>

<file path=ppt/notesSlides/_rels/notesSlide2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8.xml" /><Relationship Id="rId2" Type="http://schemas.openxmlformats.org/officeDocument/2006/relationships/notesMaster" Target="../notesMasters/notesMaster1.xml" /></Relationships>
</file>

<file path=ppt/notesSlides/_rels/notesSlide2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9.xml" /><Relationship Id="rId2" Type="http://schemas.openxmlformats.org/officeDocument/2006/relationships/notesMaster" Target="../notesMasters/notesMaster1.xml" /></Relationships>
</file>

<file path=ppt/notesSlides/_rels/notesSlide3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0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46" name="Shape 746"/>
        <p:cNvGrpSpPr/>
        <p:nvPr/>
      </p:nvGrpSpPr>
      <p:grpSpPr>
        <a:xfrm>
          <a:off x="0" y="0"/>
          <a:ext cx="0" cy="0"/>
        </a:xfrm>
      </p:grpSpPr>
      <p:sp>
        <p:nvSpPr>
          <p:cNvPr id="747" name="Google Shape;747;g279955a40ae_0_83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79955a40ae_0_83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52" name="Shape 752"/>
        <p:cNvGrpSpPr/>
        <p:nvPr/>
      </p:nvGrpSpPr>
      <p:grpSpPr>
        <a:xfrm>
          <a:off x="0" y="0"/>
          <a:ext cx="0" cy="0"/>
        </a:xfrm>
      </p:grpSpPr>
      <p:sp>
        <p:nvSpPr>
          <p:cNvPr id="753" name="Google Shape;753;g279955a40ae_0_83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79955a40ae_0_83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57" name="Shape 757"/>
        <p:cNvGrpSpPr/>
        <p:nvPr/>
      </p:nvGrpSpPr>
      <p:grpSpPr>
        <a:xfrm>
          <a:off x="0" y="0"/>
          <a:ext cx="0" cy="0"/>
        </a:xfrm>
      </p:grpSpPr>
      <p:sp>
        <p:nvSpPr>
          <p:cNvPr id="758" name="Google Shape;758;g279955a40ae_0_84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4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62" name="Shape 762"/>
        <p:cNvGrpSpPr/>
        <p:nvPr/>
      </p:nvGrpSpPr>
      <p:grpSpPr>
        <a:xfrm>
          <a:off x="0" y="0"/>
          <a:ext cx="0" cy="0"/>
        </a:xfrm>
      </p:grpSpPr>
      <p:sp>
        <p:nvSpPr>
          <p:cNvPr id="763" name="Google Shape;763;g28b66013d5e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28b66013d5e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67" name="Shape 767"/>
        <p:cNvGrpSpPr/>
        <p:nvPr/>
      </p:nvGrpSpPr>
      <p:grpSpPr>
        <a:xfrm>
          <a:off x="0" y="0"/>
          <a:ext cx="0" cy="0"/>
        </a:xfrm>
      </p:grpSpPr>
      <p:sp>
        <p:nvSpPr>
          <p:cNvPr id="768" name="Google Shape;768;g29d5250c645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9" name="Google Shape;769;g29d5250c645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72" name="Shape 772"/>
        <p:cNvGrpSpPr/>
        <p:nvPr/>
      </p:nvGrpSpPr>
      <p:grpSpPr>
        <a:xfrm>
          <a:off x="0" y="0"/>
          <a:ext cx="0" cy="0"/>
        </a:xfrm>
      </p:grpSpPr>
      <p:sp>
        <p:nvSpPr>
          <p:cNvPr id="773" name="Google Shape;773;g28b66013d5e_0_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4" name="Google Shape;774;g28b66013d5e_0_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80" name="Shape 780"/>
        <p:cNvGrpSpPr/>
        <p:nvPr/>
      </p:nvGrpSpPr>
      <p:grpSpPr>
        <a:xfrm>
          <a:off x="0" y="0"/>
          <a:ext cx="0" cy="0"/>
        </a:xfrm>
      </p:grpSpPr>
      <p:sp>
        <p:nvSpPr>
          <p:cNvPr id="781" name="Google Shape;781;g28b66013d5e_0_2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2" name="Google Shape;782;g28b66013d5e_0_2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01" name="Shape 801"/>
        <p:cNvGrpSpPr/>
        <p:nvPr/>
      </p:nvGrpSpPr>
      <p:grpSpPr>
        <a:xfrm>
          <a:off x="0" y="0"/>
          <a:ext cx="0" cy="0"/>
        </a:xfrm>
      </p:grpSpPr>
      <p:sp>
        <p:nvSpPr>
          <p:cNvPr id="802" name="Google Shape;802;g28d2dea31a4_0_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3" name="Google Shape;803;g28d2dea31a4_0_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25" name="Shape 825"/>
        <p:cNvGrpSpPr/>
        <p:nvPr/>
      </p:nvGrpSpPr>
      <p:grpSpPr>
        <a:xfrm>
          <a:off x="0" y="0"/>
          <a:ext cx="0" cy="0"/>
        </a:xfrm>
      </p:grpSpPr>
      <p:sp>
        <p:nvSpPr>
          <p:cNvPr id="826" name="Google Shape;826;g28b66013d5e_0_12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7" name="Google Shape;827;g28b66013d5e_0_12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42" name="Shape 842"/>
        <p:cNvGrpSpPr/>
        <p:nvPr/>
      </p:nvGrpSpPr>
      <p:grpSpPr>
        <a:xfrm>
          <a:off x="0" y="0"/>
          <a:ext cx="0" cy="0"/>
        </a:xfrm>
      </p:grpSpPr>
      <p:sp>
        <p:nvSpPr>
          <p:cNvPr id="843" name="Google Shape;843;g28d2dea31a4_0_3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4" name="Google Shape;844;g28d2dea31a4_0_3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55" name="Shape 855"/>
        <p:cNvGrpSpPr/>
        <p:nvPr/>
      </p:nvGrpSpPr>
      <p:grpSpPr>
        <a:xfrm>
          <a:off x="0" y="0"/>
          <a:ext cx="0" cy="0"/>
        </a:xfrm>
      </p:grpSpPr>
      <p:sp>
        <p:nvSpPr>
          <p:cNvPr id="856" name="Google Shape;856;g28b66013d5e_0_7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7" name="Google Shape;857;g28b66013d5e_0_7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70" name="Shape 870"/>
        <p:cNvGrpSpPr/>
        <p:nvPr/>
      </p:nvGrpSpPr>
      <p:grpSpPr>
        <a:xfrm>
          <a:off x="0" y="0"/>
          <a:ext cx="0" cy="0"/>
        </a:xfrm>
      </p:grpSpPr>
      <p:sp>
        <p:nvSpPr>
          <p:cNvPr id="871" name="Google Shape;871;g28b66013d5e_0_15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2" name="Google Shape;872;g28b66013d5e_0_15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84" name="Shape 884"/>
        <p:cNvGrpSpPr/>
        <p:nvPr/>
      </p:nvGrpSpPr>
      <p:grpSpPr>
        <a:xfrm>
          <a:off x="0" y="0"/>
          <a:ext cx="0" cy="0"/>
        </a:xfrm>
      </p:grpSpPr>
      <p:sp>
        <p:nvSpPr>
          <p:cNvPr id="885" name="Google Shape;885;g28b66013d5e_0_14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6" name="Google Shape;886;g28b66013d5e_0_14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00" name="Shape 900"/>
        <p:cNvGrpSpPr/>
        <p:nvPr/>
      </p:nvGrpSpPr>
      <p:grpSpPr>
        <a:xfrm>
          <a:off x="0" y="0"/>
          <a:ext cx="0" cy="0"/>
        </a:xfrm>
      </p:grpSpPr>
      <p:sp>
        <p:nvSpPr>
          <p:cNvPr id="901" name="Google Shape;901;g28b66013d5e_0_3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2" name="Google Shape;902;g28b66013d5e_0_3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11" name="Shape 911"/>
        <p:cNvGrpSpPr/>
        <p:nvPr/>
      </p:nvGrpSpPr>
      <p:grpSpPr>
        <a:xfrm>
          <a:off x="0" y="0"/>
          <a:ext cx="0" cy="0"/>
        </a:xfrm>
      </p:grpSpPr>
      <p:sp>
        <p:nvSpPr>
          <p:cNvPr id="912" name="Google Shape;912;g28b66013d5e_0_17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3" name="Google Shape;913;g28b66013d5e_0_17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22" name="Shape 922"/>
        <p:cNvGrpSpPr/>
        <p:nvPr/>
      </p:nvGrpSpPr>
      <p:grpSpPr>
        <a:xfrm>
          <a:off x="0" y="0"/>
          <a:ext cx="0" cy="0"/>
        </a:xfrm>
      </p:grpSpPr>
      <p:sp>
        <p:nvSpPr>
          <p:cNvPr id="923" name="Google Shape;923;g29d5738b07b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4" name="Google Shape;924;g29d5738b07b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51" name="Shape 951"/>
        <p:cNvGrpSpPr/>
        <p:nvPr/>
      </p:nvGrpSpPr>
      <p:grpSpPr>
        <a:xfrm>
          <a:off x="0" y="0"/>
          <a:ext cx="0" cy="0"/>
        </a:xfrm>
      </p:grpSpPr>
      <p:sp>
        <p:nvSpPr>
          <p:cNvPr id="952" name="Google Shape;952;g2924f462fa6_0_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3" name="Google Shape;953;g2924f462fa6_0_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88" name="Shape 988"/>
        <p:cNvGrpSpPr/>
        <p:nvPr/>
      </p:nvGrpSpPr>
      <p:grpSpPr>
        <a:xfrm>
          <a:off x="0" y="0"/>
          <a:ext cx="0" cy="0"/>
        </a:xfrm>
      </p:grpSpPr>
      <p:sp>
        <p:nvSpPr>
          <p:cNvPr id="989" name="Google Shape;989;g28b66013d5e_0_1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0" name="Google Shape;990;g28b66013d5e_0_1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96" name="Shape 996"/>
        <p:cNvGrpSpPr/>
        <p:nvPr/>
      </p:nvGrpSpPr>
      <p:grpSpPr>
        <a:xfrm>
          <a:off x="0" y="0"/>
          <a:ext cx="0" cy="0"/>
        </a:xfrm>
      </p:grpSpPr>
      <p:sp>
        <p:nvSpPr>
          <p:cNvPr id="997" name="Google Shape;997;g28b66013d5e_0_20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8" name="Google Shape;998;g28b66013d5e_0_20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11" name="Shape 1011"/>
        <p:cNvGrpSpPr/>
        <p:nvPr/>
      </p:nvGrpSpPr>
      <p:grpSpPr>
        <a:xfrm>
          <a:off x="0" y="0"/>
          <a:ext cx="0" cy="0"/>
        </a:xfrm>
      </p:grpSpPr>
      <p:sp>
        <p:nvSpPr>
          <p:cNvPr id="1012" name="Google Shape;1012;g28b66013d5e_0_21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3" name="Google Shape;1013;g28b66013d5e_0_21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22" name="Shape 1022"/>
        <p:cNvGrpSpPr/>
        <p:nvPr/>
      </p:nvGrpSpPr>
      <p:grpSpPr>
        <a:xfrm>
          <a:off x="0" y="0"/>
          <a:ext cx="0" cy="0"/>
        </a:xfrm>
      </p:grpSpPr>
      <p:sp>
        <p:nvSpPr>
          <p:cNvPr id="1023" name="Google Shape;1023;g28b66013d5e_0_26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4" name="Google Shape;1024;g28b66013d5e_0_26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31" name="Shape 1031"/>
        <p:cNvGrpSpPr/>
        <p:nvPr/>
      </p:nvGrpSpPr>
      <p:grpSpPr>
        <a:xfrm>
          <a:off x="0" y="0"/>
          <a:ext cx="0" cy="0"/>
        </a:xfrm>
      </p:grpSpPr>
      <p:sp>
        <p:nvSpPr>
          <p:cNvPr id="1032" name="Google Shape;1032;g28b66013d5e_0_28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3" name="Google Shape;1033;g28b66013d5e_0_28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45" name="Shape 1045"/>
        <p:cNvGrpSpPr/>
        <p:nvPr/>
      </p:nvGrpSpPr>
      <p:grpSpPr>
        <a:xfrm>
          <a:off x="0" y="0"/>
          <a:ext cx="0" cy="0"/>
        </a:xfrm>
      </p:grpSpPr>
      <p:sp>
        <p:nvSpPr>
          <p:cNvPr id="1046" name="Google Shape;1046;g28b66013d5e_0_32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7" name="Google Shape;1047;g28b66013d5e_0_32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58" name="Shape 1058"/>
        <p:cNvGrpSpPr/>
        <p:nvPr/>
      </p:nvGrpSpPr>
      <p:grpSpPr>
        <a:xfrm>
          <a:off x="0" y="0"/>
          <a:ext cx="0" cy="0"/>
        </a:xfrm>
      </p:grpSpPr>
      <p:sp>
        <p:nvSpPr>
          <p:cNvPr id="1059" name="Google Shape;1059;g28b66013d5e_0_22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0" name="Google Shape;1060;g28b66013d5e_0_22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66" name="Shape 1066"/>
        <p:cNvGrpSpPr/>
        <p:nvPr/>
      </p:nvGrpSpPr>
      <p:grpSpPr>
        <a:xfrm>
          <a:off x="0" y="0"/>
          <a:ext cx="0" cy="0"/>
        </a:xfrm>
      </p:grpSpPr>
      <p:sp>
        <p:nvSpPr>
          <p:cNvPr id="1067" name="Google Shape;1067;g28b66013d5e_0_34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8" name="Google Shape;1068;g28b66013d5e_0_34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79" name="Shape 1079"/>
        <p:cNvGrpSpPr/>
        <p:nvPr/>
      </p:nvGrpSpPr>
      <p:grpSpPr>
        <a:xfrm>
          <a:off x="0" y="0"/>
          <a:ext cx="0" cy="0"/>
        </a:xfrm>
      </p:grpSpPr>
      <p:sp>
        <p:nvSpPr>
          <p:cNvPr id="1080" name="Google Shape;1080;g28b66013d5e_0_22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1" name="Google Shape;1081;g28b66013d5e_0_22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95" name="Shape 1095"/>
        <p:cNvGrpSpPr/>
        <p:nvPr/>
      </p:nvGrpSpPr>
      <p:grpSpPr>
        <a:xfrm>
          <a:off x="0" y="0"/>
          <a:ext cx="0" cy="0"/>
        </a:xfrm>
      </p:grpSpPr>
      <p:sp>
        <p:nvSpPr>
          <p:cNvPr id="1096" name="Google Shape;1096;g28d2dea31a4_0_38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7" name="Google Shape;1097;g28d2dea31a4_0_38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07" name="Shape 1107"/>
        <p:cNvGrpSpPr/>
        <p:nvPr/>
      </p:nvGrpSpPr>
      <p:grpSpPr>
        <a:xfrm>
          <a:off x="0" y="0"/>
          <a:ext cx="0" cy="0"/>
        </a:xfrm>
      </p:grpSpPr>
      <p:sp>
        <p:nvSpPr>
          <p:cNvPr id="1108" name="Google Shape;1108;g28b66013d5e_0_23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9" name="Google Shape;1109;g28b66013d5e_0_23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19" name="Shape 1119"/>
        <p:cNvGrpSpPr/>
        <p:nvPr/>
      </p:nvGrpSpPr>
      <p:grpSpPr>
        <a:xfrm>
          <a:off x="0" y="0"/>
          <a:ext cx="0" cy="0"/>
        </a:xfrm>
      </p:grpSpPr>
      <p:sp>
        <p:nvSpPr>
          <p:cNvPr id="1120" name="Google Shape;1120;g279955a40ae_0_84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1" name="Google Shape;1121;g279955a40ae_0_84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25" name="Shape 1125"/>
        <p:cNvGrpSpPr/>
        <p:nvPr/>
      </p:nvGrpSpPr>
      <p:grpSpPr>
        <a:xfrm>
          <a:off x="0" y="0"/>
          <a:ext cx="0" cy="0"/>
        </a:xfrm>
      </p:grpSpPr>
      <p:sp>
        <p:nvSpPr>
          <p:cNvPr id="1126" name="Google Shape;1126;g279955a40ae_0_85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7" name="Google Shape;1127;g279955a40ae_0_85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6.png" /><Relationship Id="rId4" Type="http://schemas.openxmlformats.org/officeDocument/2006/relationships/image" Target="../media/image7.png" /><Relationship Id="rId5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8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.png" /><Relationship Id="rId2" Type="http://schemas.openxmlformats.org/officeDocument/2006/relationships/image" Target="../media/image1.png" /><Relationship Id="rId3" Type="http://schemas.openxmlformats.org/officeDocument/2006/relationships/image" Target="../media/image9.png" /><Relationship Id="rId4" Type="http://schemas.openxmlformats.org/officeDocument/2006/relationships/image" Target="../media/image10.png" /><Relationship Id="rId5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1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12.png" /><Relationship Id="rId4" Type="http://schemas.openxmlformats.org/officeDocument/2006/relationships/image" Target="../media/image13.png" /><Relationship Id="rId5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4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6.png" /><Relationship Id="rId2" Type="http://schemas.openxmlformats.org/officeDocument/2006/relationships/image" Target="../media/image17.png" /><Relationship Id="rId3" Type="http://schemas.openxmlformats.org/officeDocument/2006/relationships/image" Target="../media/image18.png" /><Relationship Id="rId4" Type="http://schemas.openxmlformats.org/officeDocument/2006/relationships/image" Target="../media/image19.png" /><Relationship Id="rId5" Type="http://schemas.openxmlformats.org/officeDocument/2006/relationships/image" Target="../media/image20.png" /><Relationship Id="rId6" Type="http://schemas.openxmlformats.org/officeDocument/2006/relationships/image" Target="../media/image21.png" /><Relationship Id="rId7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3.png" /><Relationship Id="rId2" Type="http://schemas.openxmlformats.org/officeDocument/2006/relationships/image" Target="../media/image24.png" /><Relationship Id="rId3" Type="http://schemas.openxmlformats.org/officeDocument/2006/relationships/image" Target="../media/image25.png" /><Relationship Id="rId4" Type="http://schemas.openxmlformats.org/officeDocument/2006/relationships/image" Target="../media/image26.png" /><Relationship Id="rId5" Type="http://schemas.openxmlformats.org/officeDocument/2006/relationships/image" Target="../media/image27.png" /><Relationship Id="rId6" Type="http://schemas.openxmlformats.org/officeDocument/2006/relationships/image" Target="../media/image22.png" /><Relationship Id="rId7" Type="http://schemas.openxmlformats.org/officeDocument/2006/relationships/slideMaster" Target="../slideMasters/slideMaster1.xml" /></Relationships>
</file>

<file path=ppt/slideLayouts/_rels/slideLayout1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2" Type="http://schemas.openxmlformats.org/officeDocument/2006/relationships/image" Target="../media/image25.png" /><Relationship Id="rId3" Type="http://schemas.openxmlformats.org/officeDocument/2006/relationships/image" Target="../media/image23.png" /><Relationship Id="rId4" Type="http://schemas.openxmlformats.org/officeDocument/2006/relationships/image" Target="../media/image24.png" /><Relationship Id="rId5" Type="http://schemas.openxmlformats.org/officeDocument/2006/relationships/image" Target="../media/image29.png" /><Relationship Id="rId6" Type="http://schemas.openxmlformats.org/officeDocument/2006/relationships/image" Target="../media/image26.png" /><Relationship Id="rId7" Type="http://schemas.openxmlformats.org/officeDocument/2006/relationships/image" Target="../media/image27.png" /><Relationship Id="rId8" Type="http://schemas.openxmlformats.org/officeDocument/2006/relationships/image" Target="../media/image22.png" /><Relationship Id="rId9" Type="http://schemas.openxmlformats.org/officeDocument/2006/relationships/slideMaster" Target="../slideMasters/slideMaster1.xml" /></Relationships>
</file>

<file path=ppt/slideLayouts/_rels/slideLayout2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10" Type="http://schemas.openxmlformats.org/officeDocument/2006/relationships/image" Target="../media/image22.png" /><Relationship Id="rId11" Type="http://schemas.openxmlformats.org/officeDocument/2006/relationships/slideMaster" Target="../slideMasters/slideMaster1.xml" /><Relationship Id="rId2" Type="http://schemas.openxmlformats.org/officeDocument/2006/relationships/image" Target="../media/image25.png" /><Relationship Id="rId3" Type="http://schemas.openxmlformats.org/officeDocument/2006/relationships/image" Target="../media/image30.png" /><Relationship Id="rId4" Type="http://schemas.openxmlformats.org/officeDocument/2006/relationships/image" Target="../media/image23.png" /><Relationship Id="rId5" Type="http://schemas.openxmlformats.org/officeDocument/2006/relationships/image" Target="../media/image24.png" /><Relationship Id="rId6" Type="http://schemas.openxmlformats.org/officeDocument/2006/relationships/image" Target="../media/image29.png" /><Relationship Id="rId7" Type="http://schemas.openxmlformats.org/officeDocument/2006/relationships/image" Target="../media/image26.png" /><Relationship Id="rId8" Type="http://schemas.openxmlformats.org/officeDocument/2006/relationships/image" Target="../media/image27.png" /><Relationship Id="rId9" Type="http://schemas.openxmlformats.org/officeDocument/2006/relationships/image" Target="../media/image31.png" /></Relationships>
</file>

<file path=ppt/slideLayouts/_rels/slideLayout2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8.png" /><Relationship Id="rId2" Type="http://schemas.openxmlformats.org/officeDocument/2006/relationships/image" Target="../media/image32.png" /><Relationship Id="rId3" Type="http://schemas.openxmlformats.org/officeDocument/2006/relationships/image" Target="../media/image37.png" /><Relationship Id="rId4" Type="http://schemas.openxmlformats.org/officeDocument/2006/relationships/image" Target="../media/image39.png" /><Relationship Id="rId5" Type="http://schemas.openxmlformats.org/officeDocument/2006/relationships/slideMaster" Target="../slideMasters/slideMaster1.xml" /></Relationships>
</file>

<file path=ppt/slideLayouts/_rels/slideLayout3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5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5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2.png" /><Relationship Id="rId2" Type="http://schemas.openxmlformats.org/officeDocument/2006/relationships/slideMaster" Target="../slideMasters/slideMaster1.xml" /></Relationships>
</file>

<file path=ppt/slideLayouts/_rels/slideLayout6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1.xml" /></Relationships>
</file>

<file path=ppt/slideLayouts/_rels/slideLayout6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English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1">
            <a:alphaModFix/>
          </a:blip>
          <a:srcRect l="6209" r="6210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English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type="subTitle" idx="1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2867" userDrawn="1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aths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pic>
        <p:nvPicPr>
          <p:cNvPr id="18" name="Google Shape;18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Maths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>
          <a:blip r:embed="rId3">
            <a:alphaModFix/>
          </a:blip>
          <a:srcRect l="6209" r="6210"/>
          <a:stretch>
            <a:fillRect/>
          </a:stretch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Geography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</a:xfrm>
      </p:grpSpPr>
      <p:pic>
        <p:nvPicPr>
          <p:cNvPr id="26" name="Google Shape;26;p4"/>
          <p:cNvPicPr preferRelativeResize="0"/>
          <p:nvPr/>
        </p:nvPicPr>
        <p:blipFill>
          <a:blip r:embed="rId1">
            <a:alphaModFix/>
          </a:blip>
          <a:srcRect l="6209" r="6210"/>
          <a:stretch>
            <a:fillRect/>
          </a:stretch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Geography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type="subTitle" idx="1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History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pic>
        <p:nvPicPr>
          <p:cNvPr id="34" name="Google Shape;34;p5"/>
          <p:cNvPicPr preferRelativeResize="0"/>
          <p:nvPr/>
        </p:nvPicPr>
        <p:blipFill>
          <a:blip r:embed="rId1">
            <a:alphaModFix/>
          </a:blip>
          <a:srcRect l="6209" r="6210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History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type="subTitle" idx="1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usic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</a:xfrm>
      </p:grpSpPr>
      <p:pic>
        <p:nvPicPr>
          <p:cNvPr id="45" name="Google Shape;45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Music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type="subTitle" idx="1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>
          <a:blip r:embed="rId3">
            <a:alphaModFix/>
          </a:blip>
          <a:srcRect l="6209" r="6210"/>
          <a:stretch>
            <a:fillRect/>
          </a:stretch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Science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Science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>
          <a:blip r:embed="rId2">
            <a:alphaModFix/>
          </a:blip>
          <a:srcRect l="6209" r="6210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Biology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</a:xfrm>
      </p:grpSpPr>
      <p:pic>
        <p:nvPicPr>
          <p:cNvPr id="64" name="Google Shape;64;p8"/>
          <p:cNvPicPr preferRelativeResize="0"/>
          <p:nvPr/>
        </p:nvPicPr>
        <p:blipFill>
          <a:blip r:embed="rId1">
            <a:alphaModFix/>
          </a:blip>
          <a:srcRect l="6209" r="6210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Biology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type="subTitle" idx="1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Physics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</a:xfrm>
      </p:grpSpPr>
      <p:pic>
        <p:nvPicPr>
          <p:cNvPr id="72" name="Google Shape;72;p9"/>
          <p:cNvPicPr preferRelativeResize="0"/>
          <p:nvPr/>
        </p:nvPicPr>
        <p:blipFill>
          <a:blip r:embed="rId1">
            <a:alphaModFix/>
          </a:blip>
          <a:srcRect l="6209" r="6210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Physics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Chemistry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</a:xfrm>
      </p:grpSpPr>
      <p:pic>
        <p:nvPicPr>
          <p:cNvPr id="83" name="Google Shape;83;p10"/>
          <p:cNvPicPr preferRelativeResize="0"/>
          <p:nvPr/>
        </p:nvPicPr>
        <p:blipFill>
          <a:blip r:embed="rId1">
            <a:alphaModFix/>
          </a:blip>
          <a:srcRect l="6209" r="6210"/>
          <a:stretch>
            <a:fillRect/>
          </a:stretch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Chemistry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type="subTitle" idx="1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800" b="1">
                <a:latin typeface="Lexend"/>
                <a:ea typeface="Lexend"/>
                <a:cs typeface="Lexend"/>
                <a:sym typeface="Lexend"/>
              </a:rPr>
              <a:t>Outcome</a:t>
            </a:r>
            <a:endParaRPr sz="2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lang="en-GB" sz="1200" i="1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 on                                          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1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>
          <a:blip r:embed="rId5">
            <a:alphaModFix/>
          </a:blip>
          <a:srcRect l="3911" b="5222"/>
          <a:stretch>
            <a:fillRect/>
          </a:stretch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ransition/>
  <p:timing/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>
          <a:blip r:embed="rId1">
            <a:alphaModFix/>
          </a:blip>
          <a:srcRect t="1700" b="1710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type="subTitle" idx="1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type="subTitle" idx="2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type="subTitle" idx="3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>
          <a:blip r:embed="rId1">
            <a:alphaModFix/>
          </a:blip>
          <a:srcRect t="1700" b="1710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type="subTitle" idx="1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type="subTitle" idx="2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type="subTitle" idx="3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>
          <a:blip r:embed="rId1">
            <a:alphaModFix/>
          </a:blip>
          <a:srcRect t="1700" b="1710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type="subTitle" idx="1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type="subTitle" idx="2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type="subTitle" idx="3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type="subTitle" idx="4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>
          <a:blip r:embed="rId1">
            <a:alphaModFix/>
          </a:blip>
          <a:srcRect t="1700" b="1710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type="subTitle" idx="1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type="subTitle" idx="2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type="subTitle" idx="3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type="subTitle" idx="4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>
          <a:blip r:embed="rId1">
            <a:alphaModFix/>
          </a:blip>
          <a:srcRect t="1700" b="1710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type="subTitle" idx="1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type="subTitle" idx="2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type="subTitle" idx="3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type="subTitle" idx="4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type="subTitle" idx="5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>
          <a:blip r:embed="rId1">
            <a:alphaModFix/>
          </a:blip>
          <a:srcRect t="1700" b="1710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type="subTitle" idx="1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type="subTitle" idx="2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type="subTitle" idx="3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type="subTitle" idx="4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5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>
          <a:blip r:embed="rId1">
            <a:alphaModFix/>
          </a:blip>
          <a:srcRect t="3678" b="3669"/>
          <a:stretch>
            <a:fillRect/>
          </a:stretch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rcRect t="3678" b="3669"/>
          <a:stretch>
            <a:fillRect/>
          </a:stretch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rcRect l="74624"/>
          <a:stretch>
            <a:fillRect/>
          </a:stretch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>
          <a:blip r:embed="rId6">
            <a:alphaModFix/>
          </a:blip>
          <a:srcRect t="1700" b="1710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</a:xfrm>
      </p:grpSpPr>
      <p:pic>
        <p:nvPicPr>
          <p:cNvPr id="169" name="Google Shape;169;p20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>
          <a:blip r:embed="rId2">
            <a:alphaModFix/>
          </a:blip>
          <a:srcRect l="74624"/>
          <a:stretch>
            <a:fillRect/>
          </a:stretch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>
          <a:blip r:embed="rId3">
            <a:alphaModFix/>
          </a:blip>
          <a:srcRect t="3678" b="3669"/>
          <a:stretch>
            <a:fillRect/>
          </a:stretch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>
          <a:blip r:embed="rId2">
            <a:alphaModFix/>
          </a:blip>
          <a:srcRect l="74624"/>
          <a:stretch>
            <a:fillRect/>
          </a:stretch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>
          <a:blip r:embed="rId2">
            <a:alphaModFix/>
          </a:blip>
          <a:srcRect l="74624"/>
          <a:stretch>
            <a:fillRect/>
          </a:stretch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 flipH="1">
            <a:off x="647802" y="1841898"/>
            <a:ext cx="0" cy="23664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type="title" idx="2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type="title" idx="3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>
          <a:blip r:embed="rId8">
            <a:alphaModFix/>
          </a:blip>
          <a:srcRect t="1700" b="1710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type="title" idx="4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2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</a:xfrm>
      </p:grpSpPr>
      <p:pic>
        <p:nvPicPr>
          <p:cNvPr id="187" name="Google Shape;187;p21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>
          <a:blip r:embed="rId2">
            <a:alphaModFix/>
          </a:blip>
          <a:srcRect l="74624"/>
          <a:stretch>
            <a:fillRect/>
          </a:stretch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>
          <a:blip r:embed="rId3">
            <a:alphaModFix/>
          </a:blip>
          <a:srcRect t="4387" b="4397"/>
          <a:stretch>
            <a:fillRect/>
          </a:stretch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>
          <a:blip r:embed="rId2">
            <a:alphaModFix/>
          </a:blip>
          <a:srcRect l="74624"/>
          <a:stretch>
            <a:fillRect/>
          </a:stretch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>
          <a:blip r:embed="rId2">
            <a:alphaModFix/>
          </a:blip>
          <a:srcRect l="74624"/>
          <a:stretch>
            <a:fillRect/>
          </a:stretch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>
          <a:blip r:embed="rId5">
            <a:alphaModFix/>
          </a:blip>
          <a:srcRect t="3678" b="3669"/>
          <a:stretch>
            <a:fillRect/>
          </a:stretch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>
          <a:blip r:embed="rId2">
            <a:alphaModFix/>
          </a:blip>
          <a:srcRect l="74624"/>
          <a:stretch>
            <a:fillRect/>
          </a:stretch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type="title" idx="2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type="title" idx="3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type="title" idx="4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>
          <a:blip r:embed="rId10">
            <a:alphaModFix/>
          </a:blip>
          <a:srcRect t="1700" b="1710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type="title" idx="5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2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1" name="Google Shape;211;p2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2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</a:xfrm>
      </p:grpSpPr>
      <p:pic>
        <p:nvPicPr>
          <p:cNvPr id="216" name="Google Shape;216;p23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8" name="Google Shape;218;p2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</a:xfrm>
      </p:grpSpPr>
      <p:pic>
        <p:nvPicPr>
          <p:cNvPr id="223" name="Google Shape;223;p24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5" name="Google Shape;225;p2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</a:xfrm>
      </p:grpSpPr>
      <p:pic>
        <p:nvPicPr>
          <p:cNvPr id="230" name="Google Shape;230;p25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32" name="Google Shape;232;p2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40" name="Google Shape;240;p26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53" name="Google Shape;253;p27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66" name="Google Shape;266;p28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79" name="Google Shape;279;p29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type="subTitle" idx="1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type="subTitle" idx="2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</a:xfrm>
      </p:grpSpPr>
      <p:pic>
        <p:nvPicPr>
          <p:cNvPr id="312" name="Google Shape;312;p31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</a:xfrm>
      </p:grpSpPr>
      <p:pic>
        <p:nvPicPr>
          <p:cNvPr id="335" name="Google Shape;335;p32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</a:xfrm>
      </p:grpSpPr>
      <p:pic>
        <p:nvPicPr>
          <p:cNvPr id="358" name="Google Shape;358;p33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</a:xfrm>
      </p:grpSpPr>
      <p:pic>
        <p:nvPicPr>
          <p:cNvPr id="400" name="Google Shape;400;p35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</a:xfrm>
      </p:grpSpPr>
      <p:pic>
        <p:nvPicPr>
          <p:cNvPr id="419" name="Google Shape;419;p36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</a:xfrm>
      </p:grpSpPr>
      <p:pic>
        <p:nvPicPr>
          <p:cNvPr id="438" name="Google Shape;438;p37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</a:xfrm>
      </p:grpSpPr>
      <p:pic>
        <p:nvPicPr>
          <p:cNvPr id="480" name="Google Shape;480;p39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</a:xfrm>
      </p:grpSpPr>
      <p:pic>
        <p:nvPicPr>
          <p:cNvPr id="503" name="Google Shape;503;p40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</a:xfrm>
      </p:grpSpPr>
      <p:pic>
        <p:nvPicPr>
          <p:cNvPr id="526" name="Google Shape;526;p41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56" name="Google Shape;556;p42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57" name="Google Shape;557;p42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</a:xfrm>
      </p:grpSpPr>
      <p:pic>
        <p:nvPicPr>
          <p:cNvPr id="568" name="Google Shape;568;p43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75" name="Google Shape;575;p43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76" name="Google Shape;576;p43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</a:xfrm>
      </p:grpSpPr>
      <p:pic>
        <p:nvPicPr>
          <p:cNvPr id="587" name="Google Shape;587;p44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94" name="Google Shape;594;p44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95" name="Google Shape;595;p44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</a:xfrm>
      </p:grpSpPr>
      <p:pic>
        <p:nvPicPr>
          <p:cNvPr id="606" name="Google Shape;606;p45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613" name="Google Shape;613;p45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614" name="Google Shape;614;p45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27" name="Google Shape;627;p46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</a:xfrm>
      </p:grpSpPr>
      <p:pic>
        <p:nvPicPr>
          <p:cNvPr id="632" name="Google Shape;632;p47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34" name="Google Shape;634;p47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</a:xfrm>
      </p:grpSpPr>
      <p:pic>
        <p:nvPicPr>
          <p:cNvPr id="639" name="Google Shape;639;p48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41" name="Google Shape;641;p48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</a:xfrm>
      </p:grpSpPr>
      <p:pic>
        <p:nvPicPr>
          <p:cNvPr id="646" name="Google Shape;646;p49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48" name="Google Shape;648;p49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55" name="Google Shape;655;p50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</a:xfrm>
      </p:grpSpPr>
      <p:pic>
        <p:nvPicPr>
          <p:cNvPr id="661" name="Google Shape;661;p51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63" name="Google Shape;663;p51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</a:xfrm>
      </p:grpSpPr>
      <p:pic>
        <p:nvPicPr>
          <p:cNvPr id="669" name="Google Shape;669;p52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71" name="Google Shape;671;p5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</a:xfrm>
      </p:grpSpPr>
      <p:pic>
        <p:nvPicPr>
          <p:cNvPr id="677" name="Google Shape;677;p53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79" name="Google Shape;679;p5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87" name="Google Shape;687;p5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</a:xfrm>
      </p:grpSpPr>
      <p:pic>
        <p:nvPicPr>
          <p:cNvPr id="693" name="Google Shape;693;p55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95" name="Google Shape;695;p5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</a:xfrm>
      </p:grpSpPr>
      <p:pic>
        <p:nvPicPr>
          <p:cNvPr id="701" name="Google Shape;701;p56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03" name="Google Shape;703;p56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</a:xfrm>
      </p:grpSpPr>
      <p:pic>
        <p:nvPicPr>
          <p:cNvPr id="709" name="Google Shape;709;p57"/>
          <p:cNvPicPr preferRelativeResize="0"/>
          <p:nvPr/>
        </p:nvPicPr>
        <p:blipFill>
          <a:blip r:embed="rId1">
            <a:alphaModFix/>
          </a:blip>
          <a:srcRect t="1663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11" name="Google Shape;711;p57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>
          <a:blip r:embed="rId1">
            <a:alphaModFix/>
          </a:blip>
          <a:srcRect t="1700" b="1710"/>
          <a:stretch>
            <a:fillRect/>
          </a:stretch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>
          <a:blip r:embed="rId1">
            <a:alphaModFix/>
          </a:blip>
          <a:srcRect t="1700" b="1710"/>
          <a:stretch>
            <a:fillRect/>
          </a:stretch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3 Projectable quiz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6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6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type="subTitle" idx="1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6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None/>
              <a:defRPr/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slideLayout" Target="../slideLayouts/slideLayout12.xml" /><Relationship Id="rId13" Type="http://schemas.openxmlformats.org/officeDocument/2006/relationships/slideLayout" Target="../slideLayouts/slideLayout13.xml" /><Relationship Id="rId14" Type="http://schemas.openxmlformats.org/officeDocument/2006/relationships/slideLayout" Target="../slideLayouts/slideLayout14.xml" /><Relationship Id="rId15" Type="http://schemas.openxmlformats.org/officeDocument/2006/relationships/slideLayout" Target="../slideLayouts/slideLayout15.xml" /><Relationship Id="rId16" Type="http://schemas.openxmlformats.org/officeDocument/2006/relationships/slideLayout" Target="../slideLayouts/slideLayout16.xml" /><Relationship Id="rId17" Type="http://schemas.openxmlformats.org/officeDocument/2006/relationships/slideLayout" Target="../slideLayouts/slideLayout17.xml" /><Relationship Id="rId18" Type="http://schemas.openxmlformats.org/officeDocument/2006/relationships/slideLayout" Target="../slideLayouts/slideLayout18.xml" /><Relationship Id="rId19" Type="http://schemas.openxmlformats.org/officeDocument/2006/relationships/slideLayout" Target="../slideLayouts/slideLayout19.xml" /><Relationship Id="rId2" Type="http://schemas.openxmlformats.org/officeDocument/2006/relationships/slideLayout" Target="../slideLayouts/slideLayout2.xml" /><Relationship Id="rId20" Type="http://schemas.openxmlformats.org/officeDocument/2006/relationships/slideLayout" Target="../slideLayouts/slideLayout20.xml" /><Relationship Id="rId21" Type="http://schemas.openxmlformats.org/officeDocument/2006/relationships/slideLayout" Target="../slideLayouts/slideLayout21.xml" /><Relationship Id="rId22" Type="http://schemas.openxmlformats.org/officeDocument/2006/relationships/slideLayout" Target="../slideLayouts/slideLayout22.xml" /><Relationship Id="rId23" Type="http://schemas.openxmlformats.org/officeDocument/2006/relationships/slideLayout" Target="../slideLayouts/slideLayout23.xml" /><Relationship Id="rId24" Type="http://schemas.openxmlformats.org/officeDocument/2006/relationships/slideLayout" Target="../slideLayouts/slideLayout24.xml" /><Relationship Id="rId25" Type="http://schemas.openxmlformats.org/officeDocument/2006/relationships/slideLayout" Target="../slideLayouts/slideLayout25.xml" /><Relationship Id="rId26" Type="http://schemas.openxmlformats.org/officeDocument/2006/relationships/slideLayout" Target="../slideLayouts/slideLayout26.xml" /><Relationship Id="rId27" Type="http://schemas.openxmlformats.org/officeDocument/2006/relationships/slideLayout" Target="../slideLayouts/slideLayout27.xml" /><Relationship Id="rId28" Type="http://schemas.openxmlformats.org/officeDocument/2006/relationships/slideLayout" Target="../slideLayouts/slideLayout28.xml" /><Relationship Id="rId29" Type="http://schemas.openxmlformats.org/officeDocument/2006/relationships/slideLayout" Target="../slideLayouts/slideLayout29.xml" /><Relationship Id="rId3" Type="http://schemas.openxmlformats.org/officeDocument/2006/relationships/slideLayout" Target="../slideLayouts/slideLayout3.xml" /><Relationship Id="rId30" Type="http://schemas.openxmlformats.org/officeDocument/2006/relationships/slideLayout" Target="../slideLayouts/slideLayout30.xml" /><Relationship Id="rId31" Type="http://schemas.openxmlformats.org/officeDocument/2006/relationships/slideLayout" Target="../slideLayouts/slideLayout31.xml" /><Relationship Id="rId32" Type="http://schemas.openxmlformats.org/officeDocument/2006/relationships/slideLayout" Target="../slideLayouts/slideLayout32.xml" /><Relationship Id="rId33" Type="http://schemas.openxmlformats.org/officeDocument/2006/relationships/slideLayout" Target="../slideLayouts/slideLayout33.xml" /><Relationship Id="rId34" Type="http://schemas.openxmlformats.org/officeDocument/2006/relationships/slideLayout" Target="../slideLayouts/slideLayout34.xml" /><Relationship Id="rId35" Type="http://schemas.openxmlformats.org/officeDocument/2006/relationships/slideLayout" Target="../slideLayouts/slideLayout35.xml" /><Relationship Id="rId36" Type="http://schemas.openxmlformats.org/officeDocument/2006/relationships/slideLayout" Target="../slideLayouts/slideLayout36.xml" /><Relationship Id="rId37" Type="http://schemas.openxmlformats.org/officeDocument/2006/relationships/slideLayout" Target="../slideLayouts/slideLayout37.xml" /><Relationship Id="rId38" Type="http://schemas.openxmlformats.org/officeDocument/2006/relationships/slideLayout" Target="../slideLayouts/slideLayout38.xml" /><Relationship Id="rId39" Type="http://schemas.openxmlformats.org/officeDocument/2006/relationships/slideLayout" Target="../slideLayouts/slideLayout39.xml" /><Relationship Id="rId4" Type="http://schemas.openxmlformats.org/officeDocument/2006/relationships/slideLayout" Target="../slideLayouts/slideLayout4.xml" /><Relationship Id="rId40" Type="http://schemas.openxmlformats.org/officeDocument/2006/relationships/slideLayout" Target="../slideLayouts/slideLayout40.xml" /><Relationship Id="rId41" Type="http://schemas.openxmlformats.org/officeDocument/2006/relationships/slideLayout" Target="../slideLayouts/slideLayout41.xml" /><Relationship Id="rId42" Type="http://schemas.openxmlformats.org/officeDocument/2006/relationships/slideLayout" Target="../slideLayouts/slideLayout42.xml" /><Relationship Id="rId43" Type="http://schemas.openxmlformats.org/officeDocument/2006/relationships/slideLayout" Target="../slideLayouts/slideLayout43.xml" /><Relationship Id="rId44" Type="http://schemas.openxmlformats.org/officeDocument/2006/relationships/slideLayout" Target="../slideLayouts/slideLayout44.xml" /><Relationship Id="rId45" Type="http://schemas.openxmlformats.org/officeDocument/2006/relationships/slideLayout" Target="../slideLayouts/slideLayout45.xml" /><Relationship Id="rId46" Type="http://schemas.openxmlformats.org/officeDocument/2006/relationships/slideLayout" Target="../slideLayouts/slideLayout46.xml" /><Relationship Id="rId47" Type="http://schemas.openxmlformats.org/officeDocument/2006/relationships/slideLayout" Target="../slideLayouts/slideLayout47.xml" /><Relationship Id="rId48" Type="http://schemas.openxmlformats.org/officeDocument/2006/relationships/slideLayout" Target="../slideLayouts/slideLayout48.xml" /><Relationship Id="rId49" Type="http://schemas.openxmlformats.org/officeDocument/2006/relationships/slideLayout" Target="../slideLayouts/slideLayout49.xml" /><Relationship Id="rId5" Type="http://schemas.openxmlformats.org/officeDocument/2006/relationships/slideLayout" Target="../slideLayouts/slideLayout5.xml" /><Relationship Id="rId50" Type="http://schemas.openxmlformats.org/officeDocument/2006/relationships/slideLayout" Target="../slideLayouts/slideLayout50.xml" /><Relationship Id="rId51" Type="http://schemas.openxmlformats.org/officeDocument/2006/relationships/slideLayout" Target="../slideLayouts/slideLayout51.xml" /><Relationship Id="rId52" Type="http://schemas.openxmlformats.org/officeDocument/2006/relationships/slideLayout" Target="../slideLayouts/slideLayout52.xml" /><Relationship Id="rId53" Type="http://schemas.openxmlformats.org/officeDocument/2006/relationships/slideLayout" Target="../slideLayouts/slideLayout53.xml" /><Relationship Id="rId54" Type="http://schemas.openxmlformats.org/officeDocument/2006/relationships/slideLayout" Target="../slideLayouts/slideLayout54.xml" /><Relationship Id="rId55" Type="http://schemas.openxmlformats.org/officeDocument/2006/relationships/slideLayout" Target="../slideLayouts/slideLayout55.xml" /><Relationship Id="rId56" Type="http://schemas.openxmlformats.org/officeDocument/2006/relationships/slideLayout" Target="../slideLayouts/slideLayout56.xml" /><Relationship Id="rId57" Type="http://schemas.openxmlformats.org/officeDocument/2006/relationships/slideLayout" Target="../slideLayouts/slideLayout57.xml" /><Relationship Id="rId58" Type="http://schemas.openxmlformats.org/officeDocument/2006/relationships/slideLayout" Target="../slideLayouts/slideLayout58.xml" /><Relationship Id="rId59" Type="http://schemas.openxmlformats.org/officeDocument/2006/relationships/slideLayout" Target="../slideLayouts/slideLayout59.xml" /><Relationship Id="rId6" Type="http://schemas.openxmlformats.org/officeDocument/2006/relationships/slideLayout" Target="../slideLayouts/slideLayout6.xml" /><Relationship Id="rId60" Type="http://schemas.openxmlformats.org/officeDocument/2006/relationships/slideLayout" Target="../slideLayouts/slideLayout60.xml" /><Relationship Id="rId61" Type="http://schemas.openxmlformats.org/officeDocument/2006/relationships/slideLayout" Target="../slideLayouts/slideLayout61.xml" /><Relationship Id="rId62" Type="http://schemas.openxmlformats.org/officeDocument/2006/relationships/slideLayout" Target="../slideLayouts/slideLayout62.xml" /><Relationship Id="rId63" Type="http://schemas.openxmlformats.org/officeDocument/2006/relationships/image" Target="../media/image42.png" /><Relationship Id="rId64" Type="http://schemas.openxmlformats.org/officeDocument/2006/relationships/theme" Target="../theme/theme1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195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4925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lnSpc>
                <a:spcPct val="130000"/>
              </a:lnSpc>
              <a:spcBef>
                <a:spcPts val="4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63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  <p:sldLayoutId id="2147483708" r:id="rId61"/>
    <p:sldLayoutId id="2147483709" r:id="rId62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04" userDrawn="1">
          <p15:clr>
            <a:srgbClr val="000000"/>
          </p15:clr>
        </p15:guide>
        <p15:guide id="2" pos="1819" userDrawn="1">
          <p15:clr>
            <a:srgbClr val="0000FF"/>
          </p15:clr>
        </p15:guide>
        <p15:guide id="3" orient="horz" pos="340" userDrawn="1">
          <p15:clr>
            <a:srgbClr val="222222"/>
          </p15:clr>
        </p15:guide>
        <p15:guide id="4" pos="2123" userDrawn="1">
          <p15:clr>
            <a:srgbClr val="0000FF"/>
          </p15:clr>
        </p15:guide>
        <p15:guide id="5" pos="2880" userDrawn="1">
          <p15:clr>
            <a:srgbClr val="EA4335"/>
          </p15:clr>
        </p15:guide>
        <p15:guide id="6" pos="3637" userDrawn="1">
          <p15:clr>
            <a:srgbClr val="0000FF"/>
          </p15:clr>
        </p15:guide>
        <p15:guide id="7" pos="3941" userDrawn="1">
          <p15:clr>
            <a:srgbClr val="0000FF"/>
          </p15:clr>
        </p15:guide>
        <p15:guide id="8" pos="5556" userDrawn="1">
          <p15:clr>
            <a:srgbClr val="222222"/>
          </p15:clr>
        </p15:guide>
        <p15:guide id="9" pos="1061" userDrawn="1">
          <p15:clr>
            <a:srgbClr val="9AA0A6"/>
          </p15:clr>
        </p15:guide>
        <p15:guide id="10" pos="4699" userDrawn="1">
          <p15:clr>
            <a:srgbClr val="9AA0A6"/>
          </p15:clr>
        </p15:guide>
        <p15:guide id="11" orient="horz" pos="680" userDrawn="1">
          <p15:clr>
            <a:srgbClr val="B7B7B7"/>
          </p15:clr>
        </p15:guide>
        <p15:guide id="12" orient="horz" pos="1020" userDrawn="1">
          <p15:clr>
            <a:srgbClr val="B7B7B7"/>
          </p15:clr>
        </p15:guide>
        <p15:guide id="13" orient="horz" pos="1361" userDrawn="1">
          <p15:clr>
            <a:srgbClr val="B7B7B7"/>
          </p15:clr>
        </p15:guide>
        <p15:guide id="14" orient="horz" pos="1701" userDrawn="1">
          <p15:clr>
            <a:srgbClr val="B7B7B7"/>
          </p15:clr>
        </p15:guide>
        <p15:guide id="15" orient="horz" pos="2041" userDrawn="1">
          <p15:clr>
            <a:srgbClr val="B7B7B7"/>
          </p15:clr>
        </p15:guide>
        <p15:guide id="16" orient="horz" pos="2381" userDrawn="1">
          <p15:clr>
            <a:srgbClr val="B7B7B7"/>
          </p15:clr>
        </p15:guide>
        <p15:guide id="17" orient="horz" pos="3036" userDrawn="1">
          <p15:clr>
            <a:srgbClr val="000000"/>
          </p15:clr>
        </p15:guide>
        <p15:guide id="18" pos="2721" userDrawn="1">
          <p15:clr>
            <a:srgbClr val="000000"/>
          </p15:clr>
        </p15:guide>
        <p15:guide id="19" pos="3039" userDrawn="1">
          <p15:clr>
            <a:srgbClr val="000000"/>
          </p15:clr>
        </p15:guide>
        <p15:guide id="20" orient="horz" pos="510" userDrawn="1">
          <p15:clr>
            <a:srgbClr val="B7B7B7"/>
          </p15:clr>
        </p15:guide>
        <p15:guide id="21" orient="horz" pos="1620" userDrawn="1">
          <p15:clr>
            <a:srgbClr val="EA4335"/>
          </p15:clr>
        </p15:guide>
        <p15:guide id="22" orient="horz" pos="2721" userDrawn="1">
          <p15:clr>
            <a:srgbClr val="B7B7B7"/>
          </p15:clr>
        </p15:guide>
      </p15:sldGuideLst>
    </p:ext>
  </p:extLst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3.xml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notesSlide" Target="../notesSlides/notesSlide4.xml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notesSlide" Target="../notesSlides/notesSlide5.xml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8.xml" /><Relationship Id="rId2" Type="http://schemas.openxmlformats.org/officeDocument/2006/relationships/notesSlide" Target="../notesSlides/notesSlide6.xml" /><Relationship Id="rId3" Type="http://schemas.openxmlformats.org/officeDocument/2006/relationships/image" Target="../media/image43.png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7.xml" /><Relationship Id="rId3" Type="http://schemas.openxmlformats.org/officeDocument/2006/relationships/image" Target="../media/image44.png" /><Relationship Id="rId4" Type="http://schemas.openxmlformats.org/officeDocument/2006/relationships/image" Target="../media/image45.png" /><Relationship Id="rId5" Type="http://schemas.openxmlformats.org/officeDocument/2006/relationships/image" Target="../media/image46.jpeg" /><Relationship Id="rId6" Type="http://schemas.openxmlformats.org/officeDocument/2006/relationships/image" Target="../media/image47.png" /><Relationship Id="rId7" Type="http://schemas.openxmlformats.org/officeDocument/2006/relationships/image" Target="../media/image48.png" /><Relationship Id="rId8" Type="http://schemas.openxmlformats.org/officeDocument/2006/relationships/image" Target="../media/image49.png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8.xml" /><Relationship Id="rId3" Type="http://schemas.openxmlformats.org/officeDocument/2006/relationships/image" Target="../media/image44.png" /><Relationship Id="rId4" Type="http://schemas.openxmlformats.org/officeDocument/2006/relationships/image" Target="../media/image47.png" /><Relationship Id="rId5" Type="http://schemas.openxmlformats.org/officeDocument/2006/relationships/image" Target="../media/image48.png" /><Relationship Id="rId6" Type="http://schemas.openxmlformats.org/officeDocument/2006/relationships/image" Target="../media/image49.png" /><Relationship Id="rId7" Type="http://schemas.openxmlformats.org/officeDocument/2006/relationships/image" Target="../media/image45.png" /><Relationship Id="rId8" Type="http://schemas.openxmlformats.org/officeDocument/2006/relationships/image" Target="../media/image46.jpeg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9.xml" /><Relationship Id="rId3" Type="http://schemas.openxmlformats.org/officeDocument/2006/relationships/image" Target="../media/image46.jpeg" /><Relationship Id="rId4" Type="http://schemas.openxmlformats.org/officeDocument/2006/relationships/image" Target="../media/image50.png" /><Relationship Id="rId5" Type="http://schemas.openxmlformats.org/officeDocument/2006/relationships/image" Target="../media/image51.png" /><Relationship Id="rId6" Type="http://schemas.openxmlformats.org/officeDocument/2006/relationships/image" Target="../media/image52.png" /><Relationship Id="rId7" Type="http://schemas.openxmlformats.org/officeDocument/2006/relationships/image" Target="../media/image45.png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0.xml" /><Relationship Id="rId3" Type="http://schemas.openxmlformats.org/officeDocument/2006/relationships/image" Target="../media/image46.jpeg" /><Relationship Id="rId4" Type="http://schemas.openxmlformats.org/officeDocument/2006/relationships/image" Target="../media/image47.png" /><Relationship Id="rId5" Type="http://schemas.openxmlformats.org/officeDocument/2006/relationships/image" Target="../media/image44.png" /><Relationship Id="rId6" Type="http://schemas.openxmlformats.org/officeDocument/2006/relationships/image" Target="../media/image45.png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1.xml" /><Relationship Id="rId3" Type="http://schemas.openxmlformats.org/officeDocument/2006/relationships/image" Target="../media/image46.jpeg" /><Relationship Id="rId4" Type="http://schemas.openxmlformats.org/officeDocument/2006/relationships/image" Target="../media/image53.png" /><Relationship Id="rId5" Type="http://schemas.openxmlformats.org/officeDocument/2006/relationships/image" Target="../media/image47.png" /><Relationship Id="rId6" Type="http://schemas.openxmlformats.org/officeDocument/2006/relationships/image" Target="../media/image44.png" /><Relationship Id="rId7" Type="http://schemas.openxmlformats.org/officeDocument/2006/relationships/image" Target="../media/image45.png" 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2.xml" /><Relationship Id="rId3" Type="http://schemas.openxmlformats.org/officeDocument/2006/relationships/image" Target="../media/image46.jpeg" /><Relationship Id="rId4" Type="http://schemas.openxmlformats.org/officeDocument/2006/relationships/image" Target="../media/image48.png" /><Relationship Id="rId5" Type="http://schemas.openxmlformats.org/officeDocument/2006/relationships/image" Target="../media/image44.png" /><Relationship Id="rId6" Type="http://schemas.openxmlformats.org/officeDocument/2006/relationships/image" Target="../media/image45.png" /></Relationships>
</file>

<file path=ppt/slides/_rels/slide1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3.xml" /><Relationship Id="rId3" Type="http://schemas.openxmlformats.org/officeDocument/2006/relationships/image" Target="../media/image46.jpeg" /><Relationship Id="rId4" Type="http://schemas.openxmlformats.org/officeDocument/2006/relationships/image" Target="../media/image54.png" /><Relationship Id="rId5" Type="http://schemas.openxmlformats.org/officeDocument/2006/relationships/image" Target="../media/image48.png" /><Relationship Id="rId6" Type="http://schemas.openxmlformats.org/officeDocument/2006/relationships/image" Target="../media/image44.png" /><Relationship Id="rId7" Type="http://schemas.openxmlformats.org/officeDocument/2006/relationships/image" Target="../media/image45.png" /></Relationships>
</file>

<file path=ppt/slides/_rels/slide1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7.xml" /><Relationship Id="rId2" Type="http://schemas.openxmlformats.org/officeDocument/2006/relationships/notesSlide" Target="../notesSlides/notesSlide14.xml" /><Relationship Id="rId3" Type="http://schemas.openxmlformats.org/officeDocument/2006/relationships/image" Target="../media/image55.png" /></Relationships>
</file>

<file path=ppt/slides/_rels/slide1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7.xml" /><Relationship Id="rId2" Type="http://schemas.openxmlformats.org/officeDocument/2006/relationships/notesSlide" Target="../notesSlides/notesSlide15.xml" /><Relationship Id="rId3" Type="http://schemas.openxmlformats.org/officeDocument/2006/relationships/image" Target="../media/image55.png" /></Relationships>
</file>

<file path=ppt/slides/_rels/slide1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9.xml" /><Relationship Id="rId2" Type="http://schemas.openxmlformats.org/officeDocument/2006/relationships/notesSlide" Target="../notesSlides/notesSlide16.xml" /></Relationships>
</file>

<file path=ppt/slides/_rels/slide1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3.xml" /><Relationship Id="rId2" Type="http://schemas.openxmlformats.org/officeDocument/2006/relationships/notesSlide" Target="../notesSlides/notesSlide17.xml" /></Relationships>
</file>

<file path=ppt/slides/_rels/slide1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8.xml" /><Relationship Id="rId2" Type="http://schemas.openxmlformats.org/officeDocument/2006/relationships/notesSlide" Target="../notesSlides/notesSlide18.xml" /><Relationship Id="rId3" Type="http://schemas.openxmlformats.org/officeDocument/2006/relationships/image" Target="../media/image43.png" /></Relationships>
</file>

<file path=ppt/slides/_rels/slide1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19.xml" /><Relationship Id="rId3" Type="http://schemas.openxmlformats.org/officeDocument/2006/relationships/image" Target="../media/image56.png" /></Relationships>
</file>

<file path=ppt/slides/_rels/slide2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20.xml" /><Relationship Id="rId3" Type="http://schemas.openxmlformats.org/officeDocument/2006/relationships/image" Target="../media/image57.png" /><Relationship Id="rId4" Type="http://schemas.openxmlformats.org/officeDocument/2006/relationships/image" Target="../media/image56.png" /></Relationships>
</file>

<file path=ppt/slides/_rels/slide2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21.xml" /><Relationship Id="rId3" Type="http://schemas.openxmlformats.org/officeDocument/2006/relationships/image" Target="../media/image57.png" /><Relationship Id="rId4" Type="http://schemas.openxmlformats.org/officeDocument/2006/relationships/image" Target="../media/image58.png" /></Relationships>
</file>

<file path=ppt/slides/_rels/slide2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22.xml" /><Relationship Id="rId3" Type="http://schemas.openxmlformats.org/officeDocument/2006/relationships/image" Target="../media/image56.png" /><Relationship Id="rId4" Type="http://schemas.openxmlformats.org/officeDocument/2006/relationships/image" Target="../media/image59.png" /><Relationship Id="rId5" Type="http://schemas.openxmlformats.org/officeDocument/2006/relationships/image" Target="../media/image58.png" /><Relationship Id="rId6" Type="http://schemas.openxmlformats.org/officeDocument/2006/relationships/image" Target="../media/image60.png" /></Relationships>
</file>

<file path=ppt/slides/_rels/slide2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23.xml" /><Relationship Id="rId3" Type="http://schemas.openxmlformats.org/officeDocument/2006/relationships/image" Target="../media/image56.png" /><Relationship Id="rId4" Type="http://schemas.openxmlformats.org/officeDocument/2006/relationships/image" Target="../media/image61.png" /><Relationship Id="rId5" Type="http://schemas.openxmlformats.org/officeDocument/2006/relationships/image" Target="../media/image62.png" /><Relationship Id="rId6" Type="http://schemas.openxmlformats.org/officeDocument/2006/relationships/image" Target="../media/image58.png" /></Relationships>
</file>

<file path=ppt/slides/_rels/slide2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24.xml" /></Relationships>
</file>

<file path=ppt/slides/_rels/slide2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25.xml" /><Relationship Id="rId3" Type="http://schemas.openxmlformats.org/officeDocument/2006/relationships/image" Target="../media/image63.png" /><Relationship Id="rId4" Type="http://schemas.openxmlformats.org/officeDocument/2006/relationships/image" Target="../media/image64.png" /><Relationship Id="rId5" Type="http://schemas.openxmlformats.org/officeDocument/2006/relationships/image" Target="../media/image65.png" /><Relationship Id="rId6" Type="http://schemas.openxmlformats.org/officeDocument/2006/relationships/image" Target="../media/image66.png" /></Relationships>
</file>

<file path=ppt/slides/_rels/slide2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4.xml" /><Relationship Id="rId2" Type="http://schemas.openxmlformats.org/officeDocument/2006/relationships/notesSlide" Target="../notesSlides/notesSlide26.xml" /><Relationship Id="rId3" Type="http://schemas.openxmlformats.org/officeDocument/2006/relationships/image" Target="../media/image56.png" /><Relationship Id="rId4" Type="http://schemas.openxmlformats.org/officeDocument/2006/relationships/image" Target="../media/image55.png" /></Relationships>
</file>

<file path=ppt/slides/_rels/slide2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0.xml" /><Relationship Id="rId2" Type="http://schemas.openxmlformats.org/officeDocument/2006/relationships/notesSlide" Target="../notesSlides/notesSlide27.xml" /><Relationship Id="rId3" Type="http://schemas.openxmlformats.org/officeDocument/2006/relationships/image" Target="../media/image56.png" /></Relationships>
</file>

<file path=ppt/slides/_rels/slide2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4.xml" /><Relationship Id="rId2" Type="http://schemas.openxmlformats.org/officeDocument/2006/relationships/notesSlide" Target="../notesSlides/notesSlide28.xml" /><Relationship Id="rId3" Type="http://schemas.openxmlformats.org/officeDocument/2006/relationships/image" Target="../media/image56.png" /></Relationships>
</file>

<file path=ppt/slides/_rels/slide2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7.xml" /><Relationship Id="rId2" Type="http://schemas.openxmlformats.org/officeDocument/2006/relationships/notesSlide" Target="../notesSlides/notesSlide29.xml" /></Relationships>
</file>

<file path=ppt/slides/_rels/slide3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1.xml" /><Relationship Id="rId2" Type="http://schemas.openxmlformats.org/officeDocument/2006/relationships/notesSlide" Target="../notesSlides/notesSlide30.xml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image" Target="../media/image67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49" name="Shape 749"/>
        <p:cNvGrpSpPr/>
        <p:nvPr/>
      </p:nvGrpSpPr>
      <p:grpSpPr>
        <a:xfrm>
          <a:off x="0" y="0"/>
          <a: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Securing understanding of arithmetic procedures with integers and decimals</a:t>
            </a:r>
            <a:endParaRPr/>
          </a:p>
        </p:txBody>
      </p:sp>
      <p:sp>
        <p:nvSpPr>
          <p:cNvPr id="751" name="Google Shape;751;p64"/>
          <p:cNvSpPr txBox="1"/>
          <p:nvPr>
            <p:ph type="subTitle" idx="1"/>
          </p:nvPr>
        </p:nvSpPr>
        <p:spPr>
          <a:xfrm>
            <a:off x="1012225" y="4327975"/>
            <a:ext cx="5636400" cy="66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Arithmetic procedures with integers and decimals</a:t>
            </a:r>
            <a:endParaRPr/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="0">
  <p:cSld name="">
    <p:spTree>
      <p:nvGrpSpPr>
        <p:cNvPr id="755" name="Shape 755"/>
        <p:cNvGrpSpPr/>
        <p:nvPr/>
      </p:nvGrpSpPr>
      <p:grpSpPr>
        <a:xfrm>
          <a:off x="0" y="0"/>
          <a: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78975" y="7244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60" name="Shape 760"/>
        <p:cNvGrpSpPr/>
        <p:nvPr/>
      </p:nvGrpSpPr>
      <p:grpSpPr>
        <a:xfrm>
          <a:off x="0" y="0"/>
          <a:ext cx="0" cy="0"/>
        </a:xfrm>
      </p:grpSpPr>
      <p:sp>
        <p:nvSpPr>
          <p:cNvPr id="761" name="Google Shape;761;p66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I can add, subtract, multiply and divide with integers and decimals using a calculator to check.</a:t>
            </a:r>
            <a:endParaRPr/>
          </a:p>
        </p:txBody>
      </p:sp>
    </p:spTree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65" name="Shape 765"/>
        <p:cNvGrpSpPr/>
        <p:nvPr/>
      </p:nvGrpSpPr>
      <p:grpSpPr>
        <a:xfrm>
          <a:off x="0" y="0"/>
          <a:ext cx="0" cy="0"/>
        </a:xfrm>
      </p:grpSpPr>
      <p:sp>
        <p:nvSpPr>
          <p:cNvPr id="766" name="Google Shape;766;p67"/>
          <p:cNvSpPr txBox="1"/>
          <p:nvPr>
            <p:ph type="subTitle" idx="1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 b="1">
                <a:solidFill>
                  <a:schemeClr val="dk1"/>
                </a:solidFill>
              </a:rPr>
              <a:t>decimal form</a:t>
            </a:r>
            <a:endParaRPr sz="2200" b="1"/>
          </a:p>
        </p:txBody>
      </p:sp>
    </p:spTree>
  </p:cSld>
  <p:clrMapOvr>
    <a:masterClrMapping/>
  </p:clrMapOvr>
  <p:transition/>
  <p:timing/>
</p:sld>
</file>

<file path=ppt/slides/slide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70" name="Shape 770"/>
        <p:cNvGrpSpPr/>
        <p:nvPr/>
      </p:nvGrpSpPr>
      <p:grpSpPr>
        <a:xfrm>
          <a:off x="0" y="0"/>
          <a:ext cx="0" cy="0"/>
        </a:xfrm>
      </p:grpSpPr>
      <p:sp>
        <p:nvSpPr>
          <p:cNvPr id="771" name="Google Shape;771;p68"/>
          <p:cNvSpPr txBox="1"/>
          <p:nvPr>
            <p:ph type="subTitle" idx="1"/>
          </p:nvPr>
        </p:nvSpPr>
        <p:spPr>
          <a:xfrm>
            <a:off x="324000" y="908475"/>
            <a:ext cx="71352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</a:rPr>
              <a:t>A number is in </a:t>
            </a:r>
            <a:r>
              <a:rPr lang="en-GB" sz="2200" b="1">
                <a:solidFill>
                  <a:schemeClr val="dk1"/>
                </a:solidFill>
              </a:rPr>
              <a:t>decimal form</a:t>
            </a:r>
            <a:r>
              <a:rPr lang="en-GB" sz="2200">
                <a:solidFill>
                  <a:schemeClr val="dk1"/>
                </a:solidFill>
              </a:rPr>
              <a:t> when the decimal point is shown and there are digits to the right of the decimal point. </a:t>
            </a:r>
            <a:endParaRPr sz="2200"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/>
  <p:timing/>
</p:sld>
</file>

<file path=ppt/slides/slide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75" name="Shape 775"/>
        <p:cNvGrpSpPr/>
        <p:nvPr/>
      </p:nvGrpSpPr>
      <p:grpSpPr>
        <a:xfrm>
          <a:off x="0" y="0"/>
          <a:ext cx="0" cy="0"/>
        </a:xfrm>
      </p:grpSpPr>
      <p:sp>
        <p:nvSpPr>
          <p:cNvPr id="776" name="Google Shape;776;p6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a calculator for integer calculations</a:t>
            </a:r>
            <a:endParaRPr/>
          </a:p>
        </p:txBody>
      </p:sp>
      <p:sp>
        <p:nvSpPr>
          <p:cNvPr id="777" name="Google Shape;777;p69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a calculator for decimal calculations</a:t>
            </a:r>
            <a:endParaRPr/>
          </a:p>
        </p:txBody>
      </p:sp>
      <p:sp>
        <p:nvSpPr>
          <p:cNvPr id="778" name="Google Shape;778;p69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Securing understanding of arithmetic procedures with integers and decimals</a:t>
            </a:r>
            <a:endParaRPr/>
          </a:p>
        </p:txBody>
      </p:sp>
      <p:pic>
        <p:nvPicPr>
          <p:cNvPr id="779" name="Google Shape;779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220" y="2058421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83" name="Shape 783"/>
        <p:cNvGrpSpPr/>
        <p:nvPr/>
      </p:nvGrpSpPr>
      <p:grpSpPr>
        <a:xfrm>
          <a:off x="0" y="0"/>
          <a:ext cx="0" cy="0"/>
        </a:xfrm>
      </p:grpSpPr>
      <p:pic>
        <p:nvPicPr>
          <p:cNvPr id="784" name="Google Shape;784;p70"/>
          <p:cNvPicPr preferRelativeResize="0"/>
          <p:nvPr/>
        </p:nvPicPr>
        <p:blipFill>
          <a:blip r:embed="rId3">
            <a:alphaModFix/>
          </a:blip>
          <a:srcRect r="57905" b="43691"/>
          <a:stretch>
            <a:fillRect/>
          </a:stretch>
        </p:blipFill>
        <p:spPr>
          <a:xfrm>
            <a:off x="5924375" y="3419175"/>
            <a:ext cx="1806776" cy="897880"/>
          </a:xfrm>
          <a:prstGeom prst="rect">
            <a:avLst/>
          </a:prstGeom>
          <a:noFill/>
          <a:ln>
            <a:noFill/>
          </a:ln>
        </p:spPr>
      </p:pic>
      <p:sp>
        <p:nvSpPr>
          <p:cNvPr id="785" name="Google Shape;785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a calculator for integer calculations</a:t>
            </a:r>
            <a:endParaRPr/>
          </a:p>
        </p:txBody>
      </p:sp>
      <p:sp>
        <p:nvSpPr>
          <p:cNvPr id="786" name="Google Shape;786;p70"/>
          <p:cNvSpPr txBox="1"/>
          <p:nvPr>
            <p:ph type="body" idx="1"/>
          </p:nvPr>
        </p:nvSpPr>
        <p:spPr>
          <a:xfrm>
            <a:off x="324000" y="606900"/>
            <a:ext cx="5932800" cy="27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What is the </a:t>
            </a:r>
            <a:r>
              <a:rPr lang="en-GB" sz="1800">
                <a:solidFill>
                  <a:schemeClr val="accent4"/>
                </a:solidFill>
              </a:rPr>
              <a:t>total</a:t>
            </a:r>
            <a:r>
              <a:rPr lang="en-GB" sz="1800"/>
              <a:t> cost of the car and house?</a:t>
            </a:r>
            <a:endParaRPr sz="1800"/>
          </a:p>
        </p:txBody>
      </p:sp>
      <p:pic>
        <p:nvPicPr>
          <p:cNvPr id="787" name="Google Shape;787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48175" y="775975"/>
            <a:ext cx="1019838" cy="1019838"/>
          </a:xfrm>
          <a:prstGeom prst="rect">
            <a:avLst/>
          </a:prstGeom>
          <a:noFill/>
          <a:ln>
            <a:noFill/>
          </a:ln>
        </p:spPr>
      </p:pic>
      <p:pic>
        <p:nvPicPr>
          <p:cNvPr id="788" name="Google Shape;788;p7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67975" y="1251408"/>
            <a:ext cx="833654" cy="457123"/>
          </a:xfrm>
          <a:prstGeom prst="rect">
            <a:avLst/>
          </a:prstGeom>
          <a:noFill/>
          <a:ln>
            <a:noFill/>
          </a:ln>
        </p:spPr>
      </p:pic>
      <p:sp>
        <p:nvSpPr>
          <p:cNvPr id="789" name="Google Shape;789;p70"/>
          <p:cNvSpPr txBox="1"/>
          <p:nvPr/>
        </p:nvSpPr>
        <p:spPr>
          <a:xfrm>
            <a:off x="2277300" y="1339225"/>
            <a:ext cx="10923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£16 790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0" name="Google Shape;790;p70"/>
          <p:cNvSpPr txBox="1"/>
          <p:nvPr/>
        </p:nvSpPr>
        <p:spPr>
          <a:xfrm>
            <a:off x="4598700" y="1339225"/>
            <a:ext cx="1325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£265 100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1" name="Google Shape;791;p70"/>
          <p:cNvSpPr txBox="1"/>
          <p:nvPr>
            <p:ph type="body" idx="1"/>
          </p:nvPr>
        </p:nvSpPr>
        <p:spPr>
          <a:xfrm>
            <a:off x="1284900" y="3602175"/>
            <a:ext cx="1602300" cy="27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It’s £266 779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800"/>
          </a:p>
        </p:txBody>
      </p:sp>
      <p:sp>
        <p:nvSpPr>
          <p:cNvPr id="792" name="Google Shape;792;p70"/>
          <p:cNvSpPr txBox="1"/>
          <p:nvPr>
            <p:ph type="body" idx="1"/>
          </p:nvPr>
        </p:nvSpPr>
        <p:spPr>
          <a:xfrm>
            <a:off x="3905681" y="3580310"/>
            <a:ext cx="2018700" cy="27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No, it’s £43 300</a:t>
            </a:r>
            <a:endParaRPr sz="1800"/>
          </a:p>
        </p:txBody>
      </p:sp>
      <p:sp>
        <p:nvSpPr>
          <p:cNvPr id="793" name="Google Shape;793;p70"/>
          <p:cNvSpPr txBox="1"/>
          <p:nvPr>
            <p:ph type="body" idx="1"/>
          </p:nvPr>
        </p:nvSpPr>
        <p:spPr>
          <a:xfrm>
            <a:off x="6128850" y="3440775"/>
            <a:ext cx="15204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Actually it’s £281 890</a:t>
            </a:r>
            <a:endParaRPr sz="1800"/>
          </a:p>
        </p:txBody>
      </p:sp>
      <p:sp>
        <p:nvSpPr>
          <p:cNvPr id="794" name="Google Shape;794;p70"/>
          <p:cNvSpPr txBox="1"/>
          <p:nvPr>
            <p:ph type="body" idx="1"/>
          </p:nvPr>
        </p:nvSpPr>
        <p:spPr>
          <a:xfrm>
            <a:off x="324000" y="2875000"/>
            <a:ext cx="7325400" cy="27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Without calculating, can you tell who is right?</a:t>
            </a:r>
            <a:endParaRPr sz="1800"/>
          </a:p>
        </p:txBody>
      </p:sp>
      <p:pic>
        <p:nvPicPr>
          <p:cNvPr id="795" name="Google Shape;795;p7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4000" y="3780000"/>
            <a:ext cx="941928" cy="1049627"/>
          </a:xfrm>
          <a:prstGeom prst="rect">
            <a:avLst/>
          </a:prstGeom>
          <a:noFill/>
          <a:ln>
            <a:noFill/>
          </a:ln>
        </p:spPr>
      </p:pic>
      <p:pic>
        <p:nvPicPr>
          <p:cNvPr id="796" name="Google Shape;796;p7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107925" y="3768580"/>
            <a:ext cx="852095" cy="1049627"/>
          </a:xfrm>
          <a:prstGeom prst="rect">
            <a:avLst/>
          </a:prstGeom>
          <a:noFill/>
          <a:ln>
            <a:noFill/>
          </a:ln>
        </p:spPr>
      </p:pic>
      <p:sp>
        <p:nvSpPr>
          <p:cNvPr id="797" name="Google Shape;797;p70"/>
          <p:cNvSpPr txBox="1"/>
          <p:nvPr>
            <p:ph type="body" idx="1"/>
          </p:nvPr>
        </p:nvSpPr>
        <p:spPr>
          <a:xfrm>
            <a:off x="324000" y="1842875"/>
            <a:ext cx="8496000" cy="70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Sofia, Jacob and Laura each work out the answer to this question.</a:t>
            </a: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They each claim they must be right as they used a calculator.</a:t>
            </a:r>
            <a:endParaRPr sz="1800"/>
          </a:p>
        </p:txBody>
      </p:sp>
      <p:pic>
        <p:nvPicPr>
          <p:cNvPr id="798" name="Google Shape;798;p70"/>
          <p:cNvPicPr preferRelativeResize="0"/>
          <p:nvPr/>
        </p:nvPicPr>
        <p:blipFill>
          <a:blip r:embed="rId3">
            <a:alphaModFix/>
          </a:blip>
          <a:srcRect r="57905" b="43691"/>
          <a:stretch>
            <a:fillRect/>
          </a:stretch>
        </p:blipFill>
        <p:spPr>
          <a:xfrm flipH="1">
            <a:off x="1128563" y="3580354"/>
            <a:ext cx="1814477" cy="54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799" name="Google Shape;799;p70"/>
          <p:cNvPicPr preferRelativeResize="0"/>
          <p:nvPr/>
        </p:nvPicPr>
        <p:blipFill>
          <a:blip r:embed="rId3">
            <a:alphaModFix/>
          </a:blip>
          <a:srcRect r="57905" b="43691"/>
          <a:stretch>
            <a:fillRect/>
          </a:stretch>
        </p:blipFill>
        <p:spPr>
          <a:xfrm flipH="1">
            <a:off x="3718250" y="3584950"/>
            <a:ext cx="2129925" cy="61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00" name="Google Shape;800;p7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615488" y="3687145"/>
            <a:ext cx="797813" cy="10496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04" name="Shape 804"/>
        <p:cNvGrpSpPr/>
        <p:nvPr/>
      </p:nvGrpSpPr>
      <p:grpSpPr>
        <a:xfrm>
          <a:off x="0" y="0"/>
          <a:ext cx="0" cy="0"/>
        </a:xfrm>
      </p:grpSpPr>
      <p:sp>
        <p:nvSpPr>
          <p:cNvPr id="805" name="Google Shape;805;p71"/>
          <p:cNvSpPr/>
          <p:nvPr/>
        </p:nvSpPr>
        <p:spPr>
          <a:xfrm>
            <a:off x="5908475" y="3344000"/>
            <a:ext cx="2580900" cy="14691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06" name="Google Shape;806;p71"/>
          <p:cNvPicPr preferRelativeResize="0"/>
          <p:nvPr/>
        </p:nvPicPr>
        <p:blipFill>
          <a:blip r:embed="rId3">
            <a:alphaModFix/>
          </a:blip>
          <a:srcRect r="57905" b="43691"/>
          <a:stretch>
            <a:fillRect/>
          </a:stretch>
        </p:blipFill>
        <p:spPr>
          <a:xfrm>
            <a:off x="6082904" y="3419175"/>
            <a:ext cx="1648251" cy="8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807" name="Google Shape;807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a calculator for integer calculations</a:t>
            </a:r>
            <a:endParaRPr/>
          </a:p>
        </p:txBody>
      </p:sp>
      <p:sp>
        <p:nvSpPr>
          <p:cNvPr id="808" name="Google Shape;808;p71"/>
          <p:cNvSpPr txBox="1"/>
          <p:nvPr>
            <p:ph type="body" idx="1"/>
          </p:nvPr>
        </p:nvSpPr>
        <p:spPr>
          <a:xfrm>
            <a:off x="324000" y="606900"/>
            <a:ext cx="5932800" cy="27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What is the total cost of the car and house?</a:t>
            </a:r>
            <a:endParaRPr sz="1800"/>
          </a:p>
        </p:txBody>
      </p:sp>
      <p:sp>
        <p:nvSpPr>
          <p:cNvPr id="809" name="Google Shape;809;p71"/>
          <p:cNvSpPr txBox="1"/>
          <p:nvPr>
            <p:ph type="body" idx="1"/>
          </p:nvPr>
        </p:nvSpPr>
        <p:spPr>
          <a:xfrm>
            <a:off x="1284900" y="3602175"/>
            <a:ext cx="1602300" cy="27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/>
              <a:t>It’s £266 779</a:t>
            </a:r>
            <a:endParaRPr sz="1900"/>
          </a:p>
        </p:txBody>
      </p:sp>
      <p:sp>
        <p:nvSpPr>
          <p:cNvPr id="810" name="Google Shape;810;p71"/>
          <p:cNvSpPr txBox="1"/>
          <p:nvPr>
            <p:ph type="body" idx="1"/>
          </p:nvPr>
        </p:nvSpPr>
        <p:spPr>
          <a:xfrm>
            <a:off x="3905681" y="3580310"/>
            <a:ext cx="2018700" cy="27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/>
              <a:t>No, it’s £43 300</a:t>
            </a:r>
            <a:endParaRPr sz="1900"/>
          </a:p>
        </p:txBody>
      </p:sp>
      <p:sp>
        <p:nvSpPr>
          <p:cNvPr id="811" name="Google Shape;811;p71"/>
          <p:cNvSpPr txBox="1"/>
          <p:nvPr>
            <p:ph type="body" idx="1"/>
          </p:nvPr>
        </p:nvSpPr>
        <p:spPr>
          <a:xfrm>
            <a:off x="6128850" y="3440775"/>
            <a:ext cx="15204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/>
              <a:t>Actually it’s £281 890</a:t>
            </a:r>
            <a:endParaRPr sz="1900"/>
          </a:p>
        </p:txBody>
      </p:sp>
      <p:sp>
        <p:nvSpPr>
          <p:cNvPr id="812" name="Google Shape;812;p71"/>
          <p:cNvSpPr txBox="1"/>
          <p:nvPr>
            <p:ph type="body" idx="1"/>
          </p:nvPr>
        </p:nvSpPr>
        <p:spPr>
          <a:xfrm>
            <a:off x="324000" y="1789925"/>
            <a:ext cx="8496000" cy="542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Car is close to £17 000 and the house is close to £300 000</a:t>
            </a:r>
            <a:endParaRPr sz="1800"/>
          </a:p>
          <a:p>
            <a:pPr marL="0" lvl="0" indent="0" algn="l" rtl="0">
              <a:lnSpc>
                <a:spcPct val="8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The total of those is £317 000</a:t>
            </a:r>
            <a:endParaRPr sz="1800"/>
          </a:p>
        </p:txBody>
      </p:sp>
      <p:sp>
        <p:nvSpPr>
          <p:cNvPr id="813" name="Google Shape;813;p71"/>
          <p:cNvSpPr txBox="1"/>
          <p:nvPr>
            <p:ph type="body" idx="1"/>
          </p:nvPr>
        </p:nvSpPr>
        <p:spPr>
          <a:xfrm>
            <a:off x="324000" y="2513550"/>
            <a:ext cx="8089200" cy="27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Sofia and Laura’s answers look like they could be right.</a:t>
            </a:r>
            <a:endParaRPr sz="1800"/>
          </a:p>
        </p:txBody>
      </p:sp>
      <p:sp>
        <p:nvSpPr>
          <p:cNvPr id="814" name="Google Shape;814;p71"/>
          <p:cNvSpPr txBox="1"/>
          <p:nvPr>
            <p:ph type="body" idx="1"/>
          </p:nvPr>
        </p:nvSpPr>
        <p:spPr>
          <a:xfrm>
            <a:off x="324000" y="2928775"/>
            <a:ext cx="8089200" cy="27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Both costs have a zero in the ones column so it must end in zero. </a:t>
            </a:r>
            <a:endParaRPr sz="1800"/>
          </a:p>
        </p:txBody>
      </p:sp>
      <p:sp>
        <p:nvSpPr>
          <p:cNvPr id="815" name="Google Shape;815;p71"/>
          <p:cNvSpPr txBox="1"/>
          <p:nvPr>
            <p:ph type="body" idx="1"/>
          </p:nvPr>
        </p:nvSpPr>
        <p:spPr>
          <a:xfrm>
            <a:off x="6015000" y="4389475"/>
            <a:ext cx="1648200" cy="27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Laura is right</a:t>
            </a:r>
            <a:endParaRPr sz="1800"/>
          </a:p>
        </p:txBody>
      </p:sp>
      <p:pic>
        <p:nvPicPr>
          <p:cNvPr id="816" name="Google Shape;816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000" y="3780000"/>
            <a:ext cx="941928" cy="1049627"/>
          </a:xfrm>
          <a:prstGeom prst="rect">
            <a:avLst/>
          </a:prstGeom>
          <a:noFill/>
          <a:ln>
            <a:noFill/>
          </a:ln>
        </p:spPr>
      </p:pic>
      <p:pic>
        <p:nvPicPr>
          <p:cNvPr id="817" name="Google Shape;817;p7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07925" y="3768580"/>
            <a:ext cx="852095" cy="1049627"/>
          </a:xfrm>
          <a:prstGeom prst="rect">
            <a:avLst/>
          </a:prstGeom>
          <a:noFill/>
          <a:ln>
            <a:noFill/>
          </a:ln>
        </p:spPr>
      </p:pic>
      <p:pic>
        <p:nvPicPr>
          <p:cNvPr id="818" name="Google Shape;818;p7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615488" y="3687145"/>
            <a:ext cx="797813" cy="1049628"/>
          </a:xfrm>
          <a:prstGeom prst="rect">
            <a:avLst/>
          </a:prstGeom>
          <a:noFill/>
          <a:ln>
            <a:noFill/>
          </a:ln>
        </p:spPr>
      </p:pic>
      <p:pic>
        <p:nvPicPr>
          <p:cNvPr id="819" name="Google Shape;819;p71"/>
          <p:cNvPicPr preferRelativeResize="0"/>
          <p:nvPr/>
        </p:nvPicPr>
        <p:blipFill>
          <a:blip r:embed="rId3">
            <a:alphaModFix/>
          </a:blip>
          <a:srcRect r="57905" b="43691"/>
          <a:stretch>
            <a:fillRect/>
          </a:stretch>
        </p:blipFill>
        <p:spPr>
          <a:xfrm flipH="1">
            <a:off x="1128563" y="3504154"/>
            <a:ext cx="1814477" cy="54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20" name="Google Shape;820;p71"/>
          <p:cNvPicPr preferRelativeResize="0"/>
          <p:nvPr/>
        </p:nvPicPr>
        <p:blipFill>
          <a:blip r:embed="rId3">
            <a:alphaModFix/>
          </a:blip>
          <a:srcRect r="57905" b="43691"/>
          <a:stretch>
            <a:fillRect/>
          </a:stretch>
        </p:blipFill>
        <p:spPr>
          <a:xfrm flipH="1">
            <a:off x="3718250" y="3508750"/>
            <a:ext cx="2129925" cy="61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21" name="Google Shape;821;p7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848175" y="775975"/>
            <a:ext cx="1019838" cy="1019838"/>
          </a:xfrm>
          <a:prstGeom prst="rect">
            <a:avLst/>
          </a:prstGeom>
          <a:noFill/>
          <a:ln>
            <a:noFill/>
          </a:ln>
        </p:spPr>
      </p:pic>
      <p:pic>
        <p:nvPicPr>
          <p:cNvPr id="822" name="Google Shape;822;p7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267975" y="1251408"/>
            <a:ext cx="833654" cy="457123"/>
          </a:xfrm>
          <a:prstGeom prst="rect">
            <a:avLst/>
          </a:prstGeom>
          <a:noFill/>
          <a:ln>
            <a:noFill/>
          </a:ln>
        </p:spPr>
      </p:pic>
      <p:sp>
        <p:nvSpPr>
          <p:cNvPr id="823" name="Google Shape;823;p71"/>
          <p:cNvSpPr txBox="1"/>
          <p:nvPr/>
        </p:nvSpPr>
        <p:spPr>
          <a:xfrm>
            <a:off x="2277300" y="1339225"/>
            <a:ext cx="1092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£16 790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4" name="Google Shape;824;p71"/>
          <p:cNvSpPr txBox="1"/>
          <p:nvPr/>
        </p:nvSpPr>
        <p:spPr>
          <a:xfrm>
            <a:off x="4598700" y="1339225"/>
            <a:ext cx="1218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£265 100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28" name="Shape 828"/>
        <p:cNvGrpSpPr/>
        <p:nvPr/>
      </p:nvGrpSpPr>
      <p:grpSpPr>
        <a:xfrm>
          <a:off x="0" y="0"/>
          <a:ext cx="0" cy="0"/>
        </a:xfrm>
      </p:grpSpPr>
      <p:sp>
        <p:nvSpPr>
          <p:cNvPr id="829" name="Google Shape;829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a calculator for integer calculations</a:t>
            </a:r>
            <a:endParaRPr/>
          </a:p>
        </p:txBody>
      </p:sp>
      <p:sp>
        <p:nvSpPr>
          <p:cNvPr id="830" name="Google Shape;830;p72"/>
          <p:cNvSpPr txBox="1"/>
          <p:nvPr>
            <p:ph type="body" idx="1"/>
          </p:nvPr>
        </p:nvSpPr>
        <p:spPr>
          <a:xfrm>
            <a:off x="324000" y="683100"/>
            <a:ext cx="5932800" cy="27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What is the total cost of the car and house?</a:t>
            </a:r>
            <a:endParaRPr/>
          </a:p>
        </p:txBody>
      </p:sp>
      <p:pic>
        <p:nvPicPr>
          <p:cNvPr id="831" name="Google Shape;831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88875" y="1235509"/>
            <a:ext cx="686044" cy="376183"/>
          </a:xfrm>
          <a:prstGeom prst="rect">
            <a:avLst/>
          </a:prstGeom>
          <a:noFill/>
          <a:ln>
            <a:noFill/>
          </a:ln>
        </p:spPr>
      </p:pic>
      <p:sp>
        <p:nvSpPr>
          <p:cNvPr id="832" name="Google Shape;832;p72"/>
          <p:cNvSpPr txBox="1"/>
          <p:nvPr/>
        </p:nvSpPr>
        <p:spPr>
          <a:xfrm>
            <a:off x="6256800" y="1821300"/>
            <a:ext cx="1092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£16 790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3" name="Google Shape;833;p72"/>
          <p:cNvSpPr txBox="1"/>
          <p:nvPr/>
        </p:nvSpPr>
        <p:spPr>
          <a:xfrm>
            <a:off x="7535300" y="1821300"/>
            <a:ext cx="1228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£265 100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4" name="Google Shape;834;p72"/>
          <p:cNvSpPr txBox="1"/>
          <p:nvPr/>
        </p:nvSpPr>
        <p:spPr>
          <a:xfrm>
            <a:off x="5799600" y="2438400"/>
            <a:ext cx="3649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Here is the Casio fx-991EX.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5" name="Google Shape;835;p72"/>
          <p:cNvSpPr txBox="1"/>
          <p:nvPr/>
        </p:nvSpPr>
        <p:spPr>
          <a:xfrm>
            <a:off x="5774400" y="3020700"/>
            <a:ext cx="30462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Firstly, ensure ‘Calculate’ is highlighted.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36" name="Google Shape;836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84623" y="1065725"/>
            <a:ext cx="2174542" cy="3754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837" name="Google Shape;837;p72"/>
          <p:cNvPicPr preferRelativeResize="0"/>
          <p:nvPr/>
        </p:nvPicPr>
        <p:blipFill>
          <a:blip r:embed="rId5">
            <a:alphaModFix/>
          </a:blip>
          <a:srcRect l="7618" t="3334" r="7363" b="71583"/>
          <a:stretch>
            <a:fillRect/>
          </a:stretch>
        </p:blipFill>
        <p:spPr>
          <a:xfrm>
            <a:off x="3747574" y="1223575"/>
            <a:ext cx="1848664" cy="932107"/>
          </a:xfrm>
          <a:prstGeom prst="rect">
            <a:avLst/>
          </a:prstGeom>
          <a:noFill/>
          <a:ln>
            <a:noFill/>
          </a:ln>
        </p:spPr>
      </p:pic>
      <p:sp>
        <p:nvSpPr>
          <p:cNvPr id="838" name="Google Shape;838;p72"/>
          <p:cNvSpPr txBox="1"/>
          <p:nvPr/>
        </p:nvSpPr>
        <p:spPr>
          <a:xfrm>
            <a:off x="5773400" y="3651600"/>
            <a:ext cx="1917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Then press ‘EXE’.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39" name="Google Shape;839;p7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20650" y="4156344"/>
            <a:ext cx="327300" cy="3273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40" name="Google Shape;840;p72"/>
          <p:cNvCxnSpPr>
            <a:stCxn id="839" idx="1"/>
          </p:cNvCxnSpPr>
          <p:nvPr/>
        </p:nvCxnSpPr>
        <p:spPr>
          <a:xfrm flipH="1">
            <a:off x="5666150" y="4319994"/>
            <a:ext cx="1054500" cy="32730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41" name="Google Shape;841;p7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535300" y="810000"/>
            <a:ext cx="1019838" cy="10198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45" name="Shape 845"/>
        <p:cNvGrpSpPr/>
        <p:nvPr/>
      </p:nvGrpSpPr>
      <p:grpSpPr>
        <a:xfrm>
          <a:off x="0" y="0"/>
          <a:ext cx="0" cy="0"/>
        </a:xfrm>
      </p:grpSpPr>
      <p:sp>
        <p:nvSpPr>
          <p:cNvPr id="846" name="Google Shape;846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a calculator for integer calculations</a:t>
            </a:r>
            <a:endParaRPr/>
          </a:p>
        </p:txBody>
      </p:sp>
      <p:sp>
        <p:nvSpPr>
          <p:cNvPr id="847" name="Google Shape;847;p73"/>
          <p:cNvSpPr txBox="1"/>
          <p:nvPr>
            <p:ph type="body" idx="1"/>
          </p:nvPr>
        </p:nvSpPr>
        <p:spPr>
          <a:xfrm>
            <a:off x="324000" y="683100"/>
            <a:ext cx="6064800" cy="431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What mistake do you think Sofia has made?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  <p:pic>
        <p:nvPicPr>
          <p:cNvPr id="848" name="Google Shape;848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88875" y="1235509"/>
            <a:ext cx="686044" cy="376183"/>
          </a:xfrm>
          <a:prstGeom prst="rect">
            <a:avLst/>
          </a:prstGeom>
          <a:noFill/>
          <a:ln>
            <a:noFill/>
          </a:ln>
        </p:spPr>
      </p:pic>
      <p:sp>
        <p:nvSpPr>
          <p:cNvPr id="849" name="Google Shape;849;p73"/>
          <p:cNvSpPr txBox="1"/>
          <p:nvPr/>
        </p:nvSpPr>
        <p:spPr>
          <a:xfrm>
            <a:off x="6256800" y="1821300"/>
            <a:ext cx="1092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£16 790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0" name="Google Shape;850;p73"/>
          <p:cNvSpPr txBox="1"/>
          <p:nvPr/>
        </p:nvSpPr>
        <p:spPr>
          <a:xfrm>
            <a:off x="7535300" y="1821300"/>
            <a:ext cx="1515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£265 100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1" name="Google Shape;851;p73"/>
          <p:cNvSpPr txBox="1"/>
          <p:nvPr>
            <p:ph type="body" idx="1"/>
          </p:nvPr>
        </p:nvSpPr>
        <p:spPr>
          <a:xfrm>
            <a:off x="1284900" y="3602175"/>
            <a:ext cx="1602300" cy="27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It’s £266 779</a:t>
            </a:r>
            <a:endParaRPr sz="20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2000"/>
          </a:p>
        </p:txBody>
      </p:sp>
      <p:pic>
        <p:nvPicPr>
          <p:cNvPr id="852" name="Google Shape;852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000" y="3780000"/>
            <a:ext cx="941928" cy="1049627"/>
          </a:xfrm>
          <a:prstGeom prst="rect">
            <a:avLst/>
          </a:prstGeom>
          <a:noFill/>
          <a:ln>
            <a:noFill/>
          </a:ln>
        </p:spPr>
      </p:pic>
      <p:pic>
        <p:nvPicPr>
          <p:cNvPr id="853" name="Google Shape;853;p73"/>
          <p:cNvPicPr preferRelativeResize="0"/>
          <p:nvPr/>
        </p:nvPicPr>
        <p:blipFill>
          <a:blip r:embed="rId5">
            <a:alphaModFix/>
          </a:blip>
          <a:srcRect r="57905" b="43691"/>
          <a:stretch>
            <a:fillRect/>
          </a:stretch>
        </p:blipFill>
        <p:spPr>
          <a:xfrm flipH="1">
            <a:off x="1128563" y="3504154"/>
            <a:ext cx="1814477" cy="54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54" name="Google Shape;854;p7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535300" y="810000"/>
            <a:ext cx="1019838" cy="10198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1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58" name="Shape 858"/>
        <p:cNvGrpSpPr/>
        <p:nvPr/>
      </p:nvGrpSpPr>
      <p:grpSpPr>
        <a:xfrm>
          <a:off x="0" y="0"/>
          <a:ext cx="0" cy="0"/>
        </a:xfrm>
      </p:grpSpPr>
      <p:sp>
        <p:nvSpPr>
          <p:cNvPr id="859" name="Google Shape;859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a calculator for integer calculations</a:t>
            </a:r>
            <a:endParaRPr/>
          </a:p>
        </p:txBody>
      </p:sp>
      <p:sp>
        <p:nvSpPr>
          <p:cNvPr id="860" name="Google Shape;860;p74"/>
          <p:cNvSpPr txBox="1"/>
          <p:nvPr>
            <p:ph type="body" idx="1"/>
          </p:nvPr>
        </p:nvSpPr>
        <p:spPr>
          <a:xfrm>
            <a:off x="324000" y="683100"/>
            <a:ext cx="4834200" cy="8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Here is Sofia’s calculator display.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What was her mistake?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  <p:pic>
        <p:nvPicPr>
          <p:cNvPr id="861" name="Google Shape;861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88875" y="1235509"/>
            <a:ext cx="686044" cy="376183"/>
          </a:xfrm>
          <a:prstGeom prst="rect">
            <a:avLst/>
          </a:prstGeom>
          <a:noFill/>
          <a:ln>
            <a:noFill/>
          </a:ln>
        </p:spPr>
      </p:pic>
      <p:sp>
        <p:nvSpPr>
          <p:cNvPr id="862" name="Google Shape;862;p74"/>
          <p:cNvSpPr txBox="1"/>
          <p:nvPr/>
        </p:nvSpPr>
        <p:spPr>
          <a:xfrm>
            <a:off x="6256800" y="1821300"/>
            <a:ext cx="1092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£16 790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3" name="Google Shape;863;p74"/>
          <p:cNvSpPr txBox="1"/>
          <p:nvPr/>
        </p:nvSpPr>
        <p:spPr>
          <a:xfrm>
            <a:off x="7535300" y="1821300"/>
            <a:ext cx="1445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£265 100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64" name="Google Shape;864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11066" y="1106400"/>
            <a:ext cx="2184425" cy="3617325"/>
          </a:xfrm>
          <a:prstGeom prst="rect">
            <a:avLst/>
          </a:prstGeom>
          <a:noFill/>
          <a:ln>
            <a:noFill/>
          </a:ln>
        </p:spPr>
      </p:pic>
      <p:sp>
        <p:nvSpPr>
          <p:cNvPr id="865" name="Google Shape;865;p74"/>
          <p:cNvSpPr txBox="1"/>
          <p:nvPr>
            <p:ph type="body" idx="1"/>
          </p:nvPr>
        </p:nvSpPr>
        <p:spPr>
          <a:xfrm>
            <a:off x="324000" y="1971100"/>
            <a:ext cx="3487200" cy="8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She has missed the zero off the end of 16 790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  <p:sp>
        <p:nvSpPr>
          <p:cNvPr id="866" name="Google Shape;866;p74"/>
          <p:cNvSpPr txBox="1"/>
          <p:nvPr>
            <p:ph type="body" idx="1"/>
          </p:nvPr>
        </p:nvSpPr>
        <p:spPr>
          <a:xfrm>
            <a:off x="1284900" y="3602175"/>
            <a:ext cx="1602300" cy="27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It’s £266 779</a:t>
            </a:r>
            <a:endParaRPr sz="20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2000"/>
          </a:p>
        </p:txBody>
      </p:sp>
      <p:pic>
        <p:nvPicPr>
          <p:cNvPr id="867" name="Google Shape;867;p7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4000" y="3780000"/>
            <a:ext cx="941928" cy="1049627"/>
          </a:xfrm>
          <a:prstGeom prst="rect">
            <a:avLst/>
          </a:prstGeom>
          <a:noFill/>
          <a:ln>
            <a:noFill/>
          </a:ln>
        </p:spPr>
      </p:pic>
      <p:pic>
        <p:nvPicPr>
          <p:cNvPr id="868" name="Google Shape;868;p74"/>
          <p:cNvPicPr preferRelativeResize="0"/>
          <p:nvPr/>
        </p:nvPicPr>
        <p:blipFill>
          <a:blip r:embed="rId6">
            <a:alphaModFix/>
          </a:blip>
          <a:srcRect r="57905" b="43691"/>
          <a:stretch>
            <a:fillRect/>
          </a:stretch>
        </p:blipFill>
        <p:spPr>
          <a:xfrm flipH="1">
            <a:off x="1128563" y="3504154"/>
            <a:ext cx="1814477" cy="54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69" name="Google Shape;869;p7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535300" y="810000"/>
            <a:ext cx="1019838" cy="10198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73" name="Shape 873"/>
        <p:cNvGrpSpPr/>
        <p:nvPr/>
      </p:nvGrpSpPr>
      <p:grpSpPr>
        <a:xfrm>
          <a:off x="0" y="0"/>
          <a:ext cx="0" cy="0"/>
        </a:xfrm>
      </p:grpSpPr>
      <p:sp>
        <p:nvSpPr>
          <p:cNvPr id="874" name="Google Shape;874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a calculator for integer calculations</a:t>
            </a:r>
            <a:endParaRPr/>
          </a:p>
        </p:txBody>
      </p:sp>
      <p:sp>
        <p:nvSpPr>
          <p:cNvPr id="875" name="Google Shape;875;p75"/>
          <p:cNvSpPr txBox="1"/>
          <p:nvPr>
            <p:ph type="body" idx="1"/>
          </p:nvPr>
        </p:nvSpPr>
        <p:spPr>
          <a:xfrm>
            <a:off x="324000" y="683100"/>
            <a:ext cx="5932800" cy="27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What is the total cost of the car and house?</a:t>
            </a:r>
            <a:endParaRPr/>
          </a:p>
        </p:txBody>
      </p:sp>
      <p:pic>
        <p:nvPicPr>
          <p:cNvPr id="876" name="Google Shape;876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88875" y="1235509"/>
            <a:ext cx="686044" cy="376183"/>
          </a:xfrm>
          <a:prstGeom prst="rect">
            <a:avLst/>
          </a:prstGeom>
          <a:noFill/>
          <a:ln>
            <a:noFill/>
          </a:ln>
        </p:spPr>
      </p:pic>
      <p:sp>
        <p:nvSpPr>
          <p:cNvPr id="877" name="Google Shape;877;p75"/>
          <p:cNvSpPr txBox="1"/>
          <p:nvPr/>
        </p:nvSpPr>
        <p:spPr>
          <a:xfrm>
            <a:off x="6256800" y="1821300"/>
            <a:ext cx="1092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£16 790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8" name="Google Shape;878;p75"/>
          <p:cNvSpPr txBox="1"/>
          <p:nvPr/>
        </p:nvSpPr>
        <p:spPr>
          <a:xfrm>
            <a:off x="7535300" y="1821300"/>
            <a:ext cx="1468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£265 100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9" name="Google Shape;879;p75"/>
          <p:cNvSpPr txBox="1"/>
          <p:nvPr>
            <p:ph type="body" idx="1"/>
          </p:nvPr>
        </p:nvSpPr>
        <p:spPr>
          <a:xfrm>
            <a:off x="324000" y="1481250"/>
            <a:ext cx="4571700" cy="27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Can you spot Jacob’s mistake?</a:t>
            </a:r>
            <a:endParaRPr/>
          </a:p>
        </p:txBody>
      </p:sp>
      <p:sp>
        <p:nvSpPr>
          <p:cNvPr id="880" name="Google Shape;880;p75"/>
          <p:cNvSpPr txBox="1"/>
          <p:nvPr>
            <p:ph type="body" idx="1"/>
          </p:nvPr>
        </p:nvSpPr>
        <p:spPr>
          <a:xfrm>
            <a:off x="1151806" y="3529310"/>
            <a:ext cx="2018700" cy="27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No, it’s £43 300</a:t>
            </a:r>
            <a:endParaRPr sz="2000"/>
          </a:p>
        </p:txBody>
      </p:sp>
      <p:pic>
        <p:nvPicPr>
          <p:cNvPr id="881" name="Google Shape;881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4050" y="3717580"/>
            <a:ext cx="852095" cy="1049627"/>
          </a:xfrm>
          <a:prstGeom prst="rect">
            <a:avLst/>
          </a:prstGeom>
          <a:noFill/>
          <a:ln>
            <a:noFill/>
          </a:ln>
        </p:spPr>
      </p:pic>
      <p:pic>
        <p:nvPicPr>
          <p:cNvPr id="882" name="Google Shape;882;p75"/>
          <p:cNvPicPr preferRelativeResize="0"/>
          <p:nvPr/>
        </p:nvPicPr>
        <p:blipFill>
          <a:blip r:embed="rId5">
            <a:alphaModFix/>
          </a:blip>
          <a:srcRect r="57905" b="43691"/>
          <a:stretch>
            <a:fillRect/>
          </a:stretch>
        </p:blipFill>
        <p:spPr>
          <a:xfrm flipH="1">
            <a:off x="964375" y="3457750"/>
            <a:ext cx="2129925" cy="54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83" name="Google Shape;883;p7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535300" y="810000"/>
            <a:ext cx="1019838" cy="10198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1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87" name="Shape 887"/>
        <p:cNvGrpSpPr/>
        <p:nvPr/>
      </p:nvGrpSpPr>
      <p:grpSpPr>
        <a:xfrm>
          <a:off x="0" y="0"/>
          <a:ext cx="0" cy="0"/>
        </a:xfrm>
      </p:grpSpPr>
      <p:sp>
        <p:nvSpPr>
          <p:cNvPr id="888" name="Google Shape;888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a calculator for integer calculations</a:t>
            </a:r>
            <a:endParaRPr/>
          </a:p>
        </p:txBody>
      </p:sp>
      <p:sp>
        <p:nvSpPr>
          <p:cNvPr id="889" name="Google Shape;889;p76"/>
          <p:cNvSpPr txBox="1"/>
          <p:nvPr>
            <p:ph type="body" idx="1"/>
          </p:nvPr>
        </p:nvSpPr>
        <p:spPr>
          <a:xfrm>
            <a:off x="324000" y="683100"/>
            <a:ext cx="3951600" cy="8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Here’s his calculator display.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What was his mistake?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  <p:pic>
        <p:nvPicPr>
          <p:cNvPr id="890" name="Google Shape;890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88875" y="1235509"/>
            <a:ext cx="686044" cy="376183"/>
          </a:xfrm>
          <a:prstGeom prst="rect">
            <a:avLst/>
          </a:prstGeom>
          <a:noFill/>
          <a:ln>
            <a:noFill/>
          </a:ln>
        </p:spPr>
      </p:pic>
      <p:sp>
        <p:nvSpPr>
          <p:cNvPr id="891" name="Google Shape;891;p76"/>
          <p:cNvSpPr txBox="1"/>
          <p:nvPr/>
        </p:nvSpPr>
        <p:spPr>
          <a:xfrm>
            <a:off x="6256800" y="1821300"/>
            <a:ext cx="1092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£16 790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2" name="Google Shape;892;p76"/>
          <p:cNvSpPr txBox="1"/>
          <p:nvPr/>
        </p:nvSpPr>
        <p:spPr>
          <a:xfrm>
            <a:off x="7535300" y="1821300"/>
            <a:ext cx="1468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£265 100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3" name="Google Shape;893;p76"/>
          <p:cNvSpPr txBox="1"/>
          <p:nvPr>
            <p:ph type="body" idx="1"/>
          </p:nvPr>
        </p:nvSpPr>
        <p:spPr>
          <a:xfrm>
            <a:off x="324000" y="2168998"/>
            <a:ext cx="3487200" cy="8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He has missed a zero off the end of 265 100</a:t>
            </a:r>
            <a:endParaRPr/>
          </a:p>
        </p:txBody>
      </p:sp>
      <p:pic>
        <p:nvPicPr>
          <p:cNvPr id="894" name="Google Shape;894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49138" y="1162475"/>
            <a:ext cx="2206925" cy="3657925"/>
          </a:xfrm>
          <a:prstGeom prst="rect">
            <a:avLst/>
          </a:prstGeom>
          <a:noFill/>
          <a:ln>
            <a:noFill/>
          </a:ln>
        </p:spPr>
      </p:pic>
      <p:sp>
        <p:nvSpPr>
          <p:cNvPr id="895" name="Google Shape;895;p76"/>
          <p:cNvSpPr txBox="1"/>
          <p:nvPr>
            <p:ph type="body" idx="1"/>
          </p:nvPr>
        </p:nvSpPr>
        <p:spPr>
          <a:xfrm>
            <a:off x="6256800" y="3105950"/>
            <a:ext cx="2563200" cy="144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Always double check the calculation you have inputted.</a:t>
            </a:r>
            <a:endParaRPr/>
          </a:p>
        </p:txBody>
      </p:sp>
      <p:sp>
        <p:nvSpPr>
          <p:cNvPr id="896" name="Google Shape;896;p76"/>
          <p:cNvSpPr txBox="1"/>
          <p:nvPr>
            <p:ph type="body" idx="1"/>
          </p:nvPr>
        </p:nvSpPr>
        <p:spPr>
          <a:xfrm>
            <a:off x="1151806" y="3529310"/>
            <a:ext cx="2018700" cy="27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No, it’s £43 300</a:t>
            </a:r>
            <a:endParaRPr sz="2000"/>
          </a:p>
        </p:txBody>
      </p:sp>
      <p:pic>
        <p:nvPicPr>
          <p:cNvPr id="897" name="Google Shape;897;p7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4050" y="3717580"/>
            <a:ext cx="852095" cy="1049627"/>
          </a:xfrm>
          <a:prstGeom prst="rect">
            <a:avLst/>
          </a:prstGeom>
          <a:noFill/>
          <a:ln>
            <a:noFill/>
          </a:ln>
        </p:spPr>
      </p:pic>
      <p:pic>
        <p:nvPicPr>
          <p:cNvPr id="898" name="Google Shape;898;p76"/>
          <p:cNvPicPr preferRelativeResize="0"/>
          <p:nvPr/>
        </p:nvPicPr>
        <p:blipFill>
          <a:blip r:embed="rId6">
            <a:alphaModFix/>
          </a:blip>
          <a:srcRect r="57905" b="43691"/>
          <a:stretch>
            <a:fillRect/>
          </a:stretch>
        </p:blipFill>
        <p:spPr>
          <a:xfrm flipH="1">
            <a:off x="964375" y="3457750"/>
            <a:ext cx="2129925" cy="54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99" name="Google Shape;899;p7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535300" y="810000"/>
            <a:ext cx="1019838" cy="10198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03" name="Shape 903"/>
        <p:cNvGrpSpPr/>
        <p:nvPr/>
      </p:nvGrpSpPr>
      <p:grpSpPr>
        <a:xfrm>
          <a:off x="0" y="0"/>
          <a:ext cx="0" cy="0"/>
        </a:xfrm>
      </p:grpSpPr>
      <p:sp>
        <p:nvSpPr>
          <p:cNvPr id="904" name="Google Shape;904;p77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a calculator for integer calculations</a:t>
            </a:r>
            <a:endParaRPr/>
          </a:p>
        </p:txBody>
      </p:sp>
      <p:sp>
        <p:nvSpPr>
          <p:cNvPr id="905" name="Google Shape;905;p77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400</a:t>
            </a:r>
            <a:endParaRPr/>
          </a:p>
        </p:txBody>
      </p:sp>
      <p:sp>
        <p:nvSpPr>
          <p:cNvPr id="906" name="Google Shape;906;p7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Which of these will be closest to the value of 43 872 − 245</a:t>
            </a:r>
            <a:endParaRPr/>
          </a:p>
        </p:txBody>
      </p:sp>
      <p:sp>
        <p:nvSpPr>
          <p:cNvPr id="907" name="Google Shape;907;p77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400 000</a:t>
            </a:r>
            <a:endParaRPr/>
          </a:p>
        </p:txBody>
      </p:sp>
      <p:sp>
        <p:nvSpPr>
          <p:cNvPr id="908" name="Google Shape;908;p77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40 000</a:t>
            </a:r>
            <a:endParaRPr/>
          </a:p>
        </p:txBody>
      </p:sp>
      <p:sp>
        <p:nvSpPr>
          <p:cNvPr id="909" name="Google Shape;909;p77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4000</a:t>
            </a:r>
            <a:endParaRPr/>
          </a:p>
        </p:txBody>
      </p:sp>
      <p:pic>
        <p:nvPicPr>
          <p:cNvPr id="910" name="Google Shape;910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2758" y="317887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14" name="Shape 914"/>
        <p:cNvGrpSpPr/>
        <p:nvPr/>
      </p:nvGrpSpPr>
      <p:grpSpPr>
        <a:xfrm>
          <a:off x="0" y="0"/>
          <a:ext cx="0" cy="0"/>
        </a:xfrm>
      </p:grpSpPr>
      <p:sp>
        <p:nvSpPr>
          <p:cNvPr id="915" name="Google Shape;915;p78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a calculator for integer calculations</a:t>
            </a:r>
            <a:endParaRPr/>
          </a:p>
        </p:txBody>
      </p:sp>
      <p:sp>
        <p:nvSpPr>
          <p:cNvPr id="916" name="Google Shape;916;p78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128 540</a:t>
            </a:r>
            <a:endParaRPr/>
          </a:p>
        </p:txBody>
      </p:sp>
      <p:sp>
        <p:nvSpPr>
          <p:cNvPr id="917" name="Google Shape;917;p7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Without a calculator, decide which of the following is the correct answer to 320 000 + 96 540</a:t>
            </a:r>
            <a:endParaRPr/>
          </a:p>
        </p:txBody>
      </p:sp>
      <p:sp>
        <p:nvSpPr>
          <p:cNvPr id="918" name="Google Shape;918;p78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416 540</a:t>
            </a:r>
            <a:endParaRPr/>
          </a:p>
        </p:txBody>
      </p:sp>
      <p:sp>
        <p:nvSpPr>
          <p:cNvPr id="919" name="Google Shape;919;p78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3 296 540</a:t>
            </a:r>
            <a:endParaRPr/>
          </a:p>
        </p:txBody>
      </p:sp>
      <p:sp>
        <p:nvSpPr>
          <p:cNvPr id="920" name="Google Shape;920;p78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329 640</a:t>
            </a:r>
            <a:endParaRPr/>
          </a:p>
        </p:txBody>
      </p:sp>
      <p:pic>
        <p:nvPicPr>
          <p:cNvPr id="921" name="Google Shape;921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2883" y="236220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noFill/>
      </p:bgPr>
    </p:bg>
    <p:spTree>
      <p:nvGrpSpPr>
        <p:cNvPr id="925" name="Shape 925"/>
        <p:cNvGrpSpPr/>
        <p:nvPr/>
      </p:nvGrpSpPr>
      <p:grpSpPr>
        <a:xfrm>
          <a:off x="0" y="0"/>
          <a:ext cx="0" cy="0"/>
        </a:xfrm>
      </p:grpSpPr>
      <p:sp>
        <p:nvSpPr>
          <p:cNvPr id="926" name="Google Shape;926;p79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Using a calculator for integer calculations</a:t>
            </a:r>
            <a:endParaRPr/>
          </a:p>
        </p:txBody>
      </p:sp>
      <p:sp>
        <p:nvSpPr>
          <p:cNvPr id="927" name="Google Shape;927;p79"/>
          <p:cNvSpPr txBox="1"/>
          <p:nvPr>
            <p:ph type="body" idx="1"/>
          </p:nvPr>
        </p:nvSpPr>
        <p:spPr>
          <a:xfrm>
            <a:off x="324000" y="606900"/>
            <a:ext cx="8237700" cy="631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AutoNum type="arabicParenR"/>
            </a:pPr>
            <a:r>
              <a:rPr lang="en-GB" sz="1800"/>
              <a:t>Find one answer in each row which is the only possible correct answer to the question. Each square covers a single digit.</a:t>
            </a:r>
            <a:endParaRPr sz="1800"/>
          </a:p>
        </p:txBody>
      </p:sp>
      <p:graphicFrame>
        <p:nvGraphicFramePr>
          <p:cNvPr id="928" name="Google Shape;928;p79"/>
          <p:cNvGraphicFramePr>
            <a:graphicFrameLocks noGrp="1"/>
          </p:cNvGraphicFramePr>
          <p:nvPr/>
        </p:nvGraphicFramePr>
        <p:xfrm>
          <a:off x="331285" y="1238250"/>
          <a:ext cx="8496000" cy="3019300"/>
        </p:xfrm>
        <a:graphic>
          <a:graphicData uri="http://schemas.openxmlformats.org/drawingml/2006/table">
            <a:tbl>
              <a:tblPr>
                <a:noFill/>
                <a:tableStyleId>{2B53D3BF-2941-4241-A688-19806842F1F0}</a:tableStyleId>
              </a:tblPr>
              <a:tblGrid>
                <a:gridCol w="3108675"/>
                <a:gridCol w="1597250"/>
                <a:gridCol w="1956900"/>
                <a:gridCol w="183317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Question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Answer 1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Answer 2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Answer 3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 sz="1800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 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 8 + 4 </a:t>
                      </a:r>
                      <a:r>
                        <a:rPr lang="en-GB" sz="1800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 ⬛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 </a:t>
                      </a:r>
                      <a:r>
                        <a:rPr lang="en-GB" sz="1800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 sz="1800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3 </a:t>
                      </a:r>
                      <a:r>
                        <a:rPr lang="en-GB" sz="1800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7 </a:t>
                      </a:r>
                      <a:r>
                        <a:rPr lang="en-GB" sz="1800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 ⬛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5 </a:t>
                      </a:r>
                      <a:r>
                        <a:rPr lang="en-GB" sz="1800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8 </a:t>
                      </a:r>
                      <a:r>
                        <a:rPr lang="en-GB" sz="1800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+ </a:t>
                      </a:r>
                      <a:r>
                        <a:rPr lang="en-GB" sz="1800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 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 </a:t>
                      </a:r>
                      <a:r>
                        <a:rPr lang="en-GB" sz="1800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 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 </a:t>
                      </a:r>
                      <a:r>
                        <a:rPr lang="en-GB" sz="1800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 ⬛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5  4 </a:t>
                      </a:r>
                      <a:r>
                        <a:rPr lang="en-GB" sz="1800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9 </a:t>
                      </a:r>
                      <a:r>
                        <a:rPr lang="en-GB" sz="1800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8 </a:t>
                      </a:r>
                      <a:r>
                        <a:rPr lang="en-GB" sz="1800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 sz="1800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 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53 </a:t>
                      </a:r>
                      <a:r>
                        <a:rPr lang="en-GB" sz="1800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+ 1 </a:t>
                      </a:r>
                      <a:r>
                        <a:rPr lang="en-GB" sz="1800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5 </a:t>
                      </a:r>
                      <a:r>
                        <a:rPr lang="en-GB" sz="1800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 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 sz="1800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 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3 9 9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2 </a:t>
                      </a:r>
                      <a:r>
                        <a:rPr lang="en-GB" sz="1800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 ⬛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0 9 9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 sz="1800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3 </a:t>
                      </a:r>
                      <a:r>
                        <a:rPr lang="en-GB" sz="1800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 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9 9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</a:tr>
              <a:tr h="3523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4 3 </a:t>
                      </a:r>
                      <a:r>
                        <a:rPr lang="en-GB" sz="1800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 ⬛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2 + </a:t>
                      </a:r>
                      <a:r>
                        <a:rPr lang="en-GB" sz="1800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8 6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 </a:t>
                      </a:r>
                      <a:r>
                        <a:rPr lang="en-GB" sz="1800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 ⬛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 sz="1800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 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 </a:t>
                      </a:r>
                      <a:r>
                        <a:rPr lang="en-GB" sz="1800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4 </a:t>
                      </a:r>
                      <a:r>
                        <a:rPr lang="en-GB" sz="1800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 ⬛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2 </a:t>
                      </a:r>
                      <a:r>
                        <a:rPr lang="en-GB" sz="1800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 sz="1800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 ⬛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7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 sz="1800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 </a:t>
                      </a:r>
                      <a:r>
                        <a:rPr lang="en-GB" sz="1800">
                          <a:solidFill>
                            <a:srgbClr val="4D5156"/>
                          </a:solidFill>
                          <a:highlight>
                            <a:schemeClr val="lt1"/>
                          </a:highlight>
                        </a:rPr>
                        <a:t>⬛ 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 </a:t>
                      </a:r>
                      <a:r>
                        <a:rPr lang="en-GB" sz="1800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 ⬛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 sz="1800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 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3 3 </a:t>
                      </a:r>
                      <a:r>
                        <a:rPr lang="en-GB" sz="1800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 sz="1800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 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 sz="1800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 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 </a:t>
                      </a:r>
                      <a:r>
                        <a:rPr lang="en-GB" sz="1800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 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4 </a:t>
                      </a:r>
                      <a:r>
                        <a:rPr lang="en-GB" sz="1800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 ⬛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 </a:t>
                      </a:r>
                      <a:r>
                        <a:rPr lang="en-GB" sz="1800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 ⬛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0 9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 sz="1800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0 0 </a:t>
                      </a:r>
                      <a:r>
                        <a:rPr lang="en-GB" sz="1800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9 </a:t>
                      </a:r>
                      <a:r>
                        <a:rPr lang="en-GB" sz="1800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 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 sz="1800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 ⬛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6 </a:t>
                      </a:r>
                      <a:r>
                        <a:rPr lang="en-GB" sz="1800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4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 sz="1800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 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 </a:t>
                      </a:r>
                      <a:r>
                        <a:rPr lang="en-GB" sz="1800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 ⬛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3 3 </a:t>
                      </a:r>
                      <a:r>
                        <a:rPr lang="en-GB" sz="1800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 sz="1800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 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 </a:t>
                      </a:r>
                      <a:r>
                        <a:rPr lang="en-GB" sz="1800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6 </a:t>
                      </a:r>
                      <a:r>
                        <a:rPr lang="en-GB" sz="1800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 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 ⬛ 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 </a:t>
                      </a:r>
                      <a:r>
                        <a:rPr lang="en-GB" sz="1800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 ⬛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929" name="Google Shape;929;p79"/>
          <p:cNvSpPr txBox="1"/>
          <p:nvPr/>
        </p:nvSpPr>
        <p:spPr>
          <a:xfrm>
            <a:off x="6813417" y="1620000"/>
            <a:ext cx="227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I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0" name="Google Shape;930;p79"/>
          <p:cNvSpPr txBox="1"/>
          <p:nvPr/>
        </p:nvSpPr>
        <p:spPr>
          <a:xfrm>
            <a:off x="8596977" y="3917600"/>
            <a:ext cx="227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N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1" name="Google Shape;931;p79"/>
          <p:cNvSpPr txBox="1"/>
          <p:nvPr/>
        </p:nvSpPr>
        <p:spPr>
          <a:xfrm>
            <a:off x="4807512" y="3173025"/>
            <a:ext cx="227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T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2" name="Google Shape;932;p79"/>
          <p:cNvSpPr txBox="1"/>
          <p:nvPr/>
        </p:nvSpPr>
        <p:spPr>
          <a:xfrm>
            <a:off x="8619671" y="2392688"/>
            <a:ext cx="227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E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3" name="Google Shape;933;p79"/>
          <p:cNvSpPr txBox="1"/>
          <p:nvPr/>
        </p:nvSpPr>
        <p:spPr>
          <a:xfrm>
            <a:off x="6766994" y="3531000"/>
            <a:ext cx="227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G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4" name="Google Shape;934;p79"/>
          <p:cNvSpPr txBox="1"/>
          <p:nvPr/>
        </p:nvSpPr>
        <p:spPr>
          <a:xfrm>
            <a:off x="8640996" y="2773113"/>
            <a:ext cx="227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E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5" name="Google Shape;935;p79"/>
          <p:cNvSpPr txBox="1"/>
          <p:nvPr/>
        </p:nvSpPr>
        <p:spPr>
          <a:xfrm>
            <a:off x="4763800" y="2014075"/>
            <a:ext cx="227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R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6" name="Google Shape;936;p79"/>
          <p:cNvSpPr txBox="1"/>
          <p:nvPr/>
        </p:nvSpPr>
        <p:spPr>
          <a:xfrm>
            <a:off x="4775387" y="1650050"/>
            <a:ext cx="227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A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7" name="Google Shape;937;p79"/>
          <p:cNvSpPr txBox="1"/>
          <p:nvPr/>
        </p:nvSpPr>
        <p:spPr>
          <a:xfrm>
            <a:off x="4763808" y="2400400"/>
            <a:ext cx="227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D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8" name="Google Shape;938;p79"/>
          <p:cNvSpPr txBox="1"/>
          <p:nvPr/>
        </p:nvSpPr>
        <p:spPr>
          <a:xfrm>
            <a:off x="4769983" y="2782750"/>
            <a:ext cx="227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O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9" name="Google Shape;939;p79"/>
          <p:cNvSpPr txBox="1"/>
          <p:nvPr/>
        </p:nvSpPr>
        <p:spPr>
          <a:xfrm>
            <a:off x="4775370" y="3563300"/>
            <a:ext cx="227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S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0" name="Google Shape;940;p79"/>
          <p:cNvSpPr txBox="1"/>
          <p:nvPr/>
        </p:nvSpPr>
        <p:spPr>
          <a:xfrm>
            <a:off x="4775433" y="3913900"/>
            <a:ext cx="227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P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1" name="Google Shape;941;p79"/>
          <p:cNvSpPr txBox="1"/>
          <p:nvPr/>
        </p:nvSpPr>
        <p:spPr>
          <a:xfrm>
            <a:off x="6709219" y="3141725"/>
            <a:ext cx="227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W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2" name="Google Shape;942;p79"/>
          <p:cNvSpPr txBox="1"/>
          <p:nvPr/>
        </p:nvSpPr>
        <p:spPr>
          <a:xfrm>
            <a:off x="6789359" y="1982775"/>
            <a:ext cx="227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C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3" name="Google Shape;943;p79"/>
          <p:cNvSpPr txBox="1"/>
          <p:nvPr/>
        </p:nvSpPr>
        <p:spPr>
          <a:xfrm>
            <a:off x="6774796" y="2369100"/>
            <a:ext cx="227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R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4" name="Google Shape;944;p79"/>
          <p:cNvSpPr txBox="1"/>
          <p:nvPr/>
        </p:nvSpPr>
        <p:spPr>
          <a:xfrm>
            <a:off x="6744544" y="2751450"/>
            <a:ext cx="227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M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5" name="Google Shape;945;p79"/>
          <p:cNvSpPr txBox="1"/>
          <p:nvPr/>
        </p:nvSpPr>
        <p:spPr>
          <a:xfrm>
            <a:off x="6786421" y="3882600"/>
            <a:ext cx="227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L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6" name="Google Shape;946;p79"/>
          <p:cNvSpPr txBox="1"/>
          <p:nvPr/>
        </p:nvSpPr>
        <p:spPr>
          <a:xfrm>
            <a:off x="8619667" y="1619250"/>
            <a:ext cx="227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B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7" name="Google Shape;947;p79"/>
          <p:cNvSpPr txBox="1"/>
          <p:nvPr/>
        </p:nvSpPr>
        <p:spPr>
          <a:xfrm>
            <a:off x="8641011" y="3530250"/>
            <a:ext cx="227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F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8" name="Google Shape;948;p79"/>
          <p:cNvSpPr txBox="1"/>
          <p:nvPr/>
        </p:nvSpPr>
        <p:spPr>
          <a:xfrm>
            <a:off x="8610938" y="3151688"/>
            <a:ext cx="227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H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9" name="Google Shape;949;p79"/>
          <p:cNvSpPr txBox="1"/>
          <p:nvPr/>
        </p:nvSpPr>
        <p:spPr>
          <a:xfrm>
            <a:off x="8619679" y="2012250"/>
            <a:ext cx="227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A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0" name="Google Shape;950;p79"/>
          <p:cNvSpPr txBox="1"/>
          <p:nvPr/>
        </p:nvSpPr>
        <p:spPr>
          <a:xfrm>
            <a:off x="323822" y="4481700"/>
            <a:ext cx="7845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Rearrange the letters of the correct answers to make a word.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1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54" name="Shape 954"/>
        <p:cNvGrpSpPr/>
        <p:nvPr/>
      </p:nvGrpSpPr>
      <p:grpSpPr>
        <a:xfrm>
          <a:off x="0" y="0"/>
          <a:ext cx="0" cy="0"/>
        </a:xfrm>
      </p:grpSpPr>
      <p:sp>
        <p:nvSpPr>
          <p:cNvPr id="955" name="Google Shape;955;p80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Using a calculator for integer calculations</a:t>
            </a:r>
            <a:endParaRPr/>
          </a:p>
        </p:txBody>
      </p:sp>
      <p:sp>
        <p:nvSpPr>
          <p:cNvPr id="956" name="Google Shape;956;p80"/>
          <p:cNvSpPr txBox="1"/>
          <p:nvPr>
            <p:ph type="body" idx="1"/>
          </p:nvPr>
        </p:nvSpPr>
        <p:spPr>
          <a:xfrm>
            <a:off x="324000" y="606900"/>
            <a:ext cx="8237700" cy="631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AutoNum type="arabicParenR"/>
            </a:pPr>
            <a:r>
              <a:rPr lang="en-GB" sz="1800"/>
              <a:t>Find one answer in each row which is the only possible correct answer to the question. Each square covers a single digit.</a:t>
            </a:r>
            <a:endParaRPr sz="1800"/>
          </a:p>
        </p:txBody>
      </p:sp>
      <p:graphicFrame>
        <p:nvGraphicFramePr>
          <p:cNvPr id="957" name="Google Shape;957;p80"/>
          <p:cNvGraphicFramePr>
            <a:graphicFrameLocks noGrp="1"/>
          </p:cNvGraphicFramePr>
          <p:nvPr/>
        </p:nvGraphicFramePr>
        <p:xfrm>
          <a:off x="331285" y="1238250"/>
          <a:ext cx="8496000" cy="3019300"/>
        </p:xfrm>
        <a:graphic>
          <a:graphicData uri="http://schemas.openxmlformats.org/drawingml/2006/table">
            <a:tbl>
              <a:tblPr>
                <a:noFill/>
                <a:tableStyleId>{2B53D3BF-2941-4241-A688-19806842F1F0}</a:tableStyleId>
              </a:tblPr>
              <a:tblGrid>
                <a:gridCol w="3108675"/>
                <a:gridCol w="1597250"/>
                <a:gridCol w="1956900"/>
                <a:gridCol w="183317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Question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Answer 1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Answer 2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Answer 3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 sz="1800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 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 8 + 4 </a:t>
                      </a:r>
                      <a:r>
                        <a:rPr lang="en-GB" sz="1800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 ⬛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 </a:t>
                      </a:r>
                      <a:r>
                        <a:rPr lang="en-GB" sz="1800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 sz="1800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3 </a:t>
                      </a:r>
                      <a:r>
                        <a:rPr lang="en-GB" sz="1800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7 </a:t>
                      </a:r>
                      <a:r>
                        <a:rPr lang="en-GB" sz="1800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 ⬛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5 </a:t>
                      </a:r>
                      <a:r>
                        <a:rPr lang="en-GB" sz="1800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8 </a:t>
                      </a:r>
                      <a:r>
                        <a:rPr lang="en-GB" sz="1800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+ </a:t>
                      </a:r>
                      <a:r>
                        <a:rPr lang="en-GB" sz="1800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 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 </a:t>
                      </a:r>
                      <a:r>
                        <a:rPr lang="en-GB" sz="1800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 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 </a:t>
                      </a:r>
                      <a:r>
                        <a:rPr lang="en-GB" sz="1800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 ⬛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5  4 </a:t>
                      </a:r>
                      <a:r>
                        <a:rPr lang="en-GB" sz="1800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9 </a:t>
                      </a:r>
                      <a:r>
                        <a:rPr lang="en-GB" sz="1800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8 </a:t>
                      </a:r>
                      <a:r>
                        <a:rPr lang="en-GB" sz="1800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 sz="1800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 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53 </a:t>
                      </a:r>
                      <a:r>
                        <a:rPr lang="en-GB" sz="1800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+ 1 </a:t>
                      </a:r>
                      <a:r>
                        <a:rPr lang="en-GB" sz="1800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5 </a:t>
                      </a:r>
                      <a:r>
                        <a:rPr lang="en-GB" sz="1800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 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 sz="1800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 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3 9 9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2 </a:t>
                      </a:r>
                      <a:r>
                        <a:rPr lang="en-GB" sz="1800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 ⬛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0 9 9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 sz="1800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3 </a:t>
                      </a:r>
                      <a:r>
                        <a:rPr lang="en-GB" sz="1800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 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9 9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</a:tr>
              <a:tr h="3523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4 3 </a:t>
                      </a:r>
                      <a:r>
                        <a:rPr lang="en-GB" sz="1800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 ⬛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2 + </a:t>
                      </a:r>
                      <a:r>
                        <a:rPr lang="en-GB" sz="1800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8 6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 </a:t>
                      </a:r>
                      <a:r>
                        <a:rPr lang="en-GB" sz="1800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 ⬛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 sz="1800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 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 </a:t>
                      </a:r>
                      <a:r>
                        <a:rPr lang="en-GB" sz="1800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4 </a:t>
                      </a:r>
                      <a:r>
                        <a:rPr lang="en-GB" sz="1800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 ⬛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2 </a:t>
                      </a:r>
                      <a:r>
                        <a:rPr lang="en-GB" sz="1800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 sz="1800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 ⬛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7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 sz="1800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 </a:t>
                      </a:r>
                      <a:r>
                        <a:rPr lang="en-GB" sz="1800">
                          <a:solidFill>
                            <a:srgbClr val="4D5156"/>
                          </a:solidFill>
                          <a:highlight>
                            <a:schemeClr val="lt1"/>
                          </a:highlight>
                        </a:rPr>
                        <a:t>⬛ 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 </a:t>
                      </a:r>
                      <a:r>
                        <a:rPr lang="en-GB" sz="1800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 ⬛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 sz="1800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 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3 3 </a:t>
                      </a:r>
                      <a:r>
                        <a:rPr lang="en-GB" sz="1800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 sz="1800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 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 sz="1800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 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 </a:t>
                      </a:r>
                      <a:r>
                        <a:rPr lang="en-GB" sz="1800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 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4 </a:t>
                      </a:r>
                      <a:r>
                        <a:rPr lang="en-GB" sz="1800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 ⬛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 </a:t>
                      </a:r>
                      <a:r>
                        <a:rPr lang="en-GB" sz="1800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 ⬛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0 9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 sz="1800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0 0 </a:t>
                      </a:r>
                      <a:r>
                        <a:rPr lang="en-GB" sz="1800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9 </a:t>
                      </a:r>
                      <a:r>
                        <a:rPr lang="en-GB" sz="1800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 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 sz="1800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 ⬛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6 </a:t>
                      </a:r>
                      <a:r>
                        <a:rPr lang="en-GB" sz="1800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4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 sz="1800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 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 </a:t>
                      </a:r>
                      <a:r>
                        <a:rPr lang="en-GB" sz="1800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 ⬛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3 3 </a:t>
                      </a:r>
                      <a:r>
                        <a:rPr lang="en-GB" sz="1800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 sz="1800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 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 </a:t>
                      </a:r>
                      <a:r>
                        <a:rPr lang="en-GB" sz="1800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6 </a:t>
                      </a:r>
                      <a:r>
                        <a:rPr lang="en-GB" sz="1800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 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 ⬛ 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 </a:t>
                      </a:r>
                      <a:r>
                        <a:rPr lang="en-GB" sz="1800">
                          <a:solidFill>
                            <a:srgbClr val="4D5156"/>
                          </a:solidFill>
                          <a:highlight>
                            <a:srgbClr val="FFFFFF"/>
                          </a:highlight>
                        </a:rPr>
                        <a:t>⬛ ⬛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958" name="Google Shape;958;p80"/>
          <p:cNvSpPr txBox="1"/>
          <p:nvPr/>
        </p:nvSpPr>
        <p:spPr>
          <a:xfrm>
            <a:off x="6813417" y="1620000"/>
            <a:ext cx="227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I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9" name="Google Shape;959;p80"/>
          <p:cNvSpPr txBox="1"/>
          <p:nvPr/>
        </p:nvSpPr>
        <p:spPr>
          <a:xfrm>
            <a:off x="8596977" y="3917600"/>
            <a:ext cx="227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N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0" name="Google Shape;960;p80"/>
          <p:cNvSpPr txBox="1"/>
          <p:nvPr/>
        </p:nvSpPr>
        <p:spPr>
          <a:xfrm>
            <a:off x="4807512" y="3173025"/>
            <a:ext cx="227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T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1" name="Google Shape;961;p80"/>
          <p:cNvSpPr txBox="1"/>
          <p:nvPr/>
        </p:nvSpPr>
        <p:spPr>
          <a:xfrm>
            <a:off x="8619671" y="2392688"/>
            <a:ext cx="227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E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2" name="Google Shape;962;p80"/>
          <p:cNvSpPr txBox="1"/>
          <p:nvPr/>
        </p:nvSpPr>
        <p:spPr>
          <a:xfrm>
            <a:off x="6766994" y="3531000"/>
            <a:ext cx="227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G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3" name="Google Shape;963;p80"/>
          <p:cNvSpPr txBox="1"/>
          <p:nvPr/>
        </p:nvSpPr>
        <p:spPr>
          <a:xfrm>
            <a:off x="8640996" y="2773113"/>
            <a:ext cx="227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E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4" name="Google Shape;964;p80"/>
          <p:cNvSpPr txBox="1"/>
          <p:nvPr/>
        </p:nvSpPr>
        <p:spPr>
          <a:xfrm>
            <a:off x="4763800" y="2014075"/>
            <a:ext cx="227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R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5" name="Google Shape;965;p80"/>
          <p:cNvSpPr txBox="1"/>
          <p:nvPr/>
        </p:nvSpPr>
        <p:spPr>
          <a:xfrm>
            <a:off x="4775387" y="1650050"/>
            <a:ext cx="227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A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6" name="Google Shape;966;p80"/>
          <p:cNvSpPr txBox="1"/>
          <p:nvPr/>
        </p:nvSpPr>
        <p:spPr>
          <a:xfrm>
            <a:off x="4763808" y="2400400"/>
            <a:ext cx="227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D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7" name="Google Shape;967;p80"/>
          <p:cNvSpPr txBox="1"/>
          <p:nvPr/>
        </p:nvSpPr>
        <p:spPr>
          <a:xfrm>
            <a:off x="4769983" y="2782750"/>
            <a:ext cx="227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O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8" name="Google Shape;968;p80"/>
          <p:cNvSpPr txBox="1"/>
          <p:nvPr/>
        </p:nvSpPr>
        <p:spPr>
          <a:xfrm>
            <a:off x="4775370" y="3563300"/>
            <a:ext cx="227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S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9" name="Google Shape;969;p80"/>
          <p:cNvSpPr txBox="1"/>
          <p:nvPr/>
        </p:nvSpPr>
        <p:spPr>
          <a:xfrm>
            <a:off x="4775433" y="3913900"/>
            <a:ext cx="227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P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0" name="Google Shape;970;p80"/>
          <p:cNvSpPr txBox="1"/>
          <p:nvPr/>
        </p:nvSpPr>
        <p:spPr>
          <a:xfrm>
            <a:off x="6709219" y="3141725"/>
            <a:ext cx="227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W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1" name="Google Shape;971;p80"/>
          <p:cNvSpPr txBox="1"/>
          <p:nvPr/>
        </p:nvSpPr>
        <p:spPr>
          <a:xfrm>
            <a:off x="6789359" y="1982775"/>
            <a:ext cx="227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C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2" name="Google Shape;972;p80"/>
          <p:cNvSpPr txBox="1"/>
          <p:nvPr/>
        </p:nvSpPr>
        <p:spPr>
          <a:xfrm>
            <a:off x="6774796" y="2369100"/>
            <a:ext cx="227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R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3" name="Google Shape;973;p80"/>
          <p:cNvSpPr txBox="1"/>
          <p:nvPr/>
        </p:nvSpPr>
        <p:spPr>
          <a:xfrm>
            <a:off x="6744544" y="2751450"/>
            <a:ext cx="227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M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4" name="Google Shape;974;p80"/>
          <p:cNvSpPr txBox="1"/>
          <p:nvPr/>
        </p:nvSpPr>
        <p:spPr>
          <a:xfrm>
            <a:off x="6786421" y="3882600"/>
            <a:ext cx="227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L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5" name="Google Shape;975;p80"/>
          <p:cNvSpPr txBox="1"/>
          <p:nvPr/>
        </p:nvSpPr>
        <p:spPr>
          <a:xfrm>
            <a:off x="8619667" y="1619250"/>
            <a:ext cx="227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B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6" name="Google Shape;976;p80"/>
          <p:cNvSpPr txBox="1"/>
          <p:nvPr/>
        </p:nvSpPr>
        <p:spPr>
          <a:xfrm>
            <a:off x="8641011" y="3530250"/>
            <a:ext cx="227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F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7" name="Google Shape;977;p80"/>
          <p:cNvSpPr txBox="1"/>
          <p:nvPr/>
        </p:nvSpPr>
        <p:spPr>
          <a:xfrm>
            <a:off x="8610938" y="3151688"/>
            <a:ext cx="227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H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8" name="Google Shape;978;p80"/>
          <p:cNvSpPr txBox="1"/>
          <p:nvPr/>
        </p:nvSpPr>
        <p:spPr>
          <a:xfrm>
            <a:off x="8619679" y="2012250"/>
            <a:ext cx="227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A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9" name="Google Shape;979;p80"/>
          <p:cNvSpPr txBox="1"/>
          <p:nvPr/>
        </p:nvSpPr>
        <p:spPr>
          <a:xfrm>
            <a:off x="323822" y="4481700"/>
            <a:ext cx="7845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Rearrange the letters of the correct answers to make a word.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0" name="Google Shape;980;p80"/>
          <p:cNvSpPr/>
          <p:nvPr/>
        </p:nvSpPr>
        <p:spPr>
          <a:xfrm>
            <a:off x="5034600" y="1604650"/>
            <a:ext cx="1978800" cy="397500"/>
          </a:xfrm>
          <a:prstGeom prst="rect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1" name="Google Shape;981;p80"/>
          <p:cNvSpPr/>
          <p:nvPr/>
        </p:nvSpPr>
        <p:spPr>
          <a:xfrm>
            <a:off x="3439950" y="2014075"/>
            <a:ext cx="1597200" cy="371400"/>
          </a:xfrm>
          <a:prstGeom prst="rect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2" name="Google Shape;982;p80"/>
          <p:cNvSpPr/>
          <p:nvPr/>
        </p:nvSpPr>
        <p:spPr>
          <a:xfrm>
            <a:off x="6994100" y="2365810"/>
            <a:ext cx="1837800" cy="389700"/>
          </a:xfrm>
          <a:prstGeom prst="rect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3" name="Google Shape;983;p80"/>
          <p:cNvSpPr/>
          <p:nvPr/>
        </p:nvSpPr>
        <p:spPr>
          <a:xfrm>
            <a:off x="6998200" y="2743000"/>
            <a:ext cx="1837800" cy="371400"/>
          </a:xfrm>
          <a:prstGeom prst="rect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4" name="Google Shape;984;p80"/>
          <p:cNvSpPr/>
          <p:nvPr/>
        </p:nvSpPr>
        <p:spPr>
          <a:xfrm>
            <a:off x="3439900" y="3134600"/>
            <a:ext cx="1597200" cy="338700"/>
          </a:xfrm>
          <a:prstGeom prst="rect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5" name="Google Shape;985;p80"/>
          <p:cNvSpPr/>
          <p:nvPr/>
        </p:nvSpPr>
        <p:spPr>
          <a:xfrm>
            <a:off x="5034600" y="3500850"/>
            <a:ext cx="1959600" cy="371400"/>
          </a:xfrm>
          <a:prstGeom prst="rect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6" name="Google Shape;986;p80"/>
          <p:cNvSpPr/>
          <p:nvPr/>
        </p:nvSpPr>
        <p:spPr>
          <a:xfrm>
            <a:off x="6994025" y="3868950"/>
            <a:ext cx="1837800" cy="389700"/>
          </a:xfrm>
          <a:prstGeom prst="rect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7" name="Google Shape;987;p80"/>
          <p:cNvSpPr txBox="1"/>
          <p:nvPr/>
        </p:nvSpPr>
        <p:spPr>
          <a:xfrm>
            <a:off x="7202263" y="4325450"/>
            <a:ext cx="13155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INTEGER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91" name="Shape 991"/>
        <p:cNvGrpSpPr/>
        <p:nvPr/>
      </p:nvGrpSpPr>
      <p:grpSpPr>
        <a:xfrm>
          <a:off x="0" y="0"/>
          <a:ext cx="0" cy="0"/>
        </a:xfrm>
      </p:grpSpPr>
      <p:sp>
        <p:nvSpPr>
          <p:cNvPr id="992" name="Google Shape;992;p81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a calculator for integer calculations</a:t>
            </a:r>
            <a:endParaRPr/>
          </a:p>
        </p:txBody>
      </p:sp>
      <p:sp>
        <p:nvSpPr>
          <p:cNvPr id="993" name="Google Shape;993;p81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a calculator for decimal calculations</a:t>
            </a:r>
            <a:endParaRPr/>
          </a:p>
        </p:txBody>
      </p:sp>
      <p:sp>
        <p:nvSpPr>
          <p:cNvPr id="994" name="Google Shape;994;p81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Securing understanding of arithmetic procedures with integers and decimals</a:t>
            </a:r>
            <a:endParaRPr/>
          </a:p>
        </p:txBody>
      </p:sp>
      <p:pic>
        <p:nvPicPr>
          <p:cNvPr id="995" name="Google Shape;995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242" y="298837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1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99" name="Shape 999"/>
        <p:cNvGrpSpPr/>
        <p:nvPr/>
      </p:nvGrpSpPr>
      <p:grpSpPr>
        <a:xfrm>
          <a:off x="0" y="0"/>
          <a:ext cx="0" cy="0"/>
        </a:xfrm>
      </p:grpSpPr>
      <p:sp>
        <p:nvSpPr>
          <p:cNvPr id="1000" name="Google Shape;1000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a calculator for decimal calculations</a:t>
            </a:r>
            <a:endParaRPr/>
          </a:p>
        </p:txBody>
      </p:sp>
      <p:sp>
        <p:nvSpPr>
          <p:cNvPr id="1001" name="Google Shape;1001;p82"/>
          <p:cNvSpPr txBox="1"/>
          <p:nvPr>
            <p:ph type="body" idx="1"/>
          </p:nvPr>
        </p:nvSpPr>
        <p:spPr>
          <a:xfrm>
            <a:off x="324000" y="759300"/>
            <a:ext cx="7090200" cy="86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Andeep buys 3 pens, 4 pencils and 2 highlighters.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He says it is going to cost him £311.22</a:t>
            </a:r>
            <a:endParaRPr/>
          </a:p>
        </p:txBody>
      </p:sp>
      <p:pic>
        <p:nvPicPr>
          <p:cNvPr id="1002" name="Google Shape;1002;p82"/>
          <p:cNvPicPr preferRelativeResize="0"/>
          <p:nvPr/>
        </p:nvPicPr>
        <p:blipFill>
          <a:blip r:embed="rId3">
            <a:alphaModFix/>
          </a:blip>
          <a:srcRect l="27398" t="7218" r="63798" b="49194"/>
          <a:stretch>
            <a:fillRect/>
          </a:stretch>
        </p:blipFill>
        <p:spPr>
          <a:xfrm>
            <a:off x="6580697" y="1258532"/>
            <a:ext cx="479811" cy="13107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3" name="Google Shape;1003;p82"/>
          <p:cNvPicPr preferRelativeResize="0"/>
          <p:nvPr/>
        </p:nvPicPr>
        <p:blipFill>
          <a:blip r:embed="rId3">
            <a:alphaModFix/>
          </a:blip>
          <a:srcRect l="45473" t="7218" r="45723" b="49194"/>
          <a:stretch>
            <a:fillRect/>
          </a:stretch>
        </p:blipFill>
        <p:spPr>
          <a:xfrm>
            <a:off x="7384439" y="1239534"/>
            <a:ext cx="479811" cy="13107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4" name="Google Shape;1004;p82"/>
          <p:cNvPicPr preferRelativeResize="0"/>
          <p:nvPr/>
        </p:nvPicPr>
        <p:blipFill>
          <a:blip r:embed="rId3">
            <a:alphaModFix/>
          </a:blip>
          <a:srcRect l="63296" t="7218" r="27900" b="49194"/>
          <a:stretch>
            <a:fillRect/>
          </a:stretch>
        </p:blipFill>
        <p:spPr>
          <a:xfrm>
            <a:off x="8198449" y="1264950"/>
            <a:ext cx="479811" cy="1310730"/>
          </a:xfrm>
          <a:prstGeom prst="rect">
            <a:avLst/>
          </a:prstGeom>
          <a:noFill/>
          <a:ln>
            <a:noFill/>
          </a:ln>
        </p:spPr>
      </p:pic>
      <p:sp>
        <p:nvSpPr>
          <p:cNvPr id="1005" name="Google Shape;1005;p82"/>
          <p:cNvSpPr txBox="1"/>
          <p:nvPr/>
        </p:nvSpPr>
        <p:spPr>
          <a:xfrm>
            <a:off x="8100619" y="2428650"/>
            <a:ext cx="714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£1.27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6" name="Google Shape;1006;p82"/>
          <p:cNvSpPr txBox="1"/>
          <p:nvPr/>
        </p:nvSpPr>
        <p:spPr>
          <a:xfrm>
            <a:off x="7362825" y="2428650"/>
            <a:ext cx="559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76p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7" name="Google Shape;1007;p82"/>
          <p:cNvSpPr txBox="1"/>
          <p:nvPr/>
        </p:nvSpPr>
        <p:spPr>
          <a:xfrm>
            <a:off x="6332275" y="2428650"/>
            <a:ext cx="852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£1.56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8" name="Google Shape;1008;p82"/>
          <p:cNvSpPr txBox="1"/>
          <p:nvPr>
            <p:ph type="body" idx="1"/>
          </p:nvPr>
        </p:nvSpPr>
        <p:spPr>
          <a:xfrm>
            <a:off x="324000" y="2113750"/>
            <a:ext cx="39960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Do you think Andeep is right?</a:t>
            </a:r>
            <a:endParaRPr/>
          </a:p>
        </p:txBody>
      </p:sp>
      <p:sp>
        <p:nvSpPr>
          <p:cNvPr id="1009" name="Google Shape;1009;p82"/>
          <p:cNvSpPr txBox="1"/>
          <p:nvPr>
            <p:ph type="body" idx="1"/>
          </p:nvPr>
        </p:nvSpPr>
        <p:spPr>
          <a:xfrm>
            <a:off x="324000" y="3773400"/>
            <a:ext cx="56604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What mistake do you think he has made?</a:t>
            </a:r>
            <a:endParaRPr/>
          </a:p>
        </p:txBody>
      </p:sp>
      <p:sp>
        <p:nvSpPr>
          <p:cNvPr id="1010" name="Google Shape;1010;p82"/>
          <p:cNvSpPr txBox="1"/>
          <p:nvPr>
            <p:ph type="body" idx="1"/>
          </p:nvPr>
        </p:nvSpPr>
        <p:spPr>
          <a:xfrm>
            <a:off x="324000" y="2919750"/>
            <a:ext cx="56604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How have you made your decision?</a:t>
            </a:r>
            <a:endParaRPr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14" name="Shape 1014"/>
        <p:cNvGrpSpPr/>
        <p:nvPr/>
      </p:nvGrpSpPr>
      <p:grpSpPr>
        <a:xfrm>
          <a:off x="0" y="0"/>
          <a:ext cx="0" cy="0"/>
        </a:xfrm>
      </p:grpSpPr>
      <p:sp>
        <p:nvSpPr>
          <p:cNvPr id="1015" name="Google Shape;1015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a calculator for decimal calculations</a:t>
            </a:r>
            <a:endParaRPr/>
          </a:p>
        </p:txBody>
      </p:sp>
      <p:sp>
        <p:nvSpPr>
          <p:cNvPr id="1016" name="Google Shape;1016;p83"/>
          <p:cNvSpPr txBox="1"/>
          <p:nvPr>
            <p:ph type="body" idx="1"/>
          </p:nvPr>
        </p:nvSpPr>
        <p:spPr>
          <a:xfrm>
            <a:off x="324000" y="759300"/>
            <a:ext cx="7090200" cy="365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Andeep buys </a:t>
            </a:r>
            <a:r>
              <a:rPr lang="en-GB">
                <a:solidFill>
                  <a:schemeClr val="accent5"/>
                </a:solidFill>
              </a:rPr>
              <a:t>3 pens</a:t>
            </a:r>
            <a:r>
              <a:rPr lang="en-GB"/>
              <a:t>, 4 pencils and 2 highlighters.</a:t>
            </a:r>
            <a:endParaRPr/>
          </a:p>
        </p:txBody>
      </p:sp>
      <p:pic>
        <p:nvPicPr>
          <p:cNvPr id="1017" name="Google Shape;1017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2276050"/>
            <a:ext cx="3351250" cy="1525875"/>
          </a:xfrm>
          <a:prstGeom prst="rect">
            <a:avLst/>
          </a:prstGeom>
          <a:noFill/>
          <a:ln>
            <a:noFill/>
          </a:ln>
        </p:spPr>
      </p:pic>
      <p:sp>
        <p:nvSpPr>
          <p:cNvPr id="1018" name="Google Shape;1018;p83"/>
          <p:cNvSpPr txBox="1"/>
          <p:nvPr/>
        </p:nvSpPr>
        <p:spPr>
          <a:xfrm>
            <a:off x="324000" y="1422025"/>
            <a:ext cx="1719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Cost of pens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19" name="Google Shape;1019;p83"/>
          <p:cNvPicPr preferRelativeResize="0"/>
          <p:nvPr/>
        </p:nvPicPr>
        <p:blipFill>
          <a:blip r:embed="rId4">
            <a:alphaModFix/>
          </a:blip>
          <a:srcRect l="27398" t="7218" r="63798" b="49194"/>
          <a:stretch>
            <a:fillRect/>
          </a:stretch>
        </p:blipFill>
        <p:spPr>
          <a:xfrm>
            <a:off x="6580697" y="1258532"/>
            <a:ext cx="479811" cy="1310730"/>
          </a:xfrm>
          <a:prstGeom prst="rect">
            <a:avLst/>
          </a:prstGeom>
          <a:noFill/>
          <a:ln>
            <a:noFill/>
          </a:ln>
        </p:spPr>
      </p:pic>
      <p:sp>
        <p:nvSpPr>
          <p:cNvPr id="1020" name="Google Shape;1020;p83"/>
          <p:cNvSpPr txBox="1"/>
          <p:nvPr/>
        </p:nvSpPr>
        <p:spPr>
          <a:xfrm>
            <a:off x="324000" y="1895250"/>
            <a:ext cx="1067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 × 1.56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1" name="Google Shape;1021;p83"/>
          <p:cNvSpPr txBox="1"/>
          <p:nvPr/>
        </p:nvSpPr>
        <p:spPr>
          <a:xfrm>
            <a:off x="6332275" y="2428650"/>
            <a:ext cx="852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£1.56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25" name="Shape 1025"/>
        <p:cNvGrpSpPr/>
        <p:nvPr/>
      </p:nvGrpSpPr>
      <p:grpSpPr>
        <a:xfrm>
          <a:off x="0" y="0"/>
          <a:ext cx="0" cy="0"/>
        </a:xfrm>
      </p:grpSpPr>
      <p:sp>
        <p:nvSpPr>
          <p:cNvPr id="1026" name="Google Shape;1026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a calculator for decimal calculations</a:t>
            </a:r>
            <a:endParaRPr/>
          </a:p>
        </p:txBody>
      </p:sp>
      <p:pic>
        <p:nvPicPr>
          <p:cNvPr id="1027" name="Google Shape;1027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810000"/>
            <a:ext cx="2990500" cy="136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8" name="Google Shape;1028;p84"/>
          <p:cNvPicPr preferRelativeResize="0"/>
          <p:nvPr/>
        </p:nvPicPr>
        <p:blipFill>
          <a:blip r:embed="rId4">
            <a:alphaModFix/>
          </a:blip>
          <a:srcRect l="48339"/>
          <a:stretch>
            <a:fillRect/>
          </a:stretch>
        </p:blipFill>
        <p:spPr>
          <a:xfrm>
            <a:off x="4719002" y="797850"/>
            <a:ext cx="2467899" cy="4206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9" name="Google Shape;1029;p84"/>
          <p:cNvPicPr preferRelativeResize="0"/>
          <p:nvPr/>
        </p:nvPicPr>
        <p:blipFill>
          <a:blip r:embed="rId4">
            <a:alphaModFix/>
          </a:blip>
          <a:srcRect r="59854" b="72467"/>
          <a:stretch>
            <a:fillRect/>
          </a:stretch>
        </p:blipFill>
        <p:spPr>
          <a:xfrm>
            <a:off x="7262825" y="1080000"/>
            <a:ext cx="1144549" cy="691276"/>
          </a:xfrm>
          <a:prstGeom prst="rect">
            <a:avLst/>
          </a:prstGeom>
          <a:noFill/>
          <a:ln>
            <a:noFill/>
          </a:ln>
        </p:spPr>
      </p:pic>
      <p:sp>
        <p:nvSpPr>
          <p:cNvPr id="1030" name="Google Shape;1030;p84"/>
          <p:cNvSpPr txBox="1"/>
          <p:nvPr/>
        </p:nvSpPr>
        <p:spPr>
          <a:xfrm>
            <a:off x="324000" y="2562600"/>
            <a:ext cx="32385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We need to change this into a decimal.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34" name="Shape 1034"/>
        <p:cNvGrpSpPr/>
        <p:nvPr/>
      </p:nvGrpSpPr>
      <p:grpSpPr>
        <a:xfrm>
          <a:off x="0" y="0"/>
          <a:ext cx="0" cy="0"/>
        </a:xfrm>
      </p:grpSpPr>
      <p:sp>
        <p:nvSpPr>
          <p:cNvPr id="1035" name="Google Shape;1035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a calculator for decimal calculations</a:t>
            </a:r>
            <a:endParaRPr/>
          </a:p>
        </p:txBody>
      </p:sp>
      <p:sp>
        <p:nvSpPr>
          <p:cNvPr id="1036" name="Google Shape;1036;p85"/>
          <p:cNvSpPr txBox="1"/>
          <p:nvPr>
            <p:ph type="body" idx="1"/>
          </p:nvPr>
        </p:nvSpPr>
        <p:spPr>
          <a:xfrm>
            <a:off x="324000" y="759300"/>
            <a:ext cx="7090200" cy="86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Andeep buys 3 pens, </a:t>
            </a:r>
            <a:r>
              <a:rPr lang="en-GB">
                <a:solidFill>
                  <a:schemeClr val="accent5"/>
                </a:solidFill>
              </a:rPr>
              <a:t>4 pencils</a:t>
            </a:r>
            <a:r>
              <a:rPr lang="en-GB"/>
              <a:t> and 2 highlighters.</a:t>
            </a:r>
            <a:endParaRPr/>
          </a:p>
        </p:txBody>
      </p:sp>
      <p:pic>
        <p:nvPicPr>
          <p:cNvPr id="1037" name="Google Shape;1037;p85"/>
          <p:cNvPicPr preferRelativeResize="0"/>
          <p:nvPr/>
        </p:nvPicPr>
        <p:blipFill>
          <a:blip r:embed="rId3">
            <a:alphaModFix/>
          </a:blip>
          <a:srcRect l="45473" t="7218" r="45723" b="49194"/>
          <a:stretch>
            <a:fillRect/>
          </a:stretch>
        </p:blipFill>
        <p:spPr>
          <a:xfrm>
            <a:off x="7384439" y="1239534"/>
            <a:ext cx="479811" cy="1310730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p85"/>
          <p:cNvSpPr txBox="1"/>
          <p:nvPr/>
        </p:nvSpPr>
        <p:spPr>
          <a:xfrm>
            <a:off x="324000" y="1422025"/>
            <a:ext cx="2294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Cost of pencils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9" name="Google Shape;1039;p85"/>
          <p:cNvSpPr txBox="1"/>
          <p:nvPr/>
        </p:nvSpPr>
        <p:spPr>
          <a:xfrm>
            <a:off x="324000" y="1990650"/>
            <a:ext cx="7060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We need to make sure the price is in pounds.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0" name="Google Shape;1040;p85"/>
          <p:cNvSpPr txBox="1"/>
          <p:nvPr/>
        </p:nvSpPr>
        <p:spPr>
          <a:xfrm>
            <a:off x="324000" y="2428650"/>
            <a:ext cx="1067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 × 0.76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41" name="Google Shape;1041;p8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000" y="2971300"/>
            <a:ext cx="3265624" cy="147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2" name="Google Shape;1042;p85"/>
          <p:cNvPicPr preferRelativeResize="0"/>
          <p:nvPr/>
        </p:nvPicPr>
        <p:blipFill>
          <a:blip r:embed="rId5">
            <a:alphaModFix/>
          </a:blip>
          <a:srcRect r="59854" b="72467"/>
          <a:stretch>
            <a:fillRect/>
          </a:stretch>
        </p:blipFill>
        <p:spPr>
          <a:xfrm>
            <a:off x="3747725" y="3240000"/>
            <a:ext cx="1144549" cy="691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3" name="Google Shape;1043;p8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90697" y="3036909"/>
            <a:ext cx="3279353" cy="1486175"/>
          </a:xfrm>
          <a:prstGeom prst="rect">
            <a:avLst/>
          </a:prstGeom>
          <a:noFill/>
          <a:ln>
            <a:noFill/>
          </a:ln>
        </p:spPr>
      </p:pic>
      <p:sp>
        <p:nvSpPr>
          <p:cNvPr id="1044" name="Google Shape;1044;p85"/>
          <p:cNvSpPr txBox="1"/>
          <p:nvPr/>
        </p:nvSpPr>
        <p:spPr>
          <a:xfrm>
            <a:off x="7362825" y="2428650"/>
            <a:ext cx="559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76p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48" name="Shape 1048"/>
        <p:cNvGrpSpPr/>
        <p:nvPr/>
      </p:nvGrpSpPr>
      <p:grpSpPr>
        <a:xfrm>
          <a:off x="0" y="0"/>
          <a:ext cx="0" cy="0"/>
        </a:xfrm>
      </p:grpSpPr>
      <p:sp>
        <p:nvSpPr>
          <p:cNvPr id="1049" name="Google Shape;1049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a calculator for decimal calculations</a:t>
            </a:r>
            <a:endParaRPr/>
          </a:p>
        </p:txBody>
      </p:sp>
      <p:pic>
        <p:nvPicPr>
          <p:cNvPr id="1050" name="Google Shape;1050;p86"/>
          <p:cNvPicPr preferRelativeResize="0"/>
          <p:nvPr/>
        </p:nvPicPr>
        <p:blipFill>
          <a:blip r:embed="rId3">
            <a:alphaModFix/>
          </a:blip>
          <a:srcRect l="63296" t="7218" r="27900" b="49194"/>
          <a:stretch>
            <a:fillRect/>
          </a:stretch>
        </p:blipFill>
        <p:spPr>
          <a:xfrm>
            <a:off x="8198449" y="1264950"/>
            <a:ext cx="479811" cy="1310730"/>
          </a:xfrm>
          <a:prstGeom prst="rect">
            <a:avLst/>
          </a:prstGeom>
          <a:noFill/>
          <a:ln>
            <a:noFill/>
          </a:ln>
        </p:spPr>
      </p:pic>
      <p:sp>
        <p:nvSpPr>
          <p:cNvPr id="1051" name="Google Shape;1051;p86"/>
          <p:cNvSpPr txBox="1"/>
          <p:nvPr/>
        </p:nvSpPr>
        <p:spPr>
          <a:xfrm>
            <a:off x="8100626" y="2428650"/>
            <a:ext cx="844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£1.27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2" name="Google Shape;1052;p86"/>
          <p:cNvSpPr txBox="1"/>
          <p:nvPr>
            <p:ph type="body" idx="1"/>
          </p:nvPr>
        </p:nvSpPr>
        <p:spPr>
          <a:xfrm>
            <a:off x="324000" y="759300"/>
            <a:ext cx="7090200" cy="365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Andeep buys 3 pens, 4 pencils and </a:t>
            </a:r>
            <a:r>
              <a:rPr lang="en-GB">
                <a:solidFill>
                  <a:schemeClr val="accent5"/>
                </a:solidFill>
              </a:rPr>
              <a:t>2 highlighters</a:t>
            </a:r>
            <a:r>
              <a:rPr lang="en-GB"/>
              <a:t>.</a:t>
            </a:r>
            <a:endParaRPr/>
          </a:p>
        </p:txBody>
      </p:sp>
      <p:sp>
        <p:nvSpPr>
          <p:cNvPr id="1053" name="Google Shape;1053;p86"/>
          <p:cNvSpPr txBox="1"/>
          <p:nvPr/>
        </p:nvSpPr>
        <p:spPr>
          <a:xfrm>
            <a:off x="324000" y="1422025"/>
            <a:ext cx="3148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Cost of highlighters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4" name="Google Shape;1054;p86"/>
          <p:cNvSpPr txBox="1"/>
          <p:nvPr/>
        </p:nvSpPr>
        <p:spPr>
          <a:xfrm>
            <a:off x="324000" y="1895250"/>
            <a:ext cx="1067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 × 1.27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55" name="Google Shape;1055;p8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3995" y="2700000"/>
            <a:ext cx="3345654" cy="1486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6" name="Google Shape;1056;p8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56375" y="2767350"/>
            <a:ext cx="3205207" cy="1486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7" name="Google Shape;1057;p86"/>
          <p:cNvPicPr preferRelativeResize="0"/>
          <p:nvPr/>
        </p:nvPicPr>
        <p:blipFill>
          <a:blip r:embed="rId6">
            <a:alphaModFix/>
          </a:blip>
          <a:srcRect r="59854" b="72467"/>
          <a:stretch>
            <a:fillRect/>
          </a:stretch>
        </p:blipFill>
        <p:spPr>
          <a:xfrm>
            <a:off x="3747725" y="3240000"/>
            <a:ext cx="1144549" cy="691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61" name="Shape 1061"/>
        <p:cNvGrpSpPr/>
        <p:nvPr/>
      </p:nvGrpSpPr>
      <p:grpSpPr>
        <a:xfrm>
          <a:off x="0" y="0"/>
          <a:ext cx="0" cy="0"/>
        </a:xfrm>
      </p:grpSpPr>
      <p:sp>
        <p:nvSpPr>
          <p:cNvPr id="1062" name="Google Shape;1062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a calculator for decimal calculations</a:t>
            </a:r>
            <a:endParaRPr/>
          </a:p>
        </p:txBody>
      </p:sp>
      <p:sp>
        <p:nvSpPr>
          <p:cNvPr id="1063" name="Google Shape;1063;p87"/>
          <p:cNvSpPr txBox="1"/>
          <p:nvPr>
            <p:ph type="body" idx="1"/>
          </p:nvPr>
        </p:nvSpPr>
        <p:spPr>
          <a:xfrm>
            <a:off x="324000" y="759300"/>
            <a:ext cx="8237700" cy="191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Cost of pens = £4.68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Cost of pencils = £3.04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Cost of highlighters = £2.54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Total cost = 4.68 + 3.04 + 2.54 = £10.26 </a:t>
            </a:r>
            <a:endParaRPr/>
          </a:p>
        </p:txBody>
      </p:sp>
      <p:sp>
        <p:nvSpPr>
          <p:cNvPr id="1064" name="Google Shape;1064;p87"/>
          <p:cNvSpPr txBox="1"/>
          <p:nvPr>
            <p:ph type="body" idx="1"/>
          </p:nvPr>
        </p:nvSpPr>
        <p:spPr>
          <a:xfrm>
            <a:off x="324000" y="2955175"/>
            <a:ext cx="8237700" cy="75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It can be useful to make sure that everything you are working with is in the same units so that you can make sense of the result. </a:t>
            </a:r>
            <a:endParaRPr/>
          </a:p>
        </p:txBody>
      </p:sp>
      <p:sp>
        <p:nvSpPr>
          <p:cNvPr id="1065" name="Google Shape;1065;p87"/>
          <p:cNvSpPr/>
          <p:nvPr/>
        </p:nvSpPr>
        <p:spPr>
          <a:xfrm>
            <a:off x="327850" y="2258475"/>
            <a:ext cx="5136300" cy="408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69" name="Shape 1069"/>
        <p:cNvGrpSpPr/>
        <p:nvPr/>
      </p:nvGrpSpPr>
      <p:grpSpPr>
        <a:xfrm>
          <a:off x="0" y="0"/>
          <a:ext cx="0" cy="0"/>
        </a:xfrm>
      </p:grpSpPr>
      <p:sp>
        <p:nvSpPr>
          <p:cNvPr id="1070" name="Google Shape;1070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a calculator for decimal calculations</a:t>
            </a:r>
            <a:endParaRPr/>
          </a:p>
        </p:txBody>
      </p:sp>
      <p:sp>
        <p:nvSpPr>
          <p:cNvPr id="1071" name="Google Shape;1071;p88"/>
          <p:cNvSpPr txBox="1"/>
          <p:nvPr>
            <p:ph type="body" idx="1"/>
          </p:nvPr>
        </p:nvSpPr>
        <p:spPr>
          <a:xfrm>
            <a:off x="4410000" y="699000"/>
            <a:ext cx="4410000" cy="86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Andeep pays for his pens and pencils with a £20 note.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How much change does he get?</a:t>
            </a:r>
            <a:endParaRPr sz="1800"/>
          </a:p>
        </p:txBody>
      </p:sp>
      <p:sp>
        <p:nvSpPr>
          <p:cNvPr id="1072" name="Google Shape;1072;p88"/>
          <p:cNvSpPr txBox="1"/>
          <p:nvPr>
            <p:ph type="body" idx="1"/>
          </p:nvPr>
        </p:nvSpPr>
        <p:spPr>
          <a:xfrm>
            <a:off x="324000" y="3193850"/>
            <a:ext cx="3345600" cy="30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This is the calculation to find the total cost.</a:t>
            </a:r>
            <a:endParaRPr sz="1800"/>
          </a:p>
        </p:txBody>
      </p:sp>
      <p:pic>
        <p:nvPicPr>
          <p:cNvPr id="1073" name="Google Shape;1073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972" y="1242689"/>
            <a:ext cx="3345650" cy="1527207"/>
          </a:xfrm>
          <a:prstGeom prst="rect">
            <a:avLst/>
          </a:prstGeom>
          <a:noFill/>
          <a:ln>
            <a:noFill/>
          </a:ln>
        </p:spPr>
      </p:pic>
      <p:sp>
        <p:nvSpPr>
          <p:cNvPr id="1074" name="Google Shape;1074;p88"/>
          <p:cNvSpPr txBox="1"/>
          <p:nvPr/>
        </p:nvSpPr>
        <p:spPr>
          <a:xfrm>
            <a:off x="324000" y="810000"/>
            <a:ext cx="3935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Total cost = 4.68 + 3.04 + 2.54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75" name="Google Shape;1075;p88"/>
          <p:cNvPicPr preferRelativeResize="0"/>
          <p:nvPr/>
        </p:nvPicPr>
        <p:blipFill>
          <a:blip r:embed="rId4">
            <a:alphaModFix/>
          </a:blip>
          <a:srcRect l="45794"/>
          <a:stretch>
            <a:fillRect/>
          </a:stretch>
        </p:blipFill>
        <p:spPr>
          <a:xfrm>
            <a:off x="4689900" y="1726592"/>
            <a:ext cx="1814798" cy="308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6" name="Google Shape;1076;p88"/>
          <p:cNvPicPr preferRelativeResize="0"/>
          <p:nvPr/>
        </p:nvPicPr>
        <p:blipFill>
          <a:blip r:embed="rId4">
            <a:alphaModFix/>
          </a:blip>
          <a:srcRect r="57786" b="72731"/>
          <a:stretch>
            <a:fillRect/>
          </a:stretch>
        </p:blipFill>
        <p:spPr>
          <a:xfrm>
            <a:off x="6582150" y="1829013"/>
            <a:ext cx="1112100" cy="66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7" name="Google Shape;1077;p8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83050" y="1726600"/>
            <a:ext cx="1828489" cy="3085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8" name="Google Shape;1078;p88"/>
          <p:cNvPicPr preferRelativeResize="0"/>
          <p:nvPr/>
        </p:nvPicPr>
        <p:blipFill>
          <a:blip r:embed="rId6">
            <a:alphaModFix/>
          </a:blip>
          <a:srcRect l="1496" t="26579" r="58386" b="11189"/>
          <a:stretch>
            <a:fillRect/>
          </a:stretch>
        </p:blipFill>
        <p:spPr>
          <a:xfrm>
            <a:off x="6582150" y="1829025"/>
            <a:ext cx="1093143" cy="66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82" name="Shape 1082"/>
        <p:cNvGrpSpPr/>
        <p:nvPr/>
      </p:nvGrpSpPr>
      <p:grpSpPr>
        <a:xfrm>
          <a:off x="0" y="0"/>
          <a:ext cx="0" cy="0"/>
        </a:xfrm>
      </p:grpSpPr>
      <p:sp>
        <p:nvSpPr>
          <p:cNvPr id="1083" name="Google Shape;1083;p89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a calculator for decimal calculations</a:t>
            </a:r>
            <a:endParaRPr/>
          </a:p>
        </p:txBody>
      </p:sp>
      <p:sp>
        <p:nvSpPr>
          <p:cNvPr id="1084" name="Google Shape;1084;p89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£157.66</a:t>
            </a:r>
            <a:endParaRPr/>
          </a:p>
        </p:txBody>
      </p:sp>
      <p:pic>
        <p:nvPicPr>
          <p:cNvPr id="1085" name="Google Shape;1085;p89"/>
          <p:cNvPicPr preferRelativeResize="0"/>
          <p:nvPr/>
        </p:nvPicPr>
        <p:blipFill>
          <a:blip r:embed="rId3">
            <a:alphaModFix/>
          </a:blip>
          <a:srcRect l="27398" t="7218" r="63798" b="49194"/>
          <a:stretch>
            <a:fillRect/>
          </a:stretch>
        </p:blipFill>
        <p:spPr>
          <a:xfrm>
            <a:off x="6580697" y="725132"/>
            <a:ext cx="479811" cy="13107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6" name="Google Shape;1086;p89"/>
          <p:cNvPicPr preferRelativeResize="0"/>
          <p:nvPr/>
        </p:nvPicPr>
        <p:blipFill>
          <a:blip r:embed="rId3">
            <a:alphaModFix/>
          </a:blip>
          <a:srcRect l="45473" t="7218" r="45723" b="49194"/>
          <a:stretch>
            <a:fillRect/>
          </a:stretch>
        </p:blipFill>
        <p:spPr>
          <a:xfrm>
            <a:off x="7384439" y="706134"/>
            <a:ext cx="479811" cy="13107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7" name="Google Shape;1087;p89"/>
          <p:cNvPicPr preferRelativeResize="0"/>
          <p:nvPr/>
        </p:nvPicPr>
        <p:blipFill>
          <a:blip r:embed="rId3">
            <a:alphaModFix/>
          </a:blip>
          <a:srcRect l="63296" t="7218" r="27900" b="49194"/>
          <a:stretch>
            <a:fillRect/>
          </a:stretch>
        </p:blipFill>
        <p:spPr>
          <a:xfrm>
            <a:off x="8198449" y="731550"/>
            <a:ext cx="479811" cy="1310730"/>
          </a:xfrm>
          <a:prstGeom prst="rect">
            <a:avLst/>
          </a:prstGeom>
          <a:noFill/>
          <a:ln>
            <a:noFill/>
          </a:ln>
        </p:spPr>
      </p:pic>
      <p:sp>
        <p:nvSpPr>
          <p:cNvPr id="1088" name="Google Shape;1088;p89"/>
          <p:cNvSpPr txBox="1"/>
          <p:nvPr/>
        </p:nvSpPr>
        <p:spPr>
          <a:xfrm>
            <a:off x="8100619" y="1895250"/>
            <a:ext cx="714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£1.27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9" name="Google Shape;1089;p89"/>
          <p:cNvSpPr txBox="1"/>
          <p:nvPr/>
        </p:nvSpPr>
        <p:spPr>
          <a:xfrm>
            <a:off x="6333000" y="1895250"/>
            <a:ext cx="927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£1.56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0" name="Google Shape;1090;p89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Work out the total cost of 2 of each.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91" name="Google Shape;1091;p89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£7.18</a:t>
            </a:r>
            <a:endParaRPr/>
          </a:p>
        </p:txBody>
      </p:sp>
      <p:sp>
        <p:nvSpPr>
          <p:cNvPr id="1092" name="Google Shape;1092;p89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£7.16</a:t>
            </a:r>
            <a:endParaRPr/>
          </a:p>
        </p:txBody>
      </p:sp>
      <p:pic>
        <p:nvPicPr>
          <p:cNvPr id="1093" name="Google Shape;1093;p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92058" y="2779250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4" name="Google Shape;1094;p89"/>
          <p:cNvSpPr txBox="1"/>
          <p:nvPr/>
        </p:nvSpPr>
        <p:spPr>
          <a:xfrm>
            <a:off x="7362813" y="1895250"/>
            <a:ext cx="559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76p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98" name="Shape 1098"/>
        <p:cNvGrpSpPr/>
        <p:nvPr/>
      </p:nvGrpSpPr>
      <p:grpSpPr>
        <a:xfrm>
          <a:off x="0" y="0"/>
          <a:ext cx="0" cy="0"/>
        </a:xfrm>
      </p:grpSpPr>
      <p:sp>
        <p:nvSpPr>
          <p:cNvPr id="1099" name="Google Shape;1099;p90"/>
          <p:cNvSpPr txBox="1"/>
          <p:nvPr>
            <p:ph type="body" idx="1"/>
          </p:nvPr>
        </p:nvSpPr>
        <p:spPr>
          <a:xfrm>
            <a:off x="400200" y="759300"/>
            <a:ext cx="5528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68300" algn="l" rtl="0">
              <a:spcBef>
                <a:spcPct val="0"/>
              </a:spcBef>
              <a:spcAft>
                <a:spcPct val="0"/>
              </a:spcAft>
              <a:buSzPts val="2200"/>
              <a:buAutoNum type="arabicParenR"/>
            </a:pPr>
            <a:r>
              <a:rPr lang="en-GB"/>
              <a:t>Work out the cost of the following: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/>
          </a:p>
          <a:p>
            <a:pPr marL="457200" lvl="0" indent="-368300" algn="l" rtl="0">
              <a:spcBef>
                <a:spcPts val="1000"/>
              </a:spcBef>
              <a:spcAft>
                <a:spcPct val="0"/>
              </a:spcAft>
              <a:buSzPts val="2200"/>
              <a:buAutoNum type="alphaLcParenR"/>
            </a:pPr>
            <a:r>
              <a:rPr lang="en-GB"/>
              <a:t>5 pens and 2 pencils  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marL="457200" lvl="0" indent="-368300" algn="l" rtl="0">
              <a:spcBef>
                <a:spcPct val="0"/>
              </a:spcBef>
              <a:spcAft>
                <a:spcPct val="0"/>
              </a:spcAft>
              <a:buSzPts val="2200"/>
              <a:buAutoNum type="alphaLcParenR"/>
            </a:pPr>
            <a:r>
              <a:rPr lang="en-GB"/>
              <a:t>4 pens, 6 pencils and 1 highlighter  </a:t>
            </a:r>
            <a:endParaRPr/>
          </a:p>
          <a:p>
            <a:pPr marL="457200" lvl="0" indent="-368300" algn="l" rtl="0">
              <a:spcBef>
                <a:spcPct val="0"/>
              </a:spcBef>
              <a:spcAft>
                <a:spcPct val="0"/>
              </a:spcAft>
              <a:buSzPts val="2200"/>
              <a:buAutoNum type="alphaLcParenR"/>
            </a:pPr>
            <a:r>
              <a:rPr lang="en-GB"/>
              <a:t>1 pen, 4 pencils and 5 highlighters  </a:t>
            </a:r>
            <a:endParaRPr/>
          </a:p>
          <a:p>
            <a:pPr marL="457200" lvl="0" indent="-368300" algn="l" rtl="0">
              <a:spcBef>
                <a:spcPct val="0"/>
              </a:spcBef>
              <a:spcAft>
                <a:spcPct val="0"/>
              </a:spcAft>
              <a:buSzPts val="2200"/>
              <a:buAutoNum type="alphaLcParenR"/>
            </a:pPr>
            <a:r>
              <a:rPr lang="en-GB"/>
              <a:t>12 pencils and 6 highlighters  </a:t>
            </a:r>
            <a:endParaRPr/>
          </a:p>
          <a:p>
            <a:pPr marL="457200" lvl="0" indent="-368300" algn="l" rtl="0">
              <a:spcBef>
                <a:spcPct val="0"/>
              </a:spcBef>
              <a:spcAft>
                <a:spcPct val="0"/>
              </a:spcAft>
              <a:buSzPts val="2200"/>
              <a:buAutoNum type="alphaLcParenR"/>
            </a:pPr>
            <a:r>
              <a:rPr lang="en-GB"/>
              <a:t>8 pens, 5 pencils and 3 highlighters  </a:t>
            </a:r>
            <a:endParaRPr/>
          </a:p>
          <a:p>
            <a:pPr marL="457200" lvl="0" indent="-368300" algn="l" rtl="0">
              <a:spcBef>
                <a:spcPct val="0"/>
              </a:spcBef>
              <a:spcAft>
                <a:spcPct val="0"/>
              </a:spcAft>
              <a:buSzPts val="2200"/>
              <a:buAutoNum type="alphaLcParenR"/>
            </a:pPr>
            <a:r>
              <a:rPr lang="en-GB"/>
              <a:t>175 of each </a:t>
            </a:r>
            <a:endParaRPr/>
          </a:p>
        </p:txBody>
      </p:sp>
      <p:sp>
        <p:nvSpPr>
          <p:cNvPr id="1100" name="Google Shape;1100;p90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Using a calculator for decimal calculations</a:t>
            </a:r>
            <a:endParaRPr/>
          </a:p>
        </p:txBody>
      </p:sp>
      <p:pic>
        <p:nvPicPr>
          <p:cNvPr id="1101" name="Google Shape;1101;p90"/>
          <p:cNvPicPr preferRelativeResize="0"/>
          <p:nvPr/>
        </p:nvPicPr>
        <p:blipFill>
          <a:blip r:embed="rId3">
            <a:alphaModFix/>
          </a:blip>
          <a:srcRect l="27398" t="7218" r="63798" b="49194"/>
          <a:stretch>
            <a:fillRect/>
          </a:stretch>
        </p:blipFill>
        <p:spPr>
          <a:xfrm>
            <a:off x="6580697" y="725132"/>
            <a:ext cx="479811" cy="13107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2" name="Google Shape;1102;p90"/>
          <p:cNvPicPr preferRelativeResize="0"/>
          <p:nvPr/>
        </p:nvPicPr>
        <p:blipFill>
          <a:blip r:embed="rId3">
            <a:alphaModFix/>
          </a:blip>
          <a:srcRect l="45473" t="7218" r="45723" b="49194"/>
          <a:stretch>
            <a:fillRect/>
          </a:stretch>
        </p:blipFill>
        <p:spPr>
          <a:xfrm>
            <a:off x="7384439" y="706134"/>
            <a:ext cx="479811" cy="13107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3" name="Google Shape;1103;p90"/>
          <p:cNvPicPr preferRelativeResize="0"/>
          <p:nvPr/>
        </p:nvPicPr>
        <p:blipFill>
          <a:blip r:embed="rId3">
            <a:alphaModFix/>
          </a:blip>
          <a:srcRect l="63296" t="7218" r="27900" b="49194"/>
          <a:stretch>
            <a:fillRect/>
          </a:stretch>
        </p:blipFill>
        <p:spPr>
          <a:xfrm>
            <a:off x="8198449" y="731550"/>
            <a:ext cx="479811" cy="1310730"/>
          </a:xfrm>
          <a:prstGeom prst="rect">
            <a:avLst/>
          </a:prstGeom>
          <a:noFill/>
          <a:ln>
            <a:noFill/>
          </a:ln>
        </p:spPr>
      </p:pic>
      <p:sp>
        <p:nvSpPr>
          <p:cNvPr id="1104" name="Google Shape;1104;p90"/>
          <p:cNvSpPr txBox="1"/>
          <p:nvPr/>
        </p:nvSpPr>
        <p:spPr>
          <a:xfrm>
            <a:off x="8100619" y="1895250"/>
            <a:ext cx="714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£1.27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5" name="Google Shape;1105;p90"/>
          <p:cNvSpPr txBox="1"/>
          <p:nvPr/>
        </p:nvSpPr>
        <p:spPr>
          <a:xfrm>
            <a:off x="7362813" y="1895250"/>
            <a:ext cx="559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76p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6" name="Google Shape;1106;p90"/>
          <p:cNvSpPr txBox="1"/>
          <p:nvPr/>
        </p:nvSpPr>
        <p:spPr>
          <a:xfrm>
            <a:off x="6333000" y="1895250"/>
            <a:ext cx="927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£1.56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2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10" name="Shape 1110"/>
        <p:cNvGrpSpPr/>
        <p:nvPr/>
      </p:nvGrpSpPr>
      <p:grpSpPr>
        <a:xfrm>
          <a:off x="0" y="0"/>
          <a:ext cx="0" cy="0"/>
        </a:xfrm>
      </p:grpSpPr>
      <p:sp>
        <p:nvSpPr>
          <p:cNvPr id="1111" name="Google Shape;1111;p91"/>
          <p:cNvSpPr txBox="1"/>
          <p:nvPr>
            <p:ph type="body" idx="1"/>
          </p:nvPr>
        </p:nvSpPr>
        <p:spPr>
          <a:xfrm>
            <a:off x="400200" y="759300"/>
            <a:ext cx="62568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68300" algn="l" rtl="0">
              <a:spcBef>
                <a:spcPct val="0"/>
              </a:spcBef>
              <a:spcAft>
                <a:spcPct val="0"/>
              </a:spcAft>
              <a:buSzPts val="2200"/>
              <a:buAutoNum type="arabicParenR"/>
            </a:pPr>
            <a:r>
              <a:rPr lang="en-GB"/>
              <a:t>Work out the cost of the following:</a:t>
            </a:r>
            <a:endParaRPr/>
          </a:p>
          <a:p>
            <a:pPr marL="45720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/>
          </a:p>
          <a:p>
            <a:pPr marL="457200" lvl="0" indent="-368300" algn="l" rtl="0">
              <a:spcBef>
                <a:spcPts val="1000"/>
              </a:spcBef>
              <a:spcAft>
                <a:spcPct val="0"/>
              </a:spcAft>
              <a:buSzPts val="2200"/>
              <a:buAutoNum type="alphaLcParenR"/>
            </a:pPr>
            <a:r>
              <a:rPr lang="en-GB"/>
              <a:t>5 pens and 2 pencils 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£9.32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marL="457200" lvl="0" indent="-368300" algn="l" rtl="0">
              <a:spcBef>
                <a:spcPct val="0"/>
              </a:spcBef>
              <a:spcAft>
                <a:spcPct val="0"/>
              </a:spcAft>
              <a:buSzPts val="2200"/>
              <a:buAutoNum type="alphaLcParenR"/>
            </a:pPr>
            <a:r>
              <a:rPr lang="en-GB"/>
              <a:t>4 pens, 6 pencils and 1 highlighter 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£12.07</a:t>
            </a:r>
            <a:endParaRPr/>
          </a:p>
          <a:p>
            <a:pPr marL="457200" lvl="0" indent="-368300" algn="l" rtl="0">
              <a:spcBef>
                <a:spcPct val="0"/>
              </a:spcBef>
              <a:spcAft>
                <a:spcPct val="0"/>
              </a:spcAft>
              <a:buSzPts val="2200"/>
              <a:buAutoNum type="alphaLcParenR"/>
            </a:pPr>
            <a:r>
              <a:rPr lang="en-GB"/>
              <a:t>1 pen, 4 pencils and 5 highlighters 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£10.95</a:t>
            </a:r>
            <a:endParaRPr/>
          </a:p>
          <a:p>
            <a:pPr marL="457200" lvl="0" indent="-368300" algn="l" rtl="0">
              <a:spcBef>
                <a:spcPct val="0"/>
              </a:spcBef>
              <a:spcAft>
                <a:spcPct val="0"/>
              </a:spcAft>
              <a:buSzPts val="2200"/>
              <a:buAutoNum type="alphaLcParenR"/>
            </a:pPr>
            <a:r>
              <a:rPr lang="en-GB"/>
              <a:t>12 pencils and 6 highlighters 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£16.74</a:t>
            </a:r>
            <a:endParaRPr/>
          </a:p>
          <a:p>
            <a:pPr marL="457200" lvl="0" indent="-368300" algn="l" rtl="0">
              <a:spcBef>
                <a:spcPct val="0"/>
              </a:spcBef>
              <a:spcAft>
                <a:spcPct val="0"/>
              </a:spcAft>
              <a:buSzPts val="2200"/>
              <a:buAutoNum type="alphaLcParenR"/>
            </a:pPr>
            <a:r>
              <a:rPr lang="en-GB"/>
              <a:t>8 pens, 5 pencils and 3 highlighters 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£20.09</a:t>
            </a:r>
            <a:endParaRPr/>
          </a:p>
          <a:p>
            <a:pPr marL="457200" lvl="0" indent="-368300" algn="l" rtl="0">
              <a:spcBef>
                <a:spcPct val="0"/>
              </a:spcBef>
              <a:spcAft>
                <a:spcPct val="0"/>
              </a:spcAft>
              <a:buSzPts val="2200"/>
              <a:buAutoNum type="alphaLcParenR"/>
            </a:pPr>
            <a:r>
              <a:rPr lang="en-GB"/>
              <a:t>175 of each 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£628.25</a:t>
            </a:r>
            <a:endParaRPr/>
          </a:p>
        </p:txBody>
      </p:sp>
      <p:sp>
        <p:nvSpPr>
          <p:cNvPr id="1112" name="Google Shape;1112;p91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Using a calculator for decimal calculations</a:t>
            </a:r>
            <a:endParaRPr/>
          </a:p>
        </p:txBody>
      </p:sp>
      <p:pic>
        <p:nvPicPr>
          <p:cNvPr id="1113" name="Google Shape;1113;p91"/>
          <p:cNvPicPr preferRelativeResize="0"/>
          <p:nvPr/>
        </p:nvPicPr>
        <p:blipFill>
          <a:blip r:embed="rId3">
            <a:alphaModFix/>
          </a:blip>
          <a:srcRect l="27398" t="7218" r="63798" b="49194"/>
          <a:stretch>
            <a:fillRect/>
          </a:stretch>
        </p:blipFill>
        <p:spPr>
          <a:xfrm>
            <a:off x="6580697" y="725132"/>
            <a:ext cx="479811" cy="13107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4" name="Google Shape;1114;p91"/>
          <p:cNvPicPr preferRelativeResize="0"/>
          <p:nvPr/>
        </p:nvPicPr>
        <p:blipFill>
          <a:blip r:embed="rId3">
            <a:alphaModFix/>
          </a:blip>
          <a:srcRect l="45473" t="7218" r="45723" b="49194"/>
          <a:stretch>
            <a:fillRect/>
          </a:stretch>
        </p:blipFill>
        <p:spPr>
          <a:xfrm>
            <a:off x="7384439" y="706134"/>
            <a:ext cx="479811" cy="13107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5" name="Google Shape;1115;p91"/>
          <p:cNvPicPr preferRelativeResize="0"/>
          <p:nvPr/>
        </p:nvPicPr>
        <p:blipFill>
          <a:blip r:embed="rId3">
            <a:alphaModFix/>
          </a:blip>
          <a:srcRect l="63296" t="7218" r="27900" b="49194"/>
          <a:stretch>
            <a:fillRect/>
          </a:stretch>
        </p:blipFill>
        <p:spPr>
          <a:xfrm>
            <a:off x="8198449" y="731550"/>
            <a:ext cx="479811" cy="1310730"/>
          </a:xfrm>
          <a:prstGeom prst="rect">
            <a:avLst/>
          </a:prstGeom>
          <a:noFill/>
          <a:ln>
            <a:noFill/>
          </a:ln>
        </p:spPr>
      </p:pic>
      <p:sp>
        <p:nvSpPr>
          <p:cNvPr id="1116" name="Google Shape;1116;p91"/>
          <p:cNvSpPr txBox="1"/>
          <p:nvPr/>
        </p:nvSpPr>
        <p:spPr>
          <a:xfrm>
            <a:off x="8100619" y="1895250"/>
            <a:ext cx="714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£1.27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7" name="Google Shape;1117;p91"/>
          <p:cNvSpPr txBox="1"/>
          <p:nvPr/>
        </p:nvSpPr>
        <p:spPr>
          <a:xfrm>
            <a:off x="7362813" y="1895250"/>
            <a:ext cx="559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76p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8" name="Google Shape;1118;p91"/>
          <p:cNvSpPr txBox="1"/>
          <p:nvPr/>
        </p:nvSpPr>
        <p:spPr>
          <a:xfrm>
            <a:off x="6333000" y="1895250"/>
            <a:ext cx="927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£1.56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2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22" name="Shape 1122"/>
        <p:cNvGrpSpPr/>
        <p:nvPr/>
      </p:nvGrpSpPr>
      <p:grpSpPr>
        <a:xfrm>
          <a:off x="0" y="0"/>
          <a:ext cx="0" cy="0"/>
        </a:xfrm>
      </p:grpSpPr>
      <p:sp>
        <p:nvSpPr>
          <p:cNvPr id="1123" name="Google Shape;1123;p92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It is very important to consider if your answers are reasonable.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An answer can be checked to see if it appears to be too big or small.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Using a calculator does not guarantee the correct answer.  Always check what you have inputted.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Using the ‘Ans’ button can be more efficient and can allow for greater accuracy.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  <p:sp>
        <p:nvSpPr>
          <p:cNvPr id="1124" name="Google Shape;1124;p92"/>
          <p:cNvSpPr txBox="1"/>
          <p:nvPr>
            <p:ph type="title"/>
          </p:nvPr>
        </p:nvSpPr>
        <p:spPr>
          <a:xfrm>
            <a:off x="1684800" y="5125"/>
            <a:ext cx="71352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Securing understanding of arithmetic procedures with integers and decimals</a:t>
            </a:r>
            <a:endParaRPr/>
          </a:p>
        </p:txBody>
      </p:sp>
    </p:spTree>
  </p:cSld>
  <p:clrMapOvr>
    <a:masterClrMapping/>
  </p:clrMapOvr>
  <p:transition/>
  <p:timing/>
</p:sld>
</file>

<file path=ppt/slides/slide3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28" name="Shape 1128"/>
        <p:cNvGrpSpPr/>
        <p:nvPr/>
      </p:nvGrpSpPr>
      <p:grpSpPr>
        <a:xfrm>
          <a:off x="0" y="0"/>
          <a:ext cx="0" cy="0"/>
        </a:xfrm>
      </p:grpSpPr>
      <p:sp>
        <p:nvSpPr>
          <p:cNvPr id="1129" name="Google Shape;1129;p93"/>
          <p:cNvSpPr txBox="1"/>
          <p:nvPr>
            <p:ph type="subTitle" idx="1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130" name="Google Shape;1130;p9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6.0.31"/>
  <p:tag name="AS_OS" val="Microsoft Windows NT 10.0.17763.0"/>
  <p:tag name="AS_RELEASE_DATE" val="2026.01.14"/>
  <p:tag name="AS_TITLE" val="Aspose.Slides for .NET6"/>
  <p:tag name="AS_VERSION" val="26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204</Paragraphs>
  <Slides>30</Slides>
  <Notes>30</Notes>
  <TotalTime>0</TotalTime>
  <HiddenSlides>1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baseType="lpstr" size="38">
      <vt:lpstr>Arial</vt:lpstr>
      <vt:lpstr>Lexend</vt:lpstr>
      <vt:lpstr>Lexend Medium</vt:lpstr>
      <vt:lpstr>Kalam</vt:lpstr>
      <vt:lpstr>Lexend Light</vt:lpstr>
      <vt:lpstr>Calibri</vt:lpstr>
      <vt:lpstr>ABeeZee</vt:lpstr>
      <vt:lpstr>simple-light-2</vt:lpstr>
      <vt:lpstr>Securing understanding of arithmetic procedures with integers and decimals</vt:lpstr>
      <vt:lpstr>PowerPoint Presentation</vt:lpstr>
      <vt:lpstr>PowerPoint Presentation</vt:lpstr>
      <vt:lpstr>PowerPoint Presentation</vt:lpstr>
      <vt:lpstr>PowerPoint Presentation</vt:lpstr>
      <vt:lpstr>Using a calculator for integer calculations</vt:lpstr>
      <vt:lpstr>Using a calculator for integer calculations</vt:lpstr>
      <vt:lpstr>Using a calculator for integer calculations</vt:lpstr>
      <vt:lpstr>Using a calculator for integer calculations</vt:lpstr>
      <vt:lpstr>Using a calculator for integer calculations</vt:lpstr>
      <vt:lpstr>Using a calculator for integer calculations</vt:lpstr>
      <vt:lpstr>Using a calculator for integer calculations</vt:lpstr>
      <vt:lpstr>Using a calculator for integer calculations</vt:lpstr>
      <vt:lpstr>Using a calculator for integer calculations</vt:lpstr>
      <vt:lpstr>Using a calculator for integer calculations</vt:lpstr>
      <vt:lpstr>PowerPoint Presentation</vt:lpstr>
      <vt:lpstr>PowerPoint Presentation</vt:lpstr>
      <vt:lpstr>Using a calculator for integer calculations</vt:lpstr>
      <vt:lpstr>Using a calculator for decimal calculations</vt:lpstr>
      <vt:lpstr>Using a calculator for decimal calculations</vt:lpstr>
      <vt:lpstr>Using a calculator for decimal calculations</vt:lpstr>
      <vt:lpstr>Using a calculator for decimal calculations</vt:lpstr>
      <vt:lpstr>Using a calculator for decimal calculations</vt:lpstr>
      <vt:lpstr>Using a calculator for decimal calculations</vt:lpstr>
      <vt:lpstr>Using a calculator for decimal calculations</vt:lpstr>
      <vt:lpstr>Using a calculator for decimal calculations</vt:lpstr>
      <vt:lpstr>PowerPoint Presentation</vt:lpstr>
      <vt:lpstr>PowerPoint Presentation</vt:lpstr>
      <vt:lpstr>Securing understanding of arithmetic procedures with integers and decimals</vt:lpstr>
      <vt:lpstr>PowerPoint Presentation</vt:lpstr>
    </vt:vector>
  </TitlesOfParts>
  <LinksUpToDate>0</LinksUpToDate>
  <SharedDoc>0</SharedDoc>
  <HyperlinksChanged>0</HyperlinksChanged>
  <Application>Aspose.Slides for .NET</Application>
  <AppVersion>26.0100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2026-03-12T16:16:16.018</cp:lastPrinted>
  <dcterms:created xsi:type="dcterms:W3CDTF">2026-03-12T16:16:16Z</dcterms:created>
  <dcterms:modified xsi:type="dcterms:W3CDTF">2026-03-12T16:16:56Z</dcterms:modified>
</cp:coreProperties>
</file>