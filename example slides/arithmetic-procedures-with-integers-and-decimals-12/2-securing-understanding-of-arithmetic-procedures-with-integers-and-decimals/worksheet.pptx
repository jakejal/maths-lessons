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6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C9DE5546-376B-4015-A961-8D966E75DAE3}">
  <a:tblStyle styleId="{C9DE5546-376B-4015-A961-8D966E75DAE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  <p:guideLst/>
    </p:cSldViewPr>
  </p:slide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0" cy="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" name="Shape 157"/>
        <p:cNvGrpSpPr/>
        <p:nvPr/>
      </p:nvGrpSpPr>
      <p:grpSpPr>
        <a:xfrm>
          <a:off x="0" y="0"/>
          <a:ext cx="0" cy="0"/>
        </a:xfrm>
      </p:grpSpPr>
      <p:sp>
        <p:nvSpPr>
          <p:cNvPr id="158" name="Google Shape;158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9" name="Shape 189"/>
        <p:cNvGrpSpPr/>
        <p:nvPr/>
      </p:nvGrpSpPr>
      <p:grpSpPr>
        <a:xfrm>
          <a:off x="0" y="0"/>
          <a:ext cx="0" cy="0"/>
        </a:xfrm>
      </p:grpSpPr>
      <p:sp>
        <p:nvSpPr>
          <p:cNvPr id="190" name="Google Shape;190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 userDrawn="1">
          <p15:clr>
            <a:srgbClr val="D9D9D9"/>
          </p15:clr>
        </p15:guide>
        <p15:guide id="2" orient="horz" pos="544" userDrawn="1">
          <p15:clr>
            <a:srgbClr val="D9D9D9"/>
          </p15:clr>
        </p15:guide>
        <p15:guide id="3" orient="horz" pos="1916" userDrawn="1">
          <p15:clr>
            <a:srgbClr val="D9D9D9"/>
          </p15:clr>
        </p15:guide>
        <p15:guide id="4" orient="horz" pos="3368" userDrawn="1">
          <p15:clr>
            <a:srgbClr val="D9D9D9"/>
          </p15:clr>
        </p15:guide>
        <p15:guide id="5" orient="horz" pos="4762" userDrawn="1">
          <p15:clr>
            <a:srgbClr val="D9D9D9"/>
          </p15:clr>
        </p15:guide>
        <p15:guide id="6" pos="295" userDrawn="1">
          <p15:clr>
            <a:srgbClr val="FF0000"/>
          </p15:clr>
        </p15:guide>
        <p15:guide id="7" pos="4467" userDrawn="1">
          <p15:clr>
            <a:srgbClr val="FF0000"/>
          </p15:clr>
        </p15:guide>
        <p15:guide id="8" pos="1519" userDrawn="1">
          <p15:clr>
            <a:srgbClr val="D9D9D9"/>
          </p15:clr>
        </p15:guide>
        <p15:guide id="9" pos="1764" userDrawn="1">
          <p15:clr>
            <a:srgbClr val="D9D9D9"/>
          </p15:clr>
        </p15:guide>
        <p15:guide id="10" pos="3243" userDrawn="1">
          <p15:clr>
            <a:srgbClr val="D9D9D9"/>
          </p15:clr>
        </p15:guide>
        <p15:guide id="11" pos="2998" userDrawn="1">
          <p15:clr>
            <a:srgbClr val="D9D9D9"/>
          </p15:clr>
        </p15:guide>
        <p15:guide id="12" pos="3120" userDrawn="1">
          <p15:clr>
            <a:srgbClr val="D9D9D9"/>
          </p15:clr>
        </p15:guide>
        <p15:guide id="13" pos="1642" userDrawn="1">
          <p15:clr>
            <a:srgbClr val="D9D9D9"/>
          </p15:clr>
        </p15:guide>
        <p15:guide id="14" pos="2381" userDrawn="1">
          <p15:clr>
            <a:srgbClr val="D9D9D9"/>
          </p15:clr>
        </p15:guide>
        <p15:guide id="15" pos="2154" userDrawn="1">
          <p15:clr>
            <a:srgbClr val="FF0000"/>
          </p15:clr>
        </p15:guide>
        <p15:guide id="16" pos="2608" userDrawn="1">
          <p15:clr>
            <a:srgbClr val="FF0000"/>
          </p15:clr>
        </p15:guide>
        <p15:guide id="17" orient="horz" pos="227" userDrawn="1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 userDrawn="1">
          <p15:clr>
            <a:srgbClr val="D9D9D9"/>
          </p15:clr>
        </p15:guide>
        <p15:guide id="2" orient="horz" pos="544" userDrawn="1">
          <p15:clr>
            <a:srgbClr val="D9D9D9"/>
          </p15:clr>
        </p15:guide>
        <p15:guide id="3" orient="horz" pos="1916" userDrawn="1">
          <p15:clr>
            <a:srgbClr val="D9D9D9"/>
          </p15:clr>
        </p15:guide>
        <p15:guide id="4" orient="horz" pos="3368" userDrawn="1">
          <p15:clr>
            <a:srgbClr val="D9D9D9"/>
          </p15:clr>
        </p15:guide>
        <p15:guide id="5" orient="horz" pos="4762" userDrawn="1">
          <p15:clr>
            <a:srgbClr val="D9D9D9"/>
          </p15:clr>
        </p15:guide>
        <p15:guide id="6" pos="295" userDrawn="1">
          <p15:clr>
            <a:srgbClr val="FF0000"/>
          </p15:clr>
        </p15:guide>
        <p15:guide id="7" pos="4467" userDrawn="1">
          <p15:clr>
            <a:srgbClr val="FF0000"/>
          </p15:clr>
        </p15:guide>
        <p15:guide id="8" pos="1519" userDrawn="1">
          <p15:clr>
            <a:srgbClr val="D9D9D9"/>
          </p15:clr>
        </p15:guide>
        <p15:guide id="9" pos="1764" userDrawn="1">
          <p15:clr>
            <a:srgbClr val="D9D9D9"/>
          </p15:clr>
        </p15:guide>
        <p15:guide id="10" pos="3243" userDrawn="1">
          <p15:clr>
            <a:srgbClr val="D9D9D9"/>
          </p15:clr>
        </p15:guide>
        <p15:guide id="11" pos="2998" userDrawn="1">
          <p15:clr>
            <a:srgbClr val="D9D9D9"/>
          </p15:clr>
        </p15:guide>
        <p15:guide id="12" pos="3120" userDrawn="1">
          <p15:clr>
            <a:srgbClr val="D9D9D9"/>
          </p15:clr>
        </p15:guide>
        <p15:guide id="13" pos="1642" userDrawn="1">
          <p15:clr>
            <a:srgbClr val="D9D9D9"/>
          </p15:clr>
        </p15:guide>
        <p15:guide id="14" pos="2381" userDrawn="1">
          <p15:clr>
            <a:srgbClr val="D9D9D9"/>
          </p15:clr>
        </p15:guide>
        <p15:guide id="15" pos="2154" userDrawn="1">
          <p15:clr>
            <a:srgbClr val="FF0000"/>
          </p15:clr>
        </p15:guide>
        <p15:guide id="16" pos="2608" userDrawn="1">
          <p15:clr>
            <a:srgbClr val="FF0000"/>
          </p15:clr>
        </p15:guide>
        <p15:guide id="17" orient="horz" pos="227" userDrawn="1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 userDrawn="1">
          <p15:clr>
            <a:srgbClr val="D9D9D9"/>
          </p15:clr>
        </p15:guide>
        <p15:guide id="2" orient="horz" pos="544" userDrawn="1">
          <p15:clr>
            <a:srgbClr val="D9D9D9"/>
          </p15:clr>
        </p15:guide>
        <p15:guide id="3" orient="horz" pos="1916" userDrawn="1">
          <p15:clr>
            <a:srgbClr val="D9D9D9"/>
          </p15:clr>
        </p15:guide>
        <p15:guide id="4" orient="horz" pos="3368" userDrawn="1">
          <p15:clr>
            <a:srgbClr val="D9D9D9"/>
          </p15:clr>
        </p15:guide>
        <p15:guide id="5" orient="horz" pos="4762" userDrawn="1">
          <p15:clr>
            <a:srgbClr val="D9D9D9"/>
          </p15:clr>
        </p15:guide>
        <p15:guide id="6" orient="horz" pos="6282" userDrawn="1">
          <p15:clr>
            <a:srgbClr val="D9D9D9"/>
          </p15:clr>
        </p15:guide>
        <p15:guide id="7" pos="295" userDrawn="1">
          <p15:clr>
            <a:srgbClr val="FF0000"/>
          </p15:clr>
        </p15:guide>
        <p15:guide id="8" pos="4467" userDrawn="1">
          <p15:clr>
            <a:srgbClr val="FF0000"/>
          </p15:clr>
        </p15:guide>
        <p15:guide id="9" pos="1519" userDrawn="1">
          <p15:clr>
            <a:srgbClr val="D9D9D9"/>
          </p15:clr>
        </p15:guide>
        <p15:guide id="10" pos="1764" userDrawn="1">
          <p15:clr>
            <a:srgbClr val="D9D9D9"/>
          </p15:clr>
        </p15:guide>
        <p15:guide id="11" pos="3243" userDrawn="1">
          <p15:clr>
            <a:srgbClr val="D9D9D9"/>
          </p15:clr>
        </p15:guide>
        <p15:guide id="12" pos="2998" userDrawn="1">
          <p15:clr>
            <a:srgbClr val="D9D9D9"/>
          </p15:clr>
        </p15:guide>
        <p15:guide id="13" pos="3120" userDrawn="1">
          <p15:clr>
            <a:srgbClr val="D9D9D9"/>
          </p15:clr>
        </p15:guide>
        <p15:guide id="14" pos="1642" userDrawn="1">
          <p15:clr>
            <a:srgbClr val="D9D9D9"/>
          </p15:clr>
        </p15:guide>
        <p15:guide id="15" pos="2381" userDrawn="1">
          <p15:clr>
            <a:srgbClr val="D9D9D9"/>
          </p15:clr>
        </p15:guide>
        <p15:guide id="16" pos="2154" userDrawn="1">
          <p15:clr>
            <a:srgbClr val="FF0000"/>
          </p15:clr>
        </p15:guide>
        <p15:guide id="17" pos="2608" userDrawn="1">
          <p15:clr>
            <a:srgbClr val="FF0000"/>
          </p15:clr>
        </p15:guide>
        <p15:guide id="18" orient="horz" pos="227" userDrawn="1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 userDrawn="1">
          <p15:clr>
            <a:srgbClr val="D9D9D9"/>
          </p15:clr>
        </p15:guide>
        <p15:guide id="2" orient="horz" pos="544" userDrawn="1">
          <p15:clr>
            <a:srgbClr val="D9D9D9"/>
          </p15:clr>
        </p15:guide>
        <p15:guide id="3" orient="horz" pos="1916" userDrawn="1">
          <p15:clr>
            <a:srgbClr val="D9D9D9"/>
          </p15:clr>
        </p15:guide>
        <p15:guide id="4" orient="horz" pos="3368" userDrawn="1">
          <p15:clr>
            <a:srgbClr val="D9D9D9"/>
          </p15:clr>
        </p15:guide>
        <p15:guide id="5" orient="horz" pos="4762" userDrawn="1">
          <p15:clr>
            <a:srgbClr val="D9D9D9"/>
          </p15:clr>
        </p15:guide>
        <p15:guide id="6" orient="horz" pos="6282" userDrawn="1">
          <p15:clr>
            <a:srgbClr val="D9D9D9"/>
          </p15:clr>
        </p15:guide>
        <p15:guide id="7" pos="295" userDrawn="1">
          <p15:clr>
            <a:srgbClr val="FF0000"/>
          </p15:clr>
        </p15:guide>
        <p15:guide id="8" pos="4467" userDrawn="1">
          <p15:clr>
            <a:srgbClr val="FF0000"/>
          </p15:clr>
        </p15:guide>
        <p15:guide id="9" pos="1519" userDrawn="1">
          <p15:clr>
            <a:srgbClr val="D9D9D9"/>
          </p15:clr>
        </p15:guide>
        <p15:guide id="10" pos="1764" userDrawn="1">
          <p15:clr>
            <a:srgbClr val="D9D9D9"/>
          </p15:clr>
        </p15:guide>
        <p15:guide id="11" pos="3243" userDrawn="1">
          <p15:clr>
            <a:srgbClr val="D9D9D9"/>
          </p15:clr>
        </p15:guide>
        <p15:guide id="12" pos="2998" userDrawn="1">
          <p15:clr>
            <a:srgbClr val="D9D9D9"/>
          </p15:clr>
        </p15:guide>
        <p15:guide id="13" pos="3120" userDrawn="1">
          <p15:clr>
            <a:srgbClr val="D9D9D9"/>
          </p15:clr>
        </p15:guide>
        <p15:guide id="14" pos="1642" userDrawn="1">
          <p15:clr>
            <a:srgbClr val="D9D9D9"/>
          </p15:clr>
        </p15:guide>
        <p15:guide id="15" pos="2381" userDrawn="1">
          <p15:clr>
            <a:srgbClr val="D9D9D9"/>
          </p15:clr>
        </p15:guide>
        <p15:guide id="16" pos="2154" userDrawn="1">
          <p15:clr>
            <a:srgbClr val="FF0000"/>
          </p15:clr>
        </p15:guide>
        <p15:guide id="17" pos="2608" userDrawn="1">
          <p15:clr>
            <a:srgbClr val="FF0000"/>
          </p15:clr>
        </p15:guide>
        <p15:guide id="18" orient="horz" pos="227" userDrawn="1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 userDrawn="1">
          <p15:clr>
            <a:srgbClr val="D9D9D9"/>
          </p15:clr>
        </p15:guide>
        <p15:guide id="2" orient="horz" pos="544" userDrawn="1">
          <p15:clr>
            <a:srgbClr val="D9D9D9"/>
          </p15:clr>
        </p15:guide>
        <p15:guide id="3" orient="horz" pos="1916" userDrawn="1">
          <p15:clr>
            <a:srgbClr val="D9D9D9"/>
          </p15:clr>
        </p15:guide>
        <p15:guide id="4" orient="horz" pos="3368" userDrawn="1">
          <p15:clr>
            <a:srgbClr val="D9D9D9"/>
          </p15:clr>
        </p15:guide>
        <p15:guide id="5" orient="horz" pos="4762" userDrawn="1">
          <p15:clr>
            <a:srgbClr val="D9D9D9"/>
          </p15:clr>
        </p15:guide>
        <p15:guide id="6" orient="horz" pos="6282" userDrawn="1">
          <p15:clr>
            <a:srgbClr val="D9D9D9"/>
          </p15:clr>
        </p15:guide>
        <p15:guide id="7" pos="295" userDrawn="1">
          <p15:clr>
            <a:srgbClr val="FF0000"/>
          </p15:clr>
        </p15:guide>
        <p15:guide id="8" pos="4467" userDrawn="1">
          <p15:clr>
            <a:srgbClr val="FF0000"/>
          </p15:clr>
        </p15:guide>
        <p15:guide id="9" pos="1519" userDrawn="1">
          <p15:clr>
            <a:srgbClr val="D9D9D9"/>
          </p15:clr>
        </p15:guide>
        <p15:guide id="10" pos="1764" userDrawn="1">
          <p15:clr>
            <a:srgbClr val="D9D9D9"/>
          </p15:clr>
        </p15:guide>
        <p15:guide id="11" pos="3243" userDrawn="1">
          <p15:clr>
            <a:srgbClr val="D9D9D9"/>
          </p15:clr>
        </p15:guide>
        <p15:guide id="12" pos="2998" userDrawn="1">
          <p15:clr>
            <a:srgbClr val="D9D9D9"/>
          </p15:clr>
        </p15:guide>
        <p15:guide id="13" pos="3120" userDrawn="1">
          <p15:clr>
            <a:srgbClr val="D9D9D9"/>
          </p15:clr>
        </p15:guide>
        <p15:guide id="14" pos="1642" userDrawn="1">
          <p15:clr>
            <a:srgbClr val="D9D9D9"/>
          </p15:clr>
        </p15:guide>
        <p15:guide id="15" pos="2381" userDrawn="1">
          <p15:clr>
            <a:srgbClr val="D9D9D9"/>
          </p15:clr>
        </p15:guide>
        <p15:guide id="16" pos="2154" userDrawn="1">
          <p15:clr>
            <a:srgbClr val="FF0000"/>
          </p15:clr>
        </p15:guide>
        <p15:guide id="17" pos="2608" userDrawn="1">
          <p15:clr>
            <a:srgbClr val="FF0000"/>
          </p15:clr>
        </p15:guide>
        <p15:guide id="18" orient="horz" pos="227" userDrawn="1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 userDrawn="1">
          <p15:clr>
            <a:srgbClr val="D9D9D9"/>
          </p15:clr>
        </p15:guide>
        <p15:guide id="2" orient="horz" pos="544" userDrawn="1">
          <p15:clr>
            <a:srgbClr val="D9D9D9"/>
          </p15:clr>
        </p15:guide>
        <p15:guide id="3" orient="horz" pos="1916" userDrawn="1">
          <p15:clr>
            <a:srgbClr val="D9D9D9"/>
          </p15:clr>
        </p15:guide>
        <p15:guide id="4" orient="horz" pos="3368" userDrawn="1">
          <p15:clr>
            <a:srgbClr val="D9D9D9"/>
          </p15:clr>
        </p15:guide>
        <p15:guide id="5" orient="horz" pos="4762" userDrawn="1">
          <p15:clr>
            <a:srgbClr val="D9D9D9"/>
          </p15:clr>
        </p15:guide>
        <p15:guide id="6" orient="horz" pos="6282" userDrawn="1">
          <p15:clr>
            <a:srgbClr val="D9D9D9"/>
          </p15:clr>
        </p15:guide>
        <p15:guide id="7" pos="295" userDrawn="1">
          <p15:clr>
            <a:srgbClr val="FF0000"/>
          </p15:clr>
        </p15:guide>
        <p15:guide id="8" pos="4467" userDrawn="1">
          <p15:clr>
            <a:srgbClr val="FF0000"/>
          </p15:clr>
        </p15:guide>
        <p15:guide id="9" pos="1519" userDrawn="1">
          <p15:clr>
            <a:srgbClr val="D9D9D9"/>
          </p15:clr>
        </p15:guide>
        <p15:guide id="10" pos="1764" userDrawn="1">
          <p15:clr>
            <a:srgbClr val="D9D9D9"/>
          </p15:clr>
        </p15:guide>
        <p15:guide id="11" pos="3243" userDrawn="1">
          <p15:clr>
            <a:srgbClr val="D9D9D9"/>
          </p15:clr>
        </p15:guide>
        <p15:guide id="12" pos="2998" userDrawn="1">
          <p15:clr>
            <a:srgbClr val="D9D9D9"/>
          </p15:clr>
        </p15:guide>
        <p15:guide id="13" pos="3120" userDrawn="1">
          <p15:clr>
            <a:srgbClr val="D9D9D9"/>
          </p15:clr>
        </p15:guide>
        <p15:guide id="14" pos="1642" userDrawn="1">
          <p15:clr>
            <a:srgbClr val="D9D9D9"/>
          </p15:clr>
        </p15:guide>
        <p15:guide id="15" pos="2381" userDrawn="1">
          <p15:clr>
            <a:srgbClr val="D9D9D9"/>
          </p15:clr>
        </p15:guide>
        <p15:guide id="16" pos="2154" userDrawn="1">
          <p15:clr>
            <a:srgbClr val="FF0000"/>
          </p15:clr>
        </p15:guide>
        <p15:guide id="17" pos="2608" userDrawn="1">
          <p15:clr>
            <a:srgbClr val="FF0000"/>
          </p15:clr>
        </p15:guide>
        <p15:guide id="18" orient="horz" pos="227" userDrawn="1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 userDrawn="1">
          <p15:clr>
            <a:srgbClr val="D9D9D9"/>
          </p15:clr>
        </p15:guide>
        <p15:guide id="2" orient="horz" pos="544" userDrawn="1">
          <p15:clr>
            <a:srgbClr val="D9D9D9"/>
          </p15:clr>
        </p15:guide>
        <p15:guide id="3" orient="horz" pos="1916" userDrawn="1">
          <p15:clr>
            <a:srgbClr val="D9D9D9"/>
          </p15:clr>
        </p15:guide>
        <p15:guide id="4" orient="horz" pos="3368" userDrawn="1">
          <p15:clr>
            <a:srgbClr val="D9D9D9"/>
          </p15:clr>
        </p15:guide>
        <p15:guide id="5" orient="horz" pos="4762" userDrawn="1">
          <p15:clr>
            <a:srgbClr val="D9D9D9"/>
          </p15:clr>
        </p15:guide>
        <p15:guide id="6" orient="horz" pos="6282" userDrawn="1">
          <p15:clr>
            <a:srgbClr val="D9D9D9"/>
          </p15:clr>
        </p15:guide>
        <p15:guide id="7" pos="295" userDrawn="1">
          <p15:clr>
            <a:srgbClr val="FF0000"/>
          </p15:clr>
        </p15:guide>
        <p15:guide id="8" pos="4467" userDrawn="1">
          <p15:clr>
            <a:srgbClr val="FF0000"/>
          </p15:clr>
        </p15:guide>
        <p15:guide id="9" pos="1519" userDrawn="1">
          <p15:clr>
            <a:srgbClr val="D9D9D9"/>
          </p15:clr>
        </p15:guide>
        <p15:guide id="10" pos="1764" userDrawn="1">
          <p15:clr>
            <a:srgbClr val="D9D9D9"/>
          </p15:clr>
        </p15:guide>
        <p15:guide id="11" pos="3243" userDrawn="1">
          <p15:clr>
            <a:srgbClr val="D9D9D9"/>
          </p15:clr>
        </p15:guide>
        <p15:guide id="12" pos="2998" userDrawn="1">
          <p15:clr>
            <a:srgbClr val="D9D9D9"/>
          </p15:clr>
        </p15:guide>
        <p15:guide id="13" pos="3120" userDrawn="1">
          <p15:clr>
            <a:srgbClr val="D9D9D9"/>
          </p15:clr>
        </p15:guide>
        <p15:guide id="14" pos="1642" userDrawn="1">
          <p15:clr>
            <a:srgbClr val="D9D9D9"/>
          </p15:clr>
        </p15:guide>
        <p15:guide id="15" pos="2381" userDrawn="1">
          <p15:clr>
            <a:srgbClr val="D9D9D9"/>
          </p15:clr>
        </p15:guide>
        <p15:guide id="16" pos="2154" userDrawn="1">
          <p15:clr>
            <a:srgbClr val="FF0000"/>
          </p15:clr>
        </p15:guide>
        <p15:guide id="17" pos="2608" userDrawn="1">
          <p15:clr>
            <a:srgbClr val="FF0000"/>
          </p15:clr>
        </p15:guide>
        <p15:guide id="18" orient="horz" pos="227" userDrawn="1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 userDrawn="1">
          <p15:clr>
            <a:srgbClr val="D9D9D9"/>
          </p15:clr>
        </p15:guide>
        <p15:guide id="2" orient="horz" pos="544" userDrawn="1">
          <p15:clr>
            <a:srgbClr val="D9D9D9"/>
          </p15:clr>
        </p15:guide>
        <p15:guide id="3" orient="horz" pos="1916" userDrawn="1">
          <p15:clr>
            <a:srgbClr val="D9D9D9"/>
          </p15:clr>
        </p15:guide>
        <p15:guide id="4" orient="horz" pos="3368" userDrawn="1">
          <p15:clr>
            <a:srgbClr val="D9D9D9"/>
          </p15:clr>
        </p15:guide>
        <p15:guide id="5" orient="horz" pos="4762" userDrawn="1">
          <p15:clr>
            <a:srgbClr val="D9D9D9"/>
          </p15:clr>
        </p15:guide>
        <p15:guide id="6" orient="horz" pos="6282" userDrawn="1">
          <p15:clr>
            <a:srgbClr val="D9D9D9"/>
          </p15:clr>
        </p15:guide>
        <p15:guide id="7" pos="295" userDrawn="1">
          <p15:clr>
            <a:srgbClr val="FF0000"/>
          </p15:clr>
        </p15:guide>
        <p15:guide id="8" pos="4467" userDrawn="1">
          <p15:clr>
            <a:srgbClr val="FF0000"/>
          </p15:clr>
        </p15:guide>
        <p15:guide id="9" pos="1519" userDrawn="1">
          <p15:clr>
            <a:srgbClr val="D9D9D9"/>
          </p15:clr>
        </p15:guide>
        <p15:guide id="10" pos="1764" userDrawn="1">
          <p15:clr>
            <a:srgbClr val="D9D9D9"/>
          </p15:clr>
        </p15:guide>
        <p15:guide id="11" pos="3243" userDrawn="1">
          <p15:clr>
            <a:srgbClr val="D9D9D9"/>
          </p15:clr>
        </p15:guide>
        <p15:guide id="12" pos="2998" userDrawn="1">
          <p15:clr>
            <a:srgbClr val="D9D9D9"/>
          </p15:clr>
        </p15:guide>
        <p15:guide id="13" pos="3120" userDrawn="1">
          <p15:clr>
            <a:srgbClr val="D9D9D9"/>
          </p15:clr>
        </p15:guide>
        <p15:guide id="14" pos="1642" userDrawn="1">
          <p15:clr>
            <a:srgbClr val="D9D9D9"/>
          </p15:clr>
        </p15:guide>
        <p15:guide id="15" pos="2381" userDrawn="1">
          <p15:clr>
            <a:srgbClr val="D9D9D9"/>
          </p15:clr>
        </p15:guide>
        <p15:guide id="16" pos="2154" userDrawn="1">
          <p15:clr>
            <a:srgbClr val="FF0000"/>
          </p15:clr>
        </p15:guide>
        <p15:guide id="17" pos="2608" userDrawn="1">
          <p15:clr>
            <a:srgbClr val="FF0000"/>
          </p15:clr>
        </p15:guide>
        <p15:guide id="18" orient="horz" pos="227" userDrawn="1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 userDrawn="1">
          <p15:clr>
            <a:srgbClr val="D9D9D9"/>
          </p15:clr>
        </p15:guide>
        <p15:guide id="2" orient="horz" pos="544" userDrawn="1">
          <p15:clr>
            <a:srgbClr val="D9D9D9"/>
          </p15:clr>
        </p15:guide>
        <p15:guide id="3" orient="horz" pos="1916" userDrawn="1">
          <p15:clr>
            <a:srgbClr val="D9D9D9"/>
          </p15:clr>
        </p15:guide>
        <p15:guide id="4" orient="horz" pos="3368" userDrawn="1">
          <p15:clr>
            <a:srgbClr val="D9D9D9"/>
          </p15:clr>
        </p15:guide>
        <p15:guide id="5" orient="horz" pos="4762" userDrawn="1">
          <p15:clr>
            <a:srgbClr val="D9D9D9"/>
          </p15:clr>
        </p15:guide>
        <p15:guide id="6" orient="horz" pos="6282" userDrawn="1">
          <p15:clr>
            <a:srgbClr val="D9D9D9"/>
          </p15:clr>
        </p15:guide>
        <p15:guide id="7" pos="295" userDrawn="1">
          <p15:clr>
            <a:srgbClr val="FF0000"/>
          </p15:clr>
        </p15:guide>
        <p15:guide id="8" pos="4467" userDrawn="1">
          <p15:clr>
            <a:srgbClr val="FF0000"/>
          </p15:clr>
        </p15:guide>
        <p15:guide id="9" pos="1519" userDrawn="1">
          <p15:clr>
            <a:srgbClr val="D9D9D9"/>
          </p15:clr>
        </p15:guide>
        <p15:guide id="10" pos="1764" userDrawn="1">
          <p15:clr>
            <a:srgbClr val="D9D9D9"/>
          </p15:clr>
        </p15:guide>
        <p15:guide id="11" pos="3243" userDrawn="1">
          <p15:clr>
            <a:srgbClr val="D9D9D9"/>
          </p15:clr>
        </p15:guide>
        <p15:guide id="12" pos="2998" userDrawn="1">
          <p15:clr>
            <a:srgbClr val="D9D9D9"/>
          </p15:clr>
        </p15:guide>
        <p15:guide id="13" pos="3120" userDrawn="1">
          <p15:clr>
            <a:srgbClr val="D9D9D9"/>
          </p15:clr>
        </p15:guide>
        <p15:guide id="14" pos="1642" userDrawn="1">
          <p15:clr>
            <a:srgbClr val="D9D9D9"/>
          </p15:clr>
        </p15:guide>
        <p15:guide id="15" pos="2381" userDrawn="1">
          <p15:clr>
            <a:srgbClr val="D9D9D9"/>
          </p15:clr>
        </p15:guide>
        <p15:guide id="16" pos="2154" userDrawn="1">
          <p15:clr>
            <a:srgbClr val="FF0000"/>
          </p15:clr>
        </p15:guide>
        <p15:guide id="17" pos="2608" userDrawn="1">
          <p15:clr>
            <a:srgbClr val="FF0000"/>
          </p15:clr>
        </p15:guide>
        <p15:guide id="18" orient="horz" pos="227" userDrawn="1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 userDrawn="1">
          <p15:clr>
            <a:srgbClr val="D9D9D9"/>
          </p15:clr>
        </p15:guide>
        <p15:guide id="2" orient="horz" pos="544" userDrawn="1">
          <p15:clr>
            <a:srgbClr val="D9D9D9"/>
          </p15:clr>
        </p15:guide>
        <p15:guide id="3" orient="horz" pos="1916" userDrawn="1">
          <p15:clr>
            <a:srgbClr val="D9D9D9"/>
          </p15:clr>
        </p15:guide>
        <p15:guide id="4" orient="horz" pos="3368" userDrawn="1">
          <p15:clr>
            <a:srgbClr val="D9D9D9"/>
          </p15:clr>
        </p15:guide>
        <p15:guide id="5" orient="horz" pos="4762" userDrawn="1">
          <p15:clr>
            <a:srgbClr val="D9D9D9"/>
          </p15:clr>
        </p15:guide>
        <p15:guide id="6" orient="horz" pos="6282" userDrawn="1">
          <p15:clr>
            <a:srgbClr val="D9D9D9"/>
          </p15:clr>
        </p15:guide>
        <p15:guide id="7" pos="295" userDrawn="1">
          <p15:clr>
            <a:srgbClr val="FF0000"/>
          </p15:clr>
        </p15:guide>
        <p15:guide id="8" pos="4467" userDrawn="1">
          <p15:clr>
            <a:srgbClr val="FF0000"/>
          </p15:clr>
        </p15:guide>
        <p15:guide id="9" pos="1519" userDrawn="1">
          <p15:clr>
            <a:srgbClr val="D9D9D9"/>
          </p15:clr>
        </p15:guide>
        <p15:guide id="10" pos="1764" userDrawn="1">
          <p15:clr>
            <a:srgbClr val="D9D9D9"/>
          </p15:clr>
        </p15:guide>
        <p15:guide id="11" pos="3243" userDrawn="1">
          <p15:clr>
            <a:srgbClr val="D9D9D9"/>
          </p15:clr>
        </p15:guide>
        <p15:guide id="12" pos="2998" userDrawn="1">
          <p15:clr>
            <a:srgbClr val="D9D9D9"/>
          </p15:clr>
        </p15:guide>
        <p15:guide id="13" pos="3120" userDrawn="1">
          <p15:clr>
            <a:srgbClr val="D9D9D9"/>
          </p15:clr>
        </p15:guide>
        <p15:guide id="14" pos="1642" userDrawn="1">
          <p15:clr>
            <a:srgbClr val="D9D9D9"/>
          </p15:clr>
        </p15:guide>
        <p15:guide id="15" pos="2381" userDrawn="1">
          <p15:clr>
            <a:srgbClr val="D9D9D9"/>
          </p15:clr>
        </p15:guide>
        <p15:guide id="16" pos="2154" userDrawn="1">
          <p15:clr>
            <a:srgbClr val="FF0000"/>
          </p15:clr>
        </p15:guide>
        <p15:guide id="17" pos="2608" userDrawn="1">
          <p15:clr>
            <a:srgbClr val="FF0000"/>
          </p15:clr>
        </p15:guide>
        <p15:guide id="18" orient="horz" pos="227" userDrawn="1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 userDrawn="1">
          <p15:clr>
            <a:srgbClr val="D9D9D9"/>
          </p15:clr>
        </p15:guide>
        <p15:guide id="2" orient="horz" pos="544" userDrawn="1">
          <p15:clr>
            <a:srgbClr val="D9D9D9"/>
          </p15:clr>
        </p15:guide>
        <p15:guide id="3" orient="horz" pos="1916" userDrawn="1">
          <p15:clr>
            <a:srgbClr val="D9D9D9"/>
          </p15:clr>
        </p15:guide>
        <p15:guide id="4" orient="horz" pos="3368" userDrawn="1">
          <p15:clr>
            <a:srgbClr val="D9D9D9"/>
          </p15:clr>
        </p15:guide>
        <p15:guide id="5" orient="horz" pos="4762" userDrawn="1">
          <p15:clr>
            <a:srgbClr val="D9D9D9"/>
          </p15:clr>
        </p15:guide>
        <p15:guide id="6" orient="horz" pos="6282" userDrawn="1">
          <p15:clr>
            <a:srgbClr val="D9D9D9"/>
          </p15:clr>
        </p15:guide>
        <p15:guide id="7" pos="295" userDrawn="1">
          <p15:clr>
            <a:srgbClr val="FF0000"/>
          </p15:clr>
        </p15:guide>
        <p15:guide id="8" pos="4467" userDrawn="1">
          <p15:clr>
            <a:srgbClr val="FF0000"/>
          </p15:clr>
        </p15:guide>
        <p15:guide id="9" pos="1519" userDrawn="1">
          <p15:clr>
            <a:srgbClr val="D9D9D9"/>
          </p15:clr>
        </p15:guide>
        <p15:guide id="10" pos="1764" userDrawn="1">
          <p15:clr>
            <a:srgbClr val="D9D9D9"/>
          </p15:clr>
        </p15:guide>
        <p15:guide id="11" pos="3243" userDrawn="1">
          <p15:clr>
            <a:srgbClr val="D9D9D9"/>
          </p15:clr>
        </p15:guide>
        <p15:guide id="12" pos="2998" userDrawn="1">
          <p15:clr>
            <a:srgbClr val="D9D9D9"/>
          </p15:clr>
        </p15:guide>
        <p15:guide id="13" pos="3120" userDrawn="1">
          <p15:clr>
            <a:srgbClr val="D9D9D9"/>
          </p15:clr>
        </p15:guide>
        <p15:guide id="14" pos="1642" userDrawn="1">
          <p15:clr>
            <a:srgbClr val="D9D9D9"/>
          </p15:clr>
        </p15:guide>
        <p15:guide id="15" pos="2381" userDrawn="1">
          <p15:clr>
            <a:srgbClr val="D9D9D9"/>
          </p15:clr>
        </p15:guide>
        <p15:guide id="16" pos="2154" userDrawn="1">
          <p15:clr>
            <a:srgbClr val="FF0000"/>
          </p15:clr>
        </p15:guide>
        <p15:guide id="17" pos="2608" userDrawn="1">
          <p15:clr>
            <a:srgbClr val="FF0000"/>
          </p15:clr>
        </p15:guide>
        <p15:guide id="18" orient="horz" pos="227" userDrawn="1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 userDrawn="1">
          <p15:clr>
            <a:srgbClr val="D9D9D9"/>
          </p15:clr>
        </p15:guide>
        <p15:guide id="2" orient="horz" pos="544" userDrawn="1">
          <p15:clr>
            <a:srgbClr val="D9D9D9"/>
          </p15:clr>
        </p15:guide>
        <p15:guide id="3" orient="horz" pos="1916" userDrawn="1">
          <p15:clr>
            <a:srgbClr val="D9D9D9"/>
          </p15:clr>
        </p15:guide>
        <p15:guide id="4" orient="horz" pos="3368" userDrawn="1">
          <p15:clr>
            <a:srgbClr val="D9D9D9"/>
          </p15:clr>
        </p15:guide>
        <p15:guide id="5" orient="horz" pos="4762" userDrawn="1">
          <p15:clr>
            <a:srgbClr val="D9D9D9"/>
          </p15:clr>
        </p15:guide>
        <p15:guide id="6" orient="horz" pos="6282" userDrawn="1">
          <p15:clr>
            <a:srgbClr val="D9D9D9"/>
          </p15:clr>
        </p15:guide>
        <p15:guide id="7" pos="295" userDrawn="1">
          <p15:clr>
            <a:srgbClr val="FF0000"/>
          </p15:clr>
        </p15:guide>
        <p15:guide id="8" pos="4467" userDrawn="1">
          <p15:clr>
            <a:srgbClr val="FF0000"/>
          </p15:clr>
        </p15:guide>
        <p15:guide id="9" pos="1519" userDrawn="1">
          <p15:clr>
            <a:srgbClr val="D9D9D9"/>
          </p15:clr>
        </p15:guide>
        <p15:guide id="10" pos="1764" userDrawn="1">
          <p15:clr>
            <a:srgbClr val="D9D9D9"/>
          </p15:clr>
        </p15:guide>
        <p15:guide id="11" pos="3243" userDrawn="1">
          <p15:clr>
            <a:srgbClr val="D9D9D9"/>
          </p15:clr>
        </p15:guide>
        <p15:guide id="12" pos="2998" userDrawn="1">
          <p15:clr>
            <a:srgbClr val="D9D9D9"/>
          </p15:clr>
        </p15:guide>
        <p15:guide id="13" pos="3120" userDrawn="1">
          <p15:clr>
            <a:srgbClr val="D9D9D9"/>
          </p15:clr>
        </p15:guide>
        <p15:guide id="14" pos="1642" userDrawn="1">
          <p15:clr>
            <a:srgbClr val="D9D9D9"/>
          </p15:clr>
        </p15:guide>
        <p15:guide id="15" pos="2381" userDrawn="1">
          <p15:clr>
            <a:srgbClr val="D9D9D9"/>
          </p15:clr>
        </p15:guide>
        <p15:guide id="16" pos="2154" userDrawn="1">
          <p15:clr>
            <a:srgbClr val="FF0000"/>
          </p15:clr>
        </p15:guide>
        <p15:guide id="17" pos="2608" userDrawn="1">
          <p15:clr>
            <a:srgbClr val="FF0000"/>
          </p15:clr>
        </p15:guide>
        <p15:guide id="18" orient="horz" pos="227" userDrawn="1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 userDrawn="1">
          <p15:clr>
            <a:srgbClr val="D9D9D9"/>
          </p15:clr>
        </p15:guide>
        <p15:guide id="2" orient="horz" pos="544" userDrawn="1">
          <p15:clr>
            <a:srgbClr val="D9D9D9"/>
          </p15:clr>
        </p15:guide>
        <p15:guide id="3" orient="horz" pos="1916" userDrawn="1">
          <p15:clr>
            <a:srgbClr val="D9D9D9"/>
          </p15:clr>
        </p15:guide>
        <p15:guide id="4" orient="horz" pos="3368" userDrawn="1">
          <p15:clr>
            <a:srgbClr val="D9D9D9"/>
          </p15:clr>
        </p15:guide>
        <p15:guide id="5" orient="horz" pos="4762" userDrawn="1">
          <p15:clr>
            <a:srgbClr val="D9D9D9"/>
          </p15:clr>
        </p15:guide>
        <p15:guide id="6" orient="horz" pos="6282" userDrawn="1">
          <p15:clr>
            <a:srgbClr val="D9D9D9"/>
          </p15:clr>
        </p15:guide>
        <p15:guide id="7" pos="295" userDrawn="1">
          <p15:clr>
            <a:srgbClr val="FF0000"/>
          </p15:clr>
        </p15:guide>
        <p15:guide id="8" pos="4467" userDrawn="1">
          <p15:clr>
            <a:srgbClr val="FF0000"/>
          </p15:clr>
        </p15:guide>
        <p15:guide id="9" pos="1519" userDrawn="1">
          <p15:clr>
            <a:srgbClr val="D9D9D9"/>
          </p15:clr>
        </p15:guide>
        <p15:guide id="10" pos="1764" userDrawn="1">
          <p15:clr>
            <a:srgbClr val="D9D9D9"/>
          </p15:clr>
        </p15:guide>
        <p15:guide id="11" pos="3243" userDrawn="1">
          <p15:clr>
            <a:srgbClr val="D9D9D9"/>
          </p15:clr>
        </p15:guide>
        <p15:guide id="12" pos="2998" userDrawn="1">
          <p15:clr>
            <a:srgbClr val="D9D9D9"/>
          </p15:clr>
        </p15:guide>
        <p15:guide id="13" pos="3120" userDrawn="1">
          <p15:clr>
            <a:srgbClr val="D9D9D9"/>
          </p15:clr>
        </p15:guide>
        <p15:guide id="14" pos="1642" userDrawn="1">
          <p15:clr>
            <a:srgbClr val="D9D9D9"/>
          </p15:clr>
        </p15:guide>
        <p15:guide id="15" pos="2381" userDrawn="1">
          <p15:clr>
            <a:srgbClr val="D9D9D9"/>
          </p15:clr>
        </p15:guide>
        <p15:guide id="16" pos="2154" userDrawn="1">
          <p15:clr>
            <a:srgbClr val="FF0000"/>
          </p15:clr>
        </p15:guide>
        <p15:guide id="17" pos="2608" userDrawn="1">
          <p15:clr>
            <a:srgbClr val="FF0000"/>
          </p15:clr>
        </p15:guide>
        <p15:guide id="18" orient="horz" pos="227" userDrawn="1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 userDrawn="1">
          <p15:clr>
            <a:srgbClr val="D9D9D9"/>
          </p15:clr>
        </p15:guide>
        <p15:guide id="2" orient="horz" pos="544" userDrawn="1">
          <p15:clr>
            <a:srgbClr val="D9D9D9"/>
          </p15:clr>
        </p15:guide>
        <p15:guide id="3" orient="horz" pos="1916" userDrawn="1">
          <p15:clr>
            <a:srgbClr val="D9D9D9"/>
          </p15:clr>
        </p15:guide>
        <p15:guide id="4" orient="horz" pos="3368" userDrawn="1">
          <p15:clr>
            <a:srgbClr val="D9D9D9"/>
          </p15:clr>
        </p15:guide>
        <p15:guide id="5" orient="horz" pos="4762" userDrawn="1">
          <p15:clr>
            <a:srgbClr val="D9D9D9"/>
          </p15:clr>
        </p15:guide>
        <p15:guide id="6" orient="horz" pos="6282" userDrawn="1">
          <p15:clr>
            <a:srgbClr val="D9D9D9"/>
          </p15:clr>
        </p15:guide>
        <p15:guide id="7" pos="295" userDrawn="1">
          <p15:clr>
            <a:srgbClr val="FF0000"/>
          </p15:clr>
        </p15:guide>
        <p15:guide id="8" pos="4467" userDrawn="1">
          <p15:clr>
            <a:srgbClr val="FF0000"/>
          </p15:clr>
        </p15:guide>
        <p15:guide id="9" pos="1519" userDrawn="1">
          <p15:clr>
            <a:srgbClr val="D9D9D9"/>
          </p15:clr>
        </p15:guide>
        <p15:guide id="10" pos="1764" userDrawn="1">
          <p15:clr>
            <a:srgbClr val="D9D9D9"/>
          </p15:clr>
        </p15:guide>
        <p15:guide id="11" pos="3243" userDrawn="1">
          <p15:clr>
            <a:srgbClr val="D9D9D9"/>
          </p15:clr>
        </p15:guide>
        <p15:guide id="12" pos="2998" userDrawn="1">
          <p15:clr>
            <a:srgbClr val="D9D9D9"/>
          </p15:clr>
        </p15:guide>
        <p15:guide id="13" pos="3120" userDrawn="1">
          <p15:clr>
            <a:srgbClr val="D9D9D9"/>
          </p15:clr>
        </p15:guide>
        <p15:guide id="14" pos="1642" userDrawn="1">
          <p15:clr>
            <a:srgbClr val="D9D9D9"/>
          </p15:clr>
        </p15:guide>
        <p15:guide id="15" pos="2381" userDrawn="1">
          <p15:clr>
            <a:srgbClr val="D9D9D9"/>
          </p15:clr>
        </p15:guide>
        <p15:guide id="16" pos="2154" userDrawn="1">
          <p15:clr>
            <a:srgbClr val="FF0000"/>
          </p15:clr>
        </p15:guide>
        <p15:guide id="17" pos="2608" userDrawn="1">
          <p15:clr>
            <a:srgbClr val="FF0000"/>
          </p15:clr>
        </p15:guide>
        <p15:guide id="18" orient="horz" pos="227" userDrawn="1">
          <p15:clr>
            <a:srgbClr val="FF0000"/>
          </p15:clr>
        </p15:guide>
        <p15:guide id="19" orient="horz" pos="6508" userDrawn="1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 userDrawn="1">
          <p15:clr>
            <a:srgbClr val="D9D9D9"/>
          </p15:clr>
        </p15:guide>
        <p15:guide id="2" orient="horz" pos="544" userDrawn="1">
          <p15:clr>
            <a:srgbClr val="D9D9D9"/>
          </p15:clr>
        </p15:guide>
        <p15:guide id="3" orient="horz" pos="1916" userDrawn="1">
          <p15:clr>
            <a:srgbClr val="D9D9D9"/>
          </p15:clr>
        </p15:guide>
        <p15:guide id="4" orient="horz" pos="3368" userDrawn="1">
          <p15:clr>
            <a:srgbClr val="D9D9D9"/>
          </p15:clr>
        </p15:guide>
        <p15:guide id="5" orient="horz" pos="4762" userDrawn="1">
          <p15:clr>
            <a:srgbClr val="D9D9D9"/>
          </p15:clr>
        </p15:guide>
        <p15:guide id="6" orient="horz" pos="6282" userDrawn="1">
          <p15:clr>
            <a:srgbClr val="D9D9D9"/>
          </p15:clr>
        </p15:guide>
        <p15:guide id="7" pos="295" userDrawn="1">
          <p15:clr>
            <a:srgbClr val="FF0000"/>
          </p15:clr>
        </p15:guide>
        <p15:guide id="8" pos="4467" userDrawn="1">
          <p15:clr>
            <a:srgbClr val="FF0000"/>
          </p15:clr>
        </p15:guide>
        <p15:guide id="9" pos="1519" userDrawn="1">
          <p15:clr>
            <a:srgbClr val="D9D9D9"/>
          </p15:clr>
        </p15:guide>
        <p15:guide id="10" pos="1764" userDrawn="1">
          <p15:clr>
            <a:srgbClr val="D9D9D9"/>
          </p15:clr>
        </p15:guide>
        <p15:guide id="11" pos="3243" userDrawn="1">
          <p15:clr>
            <a:srgbClr val="D9D9D9"/>
          </p15:clr>
        </p15:guide>
        <p15:guide id="12" pos="2998" userDrawn="1">
          <p15:clr>
            <a:srgbClr val="D9D9D9"/>
          </p15:clr>
        </p15:guide>
        <p15:guide id="13" pos="3120" userDrawn="1">
          <p15:clr>
            <a:srgbClr val="D9D9D9"/>
          </p15:clr>
        </p15:guide>
        <p15:guide id="14" pos="1642" userDrawn="1">
          <p15:clr>
            <a:srgbClr val="D9D9D9"/>
          </p15:clr>
        </p15:guide>
        <p15:guide id="15" pos="2381" userDrawn="1">
          <p15:clr>
            <a:srgbClr val="D9D9D9"/>
          </p15:clr>
        </p15:guide>
        <p15:guide id="16" pos="2154" userDrawn="1">
          <p15:clr>
            <a:srgbClr val="FF0000"/>
          </p15:clr>
        </p15:guide>
        <p15:guide id="17" pos="2608" userDrawn="1">
          <p15:clr>
            <a:srgbClr val="FF0000"/>
          </p15:clr>
        </p15:guide>
        <p15:guide id="18" orient="horz" pos="227" userDrawn="1">
          <p15:clr>
            <a:srgbClr val="FF0000"/>
          </p15:clr>
        </p15:guide>
        <p15:guide id="19" orient="horz" pos="6508" userDrawn="1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type="subTitle" idx="2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 userDrawn="1">
          <p15:clr>
            <a:srgbClr val="D9D9D9"/>
          </p15:clr>
        </p15:guide>
        <p15:guide id="2" orient="horz" pos="544" userDrawn="1">
          <p15:clr>
            <a:srgbClr val="D9D9D9"/>
          </p15:clr>
        </p15:guide>
        <p15:guide id="3" orient="horz" pos="1916" userDrawn="1">
          <p15:clr>
            <a:srgbClr val="D9D9D9"/>
          </p15:clr>
        </p15:guide>
        <p15:guide id="4" orient="horz" pos="3368" userDrawn="1">
          <p15:clr>
            <a:srgbClr val="D9D9D9"/>
          </p15:clr>
        </p15:guide>
        <p15:guide id="5" orient="horz" pos="4762" userDrawn="1">
          <p15:clr>
            <a:srgbClr val="D9D9D9"/>
          </p15:clr>
        </p15:guide>
        <p15:guide id="6" orient="horz" pos="6282" userDrawn="1">
          <p15:clr>
            <a:srgbClr val="D9D9D9"/>
          </p15:clr>
        </p15:guide>
        <p15:guide id="7" pos="295" userDrawn="1">
          <p15:clr>
            <a:srgbClr val="FF0000"/>
          </p15:clr>
        </p15:guide>
        <p15:guide id="8" pos="4467" userDrawn="1">
          <p15:clr>
            <a:srgbClr val="FF0000"/>
          </p15:clr>
        </p15:guide>
        <p15:guide id="9" pos="1519" userDrawn="1">
          <p15:clr>
            <a:srgbClr val="D9D9D9"/>
          </p15:clr>
        </p15:guide>
        <p15:guide id="10" pos="1764" userDrawn="1">
          <p15:clr>
            <a:srgbClr val="D9D9D9"/>
          </p15:clr>
        </p15:guide>
        <p15:guide id="11" pos="3243" userDrawn="1">
          <p15:clr>
            <a:srgbClr val="D9D9D9"/>
          </p15:clr>
        </p15:guide>
        <p15:guide id="12" pos="2998" userDrawn="1">
          <p15:clr>
            <a:srgbClr val="D9D9D9"/>
          </p15:clr>
        </p15:guide>
        <p15:guide id="13" pos="3120" userDrawn="1">
          <p15:clr>
            <a:srgbClr val="D9D9D9"/>
          </p15:clr>
        </p15:guide>
        <p15:guide id="14" pos="1642" userDrawn="1">
          <p15:clr>
            <a:srgbClr val="D9D9D9"/>
          </p15:clr>
        </p15:guide>
        <p15:guide id="15" pos="2381" userDrawn="1">
          <p15:clr>
            <a:srgbClr val="D9D9D9"/>
          </p15:clr>
        </p15:guide>
        <p15:guide id="16" pos="2154" userDrawn="1">
          <p15:clr>
            <a:srgbClr val="FF0000"/>
          </p15:clr>
        </p15:guide>
        <p15:guide id="17" pos="2608" userDrawn="1">
          <p15:clr>
            <a:srgbClr val="FF0000"/>
          </p15:clr>
        </p15:guide>
        <p15:guide id="18" orient="horz" pos="227" userDrawn="1">
          <p15:clr>
            <a:srgbClr val="FF0000"/>
          </p15:clr>
        </p15:guide>
        <p15:guide id="19" orient="horz" pos="6508" userDrawn="1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 userDrawn="1">
          <p15:clr>
            <a:srgbClr val="D9D9D9"/>
          </p15:clr>
        </p15:guide>
        <p15:guide id="2" orient="horz" pos="544" userDrawn="1">
          <p15:clr>
            <a:srgbClr val="D9D9D9"/>
          </p15:clr>
        </p15:guide>
        <p15:guide id="3" orient="horz" pos="1916" userDrawn="1">
          <p15:clr>
            <a:srgbClr val="D9D9D9"/>
          </p15:clr>
        </p15:guide>
        <p15:guide id="4" orient="horz" pos="3368" userDrawn="1">
          <p15:clr>
            <a:srgbClr val="D9D9D9"/>
          </p15:clr>
        </p15:guide>
        <p15:guide id="5" orient="horz" pos="4762" userDrawn="1">
          <p15:clr>
            <a:srgbClr val="D9D9D9"/>
          </p15:clr>
        </p15:guide>
        <p15:guide id="6" orient="horz" pos="6282" userDrawn="1">
          <p15:clr>
            <a:srgbClr val="D9D9D9"/>
          </p15:clr>
        </p15:guide>
        <p15:guide id="7" pos="295" userDrawn="1">
          <p15:clr>
            <a:srgbClr val="FF0000"/>
          </p15:clr>
        </p15:guide>
        <p15:guide id="8" pos="4467" userDrawn="1">
          <p15:clr>
            <a:srgbClr val="FF0000"/>
          </p15:clr>
        </p15:guide>
        <p15:guide id="9" pos="1519" userDrawn="1">
          <p15:clr>
            <a:srgbClr val="D9D9D9"/>
          </p15:clr>
        </p15:guide>
        <p15:guide id="10" pos="1764" userDrawn="1">
          <p15:clr>
            <a:srgbClr val="D9D9D9"/>
          </p15:clr>
        </p15:guide>
        <p15:guide id="11" pos="3243" userDrawn="1">
          <p15:clr>
            <a:srgbClr val="D9D9D9"/>
          </p15:clr>
        </p15:guide>
        <p15:guide id="12" pos="2998" userDrawn="1">
          <p15:clr>
            <a:srgbClr val="D9D9D9"/>
          </p15:clr>
        </p15:guide>
        <p15:guide id="13" pos="3120" userDrawn="1">
          <p15:clr>
            <a:srgbClr val="D9D9D9"/>
          </p15:clr>
        </p15:guide>
        <p15:guide id="14" pos="1642" userDrawn="1">
          <p15:clr>
            <a:srgbClr val="D9D9D9"/>
          </p15:clr>
        </p15:guide>
        <p15:guide id="15" pos="2381" userDrawn="1">
          <p15:clr>
            <a:srgbClr val="D9D9D9"/>
          </p15:clr>
        </p15:guide>
        <p15:guide id="16" pos="2154" userDrawn="1">
          <p15:clr>
            <a:srgbClr val="FF0000"/>
          </p15:clr>
        </p15:guide>
        <p15:guide id="17" pos="2608" userDrawn="1">
          <p15:clr>
            <a:srgbClr val="FF0000"/>
          </p15:clr>
        </p15:guide>
        <p15:guide id="18" orient="horz" pos="227" userDrawn="1">
          <p15:clr>
            <a:srgbClr val="FF0000"/>
          </p15:clr>
        </p15:guide>
        <p15:guide id="19" orient="horz" pos="6508" userDrawn="1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5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" name="Shape 160"/>
        <p:cNvGrpSpPr/>
        <p:nvPr/>
      </p:nvGrpSpPr>
      <p:grpSpPr>
        <a:xfrm>
          <a:off x="0" y="0"/>
          <a:ext cx="0" cy="0"/>
        </a:xfrm>
      </p:grpSpPr>
      <p:sp>
        <p:nvSpPr>
          <p:cNvPr id="161" name="Google Shape;16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2" name="Google Shape;162;p20"/>
          <p:cNvSpPr txBox="1"/>
          <p:nvPr/>
        </p:nvSpPr>
        <p:spPr>
          <a:xfrm>
            <a:off x="468000" y="642797"/>
            <a:ext cx="6624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Securing understanding of arithmetic procedures with integers and decimals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505500" y="1402900"/>
            <a:ext cx="6575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A: Using a calculator for integer calculations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4" name="Google Shape;164;p20"/>
          <p:cNvCxnSpPr/>
          <p:nvPr/>
        </p:nvCxnSpPr>
        <p:spPr>
          <a:xfrm>
            <a:off x="487807" y="98883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5" name="Google Shape;165;p20"/>
          <p:cNvSpPr txBox="1"/>
          <p:nvPr/>
        </p:nvSpPr>
        <p:spPr>
          <a:xfrm>
            <a:off x="476400" y="1826100"/>
            <a:ext cx="6359100" cy="6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Lexend"/>
              <a:buAutoNum type="arabicParenR"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one answer in each row which is the only possible correct answer to the question. Each square covers a single digit.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6" name="Google Shape;166;p20"/>
          <p:cNvGraphicFramePr>
            <a:graphicFrameLocks noGrp="1"/>
          </p:cNvGraphicFramePr>
          <p:nvPr/>
        </p:nvGraphicFramePr>
        <p:xfrm>
          <a:off x="483685" y="2457450"/>
          <a:ext cx="6545650" cy="3019300"/>
        </p:xfrm>
        <a:graphic>
          <a:graphicData uri="http://schemas.openxmlformats.org/drawingml/2006/table">
            <a:tbl>
              <a:tblPr>
                <a:noFill/>
                <a:tableStyleId>{C9DE5546-376B-4015-A961-8D966E75DAE3}</a:tableStyleId>
              </a:tblPr>
              <a:tblGrid>
                <a:gridCol w="2221625"/>
                <a:gridCol w="1240700"/>
                <a:gridCol w="1548700"/>
                <a:gridCol w="15346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Question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Answer 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Answer 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Answer 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3 8 + 4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⬛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7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3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7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⬛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4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5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8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+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8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8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⬛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5  4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9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8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53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+ 1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5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3 9 9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2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⬛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0 9 9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3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9 9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</a:tr>
              <a:tr h="3523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4 3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⬛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2 +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8 6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4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⬛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8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4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5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4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⬛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2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⬛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7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⬛ 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6 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4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⬛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3 3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2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6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4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⬛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9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⬛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0 9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0 0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9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⬛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6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4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9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⬛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3 3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2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3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6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 ⬛ 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3 </a:t>
                      </a:r>
                      <a:r>
                        <a:rPr lang="en-GB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⬛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 2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167" name="Google Shape;167;p20"/>
          <p:cNvSpPr txBox="1"/>
          <p:nvPr/>
        </p:nvSpPr>
        <p:spPr>
          <a:xfrm>
            <a:off x="5267604" y="2839200"/>
            <a:ext cx="22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6691977" y="5136800"/>
            <a:ext cx="22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3718899" y="4392225"/>
            <a:ext cx="22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6714671" y="3611888"/>
            <a:ext cx="22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5221181" y="4750200"/>
            <a:ext cx="22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6735996" y="3992313"/>
            <a:ext cx="22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3675187" y="3233275"/>
            <a:ext cx="22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3686774" y="2869250"/>
            <a:ext cx="22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3675195" y="3619600"/>
            <a:ext cx="22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3681370" y="4001950"/>
            <a:ext cx="22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3686757" y="4782500"/>
            <a:ext cx="22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3686820" y="5133100"/>
            <a:ext cx="22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5163406" y="4360925"/>
            <a:ext cx="22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5243546" y="3201975"/>
            <a:ext cx="22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5228983" y="3588300"/>
            <a:ext cx="22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5198731" y="3970650"/>
            <a:ext cx="22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5240608" y="5101800"/>
            <a:ext cx="22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6714667" y="2838450"/>
            <a:ext cx="22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6736011" y="4749450"/>
            <a:ext cx="22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6705938" y="4370888"/>
            <a:ext cx="22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6714679" y="3231450"/>
            <a:ext cx="22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476222" y="5700900"/>
            <a:ext cx="7845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Rearrange the letters of the correct answers to make a word.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2" name="Shape 192"/>
        <p:cNvGrpSpPr/>
        <p:nvPr/>
      </p:nvGrpSpPr>
      <p:grpSpPr>
        <a:xfrm>
          <a:off x="0" y="0"/>
          <a:ext cx="0" cy="0"/>
        </a:xfrm>
      </p:grpSpPr>
      <p:sp>
        <p:nvSpPr>
          <p:cNvPr id="193" name="Google Shape;193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94" name="Google Shape;194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Securing understanding of arithmetic procedures with integers and decimals</a:t>
            </a:r>
            <a:endParaRPr/>
          </a:p>
        </p:txBody>
      </p:sp>
      <p:sp>
        <p:nvSpPr>
          <p:cNvPr id="195" name="Google Shape;195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464850" y="1088400"/>
            <a:ext cx="6112800" cy="15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cost of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pens and 2 pencils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pens, 6 pencils and 1 highlighter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pen, 4 pencils and 5 highlighters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 pencils and 6 highlighters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pens, 5 pencils and 3 highlighters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175 of each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8" name="Google Shape;198;p21"/>
          <p:cNvPicPr preferRelativeResize="0"/>
          <p:nvPr/>
        </p:nvPicPr>
        <p:blipFill>
          <a:blip r:embed="rId3">
            <a:alphaModFix/>
          </a:blip>
          <a:srcRect l="27398" t="7218" r="63798" b="49194"/>
          <a:stretch>
            <a:fillRect/>
          </a:stretch>
        </p:blipFill>
        <p:spPr>
          <a:xfrm>
            <a:off x="2984437" y="1496742"/>
            <a:ext cx="349855" cy="955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1"/>
          <p:cNvPicPr preferRelativeResize="0"/>
          <p:nvPr/>
        </p:nvPicPr>
        <p:blipFill>
          <a:blip r:embed="rId3">
            <a:alphaModFix/>
          </a:blip>
          <a:srcRect l="45473" t="7218" r="45723" b="49194"/>
          <a:stretch>
            <a:fillRect/>
          </a:stretch>
        </p:blipFill>
        <p:spPr>
          <a:xfrm>
            <a:off x="3570487" y="1482890"/>
            <a:ext cx="349855" cy="955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1"/>
          <p:cNvPicPr preferRelativeResize="0"/>
          <p:nvPr/>
        </p:nvPicPr>
        <p:blipFill>
          <a:blip r:embed="rId3">
            <a:alphaModFix/>
          </a:blip>
          <a:srcRect l="63296" t="7218" r="27900" b="49194"/>
          <a:stretch>
            <a:fillRect/>
          </a:stretch>
        </p:blipFill>
        <p:spPr>
          <a:xfrm>
            <a:off x="4164024" y="1501422"/>
            <a:ext cx="349855" cy="95573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 txBox="1"/>
          <p:nvPr/>
        </p:nvSpPr>
        <p:spPr>
          <a:xfrm>
            <a:off x="4138735" y="2410800"/>
            <a:ext cx="413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£1.27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3631463" y="2410800"/>
            <a:ext cx="349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76p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2952663" y="2410800"/>
            <a:ext cx="413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£1.56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464850" y="719988"/>
            <a:ext cx="6575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B: Using a calculator for decimal calculations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6.0.31"/>
  <p:tag name="AS_OS" val="Microsoft Windows NT 10.0.17763.0"/>
  <p:tag name="AS_RELEASE_DATE" val="2026.01.14"/>
  <p:tag name="AS_TITLE" val="Aspose.Slides for .NET6"/>
  <p:tag name="AS_VERSION" val="26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42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26.0100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2026-03-12T16:14:40.248</cp:lastPrinted>
  <dcterms:created xsi:type="dcterms:W3CDTF">2026-03-12T16:14:40Z</dcterms:created>
  <dcterms:modified xsi:type="dcterms:W3CDTF">2026-03-12T16:14:54Z</dcterms:modified>
</cp:coreProperties>
</file>