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2A45A8A-AF00-42DA-A0D2-EFC4A8272FA3}">
  <a:tblStyle styleId="{52A45A8A-AF00-42DA-A0D2-EFC4A8272F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" name="Shape 173"/>
        <p:cNvGrpSpPr/>
        <p:nvPr/>
      </p:nvGrpSpPr>
      <p:grpSpPr>
        <a:xfrm>
          <a:off x="0" y="0"/>
          <a:ext cx="0" cy="0"/>
        </a:xfrm>
      </p:grpSpPr>
      <p:sp>
        <p:nvSpPr>
          <p:cNvPr id="174" name="Google Shape;17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642797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Multiplication and division where only one value is negative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71700"/>
            <a:ext cx="66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Multiplying when only one value is negative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4935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p20"/>
          <p:cNvSpPr txBox="1"/>
          <p:nvPr/>
        </p:nvSpPr>
        <p:spPr>
          <a:xfrm>
            <a:off x="468000" y="1758825"/>
            <a:ext cx="6624000" cy="17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60800" lvl="0" indent="-306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answers to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(−3)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(−4) 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(−9) × 8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× (−12)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(−15) ×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(−565) × 2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× (−65)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3697150"/>
            <a:ext cx="6624000" cy="17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Write down as many products as you can with the following answers.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(−60)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(−18)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(−72)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(−100)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(−250)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(−165)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2650" y="7882850"/>
            <a:ext cx="3249000" cy="15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(−36) × 5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× (−9)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(−8) × 66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(−55) ×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75" y="6211350"/>
            <a:ext cx="27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140000" y="7882851"/>
            <a:ext cx="3053100" cy="15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6 × (−27)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  (−27) × 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  45 × (−4)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 (−56) × 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782400" y="6198850"/>
            <a:ext cx="630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Decode the word.  Find the answers in the grid and rearrange the letters to make a word.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9336725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i)   Write your own word using the code.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>
            <a:graphicFrameLocks noGrp="1"/>
          </p:cNvGraphicFramePr>
          <p:nvPr/>
        </p:nvGraphicFramePr>
        <p:xfrm>
          <a:off x="472650" y="6615188"/>
          <a:ext cx="6624150" cy="1064050"/>
        </p:xfrm>
        <a:graphic>
          <a:graphicData uri="http://schemas.openxmlformats.org/drawingml/2006/table">
            <a:tbl>
              <a:tblPr>
                <a:noFill/>
                <a:tableStyleId>{52A45A8A-AF00-42DA-A0D2-EFC4A8272FA3}</a:tableStyleId>
              </a:tblPr>
              <a:tblGrid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</a:tblGrid>
              <a:tr h="263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73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165</a:t>
                      </a:r>
                      <a:endParaRPr sz="1200"/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63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63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" name="Shape 176"/>
        <p:cNvGrpSpPr/>
        <p:nvPr/>
      </p:nvGrpSpPr>
      <p:grpSpPr>
        <a:xfrm>
          <a:off x="0" y="0"/>
          <a:ext cx="0" cy="0"/>
        </a:xfrm>
      </p:grpSpPr>
      <p:sp>
        <p:nvSpPr>
          <p:cNvPr id="177" name="Google Shape;177;p21"/>
          <p:cNvSpPr txBox="1"/>
          <p:nvPr/>
        </p:nvSpPr>
        <p:spPr>
          <a:xfrm>
            <a:off x="468898" y="8037000"/>
            <a:ext cx="1905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(−36) ÷ 6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(−81) ÷ 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(−42) ÷ 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(−36) ÷ 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(−66) ÷ 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(−150) ÷ 75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(−96) ÷ 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(−100) ÷ 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(−300) ÷ 75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(−180) ÷ 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9" name="Google Shape;17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Multiplication and division where only one value is negative</a:t>
            </a:r>
            <a:endParaRPr/>
          </a:p>
        </p:txBody>
      </p:sp>
      <p:sp>
        <p:nvSpPr>
          <p:cNvPr id="180" name="Google Shape;18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720000"/>
            <a:ext cx="66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Dividing when the dividend is negative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1044975"/>
            <a:ext cx="6624000" cy="19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answers to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(−20) ÷ 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(−72) ÷ 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(−96) ÷ 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(−88) ÷ 11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(−42) ÷ 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(−850) ÷ 10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(−325) ÷ 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(−1376) ÷ 8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3301500"/>
            <a:ext cx="6624000" cy="18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Write down as many division questions as you can with the following answers.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(−24)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(−376)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900" y="5133900"/>
            <a:ext cx="27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783225" y="5149350"/>
            <a:ext cx="818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Answer the questions, shade the answers in the grid to reveal something.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1"/>
          <p:cNvGraphicFramePr>
            <a:graphicFrameLocks noGrp="1"/>
          </p:cNvGraphicFramePr>
          <p:nvPr/>
        </p:nvGraphicFramePr>
        <p:xfrm>
          <a:off x="1239753" y="5516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{52A45A8A-AF00-42DA-A0D2-EFC4A8272FA3}</a:tableStyleId>
              </a:tblPr>
              <a:tblGrid>
                <a:gridCol w="508050"/>
                <a:gridCol w="508050"/>
                <a:gridCol w="508050"/>
                <a:gridCol w="508050"/>
                <a:gridCol w="508050"/>
                <a:gridCol w="508050"/>
                <a:gridCol w="508050"/>
                <a:gridCol w="508050"/>
                <a:gridCol w="508050"/>
                <a:gridCol w="508050"/>
              </a:tblGrid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200"/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Multiplication and division where only one value is negative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2023-12-08T08:57:42.826</cp:lastPrinted>
  <dcterms:created xsi:type="dcterms:W3CDTF">2023-12-08T08:57:42Z</dcterms:created>
  <dcterms:modified xsi:type="dcterms:W3CDTF">2023-12-08T09:00:41Z</dcterms:modified>
</cp:coreProperties>
</file>