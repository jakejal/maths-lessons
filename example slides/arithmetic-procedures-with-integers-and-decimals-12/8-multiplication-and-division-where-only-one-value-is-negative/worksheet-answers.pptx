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7CF6D110-8E15-4A26-800C-3A8934D55BAB}">
  <a:tblStyle styleId="{7CF6D110-8E15-4A26-800C-3A8934D55BA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4" name="Shape 184"/>
        <p:cNvGrpSpPr/>
        <p:nvPr/>
      </p:nvGrpSpPr>
      <p:grpSpPr>
        <a:xfrm>
          <a:off x="0" y="0"/>
          <a:ext cx="0" cy="0"/>
        </a:xfrm>
      </p:grpSpPr>
      <p:sp>
        <p:nvSpPr>
          <p:cNvPr id="185" name="Google Shape;185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468000" y="642797"/>
            <a:ext cx="6624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Multiplication and division where only one value is negative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71700"/>
            <a:ext cx="6661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Multiplying when only one value is negative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4" name="Google Shape;174;p20"/>
          <p:cNvCxnSpPr/>
          <p:nvPr/>
        </p:nvCxnSpPr>
        <p:spPr>
          <a:xfrm>
            <a:off x="49350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5" name="Google Shape;175;p20"/>
          <p:cNvSpPr txBox="1"/>
          <p:nvPr/>
        </p:nvSpPr>
        <p:spPr>
          <a:xfrm>
            <a:off x="468000" y="1758825"/>
            <a:ext cx="6624000" cy="17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60800" lvl="0" indent="-3066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answers to the following questions: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96799" lvl="0" indent="-306599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(−3) × 5	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(−15)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96799" lvl="0" indent="-306599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× (−4)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(−32)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96799" lvl="0" indent="-306599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(−9) × 8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(−72)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96799" lvl="0" indent="-306599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× (−12)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(−60)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96799" lvl="0" indent="-306599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(−15) × 5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(−75)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96799" lvl="0" indent="-306599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(−565) × 2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(−1130)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96799" lvl="0" indent="-306599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 × (−65)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(−585)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68000" y="3697150"/>
            <a:ext cx="6624000" cy="17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Write down as many products as you can with the following answers.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96799" lvl="0" indent="-306599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(−60)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(−6) × 10, 12 × (−5), (−1) × 60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96799" lvl="0" indent="-306599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(−18)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(−6) × 3, 2 × (−9), (−2) × 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96799" lvl="0" indent="-306599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(−72)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(−6) × 12, 36 × (−2), (−9) × 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96799" lvl="0" indent="-306599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(−100)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(−10) × 10, 25 × (−4), (−20) ×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96799" lvl="0" indent="-306599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(−250)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(−10) × 25, 2 × (−125), (−50) ×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96799" lvl="0" indent="-306599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(−165)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(−5) × 33, 11 × (−15), (−165) ×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72650" y="7882850"/>
            <a:ext cx="3249000" cy="15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(−36) × 5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(−180)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 × (−9)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(−126)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(−8) × 66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(−528)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(−55) × 3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(−165)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68075" y="6211350"/>
            <a:ext cx="276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140000" y="7882851"/>
            <a:ext cx="3053100" cy="15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  6 × (−27)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(−162)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   (−27) × 5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(−135)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   45 × (−4)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(−180)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   (−56) × 6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(−336)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782400" y="6198850"/>
            <a:ext cx="630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Decode the word.  Find the answers in the grid and rearrange the letters to make a word.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68000" y="9336725"/>
            <a:ext cx="662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i)   Write your own word using the code.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3625350" y="9336725"/>
            <a:ext cx="2495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word is negative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83" name="Google Shape;183;p20"/>
          <p:cNvGraphicFramePr>
            <a:graphicFrameLocks noGrp="1"/>
          </p:cNvGraphicFramePr>
          <p:nvPr/>
        </p:nvGraphicFramePr>
        <p:xfrm>
          <a:off x="472650" y="6615188"/>
          <a:ext cx="6624150" cy="1064050"/>
        </p:xfrm>
        <a:graphic>
          <a:graphicData uri="http://schemas.openxmlformats.org/drawingml/2006/table">
            <a:tbl>
              <a:tblPr>
                <a:noFill/>
                <a:tableStyleId>{7CF6D110-8E15-4A26-800C-3A8934D55BAB}</a:tableStyleId>
              </a:tblPr>
              <a:tblGrid>
                <a:gridCol w="509550"/>
                <a:gridCol w="509550"/>
                <a:gridCol w="509550"/>
                <a:gridCol w="509550"/>
                <a:gridCol w="509550"/>
                <a:gridCol w="509550"/>
                <a:gridCol w="509550"/>
                <a:gridCol w="509550"/>
                <a:gridCol w="509550"/>
                <a:gridCol w="509550"/>
                <a:gridCol w="509550"/>
                <a:gridCol w="509550"/>
                <a:gridCol w="509550"/>
              </a:tblGrid>
              <a:tr h="263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</a:tr>
              <a:tr h="2731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165</a:t>
                      </a:r>
                      <a:endParaRPr sz="1200"/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</a:tr>
              <a:tr h="263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Q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Z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</a:tr>
              <a:tr h="2636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570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465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528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860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−582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7" name="Shape 187"/>
        <p:cNvGrpSpPr/>
        <p:nvPr/>
      </p:nvGrpSpPr>
      <p:grpSpPr>
        <a:xfrm>
          <a:off x="0" y="0"/>
          <a:ext cx="0" cy="0"/>
        </a:xfrm>
      </p:grpSpPr>
      <p:sp>
        <p:nvSpPr>
          <p:cNvPr id="188" name="Google Shape;188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89" name="Google Shape;189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Multiplication and division where only one value is negative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468000" y="720000"/>
            <a:ext cx="6661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B: Dividing when the dividend is negative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468000" y="1044975"/>
            <a:ext cx="6624000" cy="19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answers to the following questions: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(−20) ÷ 5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(−4)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(−72) ÷ 9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(−8)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(−96) ÷ 12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(−8)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(−88) ÷ 11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(−8)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(−42) ÷ 6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(−7)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(−850) ÷ 10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(−85)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(−325) ÷ 5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(−65)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(−1376) ÷ 8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(−172)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468000" y="3301500"/>
            <a:ext cx="6624000" cy="18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Write down as many division questions as you can with the following answers.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(−4)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(−16) ÷ 4, (−24) ÷ 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(−12)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(−60) ÷ 5, (−24) ÷ 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(−10)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(−60) ÷ 6, (−240) ÷ 24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(−24)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(−48) ÷ 2, (−120) ÷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(−50)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(−250) ÷ 5, (−800) ÷ 16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(−376)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(−1128) ÷ 3, (−3008) ÷ 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1761250" y="6468149"/>
            <a:ext cx="501300" cy="2346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1761250" y="6702574"/>
            <a:ext cx="501300" cy="2346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2262606" y="6468032"/>
            <a:ext cx="501300" cy="2346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2262606" y="6702457"/>
            <a:ext cx="501300" cy="2346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2777423" y="6468032"/>
            <a:ext cx="501300" cy="2346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2777423" y="6702457"/>
            <a:ext cx="501300" cy="2346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3278708" y="6468032"/>
            <a:ext cx="501300" cy="2346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3278708" y="6702457"/>
            <a:ext cx="501300" cy="2346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3779993" y="6468032"/>
            <a:ext cx="501300" cy="2346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3779993" y="6702457"/>
            <a:ext cx="501300" cy="2346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4294810" y="6468032"/>
            <a:ext cx="501300" cy="2346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4294810" y="6702457"/>
            <a:ext cx="501300" cy="2346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4809627" y="6468032"/>
            <a:ext cx="501300" cy="2346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4809627" y="6702457"/>
            <a:ext cx="501300" cy="2346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5310912" y="6468032"/>
            <a:ext cx="501300" cy="2346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5310912" y="6702457"/>
            <a:ext cx="501300" cy="2346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3291689" y="5766714"/>
            <a:ext cx="502800" cy="2346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3291689" y="6001139"/>
            <a:ext cx="502800" cy="2346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3794523" y="5766714"/>
            <a:ext cx="502800" cy="2346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3794523" y="6001139"/>
            <a:ext cx="502800" cy="2346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3291689" y="7200618"/>
            <a:ext cx="501600" cy="2346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3291689" y="7435044"/>
            <a:ext cx="501600" cy="2346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3793245" y="7200618"/>
            <a:ext cx="501600" cy="2346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3793245" y="7435044"/>
            <a:ext cx="501600" cy="2346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468900" y="5133900"/>
            <a:ext cx="276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783225" y="5149350"/>
            <a:ext cx="8181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Answer the questions, shade the answers in the grid to reveal something.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467994" y="8042825"/>
            <a:ext cx="12549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(−6)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(−9)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(−7)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(−12)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(−11)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(−2)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(−8)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(−20)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(−4)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(−15)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2" name="Google Shape;222;p21"/>
          <p:cNvGraphicFramePr>
            <a:graphicFrameLocks noGrp="1"/>
          </p:cNvGraphicFramePr>
          <p:nvPr/>
        </p:nvGraphicFramePr>
        <p:xfrm>
          <a:off x="1239753" y="5516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{7CF6D110-8E15-4A26-800C-3A8934D55BAB}</a:tableStyleId>
              </a:tblPr>
              <a:tblGrid>
                <a:gridCol w="508050"/>
                <a:gridCol w="508050"/>
                <a:gridCol w="508050"/>
                <a:gridCol w="508050"/>
                <a:gridCol w="508050"/>
                <a:gridCol w="508050"/>
                <a:gridCol w="508050"/>
                <a:gridCol w="508050"/>
                <a:gridCol w="508050"/>
                <a:gridCol w="508050"/>
              </a:tblGrid>
              <a:tr h="241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(−1)</a:t>
                      </a:r>
                      <a:endParaRPr sz="12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</a:tr>
              <a:tr h="241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(−12)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(−9)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(−14)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</a:tr>
              <a:tr h="241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</a:tr>
              <a:tr h="241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(−14)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</a:tr>
              <a:tr h="241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(−6)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(−11)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(−9)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(−4)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(−12)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(−8)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</a:tr>
              <a:tr h="241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(−7)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(−8)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(−9)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(−7)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(−11)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</a:tr>
              <a:tr h="241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</a:tr>
              <a:tr h="241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(−4)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(−6)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</a:tr>
              <a:tr h="241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(−8)</a:t>
                      </a:r>
                      <a:endParaRPr sz="1200"/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(−11)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</a:tr>
              <a:tr h="241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18000" marR="18000" marT="18000" marB="18000"/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63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2023-12-08T09:00:36.651</cp:lastPrinted>
  <dcterms:created xsi:type="dcterms:W3CDTF">2023-12-08T09:00:36Z</dcterms:created>
  <dcterms:modified xsi:type="dcterms:W3CDTF">2023-12-08T09:00:44Z</dcterms:modified>
</cp:coreProperties>
</file>