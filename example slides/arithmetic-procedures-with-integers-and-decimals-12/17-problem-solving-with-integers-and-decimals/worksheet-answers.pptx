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0007F0-43C5-46A8-98D9-F690BE02AA61}">
  <a:tblStyle styleId="{E80007F0-43C5-46A8-98D9-F690BE02AA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b2685310f_0_5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b268531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06078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Integers, negatives and decimals in the real world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393300" y="1849703"/>
            <a:ext cx="56988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has £13.45 credit on her school account. She spends £2.67 then spends £7.89. Aisha then puts £4.21 back into her account.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does Aisha have in her school account 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49703"/>
            <a:ext cx="815975" cy="65696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2635865"/>
            <a:ext cx="46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13.45 − 2.67 − 7.89 + 4.21 =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3124390"/>
            <a:ext cx="52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13.45 + (-2.67) + (-7.89) + 4.21 =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3647590"/>
            <a:ext cx="52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17.66 + (-10.56) = 7.1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676100" y="3647603"/>
            <a:ext cx="34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has £7.10 left.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42125" y="4151603"/>
            <a:ext cx="64944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has a £20 note. He buys 4 green pens, 6 pencils and 2 orange highlighters.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shopkeeper gave Jun £6.16 in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this correct?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4">
            <a:alphaModFix/>
          </a:blip>
          <a:srcRect b="49193" l="27397" r="63797" t="7218"/>
          <a:stretch/>
        </p:blipFill>
        <p:spPr>
          <a:xfrm>
            <a:off x="4538989" y="4414842"/>
            <a:ext cx="297733" cy="81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49193" l="45472" r="45722" t="7218"/>
          <a:stretch/>
        </p:blipFill>
        <p:spPr>
          <a:xfrm>
            <a:off x="5129547" y="4403053"/>
            <a:ext cx="297733" cy="81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 rotWithShape="1">
          <a:blip r:embed="rId4">
            <a:alphaModFix/>
          </a:blip>
          <a:srcRect b="49193" l="63295" r="27899" t="7218"/>
          <a:stretch/>
        </p:blipFill>
        <p:spPr>
          <a:xfrm>
            <a:off x="5664944" y="4418825"/>
            <a:ext cx="297733" cy="81334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604796" y="5231078"/>
            <a:ext cx="7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18772" y="5231078"/>
            <a:ext cx="47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491225" y="5231078"/>
            <a:ext cx="7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5209778"/>
            <a:ext cx="46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1.56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2 × 1.56 = 2 × 3.12 = 6.24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5552628"/>
            <a:ext cx="323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0.76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0.76 × 2 = 2.28 × 2 = 4.56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5848028"/>
            <a:ext cx="46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1.27 = 2.54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412000" y="6630053"/>
            <a:ext cx="469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change is incorrect. Jun should get £6.66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54350" y="6176678"/>
            <a:ext cx="284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6.24 + 4.56 + 2.54 = 13.34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54350" y="6518315"/>
            <a:ext cx="46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20 - 13.34 = 6.66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48323" y="7973372"/>
            <a:ext cx="8078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24.3)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21.6)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20.9)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24.15)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24.8)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115.75)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48325" y="8311422"/>
            <a:ext cx="7962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115.75) ÷ 5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115.75) ÷ 10 × 2 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11.575) × 2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23.15)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6991328"/>
            <a:ext cx="54948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There are two places in Antarctica scientists want to investigate. They look at the temperature in the morning over 5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675" y="6960902"/>
            <a:ext cx="815974" cy="5437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/>
        </p:nvGraphicFramePr>
        <p:xfrm>
          <a:off x="468000" y="7615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{E80007F0-43C5-46A8-98D9-F690BE02AA61}</a:tableStyleId>
              </a:tblPr>
              <a:tblGrid>
                <a:gridCol w="1228125"/>
                <a:gridCol w="832975"/>
                <a:gridCol w="1030550"/>
                <a:gridCol w="1030550"/>
                <a:gridCol w="1030550"/>
                <a:gridCol w="1030550"/>
              </a:tblGrid>
              <a:tr h="27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−24.3℃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21.6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24.15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440050" y="9542672"/>
            <a:ext cx="79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Location 2 is slightly colder on average than location 1.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9" name="Google Shape;199;p20"/>
          <p:cNvGraphicFramePr/>
          <p:nvPr/>
        </p:nvGraphicFramePr>
        <p:xfrm>
          <a:off x="454350" y="8622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{E80007F0-43C5-46A8-98D9-F690BE02AA61}</a:tableStyleId>
              </a:tblPr>
              <a:tblGrid>
                <a:gridCol w="1228125"/>
                <a:gridCol w="832975"/>
                <a:gridCol w="1030550"/>
                <a:gridCol w="1030550"/>
                <a:gridCol w="1030550"/>
                <a:gridCol w="1030550"/>
              </a:tblGrid>
              <a:tr h="3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2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504948" y="9001172"/>
            <a:ext cx="8078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24) +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24.8)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117.8)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04950" y="9339222"/>
            <a:ext cx="7962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117.8) ÷ 5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117.8) ÷ 10 × 2 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11.78) × 2 =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23.56)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integers and decimals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720000"/>
            <a:ext cx="802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Andeep is taking part in a local Maths competition.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10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correct answer gets 8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incorrect answer gets (-6)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question not answered gets (-2)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2393700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answers 4 correct, 3 incorrect and misses 2 questions. How many points does he have?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200" y="720000"/>
            <a:ext cx="1593125" cy="145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2926822"/>
            <a:ext cx="41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8 + 3 × (-6) + 2 × (-2) =  </a:t>
            </a:r>
            <a:endParaRPr sz="1200"/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3364000"/>
            <a:ext cx="41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 + (-18) + (-4) =  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3786583"/>
            <a:ext cx="41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 + (-22) =  10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2487900" y="3783501"/>
            <a:ext cx="53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has 10 points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4649413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4b) In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different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competition, Lucas gets 36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8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correct answer gets 12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incorrect answer gets (-4)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question not answered gets (-2)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62890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some examples of how Lucas performed in the competition. </a:t>
            </a:r>
            <a:endParaRPr sz="1200"/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7109675"/>
            <a:ext cx="55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12 +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(-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+ 2 × (-2) = 36  </a:t>
            </a:r>
            <a:endParaRPr sz="1200"/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6696200"/>
            <a:ext cx="428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 </a:t>
            </a:r>
            <a:endParaRPr sz="1200"/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7535075"/>
            <a:ext cx="78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correct, 2 incorrect and 2 missed  </a:t>
            </a:r>
            <a:endParaRPr sz="1200"/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600" y="4619850"/>
            <a:ext cx="1593125" cy="14522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64400" y="102520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an example of two car rental companies.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915332" y="1483152"/>
            <a:ext cx="1932900" cy="203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51200" y="1483152"/>
            <a:ext cx="1932900" cy="203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711" y="1510524"/>
            <a:ext cx="1892074" cy="9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18309" y="2664120"/>
            <a:ext cx="1732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Rent-a-Red-Car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km = £0.46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982441" y="2696863"/>
            <a:ext cx="1732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Rent-a-Blue-Car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2500 m = £1.10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51200" y="3731008"/>
            <a:ext cx="66240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Oak teacher knows he will need to rent a car for a 70 km journey. Work out the difference in prices between the two companies for a 70 km car hire.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84" y="1632679"/>
            <a:ext cx="1658271" cy="90928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2788067" y="1679459"/>
            <a:ext cx="1499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0.46 × 70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2788057" y="1895183"/>
            <a:ext cx="1499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4.6  × 7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708088" y="1895193"/>
            <a:ext cx="579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2614735" y="1362400"/>
            <a:ext cx="1773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Rent-a-Red-car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2824057" y="2233092"/>
            <a:ext cx="1773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Rent-a-Blue-car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2735456" y="2533870"/>
            <a:ext cx="1773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2500 m = 2.5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635414" y="2774802"/>
            <a:ext cx="938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 ÷ 2.5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3535227" y="2780448"/>
            <a:ext cx="938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700 ÷ 25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487740" y="2777156"/>
            <a:ext cx="330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452380" y="3003411"/>
            <a:ext cx="938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 × 1.1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3289862" y="3010289"/>
            <a:ext cx="1199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 × 11 × 0.1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4521296" y="3012589"/>
            <a:ext cx="413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585020" y="3348514"/>
            <a:ext cx="2703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£32.20 - £30.80 = £1.40 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71999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Measurements and accuracy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053575" y="4870475"/>
            <a:ext cx="1932900" cy="190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501650" y="441725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helps her neighbour feed her cats using a feeding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3" name="Google Shape;253;p22"/>
          <p:cNvGraphicFramePr/>
          <p:nvPr/>
        </p:nvGraphicFramePr>
        <p:xfrm>
          <a:off x="468000" y="488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{E80007F0-43C5-46A8-98D9-F690BE02AA61}</a:tableStyleId>
              </a:tblPr>
              <a:tblGrid>
                <a:gridCol w="2425875"/>
                <a:gridCol w="1935525"/>
              </a:tblGrid>
              <a:tr h="53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the nearest 10 g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Quantity of dry food per day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1 - 2.99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3 kg - 4.99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5 - 5.99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more than 6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4" name="Google Shape;25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0425" y="4940045"/>
            <a:ext cx="1279858" cy="120792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5109375" y="6204925"/>
            <a:ext cx="189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1.5 kg of dry food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£9.82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64400" y="7004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neighbour has three cats weighing 4.5 kg, 5.1 kg and 6.2 kg.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464400" y="7385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will it cost to feed all three cats for 2 weeks?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468000" y="7696725"/>
            <a:ext cx="40158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 kg cat requires 90 g per day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5.1 kg cat requires 100 g per day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6.2 kg cat requires 115 g per day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2958900" y="9340500"/>
            <a:ext cx="413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9.82  × 3 = £29.46 needs to be spent on cat food.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2964100" y="7664100"/>
            <a:ext cx="393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food per day is 90 + 100 + 115 = 305 g per day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2964100" y="8121300"/>
            <a:ext cx="3446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2 weeks it is 305 × 14 = 4 270g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2964100" y="8502300"/>
            <a:ext cx="293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 kg = 1500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2958900" y="8891750"/>
            <a:ext cx="2558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She will need 3 bags.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