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E4A026-3F83-4C69-8912-4A13DAC0DD26}">
  <a:tblStyle styleId="{B1E4A026-3F83-4C69-8912-4A13DAC0DD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993eee56f7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993eee56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1.jp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integers and decimals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506078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Integers, negatives and decimals in the real world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1393300" y="1849703"/>
            <a:ext cx="5698800" cy="9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has £13.45 credit on her school account. She spends £2.67 then spends £7.89. Aisha then puts £4.21 back into her account.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much does Aisha have in her school account now?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5" name="Google Shape;16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849703"/>
            <a:ext cx="815975" cy="65696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542125" y="4151603"/>
            <a:ext cx="6494400" cy="9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Jun has a £20 note. He buys 4 green pens, 6 pencils and 2 orange highlighters.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shopkeeper gave Jun £6.16 in change.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this correct? Show your working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" name="Google Shape;167;p20"/>
          <p:cNvPicPr preferRelativeResize="0"/>
          <p:nvPr/>
        </p:nvPicPr>
        <p:blipFill rotWithShape="1">
          <a:blip r:embed="rId4">
            <a:alphaModFix/>
          </a:blip>
          <a:srcRect b="49193" l="27397" r="63797" t="7218"/>
          <a:stretch/>
        </p:blipFill>
        <p:spPr>
          <a:xfrm>
            <a:off x="4538989" y="4414842"/>
            <a:ext cx="297733" cy="813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/>
          <p:cNvPicPr preferRelativeResize="0"/>
          <p:nvPr/>
        </p:nvPicPr>
        <p:blipFill rotWithShape="1">
          <a:blip r:embed="rId4">
            <a:alphaModFix/>
          </a:blip>
          <a:srcRect b="49193" l="45472" r="45722" t="7218"/>
          <a:stretch/>
        </p:blipFill>
        <p:spPr>
          <a:xfrm>
            <a:off x="5129547" y="4403053"/>
            <a:ext cx="297733" cy="813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/>
          <p:cNvPicPr preferRelativeResize="0"/>
          <p:nvPr/>
        </p:nvPicPr>
        <p:blipFill rotWithShape="1">
          <a:blip r:embed="rId4">
            <a:alphaModFix/>
          </a:blip>
          <a:srcRect b="49193" l="63295" r="27899" t="7218"/>
          <a:stretch/>
        </p:blipFill>
        <p:spPr>
          <a:xfrm>
            <a:off x="5664944" y="4418825"/>
            <a:ext cx="297733" cy="81334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5604796" y="5231078"/>
            <a:ext cx="71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£1.27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5118772" y="5231078"/>
            <a:ext cx="479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76p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491225" y="5231078"/>
            <a:ext cx="71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£1.56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6991328"/>
            <a:ext cx="54948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There are two places in Antarctica scientists want to investigate. They look at the temperature in the morning over 5 days.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62675" y="6960902"/>
            <a:ext cx="815974" cy="54376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5" name="Google Shape;175;p20"/>
          <p:cNvGraphicFramePr/>
          <p:nvPr/>
        </p:nvGraphicFramePr>
        <p:xfrm>
          <a:off x="468000" y="7615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{B1E4A026-3F83-4C69-8912-4A13DAC0DD26}</a:tableStyleId>
              </a:tblPr>
              <a:tblGrid>
                <a:gridCol w="1228125"/>
                <a:gridCol w="832975"/>
                <a:gridCol w="1030550"/>
                <a:gridCol w="1030550"/>
                <a:gridCol w="1030550"/>
                <a:gridCol w="1030550"/>
              </a:tblGrid>
              <a:tr h="27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Location 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−24.3℃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21.6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20.9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24.15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24.8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76" name="Google Shape;176;p20"/>
          <p:cNvGraphicFramePr/>
          <p:nvPr/>
        </p:nvGraphicFramePr>
        <p:xfrm>
          <a:off x="470143" y="79969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{B1E4A026-3F83-4C69-8912-4A13DAC0DD26}</a:tableStyleId>
              </a:tblPr>
              <a:tblGrid>
                <a:gridCol w="1228125"/>
                <a:gridCol w="832975"/>
                <a:gridCol w="1030550"/>
                <a:gridCol w="1030550"/>
                <a:gridCol w="1030550"/>
                <a:gridCol w="1030550"/>
              </a:tblGrid>
              <a:tr h="34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Location 2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24.8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7" name="Google Shape;177;p20"/>
          <p:cNvSpPr txBox="1"/>
          <p:nvPr/>
        </p:nvSpPr>
        <p:spPr>
          <a:xfrm>
            <a:off x="470150" y="8397175"/>
            <a:ext cx="618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mean average, which is the coldest location?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integers and decimals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468000" y="720000"/>
            <a:ext cx="8027700" cy="30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Andeep is taking part in a local Maths competition.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10 questions.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correct answer gets 8 points.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incorrect answer gets (-6) points.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question not answered gets (-2) points.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468000" y="2393700"/>
            <a:ext cx="6624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 answers 4 correct, 3 incorrect and misses 2 questions. How many points does he have?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5" name="Google Shape;1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9200" y="720000"/>
            <a:ext cx="1593125" cy="145228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468000" y="4649413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4b) In a different competition, Lucas gets 36 points.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8 questions.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correct answer gets 12 points.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incorrect answer gets (-4) points.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question not answered gets (-2) points.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468000" y="6289050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 some examples of how Lucas performed in the competition. </a:t>
            </a:r>
            <a:endParaRPr sz="1200"/>
          </a:p>
        </p:txBody>
      </p:sp>
      <p:pic>
        <p:nvPicPr>
          <p:cNvPr id="188" name="Google Shape;18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600" y="4619850"/>
            <a:ext cx="1593125" cy="14522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" name="Google Shape;189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5" name="Google Shape;195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integers and decimals</a:t>
            </a:r>
            <a:endParaRPr/>
          </a:p>
        </p:txBody>
      </p:sp>
      <p:sp>
        <p:nvSpPr>
          <p:cNvPr id="196" name="Google Shape;196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464400" y="1025200"/>
            <a:ext cx="8237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is an example of two car rental companies.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4915332" y="1483152"/>
            <a:ext cx="1932900" cy="2036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451200" y="1483152"/>
            <a:ext cx="1932900" cy="2036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1" name="Google Shape;2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5711" y="1510524"/>
            <a:ext cx="1892074" cy="9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518309" y="2664120"/>
            <a:ext cx="17328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Rent-a-Red-Car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km = £0.46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4982441" y="2696863"/>
            <a:ext cx="17328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Rent-a-Blue-Car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2500 m = £1.10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451200" y="3731008"/>
            <a:ext cx="66240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 Oak teacher knows he will need to rent a car for a 70 km journey. Work out the difference in prices between the two companies for a 70 km car hire.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5" name="Google Shape;20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484" y="1632679"/>
            <a:ext cx="1658271" cy="90928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468000" y="71999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Measurements and accuracy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5053575" y="4870475"/>
            <a:ext cx="1932900" cy="190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501650" y="4417250"/>
            <a:ext cx="8237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Sofia helps her neighbour feed her cats using a feeding chart.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9" name="Google Shape;209;p22"/>
          <p:cNvGraphicFramePr/>
          <p:nvPr/>
        </p:nvGraphicFramePr>
        <p:xfrm>
          <a:off x="468000" y="4882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{B1E4A026-3F83-4C69-8912-4A13DAC0DD26}</a:tableStyleId>
              </a:tblPr>
              <a:tblGrid>
                <a:gridCol w="2425875"/>
                <a:gridCol w="1935525"/>
              </a:tblGrid>
              <a:tr h="53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Mass to the nearest 10 g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Quantity of dry food per day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🐱 1 - 2.99 kg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 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🐱 3 kg - 4.99 kg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 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🐱 5 - 5.99 kg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 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🐱 more than 6 kg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115 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10" name="Google Shape;21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0425" y="4940045"/>
            <a:ext cx="1279858" cy="120792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5109375" y="6204925"/>
            <a:ext cx="1892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1.5 kg of dry food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£9.82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464400" y="70041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 neighbour has three cats weighing 4.5 kg, 5.1 kg and 6.2 kg.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464400" y="73851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much will it cost to feed all three cats for 2 weeks?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