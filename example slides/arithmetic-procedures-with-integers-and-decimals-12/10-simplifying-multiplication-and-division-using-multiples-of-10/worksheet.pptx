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2FF6BAA-EC8B-4E1B-BEFA-7709D84BBEE5}">
  <a:tblStyle styleId="{B2FF6BAA-EC8B-4E1B-BEFA-7709D84BBE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62921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Simplifying multiplication and division using multiples of 10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579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Simplifying multiplication using multiples of 10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 txBox="1"/>
          <p:nvPr/>
        </p:nvSpPr>
        <p:spPr>
          <a:xfrm>
            <a:off x="468000" y="1758825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Gattegno chart to write down at least 4 pairs of numbers with a product of the following: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	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1600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Go beyond the Gattegno chart and write down at least 3 pairs of numbers with a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product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8100	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511995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Some of the decimal points have fallen out of these calculations!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facts:	32 × 14 = 448 and 241 × 19 = 4579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 the decimal points in the correct place in the question to get the given products.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× 14 = 4.48		   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× 14 = 0.448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× 14 = 44.8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241 × 19 = 45.79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241 × 19 = 457.9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241 × 19 = 4.579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 Write some alternatives to your answers in question 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2" name="Google Shape;17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multiplication and division using multiples of 10</a:t>
            </a:r>
            <a:endParaRPr/>
          </a:p>
        </p:txBody>
      </p:sp>
      <p:sp>
        <p:nvSpPr>
          <p:cNvPr id="173" name="Google Shape;17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Simplifying division using multiples of 10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68000" y="1060125"/>
            <a:ext cx="6624000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the following questions.  Find and shade them in the grid to reveal a number.  Divide the number by 200.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380 ÷ 200 = 1.9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36 000 ÷ 120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4800 ÷ 240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600 000 ÷ 500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4 500 000 ÷ 300 000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1"/>
          <p:cNvGraphicFramePr>
            <a:graphicFrameLocks noGrp="1"/>
          </p:cNvGraphicFramePr>
          <p:nvPr/>
        </p:nvGraphicFramePr>
        <p:xfrm>
          <a:off x="570600" y="272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{B2FF6BAA-EC8B-4E1B-BEFA-7709D84BBEE5}</a:tableStyleId>
              </a:tblPr>
              <a:tblGrid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  <a:gridCol w="5835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/>
                </a:tc>
              </a:tr>
            </a:tbl>
          </a:graphicData>
        </a:graphic>
      </p:graphicFrame>
      <p:sp>
        <p:nvSpPr>
          <p:cNvPr id="178" name="Google Shape;178;p21"/>
          <p:cNvSpPr txBox="1"/>
          <p:nvPr/>
        </p:nvSpPr>
        <p:spPr>
          <a:xfrm>
            <a:off x="3780000" y="1604500"/>
            <a:ext cx="33120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  42 000 000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6000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  96 000 ÷  24 000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  300 000 ÷ 6000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   880 000 ÷ 8000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70613" y="2726825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747423" y="3468283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2924234" y="4241848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082938" y="3468283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6404118" y="2726825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1159018" y="2726825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1747423" y="4241848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924234" y="3859959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520813" y="2726825"/>
            <a:ext cx="5538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238812" y="3468284"/>
            <a:ext cx="611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082938" y="4241850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747423" y="2726825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520813" y="4241850"/>
            <a:ext cx="5538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238812" y="4241850"/>
            <a:ext cx="611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404118" y="3468283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1747423" y="3104981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924234" y="2726825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238812" y="3104982"/>
            <a:ext cx="611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404118" y="3859960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082938" y="3859960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159018" y="3468283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082938" y="3104982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850262" y="2726825"/>
            <a:ext cx="5538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238812" y="3859961"/>
            <a:ext cx="611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924234" y="3104981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0613" y="4241848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520813" y="3468284"/>
            <a:ext cx="5538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238812" y="2726825"/>
            <a:ext cx="611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404118" y="4241850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747423" y="3859959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082938" y="2726825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850212" y="4241850"/>
            <a:ext cx="5538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0613" y="3468283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159018" y="4241848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924234" y="3468283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6404118" y="3104982"/>
            <a:ext cx="5724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2023-12-08T08:59:58.068</cp:lastPrinted>
  <dcterms:created xsi:type="dcterms:W3CDTF">2023-12-08T08:59:58Z</dcterms:created>
  <dcterms:modified xsi:type="dcterms:W3CDTF">2023-12-08T09:00:06Z</dcterms:modified>
</cp:coreProperties>
</file>