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0D7DD405-680C-45E9-AAF7-5504DA386428}">
  <a:tblStyle styleId="{0D7DD405-680C-45E9-AAF7-5504DA3864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7" name="Shape 177"/>
        <p:cNvGrpSpPr/>
        <p:nvPr/>
      </p:nvGrpSpPr>
      <p:grpSpPr>
        <a:xfrm>
          <a:off x="0" y="0"/>
          <a:ext cx="0" cy="0"/>
        </a:xfrm>
      </p:grpSpPr>
      <p:sp>
        <p:nvSpPr>
          <p:cNvPr id="178" name="Google Shape;178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468000" y="662921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Simplifying multiplication and division using multiples of 10</a:t>
            </a:r>
            <a:endParaRPr/>
          </a:p>
        </p:txBody>
      </p:sp>
      <p:sp>
        <p:nvSpPr>
          <p:cNvPr id="172" name="Google Shape;17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5795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Simplifying multiplication using multiples of 10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" name="Google Shape;174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20"/>
          <p:cNvSpPr txBox="1"/>
          <p:nvPr/>
        </p:nvSpPr>
        <p:spPr>
          <a:xfrm>
            <a:off x="468000" y="1758825"/>
            <a:ext cx="6624000" cy="40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Gattegno chart to write down at least 4 pairs of numbers with a product of the following: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1 × 5, 10 × 0.5, 0.1 × 50, 100 × 0.05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3 × 5, 30 × 0.5, 0.3 × 50, 300 × 0.05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180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20 × 9, 0.03 × 6000, 0.2 × 900, 3000 × 0.06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1600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2 × 800, 0.4 × 4000, 0.8 × 2000, 40 × 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Go beyond the Gattegno chart and write down at least 3 pairs of numbers with a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product of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0.006 × 7000, 210 × 0.2, 0.001 × 42 000, 2.1 × 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300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30 × 10, 0.0015 × 200 000, 0.01 × 30 000, 600 × 0.5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8100	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900 000 × 0.009, 81 000 × 0.1, 300 × 0.27, 162 000 × 0.05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5119950"/>
            <a:ext cx="6624000" cy="40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Some of the decimal points have fallen out of these calculations!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these facts:	32 × 14 = 448 and 241 × 19 = 4579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Put the decimal points in the correct place in the question to get the given products.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 × 14 = 4.48		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3.2 	× 1.4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 × 14 = 0.448	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0.32 × 1.4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 × 14 = 44.8	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32 × 1.4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241 × 19 = 45.79	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24.1 × 1.9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241 × 19 = 457.9	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24.1 × 19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241 × 19 = 4.579	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2.41 × 1.9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 Write some alternatives to your answers in question 3.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0" name="Shape 180"/>
        <p:cNvGrpSpPr/>
        <p:nvPr/>
      </p:nvGrpSpPr>
      <p:grpSpPr>
        <a:xfrm>
          <a:off x="0" y="0"/>
          <a:ext cx="0" cy="0"/>
        </a:xfrm>
      </p:grpSpPr>
      <p:sp>
        <p:nvSpPr>
          <p:cNvPr id="181" name="Google Shape;18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2" name="Google Shape;182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Simplifying multiplication and division using multiples of 10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468000" y="7200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Simplifying division using multiples of 10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468000" y="1060125"/>
            <a:ext cx="6624000" cy="20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Answer the following questions.  Find and shade them in the grid to reveal a number.  Divide the number by 200.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380 ÷ 200 = 1.9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36 000 ÷ 120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300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4800 ÷ 240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600 000 ÷ 500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1200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4 500 000 ÷ 300 000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7" name="Google Shape;187;p21"/>
          <p:cNvGraphicFramePr>
            <a:graphicFrameLocks noGrp="1"/>
          </p:cNvGraphicFramePr>
          <p:nvPr/>
        </p:nvGraphicFramePr>
        <p:xfrm>
          <a:off x="570600" y="272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{0D7DD405-680C-45E9-AAF7-5504DA386428}</a:tableStyleId>
              </a:tblPr>
              <a:tblGrid>
                <a:gridCol w="583525"/>
                <a:gridCol w="583525"/>
                <a:gridCol w="583525"/>
                <a:gridCol w="583525"/>
                <a:gridCol w="583525"/>
                <a:gridCol w="583525"/>
                <a:gridCol w="583525"/>
                <a:gridCol w="583525"/>
                <a:gridCol w="583525"/>
                <a:gridCol w="583525"/>
                <a:gridCol w="5835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</a:tr>
            </a:tbl>
          </a:graphicData>
        </a:graphic>
      </p:graphicFrame>
      <p:sp>
        <p:nvSpPr>
          <p:cNvPr id="188" name="Google Shape;188;p21"/>
          <p:cNvSpPr txBox="1"/>
          <p:nvPr/>
        </p:nvSpPr>
        <p:spPr>
          <a:xfrm>
            <a:off x="3780000" y="1604500"/>
            <a:ext cx="3312000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5)   42 000 000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÷ 6000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7000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6)   96 000 ÷  24 000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7)   300 000 ÷ 6000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8)   880 000 ÷ 8000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570613" y="2726825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1747423" y="3468283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2924234" y="4241848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4082938" y="3468283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6404118" y="2726825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1159018" y="2726825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1747423" y="4241848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2924234" y="3859959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3520813" y="2726825"/>
            <a:ext cx="5538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238812" y="3468284"/>
            <a:ext cx="611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4082938" y="4241850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1747423" y="2726825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3520813" y="4241850"/>
            <a:ext cx="5538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238812" y="4241850"/>
            <a:ext cx="611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6404118" y="3468283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1747423" y="3104981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2924234" y="2726825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5238812" y="3104982"/>
            <a:ext cx="611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6404118" y="3859960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4082938" y="3859960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1159018" y="3468283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4082938" y="3104982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850262" y="2726825"/>
            <a:ext cx="5538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238812" y="3859961"/>
            <a:ext cx="611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2924234" y="3104981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70613" y="4241848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3520813" y="3468284"/>
            <a:ext cx="5538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238812" y="2726825"/>
            <a:ext cx="611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6404118" y="4241850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1747423" y="3859959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4082938" y="2726825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5850212" y="4241850"/>
            <a:ext cx="5538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570613" y="3468283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1159018" y="4241848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2924234" y="3468283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6404118" y="3104982"/>
            <a:ext cx="572400" cy="381900"/>
          </a:xfrm>
          <a:prstGeom prst="rect">
            <a:avLst/>
          </a:prstGeom>
          <a:solidFill>
            <a:srgbClr val="037B7D">
              <a:alpha val="30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Simplifying multiplication and division using multiples of 10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2023-12-08T08:58:18.752</cp:lastPrinted>
  <dcterms:created xsi:type="dcterms:W3CDTF">2023-12-08T08:58:18Z</dcterms:created>
  <dcterms:modified xsi:type="dcterms:W3CDTF">2023-12-08T08:58:26Z</dcterms:modified>
</cp:coreProperties>
</file>