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63540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associative, commutative and distributive laws together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99225"/>
            <a:ext cx="636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Using more than one law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882425"/>
            <a:ext cx="6624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Lucas wants to find the area to this rectangle. He starts by writing this calculation: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2593550"/>
            <a:ext cx="6624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Complete Lucas’s calculation.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3533275"/>
            <a:ext cx="66240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Show how Lucas split the rectangle.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8003" y="5158475"/>
            <a:ext cx="662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How many different ways can you split the rectangle to find the same area?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2068650" y="2248497"/>
            <a:ext cx="3422700" cy="346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( 5 × 10 ) +  (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10) + ( 5 ×  ⬚ ) + (  ⬚ ×  ⬚ )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5993100"/>
            <a:ext cx="6624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blanks using your knowledge on the distributive law.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68000" y="6331100"/>
            <a:ext cx="2332800" cy="14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7 × 8 + 12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2 + 3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14 +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(14 + 33) = 188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3787200" y="6339600"/>
            <a:ext cx="26340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× 9  +  25 × 9  + 30 ×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× 9  +  25 × 9  +  10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15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+  25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+  10 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× (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9 × (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) =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8109000"/>
            <a:ext cx="662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How many different ways can you split the calculation? Some have been suggested for you to fill in.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2418192" y="8921858"/>
            <a:ext cx="1100088" cy="638496"/>
          </a:xfrm>
          <a:prstGeom prst="cloud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 × 84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 flipH="1" rot="10800000">
            <a:off x="3403354" y="8846792"/>
            <a:ext cx="347700" cy="159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0"/>
          <p:cNvCxnSpPr/>
          <p:nvPr/>
        </p:nvCxnSpPr>
        <p:spPr>
          <a:xfrm flipH="1" rot="10800000">
            <a:off x="1955712" y="9250826"/>
            <a:ext cx="462300" cy="90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0"/>
          <p:cNvCxnSpPr/>
          <p:nvPr/>
        </p:nvCxnSpPr>
        <p:spPr>
          <a:xfrm>
            <a:off x="2166812" y="8860418"/>
            <a:ext cx="439200" cy="131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0"/>
          <p:cNvCxnSpPr/>
          <p:nvPr/>
        </p:nvCxnSpPr>
        <p:spPr>
          <a:xfrm flipH="1">
            <a:off x="2512427" y="9497305"/>
            <a:ext cx="123300" cy="211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0"/>
          <p:cNvSpPr txBox="1"/>
          <p:nvPr/>
        </p:nvSpPr>
        <p:spPr>
          <a:xfrm>
            <a:off x="3435781" y="8614225"/>
            <a:ext cx="20043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× (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034637" y="8654809"/>
            <a:ext cx="1212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4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75504" y="9116250"/>
            <a:ext cx="1613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 × 3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>
            <a:off x="3518298" y="9175270"/>
            <a:ext cx="494100" cy="7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0"/>
          <p:cNvSpPr txBox="1"/>
          <p:nvPr/>
        </p:nvSpPr>
        <p:spPr>
          <a:xfrm>
            <a:off x="3594426" y="9088950"/>
            <a:ext cx="20043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-2) × (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+4)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3346061" y="9424009"/>
            <a:ext cx="354300" cy="199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0"/>
          <p:cNvSpPr txBox="1"/>
          <p:nvPr/>
        </p:nvSpPr>
        <p:spPr>
          <a:xfrm>
            <a:off x="5303050" y="8498375"/>
            <a:ext cx="17889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are an infinite number of different ways. The last two are simply common examples.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>
            <a:off x="46010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6" name="Google Shape;186;p20"/>
          <p:cNvGrpSpPr/>
          <p:nvPr/>
        </p:nvGrpSpPr>
        <p:grpSpPr>
          <a:xfrm>
            <a:off x="2099800" y="3819463"/>
            <a:ext cx="2954788" cy="1294219"/>
            <a:chOff x="1087275" y="2347650"/>
            <a:chExt cx="2954788" cy="1294219"/>
          </a:xfrm>
        </p:grpSpPr>
        <p:sp>
          <p:nvSpPr>
            <p:cNvPr id="187" name="Google Shape;187;p20"/>
            <p:cNvSpPr/>
            <p:nvPr/>
          </p:nvSpPr>
          <p:spPr>
            <a:xfrm>
              <a:off x="1749463" y="2788669"/>
              <a:ext cx="2292600" cy="8532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8" name="Google Shape;188;p20"/>
            <p:cNvCxnSpPr/>
            <p:nvPr/>
          </p:nvCxnSpPr>
          <p:spPr>
            <a:xfrm>
              <a:off x="1699882" y="2662821"/>
              <a:ext cx="2292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9" name="Google Shape;189;p20"/>
            <p:cNvCxnSpPr/>
            <p:nvPr/>
          </p:nvCxnSpPr>
          <p:spPr>
            <a:xfrm>
              <a:off x="1600500" y="2788669"/>
              <a:ext cx="5100" cy="836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0" name="Google Shape;190;p20"/>
            <p:cNvSpPr txBox="1"/>
            <p:nvPr/>
          </p:nvSpPr>
          <p:spPr>
            <a:xfrm>
              <a:off x="2475828" y="2347650"/>
              <a:ext cx="1138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19 cm</a:t>
              </a:r>
              <a:endParaRPr sz="1200"/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1087275" y="3022389"/>
              <a:ext cx="1138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 cm</a:t>
              </a:r>
              <a:endParaRPr sz="1200"/>
            </a:p>
          </p:txBody>
        </p:sp>
      </p:grpSp>
      <p:sp>
        <p:nvSpPr>
          <p:cNvPr id="192" name="Google Shape;192;p20"/>
          <p:cNvSpPr txBox="1"/>
          <p:nvPr/>
        </p:nvSpPr>
        <p:spPr>
          <a:xfrm>
            <a:off x="476977" y="9669925"/>
            <a:ext cx="2634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+ (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+ (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4425" y="9593172"/>
            <a:ext cx="2099901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associative, commutative and distributive laws together</a:t>
            </a:r>
            <a:endParaRPr/>
          </a:p>
        </p:txBody>
      </p:sp>
      <p:sp>
        <p:nvSpPr>
          <p:cNvPr id="200" name="Google Shape;200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8000" y="720000"/>
            <a:ext cx="636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Efficiently solve problems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76550" y="966775"/>
            <a:ext cx="66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Fill in the blanks with your knowledge of the distributive law.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6550" y="1367450"/>
            <a:ext cx="43269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15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3.2 + 10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- 20 × 3.2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× 3.2 +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2 × 3.2 -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4 × 3.2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5 × 9.6 + 5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- 5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5 × (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+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-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) = 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76550" y="2864825"/>
            <a:ext cx="66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 Are the following statements true or false? Explain how you know.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76550" y="3234125"/>
            <a:ext cx="6615600" cy="25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× 3.2 + 3.2 × 3 = 2.5 × 4 × 3.2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× (17 × 3.2 + 1.8 × 17)  = 17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− (7 × 17)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85858"/>
              </a:solidFill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76550" y="5939875"/>
            <a:ext cx="661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3a)  Fill the three gaps in this calculation with the same single-digit number. Try a different single-digit number.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do you notice? Can you explain why this happens?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2880750" y="6474838"/>
            <a:ext cx="17901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( 7 × ⬚ + ⬚ × 3   ) + ⬚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