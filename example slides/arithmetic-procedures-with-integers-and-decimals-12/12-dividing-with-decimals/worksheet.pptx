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E2EF60-001B-4593-9193-ECDB1B4F35E7}">
  <a:tblStyle styleId="{F3E2EF60-001B-4593-9193-ECDB1B4F35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.png"/><Relationship Id="rId22" Type="http://schemas.openxmlformats.org/officeDocument/2006/relationships/image" Target="../media/image25.png"/><Relationship Id="rId21" Type="http://schemas.openxmlformats.org/officeDocument/2006/relationships/image" Target="../media/image26.png"/><Relationship Id="rId24" Type="http://schemas.openxmlformats.org/officeDocument/2006/relationships/image" Target="../media/image24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8.png"/><Relationship Id="rId26" Type="http://schemas.openxmlformats.org/officeDocument/2006/relationships/image" Target="../media/image30.png"/><Relationship Id="rId25" Type="http://schemas.openxmlformats.org/officeDocument/2006/relationships/image" Target="../media/image29.png"/><Relationship Id="rId27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1.png"/><Relationship Id="rId13" Type="http://schemas.openxmlformats.org/officeDocument/2006/relationships/image" Target="../media/image9.png"/><Relationship Id="rId12" Type="http://schemas.openxmlformats.org/officeDocument/2006/relationships/image" Target="../media/image7.png"/><Relationship Id="rId15" Type="http://schemas.openxmlformats.org/officeDocument/2006/relationships/image" Target="../media/image23.png"/><Relationship Id="rId14" Type="http://schemas.openxmlformats.org/officeDocument/2006/relationships/image" Target="../media/image17.png"/><Relationship Id="rId17" Type="http://schemas.openxmlformats.org/officeDocument/2006/relationships/image" Target="../media/image19.png"/><Relationship Id="rId16" Type="http://schemas.openxmlformats.org/officeDocument/2006/relationships/image" Target="../media/image18.png"/><Relationship Id="rId19" Type="http://schemas.openxmlformats.org/officeDocument/2006/relationships/image" Target="../media/image20.png"/><Relationship Id="rId18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34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with decimals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3029625" y="2593650"/>
            <a:ext cx="1598400" cy="776628"/>
          </a:xfrm>
          <a:prstGeom prst="cloud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16.8 ÷ 0.8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40750"/>
            <a:ext cx="385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Divisions written as fractions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2150" y="17891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so the fraction is equivalent to the calculation.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" name="Google Shape;166;p20"/>
          <p:cNvCxnSpPr/>
          <p:nvPr/>
        </p:nvCxnSpPr>
        <p:spPr>
          <a:xfrm flipH="1" rot="10800000">
            <a:off x="4376750" y="2437425"/>
            <a:ext cx="251400" cy="22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0"/>
          <p:cNvCxnSpPr/>
          <p:nvPr/>
        </p:nvCxnSpPr>
        <p:spPr>
          <a:xfrm>
            <a:off x="4029958" y="3230853"/>
            <a:ext cx="648900" cy="18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20"/>
          <p:cNvCxnSpPr/>
          <p:nvPr/>
        </p:nvCxnSpPr>
        <p:spPr>
          <a:xfrm flipH="1">
            <a:off x="3492533" y="3387165"/>
            <a:ext cx="185100" cy="251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0"/>
          <p:cNvCxnSpPr/>
          <p:nvPr/>
        </p:nvCxnSpPr>
        <p:spPr>
          <a:xfrm flipH="1">
            <a:off x="2740704" y="3221393"/>
            <a:ext cx="392700" cy="205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0"/>
          <p:cNvCxnSpPr/>
          <p:nvPr/>
        </p:nvCxnSpPr>
        <p:spPr>
          <a:xfrm rot="10800000">
            <a:off x="2921752" y="2518989"/>
            <a:ext cx="335400" cy="24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71" name="Google Shape;171;p2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0" r="77023" t="0"/>
          <a:stretch/>
        </p:blipFill>
        <p:spPr>
          <a:xfrm>
            <a:off x="4711680" y="2199300"/>
            <a:ext cx="432110" cy="388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72" name="Google Shape;172;p2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22696" r="56418" t="0"/>
          <a:stretch/>
        </p:blipFill>
        <p:spPr>
          <a:xfrm>
            <a:off x="4661796" y="3318830"/>
            <a:ext cx="392801" cy="388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73" name="Google Shape;173;p2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45227" r="29623" t="0"/>
          <a:stretch/>
        </p:blipFill>
        <p:spPr>
          <a:xfrm>
            <a:off x="3100192" y="3628069"/>
            <a:ext cx="392279" cy="322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74" name="Google Shape;174;p2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87149" r="0" t="0"/>
          <a:stretch/>
        </p:blipFill>
        <p:spPr>
          <a:xfrm>
            <a:off x="2637333" y="2445160"/>
            <a:ext cx="241668" cy="388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75" name="Google Shape;175;p2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70396" r="13895" t="0"/>
          <a:stretch/>
        </p:blipFill>
        <p:spPr>
          <a:xfrm>
            <a:off x="2416215" y="3221387"/>
            <a:ext cx="295413" cy="388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2207" y="2430704"/>
            <a:ext cx="241668" cy="257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657" y="3234458"/>
            <a:ext cx="276508" cy="25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507" y="3809957"/>
            <a:ext cx="276508" cy="240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671" y="3146649"/>
            <a:ext cx="276508" cy="240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9919" y="2353138"/>
            <a:ext cx="276508" cy="240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463850" y="4322600"/>
            <a:ext cx="6624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answer to the following. You must show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4839941"/>
            <a:ext cx="561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8000" y="5698639"/>
            <a:ext cx="561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6536839"/>
            <a:ext cx="561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5" name="Google Shape;185;p20"/>
          <p:cNvGraphicFramePr/>
          <p:nvPr/>
        </p:nvGraphicFramePr>
        <p:xfrm>
          <a:off x="2943600" y="721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{F3E2EF60-001B-4593-9193-ECDB1B4F35E7}</a:tableStyleId>
              </a:tblPr>
              <a:tblGrid>
                <a:gridCol w="670000"/>
                <a:gridCol w="670000"/>
                <a:gridCol w="670000"/>
                <a:gridCol w="670000"/>
                <a:gridCol w="670000"/>
                <a:gridCol w="670000"/>
              </a:tblGrid>
              <a:tr h="5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20"/>
          <p:cNvSpPr txBox="1"/>
          <p:nvPr/>
        </p:nvSpPr>
        <p:spPr>
          <a:xfrm>
            <a:off x="462150" y="7214300"/>
            <a:ext cx="21702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Shade in all the equivalent fractions 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4.8 ÷ 0.4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 reveal a word.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8}{4}&quot;&gt;&lt;mfrac&gt;&lt;mn&gt;48&lt;/mn&gt;&lt;mn&gt;4&lt;/mn&gt;&lt;/mfrac&gt;&lt;/math&gt;" id="187" name="Google Shape;187;p20" title="48 over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3348" y="8904868"/>
            <a:ext cx="194032" cy="3787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0}{40}&quot;&gt;&lt;mfrac&gt;&lt;mn&gt;480&lt;/mn&gt;&lt;mn&gt;40&lt;/mn&gt;&lt;/mfrac&gt;&lt;/math&gt;" id="188" name="Google Shape;188;p20" title="480 over 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5301" y="8392913"/>
            <a:ext cx="246838" cy="33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4}&quot;&gt;&lt;mfrac&gt;&lt;mn&gt;4.8&lt;/mn&gt;&lt;mn&gt;4&lt;/mn&gt;&lt;/mfrac&gt;&lt;/math&gt;" id="189" name="Google Shape;189;p20" title="4.8 over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09614" y="8909343"/>
            <a:ext cx="246838" cy="392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190" name="Google Shape;190;p20" title="0.48 over 0.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56824" y="9458121"/>
            <a:ext cx="299627" cy="355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}&quot;&gt;&lt;mfrac&gt;&lt;mn&gt;24&lt;/mn&gt;&lt;mn&gt;2&lt;/mn&gt;&lt;/mfrac&gt;&lt;/math&gt;" id="191" name="Google Shape;191;p20" title="24 over 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89837" y="9419787"/>
            <a:ext cx="194032" cy="3787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.4}{0.2}&quot;&gt;&lt;mfrac&gt;&lt;mn&gt;2.4&lt;/mn&gt;&lt;mn&gt;0.2&lt;/mn&gt;&lt;/mfrac&gt;&lt;/math&gt;" id="192" name="Google Shape;192;p20" title="2.4 over 0.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98906" y="7818181"/>
            <a:ext cx="246838" cy="397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0}{20}&quot;&gt;&lt;mfrac&gt;&lt;mn&gt;240&lt;/mn&gt;&lt;mn&gt;20&lt;/mn&gt;&lt;/mfrac&gt;&lt;/math&gt;" id="193" name="Google Shape;193;p20" title="240 over 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37044" y="8357458"/>
            <a:ext cx="299627" cy="411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&quot;&gt;&lt;mfrac&gt;&lt;mn&gt;12&lt;/mn&gt;&lt;mn&gt;1&lt;/mn&gt;&lt;/mfrac&gt;&lt;/math&gt;" id="194" name="Google Shape;194;p20" title="twelve one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225309" y="7289838"/>
            <a:ext cx="194032" cy="373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.2}{0.1}&quot;&gt;&lt;mfrac&gt;&lt;mn&gt;1.2&lt;/mn&gt;&lt;mn&gt;0.1&lt;/mn&gt;&lt;/mfrac&gt;&lt;/math&gt;" id="195" name="Google Shape;195;p20" title="1.2 over 0.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537037" y="7277451"/>
            <a:ext cx="246838" cy="398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6}{8}&quot;&gt;&lt;mfrac&gt;&lt;mn&gt;96&lt;/mn&gt;&lt;mn&gt;8&lt;/mn&gt;&lt;/mfrac&gt;&lt;/math&gt;" id="196" name="Google Shape;196;p20" title="96 over 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589843" y="7824590"/>
            <a:ext cx="194026" cy="384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.6}{0.8}&quot;&gt;&lt;mfrac&gt;&lt;mn&gt;9.6&lt;/mn&gt;&lt;mn&gt;0.8&lt;/mn&gt;&lt;/mfrac&gt;&lt;/math&gt;" id="197" name="Google Shape;197;p20" title="9.6 over 0.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909614" y="8354833"/>
            <a:ext cx="246838" cy="398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60}{80}&quot;&gt;&lt;mfrac&gt;&lt;mn&gt;960&lt;/mn&gt;&lt;mn&gt;80&lt;/mn&gt;&lt;/mfrac&gt;&lt;/math&gt;" id="198" name="Google Shape;198;p20" title="960 over 8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860778" y="8918867"/>
            <a:ext cx="274267" cy="373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&quot;&gt;&lt;mfrac&gt;&lt;mn&gt;12&lt;/mn&gt;&lt;mn&gt;1&lt;/mn&gt;&lt;/mfrac&gt;&lt;/math&gt;" id="199" name="Google Shape;199;p20" title="twelve one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01570" y="8376203"/>
            <a:ext cx="194032" cy="373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4}&quot;&gt;&lt;mfrac&gt;&lt;mn&gt;4.8&lt;/mn&gt;&lt;mn&gt;4&lt;/mn&gt;&lt;/mfrac&gt;&lt;/math&gt;" id="200" name="Google Shape;200;p20" title="4.8 over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68890" y="9412753"/>
            <a:ext cx="246838" cy="392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0.4}&quot;&gt;&lt;mfrac&gt;&lt;mn&gt;4.8&lt;/mn&gt;&lt;mn&gt;0.4&lt;/mn&gt;&lt;/mfrac&gt;&lt;/math&gt;" id="201" name="Google Shape;201;p20" title="4.8 over 0.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198450" y="8887813"/>
            <a:ext cx="274263" cy="412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0.4}&quot;&gt;&lt;mfrac&gt;&lt;mn&gt;4.8&lt;/mn&gt;&lt;mn&gt;0.4&lt;/mn&gt;&lt;/mfrac&gt;&lt;/math&gt;" id="202" name="Google Shape;202;p20" title="4.8 over 0.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225300" y="9402731"/>
            <a:ext cx="274263" cy="412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}{40}&quot;&gt;&lt;mfrac&gt;&lt;mn&gt;48&lt;/mn&gt;&lt;mn&gt;40&lt;/mn&gt;&lt;/mfrac&gt;&lt;/math&gt;" id="203" name="Google Shape;203;p20" title="48 over 4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184041" y="7271220"/>
            <a:ext cx="216525" cy="4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00}{40}&quot;&gt;&lt;mfrac&gt;&lt;mn&gt;4800&lt;/mn&gt;&lt;mn&gt;40&lt;/mn&gt;&lt;/mfrac&gt;&lt;/math&gt;" id="204" name="Google Shape;204;p20" title="4800 over 4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774484" y="7255625"/>
            <a:ext cx="407410" cy="4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0.04}&quot;&gt;&lt;mfrac&gt;&lt;mn&gt;4.8&lt;/mn&gt;&lt;mn&gt;0.04&lt;/mn&gt;&lt;/mfrac&gt;&lt;/math&gt;" id="205" name="Google Shape;205;p20" title="4.8 over 0.04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112811" y="8877379"/>
            <a:ext cx="358976" cy="4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}{0.04}&quot;&gt;&lt;mfrac&gt;&lt;mn&gt;48&lt;/mn&gt;&lt;mn&gt;0.04&lt;/mn&gt;&lt;/mfrac&gt;&lt;/math&gt;" id="206" name="Google Shape;206;p20" title="48 over 0.04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112816" y="8341994"/>
            <a:ext cx="358976" cy="4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0}{0.02}&quot;&gt;&lt;mfrac&gt;&lt;mn&gt;240&lt;/mn&gt;&lt;mn&gt;0.02&lt;/mn&gt;&lt;/mfrac&gt;&lt;/math&gt;" id="207" name="Google Shape;207;p20" title="240 over 0.02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138771" y="7795628"/>
            <a:ext cx="358976" cy="4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0.02}&quot;&gt;&lt;mfrac&gt;&lt;mn&gt;24&lt;/mn&gt;&lt;mn&gt;0.02&lt;/mn&gt;&lt;/mfrac&gt;&lt;/math&gt;" id="208" name="Google Shape;208;p20" title="24 over 0.02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3838309" y="7799989"/>
            <a:ext cx="358976" cy="398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4}&quot;&gt;&lt;mfrac&gt;&lt;mn&gt;4.8&lt;/mn&gt;&lt;mn&gt;4&lt;/mn&gt;&lt;/mfrac&gt;&lt;/math&gt;" id="209" name="Google Shape;209;p20" title="4.8 over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10525" y="8904986"/>
            <a:ext cx="246838" cy="392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210" name="Google Shape;210;p20" title="0.48 over 0.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57735" y="9453764"/>
            <a:ext cx="299627" cy="355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0.02}&quot;&gt;&lt;mfrac&gt;&lt;mn&gt;24&lt;/mn&gt;&lt;mn&gt;0.02&lt;/mn&gt;&lt;/mfrac&gt;&lt;/math&gt;" id="211" name="Google Shape;211;p20" title="24 over 0.02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6439220" y="7795632"/>
            <a:ext cx="358976" cy="398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0}{0.02}&quot;&gt;&lt;mfrac&gt;&lt;mn&gt;240&lt;/mn&gt;&lt;mn&gt;0.02&lt;/mn&gt;&lt;/mfrac&gt;&lt;/math&gt;" id="212" name="Google Shape;212;p20" title="240 over 0.02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6476868" y="8328641"/>
            <a:ext cx="358976" cy="44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4}&quot;&gt;&lt;mfrac&gt;&lt;mn&gt;4.8&lt;/mn&gt;&lt;mn&gt;4&lt;/mn&gt;&lt;/mfrac&gt;&lt;/math&gt;" id="213" name="Google Shape;213;p20" title="4.8 over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75158" y="7814508"/>
            <a:ext cx="246838" cy="392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214" name="Google Shape;214;p20" title="0.48 over 0.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57735" y="7305721"/>
            <a:ext cx="299627" cy="355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04}&quot;&gt;&lt;mfrac&gt;&lt;mn&gt;0.48&lt;/mn&gt;&lt;mn&gt;0.04&lt;/mn&gt;&lt;/mfrac&gt;&lt;/math&gt;" id="215" name="Google Shape;215;p20" title="0.48 over 0.04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798220" y="7283911"/>
            <a:ext cx="358968" cy="398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04}&quot;&gt;&lt;mfrac&gt;&lt;mn&gt;0.48&lt;/mn&gt;&lt;mn&gt;0.04&lt;/mn&gt;&lt;/mfrac&gt;&lt;/math&gt;" id="216" name="Google Shape;216;p20" title="0.48 over 0.04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801005" y="9408083"/>
            <a:ext cx="358968" cy="398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.4\ \div0.4\ =\ \frac{12.4}{0.4}=\frac{124}{4}=\frac{62}{2}=31&quot;&gt;&lt;mn&gt;12.4&lt;/mn&gt;&lt;mtext&gt;&lt;/mtext&gt;&lt;mo&gt;÷&lt;/mo&gt;&lt;mn&gt;0.4&lt;/mn&gt;&lt;mtext&gt;&lt;/mtext&gt;&lt;mo&gt;=&lt;/mo&gt;&lt;mtext&gt;&lt;/mtext&gt;&lt;mfrac&gt;&lt;mn&gt;12.4&lt;/mn&gt;&lt;mn&gt;0.4&lt;/mn&gt;&lt;/mfrac&gt;&lt;mo&gt;=&lt;/mo&gt;&lt;mfrac&gt;&lt;mn&gt;124&lt;/mn&gt;&lt;mn&gt;4&lt;/mn&gt;&lt;/mfrac&gt;&lt;mo&gt;=&lt;/mo&gt;&lt;mfrac&gt;&lt;mn&gt;62&lt;/mn&gt;&lt;mn&gt;2&lt;/mn&gt;&lt;/mfrac&gt;&lt;mo&gt;=&lt;/mo&gt;&lt;mn&gt;31&lt;/mn&gt;&lt;/math&gt;" id="217" name="Google Shape;217;p20" title="12.4 division sign 0.4 equals 12.4 over 0.4 equals 124 over 4 equals 62 over 2 equals 31"/>
          <p:cNvPicPr preferRelativeResize="0"/>
          <p:nvPr/>
        </p:nvPicPr>
        <p:blipFill rotWithShape="1">
          <a:blip r:embed="rId25">
            <a:alphaModFix/>
          </a:blip>
          <a:srcRect b="0" l="0" r="63463" t="0"/>
          <a:stretch/>
        </p:blipFill>
        <p:spPr>
          <a:xfrm>
            <a:off x="883017" y="5638247"/>
            <a:ext cx="1334458" cy="47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2\ \div0.12\ =\ \frac{4.2}{0.12}=\frac{420}{12}=\frac{210}{6}=\frac{105}{3}=35&quot;&gt;&lt;mn&gt;4.2&lt;/mn&gt;&lt;mtext&gt;&lt;/mtext&gt;&lt;mo&gt;÷&lt;/mo&gt;&lt;mn&gt;0.12&lt;/mn&gt;&lt;mtext&gt;&lt;/mtext&gt;&lt;mo&gt;=&lt;/mo&gt;&lt;mtext&gt;&lt;/mtext&gt;&lt;mfrac&gt;&lt;mn&gt;4.2&lt;/mn&gt;&lt;mn&gt;0.12&lt;/mn&gt;&lt;/mfrac&gt;&lt;mo&gt;=&lt;/mo&gt;&lt;mfrac&gt;&lt;mn&gt;420&lt;/mn&gt;&lt;mn&gt;12&lt;/mn&gt;&lt;/mfrac&gt;&lt;mo&gt;=&lt;/mo&gt;&lt;mfrac&gt;&lt;mn&gt;210&lt;/mn&gt;&lt;mn&gt;6&lt;/mn&gt;&lt;/mfrac&gt;&lt;mo&gt;=&lt;/mo&gt;&lt;mfrac&gt;&lt;mn&gt;105&lt;/mn&gt;&lt;mn&gt;3&lt;/mn&gt;&lt;/mfrac&gt;&lt;mo&gt;=&lt;/mo&gt;&lt;mn&gt;35&lt;/mn&gt;&lt;/math&gt;" id="218" name="Google Shape;218;p20" title="4.2 division sign 0.12 equals 4.2 over 0.12 equals 420 over 12 equals 210 over 6 equals 105 over 3 equals 35"/>
          <p:cNvPicPr preferRelativeResize="0"/>
          <p:nvPr/>
        </p:nvPicPr>
        <p:blipFill rotWithShape="1">
          <a:blip r:embed="rId26">
            <a:alphaModFix/>
          </a:blip>
          <a:srcRect b="0" l="0" r="70329" t="0"/>
          <a:stretch/>
        </p:blipFill>
        <p:spPr>
          <a:xfrm>
            <a:off x="883017" y="6473371"/>
            <a:ext cx="1334457" cy="47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6.2\div0.2=\frac{46.2}{0.2}=\frac{462}{2}=231&quot;&gt;&lt;mn&gt;46.2&lt;/mn&gt;&lt;mo&gt;÷&lt;/mo&gt;&lt;mn&gt;0.2&lt;/mn&gt;&lt;mo&gt;=&lt;/mo&gt;&lt;mfrac&gt;&lt;mn&gt;46.2&lt;/mn&gt;&lt;mn&gt;0.2&lt;/mn&gt;&lt;/mfrac&gt;&lt;mo&gt;=&lt;/mo&gt;&lt;mfrac&gt;&lt;mn&gt;462&lt;/mn&gt;&lt;mn&gt;2&lt;/mn&gt;&lt;/mfrac&gt;&lt;mo&gt;=&lt;/mo&gt;&lt;mn&gt;231&lt;/mn&gt;&lt;/math&gt;" id="219" name="Google Shape;219;p20" title="46.2 divided by 0.2 equals 46.2 over 0.2 equals 462 over 2 equals 231"/>
          <p:cNvPicPr preferRelativeResize="0"/>
          <p:nvPr/>
        </p:nvPicPr>
        <p:blipFill rotWithShape="1">
          <a:blip r:embed="rId27">
            <a:alphaModFix/>
          </a:blip>
          <a:srcRect b="0" l="0" r="60575" t="0"/>
          <a:stretch/>
        </p:blipFill>
        <p:spPr>
          <a:xfrm>
            <a:off x="877013" y="4780754"/>
            <a:ext cx="1189123" cy="478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20"/>
          <p:cNvCxnSpPr/>
          <p:nvPr/>
        </p:nvCxnSpPr>
        <p:spPr>
          <a:xfrm>
            <a:off x="46890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6" name="Google Shape;22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with decimals</a:t>
            </a:r>
            <a:endParaRPr/>
          </a:p>
        </p:txBody>
      </p:sp>
      <p:sp>
        <p:nvSpPr>
          <p:cNvPr id="227" name="Google Shape;22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68000" y="1029600"/>
            <a:ext cx="6624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your working out for the following calculations.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.2\div3.5\ =\ \frac{4.2}{3.5}=\frac{42}{35}=\frac{6}{5}=\ 1.2&quot;&gt;&lt;mn&gt;4.2&lt;/mn&gt;&lt;mo&gt;÷&lt;/mo&gt;&lt;mn&gt;3.5&lt;/mn&gt;&lt;mtext&gt;&lt;/mtext&gt;&lt;mo&gt;=&lt;/mo&gt;&lt;mtext&gt;&lt;/mtext&gt;&lt;mfrac&gt;&lt;mn&gt;4.2&lt;/mn&gt;&lt;mn&gt;3.5&lt;/mn&gt;&lt;/mfrac&gt;&lt;mo&gt;=&lt;/mo&gt;&lt;mfrac&gt;&lt;mn&gt;42&lt;/mn&gt;&lt;mn&gt;35&lt;/mn&gt;&lt;/mfrac&gt;&lt;mo&gt;=&lt;/mo&gt;&lt;mfrac&gt;&lt;mn&gt;6&lt;/mn&gt;&lt;mn&gt;5&lt;/mn&gt;&lt;/mfrac&gt;&lt;mo&gt;=&lt;/mo&gt;&lt;mtext&gt;&lt;/mtext&gt;&lt;mn&gt;1.2&lt;/mn&gt;&lt;/math&gt;" id="230" name="Google Shape;230;p21" title="4.2 divided by 3.5 equals 4.2 over 3.5 equals 42 over 35 equals six fifths equals 1.2"/>
          <p:cNvPicPr preferRelativeResize="0"/>
          <p:nvPr/>
        </p:nvPicPr>
        <p:blipFill rotWithShape="1">
          <a:blip r:embed="rId3">
            <a:alphaModFix/>
          </a:blip>
          <a:srcRect b="0" l="0" r="64384" t="0"/>
          <a:stretch/>
        </p:blipFill>
        <p:spPr>
          <a:xfrm>
            <a:off x="802910" y="2203459"/>
            <a:ext cx="1171717" cy="4805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\div2.4\ =\ \frac{1.5}{2.4}=\frac{15}{24}=\frac{5}{8}=\ 0.625&quot;&gt;&lt;mn&gt;1.5&lt;/mn&gt;&lt;mo&gt;÷&lt;/mo&gt;&lt;mn&gt;2.4&lt;/mn&gt;&lt;mtext&gt;&lt;/mtext&gt;&lt;mo&gt;=&lt;/mo&gt;&lt;mtext&gt;&lt;/mtext&gt;&lt;mfrac&gt;&lt;mn&gt;1.5&lt;/mn&gt;&lt;mn&gt;2.4&lt;/mn&gt;&lt;/mfrac&gt;&lt;mo&gt;=&lt;/mo&gt;&lt;mfrac&gt;&lt;mn&gt;15&lt;/mn&gt;&lt;mn&gt;24&lt;/mn&gt;&lt;/mfrac&gt;&lt;mo&gt;=&lt;/mo&gt;&lt;mfrac&gt;&lt;mn&gt;5&lt;/mn&gt;&lt;mn&gt;8&lt;/mn&gt;&lt;/mfrac&gt;&lt;mo&gt;=&lt;/mo&gt;&lt;mtext&gt;&lt;/mtext&gt;&lt;mn&gt;0.625&lt;/mn&gt;&lt;/math&gt;" id="231" name="Google Shape;231;p21" title="1.5 divided by 2.4 equals 1.5 over 2.4 equals 15 over 24 equals five eighths equals 0.625"/>
          <p:cNvPicPr preferRelativeResize="0"/>
          <p:nvPr/>
        </p:nvPicPr>
        <p:blipFill rotWithShape="1">
          <a:blip r:embed="rId4">
            <a:alphaModFix/>
          </a:blip>
          <a:srcRect b="0" l="0" r="68512" t="0"/>
          <a:stretch/>
        </p:blipFill>
        <p:spPr>
          <a:xfrm>
            <a:off x="748799" y="1199492"/>
            <a:ext cx="1099581" cy="480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.48\ \div2.2\ =\ 8.4\ \ \ \ \frac{18.48}{2.2}=\frac{184.8}{22}=\frac{92.4}{11}&quot;&gt;&lt;mn&gt;18.48&lt;/mn&gt;&lt;mtext&gt;&lt;/mtext&gt;&lt;mo&gt;÷&lt;/mo&gt;&lt;mn&gt;2.2&lt;/mn&gt;&lt;mtext&gt;&lt;/mtext&gt;&lt;mo&gt;=&lt;/mo&gt;&lt;mtext&gt;&lt;/mtext&gt;&lt;mn&gt;8.4&lt;/mn&gt;&lt;mtext&gt;&lt;/mtext&gt;&lt;mtext&gt;&lt;/mtext&gt;&lt;mtext&gt;&lt;/mtext&gt;&lt;mtext&gt;&lt;/mtext&gt;&lt;mfrac&gt;&lt;mn&gt;18.48&lt;/mn&gt;&lt;mn&gt;2.2&lt;/mn&gt;&lt;/mfrac&gt;&lt;mo&gt;=&lt;/mo&gt;&lt;mfrac&gt;&lt;mn&gt;184.8&lt;/mn&gt;&lt;mn&gt;22&lt;/mn&gt;&lt;/mfrac&gt;&lt;mo&gt;=&lt;/mo&gt;&lt;mfrac&gt;&lt;mn&gt;92.4&lt;/mn&gt;&lt;mn&gt;11&lt;/mn&gt;&lt;/mfrac&gt;&lt;/math&gt;" id="232" name="Google Shape;232;p21" title="18.48 division sign 2.2 equals 8.4 18.48 over 2.2 equals 184.8 over 22 equals 92.4 over 11"/>
          <p:cNvPicPr preferRelativeResize="0"/>
          <p:nvPr/>
        </p:nvPicPr>
        <p:blipFill rotWithShape="1">
          <a:blip r:embed="rId5">
            <a:alphaModFix/>
          </a:blip>
          <a:srcRect b="0" l="0" r="56094" t="0"/>
          <a:stretch/>
        </p:blipFill>
        <p:spPr>
          <a:xfrm>
            <a:off x="730328" y="3247417"/>
            <a:ext cx="1635045" cy="421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\div2.4\ =\ \frac{1.5}{2.4}=\frac{15}{24}=\frac{5}{8}=\ 0.625&quot;&gt;&lt;mn&gt;1.5&lt;/mn&gt;&lt;mo&gt;÷&lt;/mo&gt;&lt;mn&gt;2.4&lt;/mn&gt;&lt;mtext&gt;&lt;/mtext&gt;&lt;mo&gt;=&lt;/mo&gt;&lt;mtext&gt;&lt;/mtext&gt;&lt;mfrac&gt;&lt;mn&gt;1.5&lt;/mn&gt;&lt;mn&gt;2.4&lt;/mn&gt;&lt;/mfrac&gt;&lt;mo&gt;=&lt;/mo&gt;&lt;mfrac&gt;&lt;mn&gt;15&lt;/mn&gt;&lt;mn&gt;24&lt;/mn&gt;&lt;/mfrac&gt;&lt;mo&gt;=&lt;/mo&gt;&lt;mfrac&gt;&lt;mn&gt;5&lt;/mn&gt;&lt;mn&gt;8&lt;/mn&gt;&lt;/mfrac&gt;&lt;mo&gt;=&lt;/mo&gt;&lt;mtext&gt;&lt;/mtext&gt;&lt;mn&gt;0.625&lt;/mn&gt;&lt;/math&gt;" id="233" name="Google Shape;233;p21" title="1.5 divided by 2.4 equals 1.5 over 2.4 equals 15 over 24 equals five eighths equals 0.625"/>
          <p:cNvPicPr preferRelativeResize="0"/>
          <p:nvPr/>
        </p:nvPicPr>
        <p:blipFill rotWithShape="1">
          <a:blip r:embed="rId4">
            <a:alphaModFix/>
          </a:blip>
          <a:srcRect b="0" l="84148" r="0" t="0"/>
          <a:stretch/>
        </p:blipFill>
        <p:spPr>
          <a:xfrm>
            <a:off x="1848379" y="1199492"/>
            <a:ext cx="553542" cy="480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2\div3.5\ =\ \frac{4.2}{3.5}=\frac{42}{35}=\frac{6}{5}=\ 1.2&quot;&gt;&lt;mn&gt;4.2&lt;/mn&gt;&lt;mo&gt;÷&lt;/mo&gt;&lt;mn&gt;3.5&lt;/mn&gt;&lt;mtext&gt;&lt;/mtext&gt;&lt;mo&gt;=&lt;/mo&gt;&lt;mtext&gt;&lt;/mtext&gt;&lt;mfrac&gt;&lt;mn&gt;4.2&lt;/mn&gt;&lt;mn&gt;3.5&lt;/mn&gt;&lt;/mfrac&gt;&lt;mo&gt;=&lt;/mo&gt;&lt;mfrac&gt;&lt;mn&gt;42&lt;/mn&gt;&lt;mn&gt;35&lt;/mn&gt;&lt;/mfrac&gt;&lt;mo&gt;=&lt;/mo&gt;&lt;mfrac&gt;&lt;mn&gt;6&lt;/mn&gt;&lt;mn&gt;5&lt;/mn&gt;&lt;/mfrac&gt;&lt;mo&gt;=&lt;/mo&gt;&lt;mtext&gt;&lt;/mtext&gt;&lt;mn&gt;1.2&lt;/mn&gt;&lt;/math&gt;" id="234" name="Google Shape;234;p21" title="4.2 divided by 3.5 equals 4.2 over 3.5 equals 42 over 35 equals six fifths equals 1.2"/>
          <p:cNvPicPr preferRelativeResize="0"/>
          <p:nvPr/>
        </p:nvPicPr>
        <p:blipFill rotWithShape="1">
          <a:blip r:embed="rId3">
            <a:alphaModFix/>
          </a:blip>
          <a:srcRect b="0" l="88772" r="0" t="0"/>
          <a:stretch/>
        </p:blipFill>
        <p:spPr>
          <a:xfrm>
            <a:off x="1878916" y="2203459"/>
            <a:ext cx="369367" cy="48056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468000" y="720000"/>
            <a:ext cx="385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Dividing using decimals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8000" y="4260125"/>
            <a:ext cx="66240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numbers on the cards to complete the divisions. You may use each card only once.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find more than one way this can be done?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7" name="Google Shape;23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825" y="5236350"/>
            <a:ext cx="6624000" cy="268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06340" y="5425500"/>
            <a:ext cx="616627" cy="74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