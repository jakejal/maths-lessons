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4816554-D9DA-4F0D-B712-091761E619DE}">
  <a:tblStyle styleId="{34816554-D9DA-4F0D-B712-091761E619D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30.png"/><Relationship Id="rId22" Type="http://schemas.openxmlformats.org/officeDocument/2006/relationships/image" Target="../media/image28.png"/><Relationship Id="rId21" Type="http://schemas.openxmlformats.org/officeDocument/2006/relationships/image" Target="../media/image24.png"/><Relationship Id="rId24" Type="http://schemas.openxmlformats.org/officeDocument/2006/relationships/image" Target="../media/image27.png"/><Relationship Id="rId23" Type="http://schemas.openxmlformats.org/officeDocument/2006/relationships/image" Target="../media/image29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Relationship Id="rId4" Type="http://schemas.openxmlformats.org/officeDocument/2006/relationships/image" Target="../media/image12.png"/><Relationship Id="rId9" Type="http://schemas.openxmlformats.org/officeDocument/2006/relationships/image" Target="../media/image21.png"/><Relationship Id="rId26" Type="http://schemas.openxmlformats.org/officeDocument/2006/relationships/image" Target="../media/image31.png"/><Relationship Id="rId25" Type="http://schemas.openxmlformats.org/officeDocument/2006/relationships/image" Target="../media/image26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Relationship Id="rId7" Type="http://schemas.openxmlformats.org/officeDocument/2006/relationships/image" Target="../media/image15.png"/><Relationship Id="rId8" Type="http://schemas.openxmlformats.org/officeDocument/2006/relationships/image" Target="../media/image8.png"/><Relationship Id="rId11" Type="http://schemas.openxmlformats.org/officeDocument/2006/relationships/image" Target="../media/image9.png"/><Relationship Id="rId10" Type="http://schemas.openxmlformats.org/officeDocument/2006/relationships/image" Target="../media/image11.png"/><Relationship Id="rId13" Type="http://schemas.openxmlformats.org/officeDocument/2006/relationships/image" Target="../media/image16.png"/><Relationship Id="rId12" Type="http://schemas.openxmlformats.org/officeDocument/2006/relationships/image" Target="../media/image10.png"/><Relationship Id="rId15" Type="http://schemas.openxmlformats.org/officeDocument/2006/relationships/image" Target="../media/image17.png"/><Relationship Id="rId14" Type="http://schemas.openxmlformats.org/officeDocument/2006/relationships/image" Target="../media/image19.png"/><Relationship Id="rId17" Type="http://schemas.openxmlformats.org/officeDocument/2006/relationships/image" Target="../media/image14.png"/><Relationship Id="rId16" Type="http://schemas.openxmlformats.org/officeDocument/2006/relationships/image" Target="../media/image13.png"/><Relationship Id="rId19" Type="http://schemas.openxmlformats.org/officeDocument/2006/relationships/image" Target="../media/image25.png"/><Relationship Id="rId18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9" Type="http://schemas.openxmlformats.org/officeDocument/2006/relationships/image" Target="../media/image39.png"/><Relationship Id="rId5" Type="http://schemas.openxmlformats.org/officeDocument/2006/relationships/image" Target="../media/image34.png"/><Relationship Id="rId6" Type="http://schemas.openxmlformats.org/officeDocument/2006/relationships/image" Target="../media/image36.png"/><Relationship Id="rId7" Type="http://schemas.openxmlformats.org/officeDocument/2006/relationships/image" Target="../media/image35.png"/><Relationship Id="rId8" Type="http://schemas.openxmlformats.org/officeDocument/2006/relationships/image" Target="../media/image42.png"/><Relationship Id="rId11" Type="http://schemas.openxmlformats.org/officeDocument/2006/relationships/image" Target="../media/image37.png"/><Relationship Id="rId10" Type="http://schemas.openxmlformats.org/officeDocument/2006/relationships/image" Target="../media/image38.png"/><Relationship Id="rId13" Type="http://schemas.openxmlformats.org/officeDocument/2006/relationships/image" Target="../media/image40.png"/><Relationship Id="rId12" Type="http://schemas.openxmlformats.org/officeDocument/2006/relationships/image" Target="../media/image41.png"/><Relationship Id="rId15" Type="http://schemas.openxmlformats.org/officeDocument/2006/relationships/image" Target="../media/image43.png"/><Relationship Id="rId1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/>
          <p:nvPr/>
        </p:nvSpPr>
        <p:spPr>
          <a:xfrm>
            <a:off x="3029625" y="2593650"/>
            <a:ext cx="1598400" cy="776628"/>
          </a:xfrm>
          <a:prstGeom prst="cloud">
            <a:avLst/>
          </a:prstGeom>
          <a:solidFill>
            <a:srgbClr val="FFFFFF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16.8 ÷ 0.8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3" name="Google Shape;17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with decimals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440750"/>
            <a:ext cx="385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Divisions written as fractions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2150" y="1789125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blanks so the fraction is equivalent to the calculation.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6" name="Google Shape;176;p20"/>
          <p:cNvCxnSpPr/>
          <p:nvPr/>
        </p:nvCxnSpPr>
        <p:spPr>
          <a:xfrm flipH="1" rot="10800000">
            <a:off x="4376750" y="2437425"/>
            <a:ext cx="251400" cy="228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20"/>
          <p:cNvCxnSpPr/>
          <p:nvPr/>
        </p:nvCxnSpPr>
        <p:spPr>
          <a:xfrm>
            <a:off x="4029958" y="3230853"/>
            <a:ext cx="648900" cy="18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20"/>
          <p:cNvCxnSpPr/>
          <p:nvPr/>
        </p:nvCxnSpPr>
        <p:spPr>
          <a:xfrm flipH="1">
            <a:off x="3492533" y="3387165"/>
            <a:ext cx="185100" cy="251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20"/>
          <p:cNvCxnSpPr/>
          <p:nvPr/>
        </p:nvCxnSpPr>
        <p:spPr>
          <a:xfrm flipH="1">
            <a:off x="2740704" y="3221393"/>
            <a:ext cx="392700" cy="205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20"/>
          <p:cNvCxnSpPr/>
          <p:nvPr/>
        </p:nvCxnSpPr>
        <p:spPr>
          <a:xfrm rot="10800000">
            <a:off x="2921752" y="2518989"/>
            <a:ext cx="335400" cy="240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frac{16.8}{0.8}\ \ \frac{168}{8}\ \ \frac{1.68}{0.08}\ \frac{84}{4}\ \frac{42}{2}&quot;&gt;&lt;mfrac&gt;&lt;mn&gt;16.8&lt;/mn&gt;&lt;mn&gt;0.8&lt;/mn&gt;&lt;/mfrac&gt;&lt;mtext&gt;&lt;/mtext&gt;&lt;mtext&gt;&lt;/mtext&gt;&lt;mfrac&gt;&lt;mn&gt;168&lt;/mn&gt;&lt;mn&gt;8&lt;/mn&gt;&lt;/mfrac&gt;&lt;mtext&gt;&lt;/mtext&gt;&lt;mtext&gt;&lt;/mtext&gt;&lt;mfrac&gt;&lt;mn&gt;1.68&lt;/mn&gt;&lt;mn&gt;0.08&lt;/mn&gt;&lt;/mfrac&gt;&lt;mtext&gt;&lt;/mtext&gt;&lt;mfrac&gt;&lt;mn&gt;84&lt;/mn&gt;&lt;mn&gt;4&lt;/mn&gt;&lt;/mfrac&gt;&lt;mtext&gt;&lt;/mtext&gt;&lt;mfrac&gt;&lt;mn&gt;42&lt;/mn&gt;&lt;mn&gt;2&lt;/mn&gt;&lt;/mfrac&gt;&lt;/math&gt;" id="181" name="Google Shape;181;p20" title="16.8 over 0.8 168 over 8 1.68 over 0.08 84 over 4 42 over 2"/>
          <p:cNvPicPr preferRelativeResize="0"/>
          <p:nvPr/>
        </p:nvPicPr>
        <p:blipFill rotWithShape="1">
          <a:blip r:embed="rId3">
            <a:alphaModFix/>
          </a:blip>
          <a:srcRect b="0" l="0" r="77023" t="0"/>
          <a:stretch/>
        </p:blipFill>
        <p:spPr>
          <a:xfrm>
            <a:off x="4711680" y="2199300"/>
            <a:ext cx="432110" cy="3883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6.8}{0.8}\ \ \frac{168}{8}\ \ \frac{1.68}{0.08}\ \frac{84}{4}\ \frac{42}{2}&quot;&gt;&lt;mfrac&gt;&lt;mn&gt;16.8&lt;/mn&gt;&lt;mn&gt;0.8&lt;/mn&gt;&lt;/mfrac&gt;&lt;mtext&gt;&lt;/mtext&gt;&lt;mtext&gt;&lt;/mtext&gt;&lt;mfrac&gt;&lt;mn&gt;168&lt;/mn&gt;&lt;mn&gt;8&lt;/mn&gt;&lt;/mfrac&gt;&lt;mtext&gt;&lt;/mtext&gt;&lt;mtext&gt;&lt;/mtext&gt;&lt;mfrac&gt;&lt;mn&gt;1.68&lt;/mn&gt;&lt;mn&gt;0.08&lt;/mn&gt;&lt;/mfrac&gt;&lt;mtext&gt;&lt;/mtext&gt;&lt;mfrac&gt;&lt;mn&gt;84&lt;/mn&gt;&lt;mn&gt;4&lt;/mn&gt;&lt;/mfrac&gt;&lt;mtext&gt;&lt;/mtext&gt;&lt;mfrac&gt;&lt;mn&gt;42&lt;/mn&gt;&lt;mn&gt;2&lt;/mn&gt;&lt;/mfrac&gt;&lt;/math&gt;" id="182" name="Google Shape;182;p20" title="16.8 over 0.8 168 over 8 1.68 over 0.08 84 over 4 42 over 2"/>
          <p:cNvPicPr preferRelativeResize="0"/>
          <p:nvPr/>
        </p:nvPicPr>
        <p:blipFill rotWithShape="1">
          <a:blip r:embed="rId3">
            <a:alphaModFix/>
          </a:blip>
          <a:srcRect b="0" l="22696" r="56418" t="0"/>
          <a:stretch/>
        </p:blipFill>
        <p:spPr>
          <a:xfrm>
            <a:off x="4661796" y="3318830"/>
            <a:ext cx="392801" cy="3883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6.8}{0.8}\ \ \frac{168}{8}\ \ \frac{1.68}{0.08}\ \frac{84}{4}\ \frac{42}{2}&quot;&gt;&lt;mfrac&gt;&lt;mn&gt;16.8&lt;/mn&gt;&lt;mn&gt;0.8&lt;/mn&gt;&lt;/mfrac&gt;&lt;mtext&gt;&lt;/mtext&gt;&lt;mtext&gt;&lt;/mtext&gt;&lt;mfrac&gt;&lt;mn&gt;168&lt;/mn&gt;&lt;mn&gt;8&lt;/mn&gt;&lt;/mfrac&gt;&lt;mtext&gt;&lt;/mtext&gt;&lt;mtext&gt;&lt;/mtext&gt;&lt;mfrac&gt;&lt;mn&gt;1.68&lt;/mn&gt;&lt;mn&gt;0.08&lt;/mn&gt;&lt;/mfrac&gt;&lt;mtext&gt;&lt;/mtext&gt;&lt;mfrac&gt;&lt;mn&gt;84&lt;/mn&gt;&lt;mn&gt;4&lt;/mn&gt;&lt;/mfrac&gt;&lt;mtext&gt;&lt;/mtext&gt;&lt;mfrac&gt;&lt;mn&gt;42&lt;/mn&gt;&lt;mn&gt;2&lt;/mn&gt;&lt;/mfrac&gt;&lt;/math&gt;" id="183" name="Google Shape;183;p20" title="16.8 over 0.8 168 over 8 1.68 over 0.08 84 over 4 42 over 2"/>
          <p:cNvPicPr preferRelativeResize="0"/>
          <p:nvPr/>
        </p:nvPicPr>
        <p:blipFill rotWithShape="1">
          <a:blip r:embed="rId3">
            <a:alphaModFix/>
          </a:blip>
          <a:srcRect b="0" l="45227" r="29623" t="0"/>
          <a:stretch/>
        </p:blipFill>
        <p:spPr>
          <a:xfrm>
            <a:off x="3100192" y="3628069"/>
            <a:ext cx="392279" cy="3220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6.8}{0.8}\ \ \frac{168}{8}\ \ \frac{1.68}{0.08}\ \frac{84}{4}\ \frac{42}{2}&quot;&gt;&lt;mfrac&gt;&lt;mn&gt;16.8&lt;/mn&gt;&lt;mn&gt;0.8&lt;/mn&gt;&lt;/mfrac&gt;&lt;mtext&gt;&lt;/mtext&gt;&lt;mtext&gt;&lt;/mtext&gt;&lt;mfrac&gt;&lt;mn&gt;168&lt;/mn&gt;&lt;mn&gt;8&lt;/mn&gt;&lt;/mfrac&gt;&lt;mtext&gt;&lt;/mtext&gt;&lt;mtext&gt;&lt;/mtext&gt;&lt;mfrac&gt;&lt;mn&gt;1.68&lt;/mn&gt;&lt;mn&gt;0.08&lt;/mn&gt;&lt;/mfrac&gt;&lt;mtext&gt;&lt;/mtext&gt;&lt;mfrac&gt;&lt;mn&gt;84&lt;/mn&gt;&lt;mn&gt;4&lt;/mn&gt;&lt;/mfrac&gt;&lt;mtext&gt;&lt;/mtext&gt;&lt;mfrac&gt;&lt;mn&gt;42&lt;/mn&gt;&lt;mn&gt;2&lt;/mn&gt;&lt;/mfrac&gt;&lt;/math&gt;" id="184" name="Google Shape;184;p20" title="16.8 over 0.8 168 over 8 1.68 over 0.08 84 over 4 42 over 2"/>
          <p:cNvPicPr preferRelativeResize="0"/>
          <p:nvPr/>
        </p:nvPicPr>
        <p:blipFill rotWithShape="1">
          <a:blip r:embed="rId3">
            <a:alphaModFix/>
          </a:blip>
          <a:srcRect b="0" l="87149" r="0" t="0"/>
          <a:stretch/>
        </p:blipFill>
        <p:spPr>
          <a:xfrm>
            <a:off x="2637333" y="2445160"/>
            <a:ext cx="241668" cy="3883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6.8}{0.8}\ \ \frac{168}{8}\ \ \frac{1.68}{0.08}\ \frac{84}{4}\ \frac{42}{2}&quot;&gt;&lt;mfrac&gt;&lt;mn&gt;16.8&lt;/mn&gt;&lt;mn&gt;0.8&lt;/mn&gt;&lt;/mfrac&gt;&lt;mtext&gt;&lt;/mtext&gt;&lt;mtext&gt;&lt;/mtext&gt;&lt;mfrac&gt;&lt;mn&gt;168&lt;/mn&gt;&lt;mn&gt;8&lt;/mn&gt;&lt;/mfrac&gt;&lt;mtext&gt;&lt;/mtext&gt;&lt;mtext&gt;&lt;/mtext&gt;&lt;mfrac&gt;&lt;mn&gt;1.68&lt;/mn&gt;&lt;mn&gt;0.08&lt;/mn&gt;&lt;/mfrac&gt;&lt;mtext&gt;&lt;/mtext&gt;&lt;mfrac&gt;&lt;mn&gt;84&lt;/mn&gt;&lt;mn&gt;4&lt;/mn&gt;&lt;/mfrac&gt;&lt;mtext&gt;&lt;/mtext&gt;&lt;mfrac&gt;&lt;mn&gt;42&lt;/mn&gt;&lt;mn&gt;2&lt;/mn&gt;&lt;/mfrac&gt;&lt;/math&gt;" id="185" name="Google Shape;185;p20" title="16.8 over 0.8 168 over 8 1.68 over 0.08 84 over 4 42 over 2"/>
          <p:cNvPicPr preferRelativeResize="0"/>
          <p:nvPr/>
        </p:nvPicPr>
        <p:blipFill rotWithShape="1">
          <a:blip r:embed="rId3">
            <a:alphaModFix/>
          </a:blip>
          <a:srcRect b="0" l="70396" r="13895" t="0"/>
          <a:stretch/>
        </p:blipFill>
        <p:spPr>
          <a:xfrm>
            <a:off x="2416215" y="3221387"/>
            <a:ext cx="295413" cy="38833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463850" y="4322600"/>
            <a:ext cx="66240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answer to the following. You must show your working out.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68000" y="4839941"/>
            <a:ext cx="5619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68000" y="5698639"/>
            <a:ext cx="5619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68000" y="6536839"/>
            <a:ext cx="5619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2.4\ \div0.4\ =\ \frac{12.4}{0.4}=\frac{124}{4}=\frac{62}{2}=31&quot;&gt;&lt;mn&gt;12.4&lt;/mn&gt;&lt;mtext&gt;&lt;/mtext&gt;&lt;mo&gt;÷&lt;/mo&gt;&lt;mn&gt;0.4&lt;/mn&gt;&lt;mtext&gt;&lt;/mtext&gt;&lt;mo&gt;=&lt;/mo&gt;&lt;mtext&gt;&lt;/mtext&gt;&lt;mfrac&gt;&lt;mn&gt;12.4&lt;/mn&gt;&lt;mn&gt;0.4&lt;/mn&gt;&lt;/mfrac&gt;&lt;mo&gt;=&lt;/mo&gt;&lt;mfrac&gt;&lt;mn&gt;124&lt;/mn&gt;&lt;mn&gt;4&lt;/mn&gt;&lt;/mfrac&gt;&lt;mo&gt;=&lt;/mo&gt;&lt;mfrac&gt;&lt;mn&gt;62&lt;/mn&gt;&lt;mn&gt;2&lt;/mn&gt;&lt;/mfrac&gt;&lt;mo&gt;=&lt;/mo&gt;&lt;mn&gt;31&lt;/mn&gt;&lt;/math&gt;" id="190" name="Google Shape;190;p20" title="12.4 division sign 0.4 equals 12.4 over 0.4 equals 124 over 4 equals 62 over 2 equals 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152" y="5604538"/>
            <a:ext cx="4019987" cy="5269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.2\ \div0.12\ =\ \frac{4.2}{0.12}=\frac{420}{12}=\frac{210}{6}=\frac{105}{3}=35&quot;&gt;&lt;mn&gt;4.2&lt;/mn&gt;&lt;mtext&gt;&lt;/mtext&gt;&lt;mo&gt;÷&lt;/mo&gt;&lt;mn&gt;0.12&lt;/mn&gt;&lt;mtext&gt;&lt;/mtext&gt;&lt;mo&gt;=&lt;/mo&gt;&lt;mtext&gt;&lt;/mtext&gt;&lt;mfrac&gt;&lt;mn&gt;4.2&lt;/mn&gt;&lt;mn&gt;0.12&lt;/mn&gt;&lt;/mfrac&gt;&lt;mo&gt;=&lt;/mo&gt;&lt;mfrac&gt;&lt;mn&gt;420&lt;/mn&gt;&lt;mn&gt;12&lt;/mn&gt;&lt;/mfrac&gt;&lt;mo&gt;=&lt;/mo&gt;&lt;mfrac&gt;&lt;mn&gt;210&lt;/mn&gt;&lt;mn&gt;6&lt;/mn&gt;&lt;/mfrac&gt;&lt;mo&gt;=&lt;/mo&gt;&lt;mfrac&gt;&lt;mn&gt;105&lt;/mn&gt;&lt;mn&gt;3&lt;/mn&gt;&lt;/mfrac&gt;&lt;mo&gt;=&lt;/mo&gt;&lt;mn&gt;35&lt;/mn&gt;&lt;/math&gt;" id="191" name="Google Shape;191;p20" title="4.2 division sign 0.12 equals 4.2 over 0.12 equals 420 over 12 equals 210 over 6 equals 105 over 3 equals 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0100" y="6454638"/>
            <a:ext cx="4950151" cy="5269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6.2\div0.2=\frac{46.2}{0.2}=\frac{462}{2}=231&quot;&gt;&lt;mn&gt;46.2&lt;/mn&gt;&lt;mo&gt;÷&lt;/mo&gt;&lt;mn&gt;0.2&lt;/mn&gt;&lt;mo&gt;=&lt;/mo&gt;&lt;mfrac&gt;&lt;mn&gt;46.2&lt;/mn&gt;&lt;mn&gt;0.2&lt;/mn&gt;&lt;/mfrac&gt;&lt;mo&gt;=&lt;/mo&gt;&lt;mfrac&gt;&lt;mn&gt;462&lt;/mn&gt;&lt;mn&gt;2&lt;/mn&gt;&lt;/mfrac&gt;&lt;mo&gt;=&lt;/mo&gt;&lt;mn&gt;231&lt;/mn&gt;&lt;/math&gt;" id="192" name="Google Shape;192;p20" title="46.2 divided by 0.2 equals 46.2 over 0.2 equals 462 over 2 equals 2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0100" y="4756550"/>
            <a:ext cx="3306569" cy="5248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3" name="Google Shape;193;p20"/>
          <p:cNvGraphicFramePr/>
          <p:nvPr/>
        </p:nvGraphicFramePr>
        <p:xfrm>
          <a:off x="2943600" y="721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{34816554-D9DA-4F0D-B712-091761E619DE}</a:tableStyleId>
              </a:tblPr>
              <a:tblGrid>
                <a:gridCol w="670000"/>
                <a:gridCol w="670000"/>
                <a:gridCol w="670000"/>
                <a:gridCol w="670000"/>
                <a:gridCol w="670000"/>
                <a:gridCol w="670000"/>
              </a:tblGrid>
              <a:tr h="542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4" name="Google Shape;194;p20"/>
          <p:cNvSpPr txBox="1"/>
          <p:nvPr/>
        </p:nvSpPr>
        <p:spPr>
          <a:xfrm>
            <a:off x="462150" y="7214300"/>
            <a:ext cx="2170200" cy="12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Shade in all the equivalent fractions to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4.8 ÷ 0.4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 reveal a word.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word is ‘Hi’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8}{4}&quot;&gt;&lt;mfrac&gt;&lt;mn&gt;48&lt;/mn&gt;&lt;mn&gt;4&lt;/mn&gt;&lt;/mfrac&gt;&lt;/math&gt;" id="195" name="Google Shape;195;p20" title="48 over 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93348" y="8904868"/>
            <a:ext cx="194032" cy="3787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80}{40}&quot;&gt;&lt;mfrac&gt;&lt;mn&gt;480&lt;/mn&gt;&lt;mn&gt;40&lt;/mn&gt;&lt;/mfrac&gt;&lt;/math&gt;" id="196" name="Google Shape;196;p20" title="480 over 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25301" y="8392913"/>
            <a:ext cx="246838" cy="33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.8}{4}&quot;&gt;&lt;mfrac&gt;&lt;mn&gt;4.8&lt;/mn&gt;&lt;mn&gt;4&lt;/mn&gt;&lt;/mfrac&gt;&lt;/math&gt;" id="197" name="Google Shape;197;p20" title="4.8 over 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09614" y="8909343"/>
            <a:ext cx="246838" cy="3928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0.48}{0.4}&quot;&gt;&lt;mfrac&gt;&lt;mn&gt;0.48&lt;/mn&gt;&lt;mn&gt;0.4&lt;/mn&gt;&lt;/mfrac&gt;&lt;/math&gt;" id="198" name="Google Shape;198;p20" title="0.48 over 0.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856824" y="9458121"/>
            <a:ext cx="299627" cy="3557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2}&quot;&gt;&lt;mfrac&gt;&lt;mn&gt;24&lt;/mn&gt;&lt;mn&gt;2&lt;/mn&gt;&lt;/mfrac&gt;&lt;/math&gt;" id="199" name="Google Shape;199;p20" title="24 over 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589837" y="9419787"/>
            <a:ext cx="194032" cy="3787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.4}{0.2}&quot;&gt;&lt;mfrac&gt;&lt;mn&gt;2.4&lt;/mn&gt;&lt;mn&gt;0.2&lt;/mn&gt;&lt;/mfrac&gt;&lt;/math&gt;" id="200" name="Google Shape;200;p20" title="2.4 over 0.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198906" y="7818181"/>
            <a:ext cx="246838" cy="3970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0}{20}&quot;&gt;&lt;mfrac&gt;&lt;mn&gt;240&lt;/mn&gt;&lt;mn&gt;20&lt;/mn&gt;&lt;/mfrac&gt;&lt;/math&gt;" id="201" name="Google Shape;201;p20" title="240 over 2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537044" y="8357458"/>
            <a:ext cx="299627" cy="4112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}&quot;&gt;&lt;mfrac&gt;&lt;mn&gt;12&lt;/mn&gt;&lt;mn&gt;1&lt;/mn&gt;&lt;/mfrac&gt;&lt;/math&gt;" id="202" name="Google Shape;202;p20" title="twelve oneth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225309" y="7289838"/>
            <a:ext cx="194032" cy="373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.2}{0.1}&quot;&gt;&lt;mfrac&gt;&lt;mn&gt;1.2&lt;/mn&gt;&lt;mn&gt;0.1&lt;/mn&gt;&lt;/mfrac&gt;&lt;/math&gt;" id="203" name="Google Shape;203;p20" title="1.2 over 0.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537037" y="7277451"/>
            <a:ext cx="246838" cy="3985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6}{8}&quot;&gt;&lt;mfrac&gt;&lt;mn&gt;96&lt;/mn&gt;&lt;mn&gt;8&lt;/mn&gt;&lt;/mfrac&gt;&lt;/math&gt;" id="204" name="Google Shape;204;p20" title="96 over 8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589843" y="7824590"/>
            <a:ext cx="194026" cy="384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.6}{0.8}&quot;&gt;&lt;mfrac&gt;&lt;mn&gt;9.6&lt;/mn&gt;&lt;mn&gt;0.8&lt;/mn&gt;&lt;/mfrac&gt;&lt;/math&gt;" id="205" name="Google Shape;205;p20" title="9.6 over 0.8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909614" y="8354833"/>
            <a:ext cx="246838" cy="3985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60}{80}&quot;&gt;&lt;mfrac&gt;&lt;mn&gt;960&lt;/mn&gt;&lt;mn&gt;80&lt;/mn&gt;&lt;/mfrac&gt;&lt;/math&gt;" id="206" name="Google Shape;206;p20" title="960 over 80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860778" y="8918867"/>
            <a:ext cx="274267" cy="373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}&quot;&gt;&lt;mfrac&gt;&lt;mn&gt;12&lt;/mn&gt;&lt;mn&gt;1&lt;/mn&gt;&lt;/mfrac&gt;&lt;/math&gt;" id="207" name="Google Shape;207;p20" title="twelve oneth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901570" y="8376203"/>
            <a:ext cx="194032" cy="373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.8}{4}&quot;&gt;&lt;mfrac&gt;&lt;mn&gt;4.8&lt;/mn&gt;&lt;mn&gt;4&lt;/mn&gt;&lt;/mfrac&gt;&lt;/math&gt;" id="208" name="Google Shape;208;p20" title="4.8 over 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168890" y="9412753"/>
            <a:ext cx="246838" cy="3928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.8}{0.4}&quot;&gt;&lt;mfrac&gt;&lt;mn&gt;4.8&lt;/mn&gt;&lt;mn&gt;0.4&lt;/mn&gt;&lt;/mfrac&gt;&lt;/math&gt;" id="209" name="Google Shape;209;p20" title="4.8 over 0.4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3198450" y="8887813"/>
            <a:ext cx="274263" cy="4128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.8}{0.4}&quot;&gt;&lt;mfrac&gt;&lt;mn&gt;4.8&lt;/mn&gt;&lt;mn&gt;0.4&lt;/mn&gt;&lt;/mfrac&gt;&lt;/math&gt;" id="210" name="Google Shape;210;p20" title="4.8 over 0.4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3225300" y="9402731"/>
            <a:ext cx="274263" cy="4128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8}{40}&quot;&gt;&lt;mfrac&gt;&lt;mn&gt;48&lt;/mn&gt;&lt;mn&gt;40&lt;/mn&gt;&lt;/mfrac&gt;&lt;/math&gt;" id="211" name="Google Shape;211;p20" title="48 over 40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184041" y="7271220"/>
            <a:ext cx="216525" cy="4421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800}{40}&quot;&gt;&lt;mfrac&gt;&lt;mn&gt;4800&lt;/mn&gt;&lt;mn&gt;40&lt;/mn&gt;&lt;/mfrac&gt;&lt;/math&gt;" id="212" name="Google Shape;212;p20" title="4800 over 40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3774484" y="7255625"/>
            <a:ext cx="407410" cy="4421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.8}{0.04}&quot;&gt;&lt;mfrac&gt;&lt;mn&gt;4.8&lt;/mn&gt;&lt;mn&gt;0.04&lt;/mn&gt;&lt;/mfrac&gt;&lt;/math&gt;" id="213" name="Google Shape;213;p20" title="4.8 over 0.04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5112811" y="8877379"/>
            <a:ext cx="358976" cy="4421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8}{0.04}&quot;&gt;&lt;mfrac&gt;&lt;mn&gt;48&lt;/mn&gt;&lt;mn&gt;0.04&lt;/mn&gt;&lt;/mfrac&gt;&lt;/math&gt;" id="214" name="Google Shape;214;p20" title="48 over 0.04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5112816" y="8341994"/>
            <a:ext cx="358976" cy="4421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0}{0.02}&quot;&gt;&lt;mfrac&gt;&lt;mn&gt;240&lt;/mn&gt;&lt;mn&gt;0.02&lt;/mn&gt;&lt;/mfrac&gt;&lt;/math&gt;" id="215" name="Google Shape;215;p20" title="240 over 0.02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5138771" y="7795628"/>
            <a:ext cx="358976" cy="4421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0.02}&quot;&gt;&lt;mfrac&gt;&lt;mn&gt;24&lt;/mn&gt;&lt;mn&gt;0.02&lt;/mn&gt;&lt;/mfrac&gt;&lt;/math&gt;" id="216" name="Google Shape;216;p20" title="24 over 0.02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3838309" y="7799989"/>
            <a:ext cx="358976" cy="3988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.8}{4}&quot;&gt;&lt;mfrac&gt;&lt;mn&gt;4.8&lt;/mn&gt;&lt;mn&gt;4&lt;/mn&gt;&lt;/mfrac&gt;&lt;/math&gt;" id="217" name="Google Shape;217;p20" title="4.8 over 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10525" y="8904986"/>
            <a:ext cx="246838" cy="3928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0.48}{0.4}&quot;&gt;&lt;mfrac&gt;&lt;mn&gt;0.48&lt;/mn&gt;&lt;mn&gt;0.4&lt;/mn&gt;&lt;/mfrac&gt;&lt;/math&gt;" id="218" name="Google Shape;218;p20" title="0.48 over 0.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457735" y="9453764"/>
            <a:ext cx="299627" cy="3557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0.02}&quot;&gt;&lt;mfrac&gt;&lt;mn&gt;24&lt;/mn&gt;&lt;mn&gt;0.02&lt;/mn&gt;&lt;/mfrac&gt;&lt;/math&gt;" id="219" name="Google Shape;219;p20" title="24 over 0.02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6439220" y="7795632"/>
            <a:ext cx="358976" cy="3988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0}{0.02}&quot;&gt;&lt;mfrac&gt;&lt;mn&gt;240&lt;/mn&gt;&lt;mn&gt;0.02&lt;/mn&gt;&lt;/mfrac&gt;&lt;/math&gt;" id="220" name="Google Shape;220;p20" title="240 over 0.02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6476868" y="8328641"/>
            <a:ext cx="358976" cy="4421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.8}{4}&quot;&gt;&lt;mfrac&gt;&lt;mn&gt;4.8&lt;/mn&gt;&lt;mn&gt;4&lt;/mn&gt;&lt;/mfrac&gt;&lt;/math&gt;" id="221" name="Google Shape;221;p20" title="4.8 over 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875158" y="7814508"/>
            <a:ext cx="246838" cy="3928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0.48}{0.4}&quot;&gt;&lt;mfrac&gt;&lt;mn&gt;0.48&lt;/mn&gt;&lt;mn&gt;0.4&lt;/mn&gt;&lt;/mfrac&gt;&lt;/math&gt;" id="222" name="Google Shape;222;p20" title="0.48 over 0.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457735" y="7305721"/>
            <a:ext cx="299627" cy="3557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0.48}{0.04}&quot;&gt;&lt;mfrac&gt;&lt;mn&gt;0.48&lt;/mn&gt;&lt;mn&gt;0.04&lt;/mn&gt;&lt;/mfrac&gt;&lt;/math&gt;" id="223" name="Google Shape;223;p20" title="0.48 over 0.04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5798220" y="7283911"/>
            <a:ext cx="358968" cy="3988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0.48}{0.04}&quot;&gt;&lt;mfrac&gt;&lt;mn&gt;0.48&lt;/mn&gt;&lt;mn&gt;0.04&lt;/mn&gt;&lt;/mfrac&gt;&lt;/math&gt;" id="224" name="Google Shape;224;p20" title="0.48 over 0.04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5801005" y="9408083"/>
            <a:ext cx="358968" cy="3988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5" name="Google Shape;225;p20"/>
          <p:cNvCxnSpPr/>
          <p:nvPr/>
        </p:nvCxnSpPr>
        <p:spPr>
          <a:xfrm>
            <a:off x="46890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1" name="Google Shape;231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with decimals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468000" y="1029600"/>
            <a:ext cx="66240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Show your working out for the following calculations.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4.2\div3.5\ =\ \frac{4.2}{3.5}=\frac{42}{35}=\frac{6}{5}=\ 1.2&quot;&gt;&lt;mn&gt;4.2&lt;/mn&gt;&lt;mo&gt;÷&lt;/mo&gt;&lt;mn&gt;3.5&lt;/mn&gt;&lt;mtext&gt;&lt;/mtext&gt;&lt;mo&gt;=&lt;/mo&gt;&lt;mtext&gt;&lt;/mtext&gt;&lt;mfrac&gt;&lt;mn&gt;4.2&lt;/mn&gt;&lt;mn&gt;3.5&lt;/mn&gt;&lt;/mfrac&gt;&lt;mo&gt;=&lt;/mo&gt;&lt;mfrac&gt;&lt;mn&gt;42&lt;/mn&gt;&lt;mn&gt;35&lt;/mn&gt;&lt;/mfrac&gt;&lt;mo&gt;=&lt;/mo&gt;&lt;mfrac&gt;&lt;mn&gt;6&lt;/mn&gt;&lt;mn&gt;5&lt;/mn&gt;&lt;/mfrac&gt;&lt;mo&gt;=&lt;/mo&gt;&lt;mtext&gt;&lt;/mtext&gt;&lt;mn&gt;1.2&lt;/mn&gt;&lt;/math&gt;" id="235" name="Google Shape;235;p21" title="4.2 divided by 3.5 equals 4.2 over 3.5 equals 42 over 35 equals six fifths equals 1.2"/>
          <p:cNvPicPr preferRelativeResize="0"/>
          <p:nvPr/>
        </p:nvPicPr>
        <p:blipFill rotWithShape="1">
          <a:blip r:embed="rId3">
            <a:alphaModFix/>
          </a:blip>
          <a:srcRect b="0" l="0" r="64384" t="0"/>
          <a:stretch/>
        </p:blipFill>
        <p:spPr>
          <a:xfrm>
            <a:off x="802910" y="2203459"/>
            <a:ext cx="1171717" cy="4805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.5\div2.4\ =\ \frac{1.5}{2.4}=\frac{15}{24}=\frac{5}{8}=\ 0.625&quot;&gt;&lt;mn&gt;1.5&lt;/mn&gt;&lt;mo&gt;÷&lt;/mo&gt;&lt;mn&gt;2.4&lt;/mn&gt;&lt;mtext&gt;&lt;/mtext&gt;&lt;mo&gt;=&lt;/mo&gt;&lt;mtext&gt;&lt;/mtext&gt;&lt;mfrac&gt;&lt;mn&gt;1.5&lt;/mn&gt;&lt;mn&gt;2.4&lt;/mn&gt;&lt;/mfrac&gt;&lt;mo&gt;=&lt;/mo&gt;&lt;mfrac&gt;&lt;mn&gt;15&lt;/mn&gt;&lt;mn&gt;24&lt;/mn&gt;&lt;/mfrac&gt;&lt;mo&gt;=&lt;/mo&gt;&lt;mfrac&gt;&lt;mn&gt;5&lt;/mn&gt;&lt;mn&gt;8&lt;/mn&gt;&lt;/mfrac&gt;&lt;mo&gt;=&lt;/mo&gt;&lt;mtext&gt;&lt;/mtext&gt;&lt;mn&gt;0.625&lt;/mn&gt;&lt;/math&gt;" id="236" name="Google Shape;236;p21" title="1.5 divided by 2.4 equals 1.5 over 2.4 equals 15 over 24 equals five eighths equals 0.625"/>
          <p:cNvPicPr preferRelativeResize="0"/>
          <p:nvPr/>
        </p:nvPicPr>
        <p:blipFill rotWithShape="1">
          <a:blip r:embed="rId4">
            <a:alphaModFix/>
          </a:blip>
          <a:srcRect b="0" l="0" r="68512" t="0"/>
          <a:stretch/>
        </p:blipFill>
        <p:spPr>
          <a:xfrm>
            <a:off x="748799" y="1199492"/>
            <a:ext cx="1099581" cy="4805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8.48\ \div2.2\ =\ 8.4\ \ \ \ \frac{18.48}{2.2}=\frac{184.8}{22}=\frac{92.4}{11}&quot;&gt;&lt;mn&gt;18.48&lt;/mn&gt;&lt;mtext&gt;&lt;/mtext&gt;&lt;mo&gt;÷&lt;/mo&gt;&lt;mn&gt;2.2&lt;/mn&gt;&lt;mtext&gt;&lt;/mtext&gt;&lt;mo&gt;=&lt;/mo&gt;&lt;mtext&gt;&lt;/mtext&gt;&lt;mn&gt;8.4&lt;/mn&gt;&lt;mtext&gt;&lt;/mtext&gt;&lt;mtext&gt;&lt;/mtext&gt;&lt;mtext&gt;&lt;/mtext&gt;&lt;mtext&gt;&lt;/mtext&gt;&lt;mfrac&gt;&lt;mn&gt;18.48&lt;/mn&gt;&lt;mn&gt;2.2&lt;/mn&gt;&lt;/mfrac&gt;&lt;mo&gt;=&lt;/mo&gt;&lt;mfrac&gt;&lt;mn&gt;184.8&lt;/mn&gt;&lt;mn&gt;22&lt;/mn&gt;&lt;/mfrac&gt;&lt;mo&gt;=&lt;/mo&gt;&lt;mfrac&gt;&lt;mn&gt;92.4&lt;/mn&gt;&lt;mn&gt;11&lt;/mn&gt;&lt;/mfrac&gt;&lt;/math&gt;" id="237" name="Google Shape;237;p21" title="18.48 division sign 2.2 equals 8.4 18.48 over 2.2 equals 184.8 over 22 equals 92.4 over 11"/>
          <p:cNvPicPr preferRelativeResize="0"/>
          <p:nvPr/>
        </p:nvPicPr>
        <p:blipFill rotWithShape="1">
          <a:blip r:embed="rId5">
            <a:alphaModFix/>
          </a:blip>
          <a:srcRect b="0" l="0" r="56094" t="0"/>
          <a:stretch/>
        </p:blipFill>
        <p:spPr>
          <a:xfrm>
            <a:off x="730328" y="3247417"/>
            <a:ext cx="1635045" cy="421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.5\div2.4\ =\ \frac{1.5}{2.4}=\frac{15}{24}=\frac{5}{8}=\ 0.625&quot;&gt;&lt;mn&gt;1.5&lt;/mn&gt;&lt;mo&gt;÷&lt;/mo&gt;&lt;mn&gt;2.4&lt;/mn&gt;&lt;mtext&gt;&lt;/mtext&gt;&lt;mo&gt;=&lt;/mo&gt;&lt;mtext&gt;&lt;/mtext&gt;&lt;mfrac&gt;&lt;mn&gt;1.5&lt;/mn&gt;&lt;mn&gt;2.4&lt;/mn&gt;&lt;/mfrac&gt;&lt;mo&gt;=&lt;/mo&gt;&lt;mfrac&gt;&lt;mn&gt;15&lt;/mn&gt;&lt;mn&gt;24&lt;/mn&gt;&lt;/mfrac&gt;&lt;mo&gt;=&lt;/mo&gt;&lt;mfrac&gt;&lt;mn&gt;5&lt;/mn&gt;&lt;mn&gt;8&lt;/mn&gt;&lt;/mfrac&gt;&lt;mo&gt;=&lt;/mo&gt;&lt;mtext&gt;&lt;/mtext&gt;&lt;mn&gt;0.625&lt;/mn&gt;&lt;/math&gt;" id="238" name="Google Shape;238;p21" title="1.5 divided by 2.4 equals 1.5 over 2.4 equals 15 over 24 equals five eighths equals 0.625"/>
          <p:cNvPicPr preferRelativeResize="0"/>
          <p:nvPr/>
        </p:nvPicPr>
        <p:blipFill rotWithShape="1">
          <a:blip r:embed="rId4">
            <a:alphaModFix/>
          </a:blip>
          <a:srcRect b="0" l="84148" r="0" t="0"/>
          <a:stretch/>
        </p:blipFill>
        <p:spPr>
          <a:xfrm>
            <a:off x="1848379" y="1199492"/>
            <a:ext cx="553542" cy="4805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.5\div2.4\ =\ \frac{1.5}{2.4}=\frac{15}{24}=\frac{5}{8}=\ 0.625&quot;&gt;&lt;mn&gt;1.5&lt;/mn&gt;&lt;mo&gt;÷&lt;/mo&gt;&lt;mn&gt;2.4&lt;/mn&gt;&lt;mtext&gt;&lt;/mtext&gt;&lt;mo&gt;=&lt;/mo&gt;&lt;mtext&gt;&lt;/mtext&gt;&lt;mfrac&gt;&lt;mn&gt;1.5&lt;/mn&gt;&lt;mn&gt;2.4&lt;/mn&gt;&lt;/mfrac&gt;&lt;mo&gt;=&lt;/mo&gt;&lt;mfrac&gt;&lt;mn&gt;15&lt;/mn&gt;&lt;mn&gt;24&lt;/mn&gt;&lt;/mfrac&gt;&lt;mo&gt;=&lt;/mo&gt;&lt;mfrac&gt;&lt;mn&gt;5&lt;/mn&gt;&lt;mn&gt;8&lt;/mn&gt;&lt;/mfrac&gt;&lt;mo&gt;=&lt;/mo&gt;&lt;mtext&gt;&lt;/mtext&gt;&lt;mn&gt;0.625&lt;/mn&gt;&lt;/math&gt;" id="239" name="Google Shape;239;p21" title="1.5 divided by 2.4 equals 1.5 over 2.4 equals 15 over 24 equals five eighths equals 0.625"/>
          <p:cNvPicPr preferRelativeResize="0"/>
          <p:nvPr/>
        </p:nvPicPr>
        <p:blipFill rotWithShape="1">
          <a:blip r:embed="rId4">
            <a:alphaModFix/>
          </a:blip>
          <a:srcRect b="0" l="31191" r="23405" t="0"/>
          <a:stretch/>
        </p:blipFill>
        <p:spPr>
          <a:xfrm>
            <a:off x="3158851" y="1286820"/>
            <a:ext cx="1585497" cy="4805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.2\div3.5\ =\ \frac{4.2}{3.5}=\frac{42}{35}=\frac{6}{5}=\ 1.2&quot;&gt;&lt;mn&gt;4.2&lt;/mn&gt;&lt;mo&gt;÷&lt;/mo&gt;&lt;mn&gt;3.5&lt;/mn&gt;&lt;mtext&gt;&lt;/mtext&gt;&lt;mo&gt;=&lt;/mo&gt;&lt;mtext&gt;&lt;/mtext&gt;&lt;mfrac&gt;&lt;mn&gt;4.2&lt;/mn&gt;&lt;mn&gt;3.5&lt;/mn&gt;&lt;/mfrac&gt;&lt;mo&gt;=&lt;/mo&gt;&lt;mfrac&gt;&lt;mn&gt;42&lt;/mn&gt;&lt;mn&gt;35&lt;/mn&gt;&lt;/mfrac&gt;&lt;mo&gt;=&lt;/mo&gt;&lt;mfrac&gt;&lt;mn&gt;6&lt;/mn&gt;&lt;mn&gt;5&lt;/mn&gt;&lt;/mfrac&gt;&lt;mo&gt;=&lt;/mo&gt;&lt;mtext&gt;&lt;/mtext&gt;&lt;mn&gt;1.2&lt;/mn&gt;&lt;/math&gt;" id="240" name="Google Shape;240;p21" title="4.2 divided by 3.5 equals 4.2 over 3.5 equals 42 over 35 equals six fifths equals 1.2"/>
          <p:cNvPicPr preferRelativeResize="0"/>
          <p:nvPr/>
        </p:nvPicPr>
        <p:blipFill rotWithShape="1">
          <a:blip r:embed="rId3">
            <a:alphaModFix/>
          </a:blip>
          <a:srcRect b="0" l="88772" r="0" t="0"/>
          <a:stretch/>
        </p:blipFill>
        <p:spPr>
          <a:xfrm>
            <a:off x="1878916" y="2203459"/>
            <a:ext cx="369367" cy="4805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.2\div3.5\ =\ \frac{4.2}{3.5}=\frac{42}{35}=\frac{6}{5}=\ 1.2&quot;&gt;&lt;mn&gt;4.2&lt;/mn&gt;&lt;mo&gt;÷&lt;/mo&gt;&lt;mn&gt;3.5&lt;/mn&gt;&lt;mtext&gt;&lt;/mtext&gt;&lt;mo&gt;=&lt;/mo&gt;&lt;mtext&gt;&lt;/mtext&gt;&lt;mfrac&gt;&lt;mn&gt;4.2&lt;/mn&gt;&lt;mn&gt;3.5&lt;/mn&gt;&lt;/mfrac&gt;&lt;mo&gt;=&lt;/mo&gt;&lt;mfrac&gt;&lt;mn&gt;42&lt;/mn&gt;&lt;mn&gt;35&lt;/mn&gt;&lt;/mfrac&gt;&lt;mo&gt;=&lt;/mo&gt;&lt;mfrac&gt;&lt;mn&gt;6&lt;/mn&gt;&lt;mn&gt;5&lt;/mn&gt;&lt;/mfrac&gt;&lt;mo&gt;=&lt;/mo&gt;&lt;mtext&gt;&lt;/mtext&gt;&lt;mn&gt;1.2&lt;/mn&gt;&lt;/math&gt;" id="241" name="Google Shape;241;p21" title="4.2 divided by 3.5 equals 4.2 over 3.5 equals 42 over 35 equals six fifths equals 1.2"/>
          <p:cNvPicPr preferRelativeResize="0"/>
          <p:nvPr/>
        </p:nvPicPr>
        <p:blipFill rotWithShape="1">
          <a:blip r:embed="rId3">
            <a:alphaModFix/>
          </a:blip>
          <a:srcRect b="0" l="36498" r="17000" t="0"/>
          <a:stretch/>
        </p:blipFill>
        <p:spPr>
          <a:xfrm>
            <a:off x="3214478" y="2196988"/>
            <a:ext cx="1529870" cy="4805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8.48\ \div2.2\ =\ 8.4\ \ \ \ \frac{18.48}{2.2}=\frac{184.8}{22}=\frac{92.4}{11}&quot;&gt;&lt;mn&gt;18.48&lt;/mn&gt;&lt;mtext&gt;&lt;/mtext&gt;&lt;mo&gt;÷&lt;/mo&gt;&lt;mn&gt;2.2&lt;/mn&gt;&lt;mtext&gt;&lt;/mtext&gt;&lt;mo&gt;=&lt;/mo&gt;&lt;mtext&gt;&lt;/mtext&gt;&lt;mn&gt;8.4&lt;/mn&gt;&lt;mtext&gt;&lt;/mtext&gt;&lt;mtext&gt;&lt;/mtext&gt;&lt;mtext&gt;&lt;/mtext&gt;&lt;mtext&gt;&lt;/mtext&gt;&lt;mfrac&gt;&lt;mn&gt;18.48&lt;/mn&gt;&lt;mn&gt;2.2&lt;/mn&gt;&lt;/mfrac&gt;&lt;mo&gt;=&lt;/mo&gt;&lt;mfrac&gt;&lt;mn&gt;184.8&lt;/mn&gt;&lt;mn&gt;22&lt;/mn&gt;&lt;/mfrac&gt;&lt;mo&gt;=&lt;/mo&gt;&lt;mfrac&gt;&lt;mn&gt;92.4&lt;/mn&gt;&lt;mn&gt;11&lt;/mn&gt;&lt;/mfrac&gt;&lt;/math&gt;" id="242" name="Google Shape;242;p21" title="18.48 division sign 2.2 equals 8.4 18.48 over 2.2 equals 184.8 over 22 equals 92.4 over 11"/>
          <p:cNvPicPr preferRelativeResize="0"/>
          <p:nvPr/>
        </p:nvPicPr>
        <p:blipFill rotWithShape="1">
          <a:blip r:embed="rId5">
            <a:alphaModFix/>
          </a:blip>
          <a:srcRect b="0" l="44187" r="0" t="0"/>
          <a:stretch/>
        </p:blipFill>
        <p:spPr>
          <a:xfrm>
            <a:off x="2993838" y="3258062"/>
            <a:ext cx="2078441" cy="4215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3" name="Google Shape;243;p21"/>
          <p:cNvGrpSpPr/>
          <p:nvPr/>
        </p:nvGrpSpPr>
        <p:grpSpPr>
          <a:xfrm>
            <a:off x="5148000" y="1172882"/>
            <a:ext cx="1723850" cy="708460"/>
            <a:chOff x="5148000" y="1172882"/>
            <a:chExt cx="1723850" cy="708460"/>
          </a:xfrm>
        </p:grpSpPr>
        <p:sp>
          <p:nvSpPr>
            <p:cNvPr id="244" name="Google Shape;244;p21"/>
            <p:cNvSpPr txBox="1"/>
            <p:nvPr/>
          </p:nvSpPr>
          <p:spPr>
            <a:xfrm>
              <a:off x="5148000" y="1499950"/>
              <a:ext cx="399000" cy="35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" name="Google Shape;245;p21"/>
            <p:cNvSpPr txBox="1"/>
            <p:nvPr/>
          </p:nvSpPr>
          <p:spPr>
            <a:xfrm>
              <a:off x="6000500" y="1510450"/>
              <a:ext cx="423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200"/>
            </a:p>
          </p:txBody>
        </p:sp>
        <p:sp>
          <p:nvSpPr>
            <p:cNvPr id="246" name="Google Shape;246;p21"/>
            <p:cNvSpPr txBox="1"/>
            <p:nvPr/>
          </p:nvSpPr>
          <p:spPr>
            <a:xfrm>
              <a:off x="5655200" y="1507150"/>
              <a:ext cx="399000" cy="35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" name="Google Shape;247;p21"/>
            <p:cNvSpPr txBox="1"/>
            <p:nvPr/>
          </p:nvSpPr>
          <p:spPr>
            <a:xfrm>
              <a:off x="5634000" y="1176282"/>
              <a:ext cx="399000" cy="35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8" name="Google Shape;248;p21"/>
            <p:cNvSpPr txBox="1"/>
            <p:nvPr/>
          </p:nvSpPr>
          <p:spPr>
            <a:xfrm>
              <a:off x="5876575" y="1507156"/>
              <a:ext cx="355200" cy="2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9" name="Google Shape;249;p21"/>
            <p:cNvSpPr txBox="1"/>
            <p:nvPr/>
          </p:nvSpPr>
          <p:spPr>
            <a:xfrm>
              <a:off x="5842775" y="1179626"/>
              <a:ext cx="355200" cy="2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" name="Google Shape;250;p21"/>
            <p:cNvSpPr txBox="1"/>
            <p:nvPr/>
          </p:nvSpPr>
          <p:spPr>
            <a:xfrm>
              <a:off x="5954200" y="1416042"/>
              <a:ext cx="3552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" name="Google Shape;251;p21"/>
            <p:cNvSpPr txBox="1"/>
            <p:nvPr/>
          </p:nvSpPr>
          <p:spPr>
            <a:xfrm>
              <a:off x="5938800" y="1176282"/>
              <a:ext cx="399000" cy="35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" name="Google Shape;252;p21"/>
            <p:cNvSpPr txBox="1"/>
            <p:nvPr/>
          </p:nvSpPr>
          <p:spPr>
            <a:xfrm>
              <a:off x="6369650" y="1415942"/>
              <a:ext cx="3552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" name="Google Shape;253;p21"/>
            <p:cNvSpPr txBox="1"/>
            <p:nvPr/>
          </p:nvSpPr>
          <p:spPr>
            <a:xfrm>
              <a:off x="6161450" y="1414292"/>
              <a:ext cx="3552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" name="Google Shape;254;p21"/>
            <p:cNvSpPr txBox="1"/>
            <p:nvPr/>
          </p:nvSpPr>
          <p:spPr>
            <a:xfrm>
              <a:off x="6138050" y="1172882"/>
              <a:ext cx="399000" cy="35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5" name="Google Shape;255;p21"/>
            <p:cNvSpPr txBox="1"/>
            <p:nvPr/>
          </p:nvSpPr>
          <p:spPr>
            <a:xfrm>
              <a:off x="6221588" y="1510450"/>
              <a:ext cx="423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200"/>
            </a:p>
          </p:txBody>
        </p:sp>
        <p:sp>
          <p:nvSpPr>
            <p:cNvPr id="256" name="Google Shape;256;p21"/>
            <p:cNvSpPr txBox="1"/>
            <p:nvPr/>
          </p:nvSpPr>
          <p:spPr>
            <a:xfrm>
              <a:off x="6448550" y="1510450"/>
              <a:ext cx="423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200"/>
            </a:p>
          </p:txBody>
        </p:sp>
        <p:sp>
          <p:nvSpPr>
            <p:cNvPr id="257" name="Google Shape;257;p21"/>
            <p:cNvSpPr txBox="1"/>
            <p:nvPr/>
          </p:nvSpPr>
          <p:spPr>
            <a:xfrm>
              <a:off x="6355075" y="1172882"/>
              <a:ext cx="399000" cy="35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58" name="Google Shape;258;p21"/>
            <p:cNvGrpSpPr/>
            <p:nvPr/>
          </p:nvGrpSpPr>
          <p:grpSpPr>
            <a:xfrm>
              <a:off x="5607556" y="1499952"/>
              <a:ext cx="1146526" cy="356388"/>
              <a:chOff x="5726000" y="1634450"/>
              <a:chExt cx="1061500" cy="412200"/>
            </a:xfrm>
          </p:grpSpPr>
          <p:cxnSp>
            <p:nvCxnSpPr>
              <p:cNvPr id="259" name="Google Shape;259;p21"/>
              <p:cNvCxnSpPr/>
              <p:nvPr/>
            </p:nvCxnSpPr>
            <p:spPr>
              <a:xfrm flipH="1" rot="10800000">
                <a:off x="5726100" y="1644795"/>
                <a:ext cx="1061400" cy="3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0" name="Google Shape;260;p21"/>
              <p:cNvCxnSpPr/>
              <p:nvPr/>
            </p:nvCxnSpPr>
            <p:spPr>
              <a:xfrm>
                <a:off x="5726000" y="1634450"/>
                <a:ext cx="0" cy="4122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61" name="Google Shape;261;p21"/>
          <p:cNvGrpSpPr/>
          <p:nvPr/>
        </p:nvGrpSpPr>
        <p:grpSpPr>
          <a:xfrm>
            <a:off x="5148000" y="2061207"/>
            <a:ext cx="1257575" cy="765060"/>
            <a:chOff x="7121900" y="4631957"/>
            <a:chExt cx="1257575" cy="765060"/>
          </a:xfrm>
        </p:grpSpPr>
        <p:sp>
          <p:nvSpPr>
            <p:cNvPr id="262" name="Google Shape;262;p21"/>
            <p:cNvSpPr txBox="1"/>
            <p:nvPr/>
          </p:nvSpPr>
          <p:spPr>
            <a:xfrm>
              <a:off x="7121900" y="4955625"/>
              <a:ext cx="399000" cy="35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3" name="Google Shape;263;p21"/>
            <p:cNvSpPr txBox="1"/>
            <p:nvPr/>
          </p:nvSpPr>
          <p:spPr>
            <a:xfrm>
              <a:off x="7956175" y="4966125"/>
              <a:ext cx="423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200"/>
            </a:p>
          </p:txBody>
        </p:sp>
        <p:sp>
          <p:nvSpPr>
            <p:cNvPr id="264" name="Google Shape;264;p21"/>
            <p:cNvSpPr txBox="1"/>
            <p:nvPr/>
          </p:nvSpPr>
          <p:spPr>
            <a:xfrm>
              <a:off x="7607900" y="4962825"/>
              <a:ext cx="399000" cy="35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5" name="Google Shape;265;p21"/>
            <p:cNvSpPr txBox="1"/>
            <p:nvPr/>
          </p:nvSpPr>
          <p:spPr>
            <a:xfrm>
              <a:off x="7607900" y="4631957"/>
              <a:ext cx="399000" cy="35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" name="Google Shape;266;p21"/>
            <p:cNvSpPr txBox="1"/>
            <p:nvPr/>
          </p:nvSpPr>
          <p:spPr>
            <a:xfrm>
              <a:off x="7850475" y="4962831"/>
              <a:ext cx="355200" cy="2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7" name="Google Shape;267;p21"/>
            <p:cNvSpPr txBox="1"/>
            <p:nvPr/>
          </p:nvSpPr>
          <p:spPr>
            <a:xfrm>
              <a:off x="7816675" y="4635301"/>
              <a:ext cx="355200" cy="2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" name="Google Shape;268;p21"/>
            <p:cNvSpPr txBox="1"/>
            <p:nvPr/>
          </p:nvSpPr>
          <p:spPr>
            <a:xfrm>
              <a:off x="7843625" y="4931717"/>
              <a:ext cx="3552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9" name="Google Shape;269;p21"/>
            <p:cNvSpPr txBox="1"/>
            <p:nvPr/>
          </p:nvSpPr>
          <p:spPr>
            <a:xfrm>
              <a:off x="7912700" y="4631957"/>
              <a:ext cx="399000" cy="35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70" name="Google Shape;270;p21"/>
            <p:cNvGrpSpPr/>
            <p:nvPr/>
          </p:nvGrpSpPr>
          <p:grpSpPr>
            <a:xfrm>
              <a:off x="7520519" y="4977627"/>
              <a:ext cx="815444" cy="356388"/>
              <a:chOff x="5726000" y="1634450"/>
              <a:chExt cx="1061500" cy="412200"/>
            </a:xfrm>
          </p:grpSpPr>
          <p:cxnSp>
            <p:nvCxnSpPr>
              <p:cNvPr id="271" name="Google Shape;271;p21"/>
              <p:cNvCxnSpPr/>
              <p:nvPr/>
            </p:nvCxnSpPr>
            <p:spPr>
              <a:xfrm flipH="1" rot="10800000">
                <a:off x="5726100" y="1644795"/>
                <a:ext cx="1061400" cy="3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2" name="Google Shape;272;p21"/>
              <p:cNvCxnSpPr/>
              <p:nvPr/>
            </p:nvCxnSpPr>
            <p:spPr>
              <a:xfrm>
                <a:off x="5726000" y="1634450"/>
                <a:ext cx="0" cy="4122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73" name="Google Shape;273;p21"/>
          <p:cNvGrpSpPr/>
          <p:nvPr/>
        </p:nvGrpSpPr>
        <p:grpSpPr>
          <a:xfrm>
            <a:off x="5261500" y="3039311"/>
            <a:ext cx="1496850" cy="765043"/>
            <a:chOff x="5261500" y="3039413"/>
            <a:chExt cx="1496850" cy="858827"/>
          </a:xfrm>
        </p:grpSpPr>
        <p:sp>
          <p:nvSpPr>
            <p:cNvPr id="274" name="Google Shape;274;p21"/>
            <p:cNvSpPr txBox="1"/>
            <p:nvPr/>
          </p:nvSpPr>
          <p:spPr>
            <a:xfrm>
              <a:off x="5261500" y="3378225"/>
              <a:ext cx="483300" cy="35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" name="Google Shape;275;p21"/>
            <p:cNvSpPr txBox="1"/>
            <p:nvPr/>
          </p:nvSpPr>
          <p:spPr>
            <a:xfrm>
              <a:off x="5773750" y="3370475"/>
              <a:ext cx="984600" cy="35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92 4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6" name="Google Shape;276;p21"/>
            <p:cNvSpPr txBox="1"/>
            <p:nvPr/>
          </p:nvSpPr>
          <p:spPr>
            <a:xfrm>
              <a:off x="5932450" y="3039413"/>
              <a:ext cx="399000" cy="35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7" name="Google Shape;277;p21"/>
            <p:cNvSpPr txBox="1"/>
            <p:nvPr/>
          </p:nvSpPr>
          <p:spPr>
            <a:xfrm>
              <a:off x="6175025" y="3385431"/>
              <a:ext cx="355200" cy="2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8" name="Google Shape;278;p21"/>
            <p:cNvSpPr txBox="1"/>
            <p:nvPr/>
          </p:nvSpPr>
          <p:spPr>
            <a:xfrm>
              <a:off x="6141225" y="3042757"/>
              <a:ext cx="355200" cy="2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9" name="Google Shape;279;p21"/>
            <p:cNvSpPr txBox="1"/>
            <p:nvPr/>
          </p:nvSpPr>
          <p:spPr>
            <a:xfrm>
              <a:off x="6206850" y="3305817"/>
              <a:ext cx="3552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0" name="Google Shape;280;p21"/>
            <p:cNvSpPr txBox="1"/>
            <p:nvPr/>
          </p:nvSpPr>
          <p:spPr>
            <a:xfrm>
              <a:off x="6237250" y="3039413"/>
              <a:ext cx="399000" cy="35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81" name="Google Shape;281;p21"/>
            <p:cNvGrpSpPr/>
            <p:nvPr/>
          </p:nvGrpSpPr>
          <p:grpSpPr>
            <a:xfrm>
              <a:off x="5762712" y="3386947"/>
              <a:ext cx="815444" cy="511293"/>
              <a:chOff x="5726000" y="1634450"/>
              <a:chExt cx="1061500" cy="412200"/>
            </a:xfrm>
          </p:grpSpPr>
          <p:cxnSp>
            <p:nvCxnSpPr>
              <p:cNvPr id="282" name="Google Shape;282;p21"/>
              <p:cNvCxnSpPr/>
              <p:nvPr/>
            </p:nvCxnSpPr>
            <p:spPr>
              <a:xfrm flipH="1" rot="10800000">
                <a:off x="5726100" y="1644795"/>
                <a:ext cx="1061400" cy="3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3" name="Google Shape;283;p21"/>
              <p:cNvCxnSpPr/>
              <p:nvPr/>
            </p:nvCxnSpPr>
            <p:spPr>
              <a:xfrm>
                <a:off x="5726000" y="1634450"/>
                <a:ext cx="0" cy="4122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84" name="Google Shape;284;p21"/>
          <p:cNvSpPr txBox="1"/>
          <p:nvPr/>
        </p:nvSpPr>
        <p:spPr>
          <a:xfrm>
            <a:off x="468000" y="720000"/>
            <a:ext cx="385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Dividing using decimals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5" name="Google Shape;28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8000" y="5074275"/>
            <a:ext cx="3312002" cy="1342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87756" y="5168849"/>
            <a:ext cx="308313" cy="371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50934" y="5133537"/>
            <a:ext cx="490236" cy="289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777655" y="5937951"/>
            <a:ext cx="484964" cy="284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775027" y="5543646"/>
            <a:ext cx="490236" cy="274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666192" y="5133537"/>
            <a:ext cx="469150" cy="289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658285" y="5533111"/>
            <a:ext cx="484964" cy="295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663555" y="5937957"/>
            <a:ext cx="474422" cy="289927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1"/>
          <p:cNvSpPr txBox="1"/>
          <p:nvPr/>
        </p:nvSpPr>
        <p:spPr>
          <a:xfrm>
            <a:off x="468000" y="4260125"/>
            <a:ext cx="66240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the numbers on the cards to complete the divisions. You may use each card only once.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Can you find more than one way this can be done?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4" name="Google Shape;294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80000" y="5074286"/>
            <a:ext cx="3312002" cy="1342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99757" y="5168859"/>
            <a:ext cx="308313" cy="371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89656" y="5937948"/>
            <a:ext cx="484964" cy="284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87027" y="5543650"/>
            <a:ext cx="490236" cy="27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087027" y="5128269"/>
            <a:ext cx="490236" cy="295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970286" y="5533115"/>
            <a:ext cx="484964" cy="295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975556" y="5937953"/>
            <a:ext cx="474422" cy="289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970285" y="5123001"/>
            <a:ext cx="484964" cy="300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7999" y="6725974"/>
            <a:ext cx="3312002" cy="1342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87756" y="6820548"/>
            <a:ext cx="308313" cy="371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71025" y="6785235"/>
            <a:ext cx="490236" cy="289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771025" y="7589631"/>
            <a:ext cx="490236" cy="274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750934" y="7184801"/>
            <a:ext cx="490236" cy="295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666192" y="6785235"/>
            <a:ext cx="469150" cy="289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662740" y="7187437"/>
            <a:ext cx="474422" cy="289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666186" y="7589642"/>
            <a:ext cx="484964" cy="300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79993" y="6742338"/>
            <a:ext cx="3312002" cy="134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99751" y="6836912"/>
            <a:ext cx="308313" cy="371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53505" y="6801600"/>
            <a:ext cx="484965" cy="284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70955" y="7611286"/>
            <a:ext cx="490236" cy="274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050876" y="7201173"/>
            <a:ext cx="490236" cy="295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006413" y="6796323"/>
            <a:ext cx="484965" cy="295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011690" y="7199854"/>
            <a:ext cx="474422" cy="289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006418" y="7598107"/>
            <a:ext cx="484965" cy="300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5375" y="8280475"/>
            <a:ext cx="3312009" cy="134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95137" y="8375050"/>
            <a:ext cx="308314" cy="371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66340" y="9152063"/>
            <a:ext cx="490237" cy="289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768969" y="8744579"/>
            <a:ext cx="484966" cy="284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766340" y="8347640"/>
            <a:ext cx="490237" cy="274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701693" y="8739314"/>
            <a:ext cx="469152" cy="289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701688" y="9138897"/>
            <a:ext cx="484966" cy="29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678971" y="8339732"/>
            <a:ext cx="474423" cy="289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79994" y="8257288"/>
            <a:ext cx="3312002" cy="134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99751" y="8351862"/>
            <a:ext cx="308313" cy="371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81611" y="9120966"/>
            <a:ext cx="484965" cy="284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78982" y="8726660"/>
            <a:ext cx="490236" cy="274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058915" y="8311271"/>
            <a:ext cx="490236" cy="295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986328" y="8716125"/>
            <a:ext cx="484965" cy="295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991604" y="9118340"/>
            <a:ext cx="474422" cy="289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986327" y="8308636"/>
            <a:ext cx="484965" cy="300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