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4637C8E-9FF6-441C-87B9-30FA2B74C872}">
  <a:tblStyle styleId="{24637C8E-9FF6-441C-87B9-30FA2B74C8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5" name="Shape 235"/>
        <p:cNvGrpSpPr/>
        <p:nvPr/>
      </p:nvGrpSpPr>
      <p:grpSpPr>
        <a:xfrm>
          <a:off x="0" y="0"/>
          <a:ext cx="0" cy="0"/>
        </a:xfrm>
      </p:grpSpPr>
      <p:sp>
        <p:nvSpPr>
          <p:cNvPr id="236" name="Google Shape;23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656558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Multiplication and division where two or more values are negative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3042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Multiplying when two values are negative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728550"/>
            <a:ext cx="6624000" cy="7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number pyramids.  Each brick is the product of the 2 bricks below 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68000" y="3029083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1096579" y="3029083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82290" y="2774746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(−20)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410869" y="2774746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(−10)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725158" y="3029083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096579" y="2520409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527712" y="3029091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156291" y="3029091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(−3)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842001" y="2774754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(−6)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470580" y="2774754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784870" y="3029091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(−4)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156291" y="2520416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(−72)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891817" y="2775206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520396" y="2775206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(−6)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206107" y="2520869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(−12)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834686" y="2520869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6148976" y="2775206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(−3)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520399" y="2266525"/>
            <a:ext cx="6699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(−216)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577528" y="3030343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206107" y="3030343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834686" y="3030343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463265" y="3030343"/>
            <a:ext cx="628800" cy="254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90441" y="4323718"/>
            <a:ext cx="6450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(−2)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435323" y="4323718"/>
            <a:ext cx="6450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(−5)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1112882" y="4070276"/>
            <a:ext cx="6450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1757764" y="4070276"/>
            <a:ext cx="6450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(−50)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2080205" y="4323718"/>
            <a:ext cx="6450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435325" y="3816829"/>
            <a:ext cx="6699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(−500)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68000" y="4577957"/>
            <a:ext cx="6450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112882" y="4577957"/>
            <a:ext cx="6450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1757764" y="4577957"/>
            <a:ext cx="6450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402646" y="4577957"/>
            <a:ext cx="6450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988613" y="4075033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769908" y="4075033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(−10)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379260" y="3821592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(−80)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160555" y="3821592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500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551202" y="4075033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(−50)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638548" y="3568150"/>
            <a:ext cx="10461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(−40 000)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597965" y="4329272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(−4)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379260" y="4329272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(−2)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160555" y="4329272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941850" y="4329272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(−10)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185080" y="4583503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966375" y="4583503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4747670" y="4583503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528964" y="4583503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(−5)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310259" y="4583503"/>
            <a:ext cx="781800" cy="253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" tIns="18000" rIns="1800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55388" y="2284738"/>
            <a:ext cx="3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568088" y="2284738"/>
            <a:ext cx="3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554613" y="2129338"/>
            <a:ext cx="3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55400" y="3808030"/>
            <a:ext cx="30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3299703" y="3586767"/>
            <a:ext cx="24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468000" y="49848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 Create a pyramid with a base of 4 which has a positive number at the top.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68000" y="67282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integers in the times table grid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9" name="Google Shape;229;p20"/>
          <p:cNvGraphicFramePr>
            <a:graphicFrameLocks noGrp="1"/>
          </p:cNvGraphicFramePr>
          <p:nvPr/>
        </p:nvGraphicFramePr>
        <p:xfrm>
          <a:off x="472963" y="7032788"/>
          <a:ext cx="6624000" cy="2778975"/>
        </p:xfrm>
        <a:graphic>
          <a:graphicData uri="http://schemas.openxmlformats.org/drawingml/2006/table">
            <a:tbl>
              <a:tblPr>
                <a:noFill/>
                <a:tableStyleId>{24637C8E-9FF6-441C-87B9-30FA2B74C872}</a:tableStyleId>
              </a:tblPr>
              <a:tblGrid>
                <a:gridCol w="736000"/>
                <a:gridCol w="736000"/>
                <a:gridCol w="736000"/>
                <a:gridCol w="736000"/>
                <a:gridCol w="736000"/>
                <a:gridCol w="736000"/>
                <a:gridCol w="736000"/>
                <a:gridCol w="736000"/>
                <a:gridCol w="736000"/>
              </a:tblGrid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(−18)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(−12)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(−36)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(-12)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(−48)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(−84)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(−120)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(−12)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(−11)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(−44)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(−77)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(−110)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(−88)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(−36)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(−63)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(−72)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(−18)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</a:tr>
              <a:tr h="3087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(−16)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(−32)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36000" marT="0" marB="0" anchor="ctr"/>
                </a:tc>
              </a:tr>
            </a:tbl>
          </a:graphicData>
        </a:graphic>
      </p:graphicFrame>
      <p:cxnSp>
        <p:nvCxnSpPr>
          <p:cNvPr id="230" name="Google Shape;230;p20"/>
          <p:cNvCxnSpPr/>
          <p:nvPr/>
        </p:nvCxnSpPr>
        <p:spPr>
          <a:xfrm>
            <a:off x="490600" y="7342025"/>
            <a:ext cx="6612300" cy="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p20"/>
          <p:cNvCxnSpPr/>
          <p:nvPr/>
        </p:nvCxnSpPr>
        <p:spPr>
          <a:xfrm flipH="1">
            <a:off x="1208975" y="7057325"/>
            <a:ext cx="0" cy="27714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0"/>
          <p:cNvCxnSpPr/>
          <p:nvPr/>
        </p:nvCxnSpPr>
        <p:spPr>
          <a:xfrm>
            <a:off x="474757" y="63817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" name="Google Shape;234;p20"/>
          <p:cNvSpPr txBox="1"/>
          <p:nvPr/>
        </p:nvSpPr>
        <p:spPr>
          <a:xfrm>
            <a:off x="468000" y="64347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Dividing when two values are negative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8" name="Shape 238"/>
        <p:cNvGrpSpPr/>
        <p:nvPr/>
      </p:nvGrpSpPr>
      <p:grpSpPr>
        <a:xfrm>
          <a:off x="0" y="0"/>
          <a:ext cx="0" cy="0"/>
        </a:xfrm>
      </p:grpSpPr>
      <p:sp>
        <p:nvSpPr>
          <p:cNvPr id="239" name="Google Shape;23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40" name="Google Shape;24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Multiplication and division where two or more values are negative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C: Multiplying and dividing with negative values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68000" y="1041875"/>
            <a:ext cx="66240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is a copy of Alex’s homework.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Mark and correct any mistakes.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68000" y="1728250"/>
            <a:ext cx="4072200" cy="72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(−2) × 3 × (−4) = (−24)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× (−5) × 6 = (−120)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(−36) ÷ 6 ÷ (−3) ÷ (−2) =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÷ (−4) ÷ (−5) =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(−1) × 6 × 2 × (−12) = 144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÷ (−5) ÷ (−2) ÷ 4 =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(−9)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(−2)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468000" y="7112350"/>
            <a:ext cx="6624000" cy="15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9)   Make up some of your own questions with incorrect answers.  Think about mistakes people might make.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" name="Google Shape;2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5802" y="2377574"/>
            <a:ext cx="205461" cy="217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6094" y="1708067"/>
            <a:ext cx="205461" cy="217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4390" y="3045997"/>
            <a:ext cx="205461" cy="217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094" y="3696752"/>
            <a:ext cx="205461" cy="217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8076" y="5079339"/>
            <a:ext cx="205461" cy="217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3225" y="6383512"/>
            <a:ext cx="205461" cy="217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8677" y="5715242"/>
            <a:ext cx="205461" cy="217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8069" y="4403987"/>
            <a:ext cx="205461" cy="21743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2800806" y="1728238"/>
            <a:ext cx="569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3135300" y="3062478"/>
            <a:ext cx="569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(−1)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2071863" y="5731725"/>
            <a:ext cx="569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855200" y="6399988"/>
            <a:ext cx="751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(−8)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2023-12-08T08:58:09.897</cp:lastPrinted>
  <dcterms:created xsi:type="dcterms:W3CDTF">2023-12-08T08:58:09Z</dcterms:created>
  <dcterms:modified xsi:type="dcterms:W3CDTF">2023-12-08T09:01:08Z</dcterms:modified>
</cp:coreProperties>
</file>