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9063EAD-CF42-40DC-8350-B4C23EFB731E}">
  <a:tblStyle styleId="{89063EAD-CF42-40DC-8350-B4C23EFB73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56558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304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when two values are negative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28550"/>
            <a:ext cx="66240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number pyramids.  Each brick is the product of the 2 bricks below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68000" y="302908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096579" y="302908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82290" y="277474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410869" y="277474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725158" y="302908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96579" y="2520409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527712" y="3029091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156291" y="3029091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842001" y="2774754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470580" y="2774754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784870" y="3029091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156291" y="252041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91817" y="277520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520396" y="277520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206107" y="2520869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34686" y="2520869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148976" y="2775206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520399" y="2266525"/>
            <a:ext cx="6699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577528" y="303034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206107" y="303034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34686" y="303034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463265" y="3030343"/>
            <a:ext cx="628800" cy="254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90441" y="4323718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435323" y="4323718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112882" y="4070276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757764" y="4070276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080205" y="4323718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435325" y="3816829"/>
            <a:ext cx="6699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68000" y="4577957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112882" y="4577957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757764" y="4577957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402646" y="4577957"/>
            <a:ext cx="6450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988613" y="407503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769908" y="407503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379260" y="382159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160555" y="382159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551202" y="407503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638548" y="3568150"/>
            <a:ext cx="10461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597965" y="432927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379260" y="432927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160555" y="432927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941850" y="4329272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185080" y="458350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966375" y="458350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747670" y="458350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528964" y="458350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310259" y="4583503"/>
            <a:ext cx="781800" cy="253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5388" y="22847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568088" y="22847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554613" y="21293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55400" y="3808030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299703" y="3586767"/>
            <a:ext cx="24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68000" y="49848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Create a pyramid with a base of 4 which has a positive number at the top.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68000" y="67282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integers in the times table grid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0"/>
          <p:cNvGraphicFramePr>
            <a:graphicFrameLocks noGrp="1"/>
          </p:cNvGraphicFramePr>
          <p:nvPr/>
        </p:nvGraphicFramePr>
        <p:xfrm>
          <a:off x="472963" y="7032788"/>
          <a:ext cx="6624000" cy="2778975"/>
        </p:xfrm>
        <a:graphic>
          <a:graphicData uri="http://schemas.openxmlformats.org/drawingml/2006/table">
            <a:tbl>
              <a:tblPr>
                <a:noFill/>
                <a:tableStyleId>{89063EAD-CF42-40DC-8350-B4C23EFB731E}</a:tableStyleId>
              </a:tblPr>
              <a:tblGrid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</a:tblGrid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(-12)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/>
                </a:tc>
              </a:tr>
            </a:tbl>
          </a:graphicData>
        </a:graphic>
      </p:graphicFrame>
      <p:cxnSp>
        <p:nvCxnSpPr>
          <p:cNvPr id="220" name="Google Shape;220;p20"/>
          <p:cNvCxnSpPr/>
          <p:nvPr/>
        </p:nvCxnSpPr>
        <p:spPr>
          <a:xfrm>
            <a:off x="490600" y="7342025"/>
            <a:ext cx="66123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0"/>
          <p:cNvCxnSpPr/>
          <p:nvPr/>
        </p:nvCxnSpPr>
        <p:spPr>
          <a:xfrm flipH="1">
            <a:off x="1208975" y="7057325"/>
            <a:ext cx="0" cy="2771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0"/>
          <p:cNvCxnSpPr/>
          <p:nvPr/>
        </p:nvCxnSpPr>
        <p:spPr>
          <a:xfrm>
            <a:off x="474757" y="63817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0"/>
          <p:cNvSpPr txBox="1"/>
          <p:nvPr/>
        </p:nvSpPr>
        <p:spPr>
          <a:xfrm>
            <a:off x="468000" y="6434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Dividing when two values are negative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0" name="Google Shape;23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231" name="Google Shape;23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Multiplying and dividing with negative values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1041875"/>
            <a:ext cx="66240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copy of Alex’s homework.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and correct any mistakes.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1728250"/>
            <a:ext cx="4072200" cy="72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 × 3 × (−4) = (−24)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(−5) × 6 = (−120)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(−36) ÷ 6 ÷ (−3) ÷ (−2) =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÷ (−4) ÷ (−5) 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 × 6 × 2 × (−12) = 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÷ (−5) ÷ (−2) ÷ 4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7112350"/>
            <a:ext cx="6624000" cy="15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  Make up some of your own questions with incorrect answers.  Think about mistakes people might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Multiplication and division where two or more values are negative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2023-12-08T09:02:47.170</cp:lastPrinted>
  <dcterms:created xsi:type="dcterms:W3CDTF">2023-12-08T09:02:47Z</dcterms:created>
  <dcterms:modified xsi:type="dcterms:W3CDTF">2023-12-08T09:00:05Z</dcterms:modified>
</cp:coreProperties>
</file>