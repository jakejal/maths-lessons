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0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8F8A9272-61A8-47B8-B6E5-08C7D66760E2}">
  <a:tblStyle styleId="{8F8A9272-61A8-47B8-B6E5-08C7D66760E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7" name="Shape 157"/>
        <p:cNvGrpSpPr/>
        <p:nvPr/>
      </p:nvGrpSpPr>
      <p:grpSpPr>
        <a:xfrm>
          <a:off x="0" y="0"/>
          <a:ext cx="0" cy="0"/>
        </a:xfrm>
      </p:grpSpPr>
      <p:sp>
        <p:nvSpPr>
          <p:cNvPr id="158" name="Google Shape;158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71" name="Shape 171"/>
        <p:cNvGrpSpPr/>
        <p:nvPr/>
      </p:nvGrpSpPr>
      <p:grpSpPr>
        <a:xfrm>
          <a:off x="0" y="0"/>
          <a:ext cx="0" cy="0"/>
        </a:xfrm>
      </p:grpSpPr>
      <p:sp>
        <p:nvSpPr>
          <p:cNvPr id="172" name="Google Shape;172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type="subTitle" idx="2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</a:xfrm>
      </p:grpSpPr>
      <p:pic>
        <p:nvPicPr>
          <p:cNvPr id="145" name="Google Shape;14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8" name="Google Shape;14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" name="Google Shape;150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1" name="Google Shape;15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6" name="Google Shape;15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0" name="Shape 160"/>
        <p:cNvGrpSpPr/>
        <p:nvPr/>
      </p:nvGrpSpPr>
      <p:grpSpPr>
        <a:xfrm>
          <a:off x="0" y="0"/>
          <a:ext cx="0" cy="0"/>
        </a:xfrm>
      </p:grpSpPr>
      <p:sp>
        <p:nvSpPr>
          <p:cNvPr id="161" name="Google Shape;161;p20"/>
          <p:cNvSpPr txBox="1"/>
          <p:nvPr>
            <p:ph type="title"/>
          </p:nvPr>
        </p:nvSpPr>
        <p:spPr>
          <a:xfrm>
            <a:off x="468000" y="670318"/>
            <a:ext cx="6624000" cy="554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Checking and securing understanding of written addition and subtraction strategies</a:t>
            </a:r>
            <a:endParaRPr/>
          </a:p>
        </p:txBody>
      </p:sp>
      <p:sp>
        <p:nvSpPr>
          <p:cNvPr id="162" name="Google Shape;162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3" name="Google Shape;163;p20"/>
          <p:cNvSpPr txBox="1"/>
          <p:nvPr/>
        </p:nvSpPr>
        <p:spPr>
          <a:xfrm>
            <a:off x="468000" y="1437275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Task A: Checking addition &amp; subtraction strategies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468000" y="1741525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Work out the new balance for each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account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/>
          <p:nvPr/>
        </p:nvSpPr>
        <p:spPr>
          <a:xfrm>
            <a:off x="4953600" y="2107575"/>
            <a:ext cx="2138400" cy="25329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20"/>
          <p:cNvSpPr txBox="1"/>
          <p:nvPr/>
        </p:nvSpPr>
        <p:spPr>
          <a:xfrm>
            <a:off x="5029800" y="2519075"/>
            <a:ext cx="1754700" cy="20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Bike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Car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TV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Mobile Phone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T-Shirt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Fridge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20"/>
          <p:cNvSpPr txBox="1"/>
          <p:nvPr/>
        </p:nvSpPr>
        <p:spPr>
          <a:xfrm>
            <a:off x="6181775" y="2519075"/>
            <a:ext cx="910200" cy="20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£575.75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£15 650.00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£480.95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£355.65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£25.50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£289.99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68" name="Google Shape;168;p20"/>
          <p:cNvGraphicFramePr>
            <a:graphicFrameLocks noGrp="1"/>
          </p:cNvGraphicFramePr>
          <p:nvPr/>
        </p:nvGraphicFramePr>
        <p:xfrm>
          <a:off x="468000" y="2107575"/>
          <a:ext cx="4291200" cy="2725810"/>
        </p:xfrm>
        <a:graphic>
          <a:graphicData uri="http://schemas.openxmlformats.org/drawingml/2006/table">
            <a:tbl>
              <a:tblPr>
                <a:noFill/>
                <a:tableStyleId>{8F8A9272-61A8-47B8-B6E5-08C7D66760E2}</a:tableStyleId>
              </a:tblPr>
              <a:tblGrid>
                <a:gridCol w="782775"/>
                <a:gridCol w="1951800"/>
                <a:gridCol w="1556625"/>
              </a:tblGrid>
              <a:tr h="4316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Current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balance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Bought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New balance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</a:tr>
              <a:tr h="296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£14 570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Car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/>
                </a:tc>
              </a:tr>
              <a:tr h="296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£18.75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T-Shirt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/>
                </a:tc>
              </a:tr>
              <a:tr h="296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£426.65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Bike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/>
                </a:tc>
              </a:tr>
              <a:tr h="296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£152.24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Fridge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/>
                </a:tc>
              </a:tr>
              <a:tr h="4570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£356.87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TV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/>
                </a:tc>
              </a:tr>
              <a:tr h="296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£128.02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Mobile Phone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/>
                </a:tc>
              </a:tr>
              <a:tr h="296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£265.14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Your choice of item(s)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/>
                </a:tc>
              </a:tr>
            </a:tbl>
          </a:graphicData>
        </a:graphic>
      </p:graphicFrame>
      <p:sp>
        <p:nvSpPr>
          <p:cNvPr id="169" name="Google Shape;169;p20"/>
          <p:cNvSpPr txBox="1"/>
          <p:nvPr/>
        </p:nvSpPr>
        <p:spPr>
          <a:xfrm>
            <a:off x="4953600" y="2107575"/>
            <a:ext cx="213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Price List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0" name="Google Shape;170;p20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4" name="Shape 174"/>
        <p:cNvGrpSpPr/>
        <p:nvPr/>
      </p:nvGrpSpPr>
      <p:grpSpPr>
        <a:xfrm>
          <a:off x="0" y="0"/>
          <a:ext cx="0" cy="0"/>
        </a:xfrm>
      </p:grpSpPr>
      <p:sp>
        <p:nvSpPr>
          <p:cNvPr id="175" name="Google Shape;175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176" name="Google Shape;176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Checking and securing understanding of written addition and subtraction strategies</a:t>
            </a:r>
            <a:endParaRPr/>
          </a:p>
        </p:txBody>
      </p:sp>
      <p:sp>
        <p:nvSpPr>
          <p:cNvPr id="177" name="Google Shape;177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78" name="Google Shape;178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1"/>
          <p:cNvSpPr txBox="1"/>
          <p:nvPr/>
        </p:nvSpPr>
        <p:spPr>
          <a:xfrm>
            <a:off x="468000" y="720000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Task B: Working with values not measured in the same unit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1"/>
          <p:cNvSpPr txBox="1"/>
          <p:nvPr/>
        </p:nvSpPr>
        <p:spPr>
          <a:xfrm>
            <a:off x="468000" y="1112275"/>
            <a:ext cx="6624000" cy="6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Complete the addition pyramids.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Each brick is the sum of the 2 bricks below it.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1" name="Google Shape;181;p21"/>
          <p:cNvGrpSpPr/>
          <p:nvPr/>
        </p:nvGrpSpPr>
        <p:grpSpPr>
          <a:xfrm>
            <a:off x="467996" y="1895837"/>
            <a:ext cx="2701982" cy="872784"/>
            <a:chOff x="400200" y="1620000"/>
            <a:chExt cx="2958807" cy="969975"/>
          </a:xfrm>
        </p:grpSpPr>
        <p:sp>
          <p:nvSpPr>
            <p:cNvPr id="182" name="Google Shape;182;p21"/>
            <p:cNvSpPr/>
            <p:nvPr/>
          </p:nvSpPr>
          <p:spPr>
            <a:xfrm>
              <a:off x="400200" y="2266575"/>
              <a:ext cx="986400" cy="323400"/>
            </a:xfrm>
            <a:prstGeom prst="rect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6000" tIns="18000" rIns="18000" bIns="18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3.9 m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3" name="Google Shape;183;p21"/>
            <p:cNvSpPr/>
            <p:nvPr/>
          </p:nvSpPr>
          <p:spPr>
            <a:xfrm>
              <a:off x="1386403" y="2266575"/>
              <a:ext cx="986400" cy="323400"/>
            </a:xfrm>
            <a:prstGeom prst="rect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6000" tIns="18000" rIns="18000" bIns="18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126 cm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4" name="Google Shape;184;p21"/>
            <p:cNvSpPr/>
            <p:nvPr/>
          </p:nvSpPr>
          <p:spPr>
            <a:xfrm>
              <a:off x="893302" y="1943288"/>
              <a:ext cx="986400" cy="323400"/>
            </a:xfrm>
            <a:prstGeom prst="rect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6000" tIns="18000" rIns="18000" bIns="18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Kalam"/>
                  <a:ea typeface="Kalam"/>
                  <a:cs typeface="Kalam"/>
                  <a:sym typeface="Kalam"/>
                </a:rPr>
                <a:t>       </a:t>
              </a: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m</a:t>
              </a:r>
              <a:endParaRPr sz="12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85" name="Google Shape;185;p21"/>
            <p:cNvSpPr/>
            <p:nvPr/>
          </p:nvSpPr>
          <p:spPr>
            <a:xfrm>
              <a:off x="1879505" y="1943288"/>
              <a:ext cx="986400" cy="323400"/>
            </a:xfrm>
            <a:prstGeom prst="rect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6000" tIns="18000" rIns="18000" bIns="18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Kalam"/>
                  <a:ea typeface="Kalam"/>
                  <a:cs typeface="Kalam"/>
                  <a:sym typeface="Kalam"/>
                </a:rPr>
                <a:t>       </a:t>
              </a: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m</a:t>
              </a:r>
              <a:endParaRPr sz="12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86" name="Google Shape;186;p21"/>
            <p:cNvSpPr/>
            <p:nvPr/>
          </p:nvSpPr>
          <p:spPr>
            <a:xfrm>
              <a:off x="2372607" y="2266575"/>
              <a:ext cx="986400" cy="323400"/>
            </a:xfrm>
            <a:prstGeom prst="rect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6000" tIns="18000" rIns="18000" bIns="18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0.05 km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7" name="Google Shape;187;p21"/>
            <p:cNvSpPr/>
            <p:nvPr/>
          </p:nvSpPr>
          <p:spPr>
            <a:xfrm>
              <a:off x="1386403" y="1620000"/>
              <a:ext cx="986400" cy="323400"/>
            </a:xfrm>
            <a:prstGeom prst="rect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6000" tIns="18000" rIns="18000" bIns="18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Kalam"/>
                  <a:ea typeface="Kalam"/>
                  <a:cs typeface="Kalam"/>
                  <a:sym typeface="Kalam"/>
                </a:rPr>
                <a:t>      </a:t>
              </a: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m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8" name="Google Shape;188;p21"/>
          <p:cNvGrpSpPr/>
          <p:nvPr/>
        </p:nvGrpSpPr>
        <p:grpSpPr>
          <a:xfrm>
            <a:off x="4140303" y="1966915"/>
            <a:ext cx="2814186" cy="818659"/>
            <a:chOff x="5316500" y="1772400"/>
            <a:chExt cx="3280702" cy="969975"/>
          </a:xfrm>
        </p:grpSpPr>
        <p:sp>
          <p:nvSpPr>
            <p:cNvPr id="189" name="Google Shape;189;p21"/>
            <p:cNvSpPr/>
            <p:nvPr/>
          </p:nvSpPr>
          <p:spPr>
            <a:xfrm>
              <a:off x="5316500" y="2418975"/>
              <a:ext cx="1093800" cy="323400"/>
            </a:xfrm>
            <a:prstGeom prst="rect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6000" tIns="18000" rIns="18000" bIns="18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10.4 m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0" name="Google Shape;190;p21"/>
            <p:cNvSpPr/>
            <p:nvPr/>
          </p:nvSpPr>
          <p:spPr>
            <a:xfrm>
              <a:off x="6409951" y="2418975"/>
              <a:ext cx="1093800" cy="323400"/>
            </a:xfrm>
            <a:prstGeom prst="rect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6000" tIns="18000" rIns="18000" bIns="18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Kalam"/>
                  <a:ea typeface="Kalam"/>
                  <a:cs typeface="Kalam"/>
                  <a:sym typeface="Kalam"/>
                </a:rPr>
                <a:t>      </a:t>
              </a: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cm</a:t>
              </a:r>
              <a:endParaRPr sz="12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91" name="Google Shape;191;p21"/>
            <p:cNvSpPr/>
            <p:nvPr/>
          </p:nvSpPr>
          <p:spPr>
            <a:xfrm>
              <a:off x="5863226" y="2095688"/>
              <a:ext cx="1093800" cy="323400"/>
            </a:xfrm>
            <a:prstGeom prst="rect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6000" tIns="18000" rIns="18000" bIns="18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15.61 m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2" name="Google Shape;192;p21"/>
            <p:cNvSpPr/>
            <p:nvPr/>
          </p:nvSpPr>
          <p:spPr>
            <a:xfrm>
              <a:off x="6956680" y="2095700"/>
              <a:ext cx="1266600" cy="323400"/>
            </a:xfrm>
            <a:prstGeom prst="rect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6000" tIns="18000" rIns="18000" bIns="18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Kalam"/>
                  <a:ea typeface="Kalam"/>
                  <a:cs typeface="Kalam"/>
                  <a:sym typeface="Kalam"/>
                </a:rPr>
                <a:t>         </a:t>
              </a: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m</a:t>
              </a:r>
              <a:endParaRPr sz="12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93" name="Google Shape;193;p21"/>
            <p:cNvSpPr/>
            <p:nvPr/>
          </p:nvSpPr>
          <p:spPr>
            <a:xfrm>
              <a:off x="7503402" y="2418975"/>
              <a:ext cx="1093800" cy="323400"/>
            </a:xfrm>
            <a:prstGeom prst="rect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6000" tIns="18000" rIns="18000" bIns="18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0.243 km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4" name="Google Shape;194;p21"/>
            <p:cNvSpPr/>
            <p:nvPr/>
          </p:nvSpPr>
          <p:spPr>
            <a:xfrm>
              <a:off x="6409941" y="1772400"/>
              <a:ext cx="1180800" cy="323400"/>
            </a:xfrm>
            <a:prstGeom prst="rect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6000" tIns="18000" rIns="18000" bIns="18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Kalam"/>
                  <a:ea typeface="Kalam"/>
                  <a:cs typeface="Kalam"/>
                  <a:sym typeface="Kalam"/>
                </a:rPr>
                <a:t>        </a:t>
              </a: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m</a:t>
              </a:r>
              <a:endParaRPr sz="1200"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grpSp>
        <p:nvGrpSpPr>
          <p:cNvPr id="195" name="Google Shape;195;p21"/>
          <p:cNvGrpSpPr/>
          <p:nvPr/>
        </p:nvGrpSpPr>
        <p:grpSpPr>
          <a:xfrm>
            <a:off x="467998" y="3315381"/>
            <a:ext cx="2951976" cy="872784"/>
            <a:chOff x="324000" y="3502425"/>
            <a:chExt cx="3280702" cy="969975"/>
          </a:xfrm>
        </p:grpSpPr>
        <p:sp>
          <p:nvSpPr>
            <p:cNvPr id="196" name="Google Shape;196;p21"/>
            <p:cNvSpPr/>
            <p:nvPr/>
          </p:nvSpPr>
          <p:spPr>
            <a:xfrm>
              <a:off x="324000" y="4149000"/>
              <a:ext cx="1093800" cy="323400"/>
            </a:xfrm>
            <a:prstGeom prst="rect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6000" tIns="18000" rIns="18000" bIns="18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2.201 m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7" name="Google Shape;197;p21"/>
            <p:cNvSpPr/>
            <p:nvPr/>
          </p:nvSpPr>
          <p:spPr>
            <a:xfrm>
              <a:off x="1417451" y="4149000"/>
              <a:ext cx="1093800" cy="323400"/>
            </a:xfrm>
            <a:prstGeom prst="rect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6000" tIns="18000" rIns="18000" bIns="18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Kalam"/>
                  <a:ea typeface="Kalam"/>
                  <a:cs typeface="Kalam"/>
                  <a:sym typeface="Kalam"/>
                </a:rPr>
                <a:t>       </a:t>
              </a: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cm</a:t>
              </a:r>
              <a:endParaRPr sz="12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98" name="Google Shape;198;p21"/>
            <p:cNvSpPr/>
            <p:nvPr/>
          </p:nvSpPr>
          <p:spPr>
            <a:xfrm>
              <a:off x="870726" y="3825713"/>
              <a:ext cx="1093800" cy="323400"/>
            </a:xfrm>
            <a:prstGeom prst="rect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6000" tIns="18000" rIns="18000" bIns="18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376.3 cm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9" name="Google Shape;199;p21"/>
            <p:cNvSpPr/>
            <p:nvPr/>
          </p:nvSpPr>
          <p:spPr>
            <a:xfrm>
              <a:off x="1964177" y="3825713"/>
              <a:ext cx="1093800" cy="323400"/>
            </a:xfrm>
            <a:prstGeom prst="rect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6000" tIns="18000" rIns="18000" bIns="18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57.76 m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0" name="Google Shape;200;p21"/>
            <p:cNvSpPr/>
            <p:nvPr/>
          </p:nvSpPr>
          <p:spPr>
            <a:xfrm>
              <a:off x="2510902" y="4149000"/>
              <a:ext cx="1093800" cy="323400"/>
            </a:xfrm>
            <a:prstGeom prst="rect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6000" tIns="18000" rIns="18000" bIns="18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Kalam"/>
                  <a:ea typeface="Kalam"/>
                  <a:cs typeface="Kalam"/>
                  <a:sym typeface="Kalam"/>
                </a:rPr>
                <a:t>        </a:t>
              </a: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m</a:t>
              </a:r>
              <a:endParaRPr sz="12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201" name="Google Shape;201;p21"/>
            <p:cNvSpPr/>
            <p:nvPr/>
          </p:nvSpPr>
          <p:spPr>
            <a:xfrm>
              <a:off x="1417451" y="3502425"/>
              <a:ext cx="1093800" cy="323400"/>
            </a:xfrm>
            <a:prstGeom prst="rect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6000" tIns="18000" rIns="18000" bIns="18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Kalam"/>
                  <a:ea typeface="Kalam"/>
                  <a:cs typeface="Kalam"/>
                  <a:sym typeface="Kalam"/>
                </a:rPr>
                <a:t>       </a:t>
              </a: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m</a:t>
              </a:r>
              <a:endParaRPr sz="1200"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grpSp>
        <p:nvGrpSpPr>
          <p:cNvPr id="202" name="Google Shape;202;p21"/>
          <p:cNvGrpSpPr/>
          <p:nvPr/>
        </p:nvGrpSpPr>
        <p:grpSpPr>
          <a:xfrm>
            <a:off x="4140007" y="3359007"/>
            <a:ext cx="2951953" cy="818659"/>
            <a:chOff x="4927750" y="3610550"/>
            <a:chExt cx="3497575" cy="969975"/>
          </a:xfrm>
        </p:grpSpPr>
        <p:sp>
          <p:nvSpPr>
            <p:cNvPr id="203" name="Google Shape;203;p21"/>
            <p:cNvSpPr/>
            <p:nvPr/>
          </p:nvSpPr>
          <p:spPr>
            <a:xfrm>
              <a:off x="4927750" y="4257125"/>
              <a:ext cx="1166100" cy="323400"/>
            </a:xfrm>
            <a:prstGeom prst="rect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6000" tIns="18000" rIns="18000" bIns="18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Kalam"/>
                  <a:ea typeface="Kalam"/>
                  <a:cs typeface="Kalam"/>
                  <a:sym typeface="Kalam"/>
                </a:rPr>
                <a:t>       </a:t>
              </a: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m</a:t>
              </a:r>
              <a:endParaRPr sz="12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204" name="Google Shape;204;p21"/>
            <p:cNvSpPr/>
            <p:nvPr/>
          </p:nvSpPr>
          <p:spPr>
            <a:xfrm>
              <a:off x="6093488" y="4257125"/>
              <a:ext cx="1166100" cy="323400"/>
            </a:xfrm>
            <a:prstGeom prst="rect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6000" tIns="18000" rIns="18000" bIns="18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5780 cm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5" name="Google Shape;205;p21"/>
            <p:cNvSpPr/>
            <p:nvPr/>
          </p:nvSpPr>
          <p:spPr>
            <a:xfrm>
              <a:off x="5510619" y="3933838"/>
              <a:ext cx="1166100" cy="323400"/>
            </a:xfrm>
            <a:prstGeom prst="rect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6000" tIns="18000" rIns="18000" bIns="18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12 810 cm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6" name="Google Shape;206;p21"/>
            <p:cNvSpPr/>
            <p:nvPr/>
          </p:nvSpPr>
          <p:spPr>
            <a:xfrm>
              <a:off x="6676356" y="3933838"/>
              <a:ext cx="1166100" cy="323400"/>
            </a:xfrm>
            <a:prstGeom prst="rect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6000" tIns="18000" rIns="18000" bIns="18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Kalam"/>
                  <a:ea typeface="Kalam"/>
                  <a:cs typeface="Kalam"/>
                  <a:sym typeface="Kalam"/>
                </a:rPr>
                <a:t>      </a:t>
              </a: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km</a:t>
              </a:r>
              <a:endParaRPr sz="12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207" name="Google Shape;207;p21"/>
            <p:cNvSpPr/>
            <p:nvPr/>
          </p:nvSpPr>
          <p:spPr>
            <a:xfrm>
              <a:off x="7259225" y="4257125"/>
              <a:ext cx="1166100" cy="323400"/>
            </a:xfrm>
            <a:prstGeom prst="rect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6000" tIns="18000" rIns="18000" bIns="18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466.2 m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8" name="Google Shape;208;p21"/>
            <p:cNvSpPr/>
            <p:nvPr/>
          </p:nvSpPr>
          <p:spPr>
            <a:xfrm>
              <a:off x="6093488" y="3610550"/>
              <a:ext cx="1166100" cy="323400"/>
            </a:xfrm>
            <a:prstGeom prst="rect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6000" tIns="18000" rIns="18000" bIns="18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Kalam"/>
                  <a:ea typeface="Kalam"/>
                  <a:cs typeface="Kalam"/>
                  <a:sym typeface="Kalam"/>
                </a:rPr>
                <a:t>       </a:t>
              </a: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m</a:t>
              </a:r>
              <a:endParaRPr sz="1200"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sp>
        <p:nvSpPr>
          <p:cNvPr id="209" name="Google Shape;209;p21"/>
          <p:cNvSpPr txBox="1"/>
          <p:nvPr/>
        </p:nvSpPr>
        <p:spPr>
          <a:xfrm>
            <a:off x="468000" y="1767775"/>
            <a:ext cx="346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4140000" y="1767775"/>
            <a:ext cx="346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1"/>
          <p:cNvSpPr txBox="1"/>
          <p:nvPr/>
        </p:nvSpPr>
        <p:spPr>
          <a:xfrm>
            <a:off x="468000" y="3343375"/>
            <a:ext cx="346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1"/>
          <p:cNvSpPr txBox="1"/>
          <p:nvPr/>
        </p:nvSpPr>
        <p:spPr>
          <a:xfrm>
            <a:off x="4140000" y="3343375"/>
            <a:ext cx="346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1"/>
          <p:cNvSpPr/>
          <p:nvPr/>
        </p:nvSpPr>
        <p:spPr>
          <a:xfrm>
            <a:off x="1830325" y="5386705"/>
            <a:ext cx="1325400" cy="3261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18000" rIns="18000" bIns="18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71.52 km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1"/>
          <p:cNvSpPr/>
          <p:nvPr/>
        </p:nvSpPr>
        <p:spPr>
          <a:xfrm>
            <a:off x="3155007" y="5386705"/>
            <a:ext cx="1325400" cy="3261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18000" rIns="18000" bIns="18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 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5" name="Google Shape;215;p21"/>
          <p:cNvSpPr/>
          <p:nvPr/>
        </p:nvSpPr>
        <p:spPr>
          <a:xfrm>
            <a:off x="2492666" y="5060815"/>
            <a:ext cx="1325400" cy="3261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18000" rIns="18000" bIns="18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   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6" name="Google Shape;216;p21"/>
          <p:cNvSpPr/>
          <p:nvPr/>
        </p:nvSpPr>
        <p:spPr>
          <a:xfrm>
            <a:off x="3817349" y="5060815"/>
            <a:ext cx="1325400" cy="3261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18000" rIns="18000" bIns="18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357.75 km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/>
          <p:nvPr/>
        </p:nvSpPr>
        <p:spPr>
          <a:xfrm>
            <a:off x="4479690" y="5386705"/>
            <a:ext cx="1325400" cy="3261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18000" rIns="18000" bIns="18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31 714 500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1"/>
          <p:cNvSpPr/>
          <p:nvPr/>
        </p:nvSpPr>
        <p:spPr>
          <a:xfrm>
            <a:off x="2932288" y="4734925"/>
            <a:ext cx="1773300" cy="3261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18000" rIns="18000" bIns="18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          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9" name="Google Shape;219;p21"/>
          <p:cNvSpPr/>
          <p:nvPr/>
        </p:nvSpPr>
        <p:spPr>
          <a:xfrm>
            <a:off x="1167983" y="5713620"/>
            <a:ext cx="1325400" cy="3261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18000" rIns="18000" bIns="18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 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0" name="Google Shape;220;p21"/>
          <p:cNvSpPr/>
          <p:nvPr/>
        </p:nvSpPr>
        <p:spPr>
          <a:xfrm>
            <a:off x="2492666" y="5713620"/>
            <a:ext cx="1325400" cy="3261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18000" rIns="18000" bIns="18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3 696 000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1"/>
          <p:cNvSpPr/>
          <p:nvPr/>
        </p:nvSpPr>
        <p:spPr>
          <a:xfrm>
            <a:off x="3817349" y="5713620"/>
            <a:ext cx="1325400" cy="3261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8000" rIns="18000" bIns="18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 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2" name="Google Shape;222;p21"/>
          <p:cNvSpPr/>
          <p:nvPr/>
        </p:nvSpPr>
        <p:spPr>
          <a:xfrm>
            <a:off x="5142032" y="5713620"/>
            <a:ext cx="1325400" cy="3261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18000" rIns="18000" bIns="18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313 500 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1"/>
          <p:cNvSpPr/>
          <p:nvPr/>
        </p:nvSpPr>
        <p:spPr>
          <a:xfrm>
            <a:off x="467938" y="6040526"/>
            <a:ext cx="1325400" cy="3261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18000" rIns="18000" bIns="18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560 000 mm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1"/>
          <p:cNvSpPr/>
          <p:nvPr/>
        </p:nvSpPr>
        <p:spPr>
          <a:xfrm>
            <a:off x="1792620" y="6040526"/>
            <a:ext cx="1325400" cy="3261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18000" rIns="18000" bIns="18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  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km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5" name="Google Shape;225;p21"/>
          <p:cNvSpPr/>
          <p:nvPr/>
        </p:nvSpPr>
        <p:spPr>
          <a:xfrm>
            <a:off x="3117303" y="6040526"/>
            <a:ext cx="1325400" cy="3261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18000" rIns="18000" bIns="18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2960 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" name="Google Shape;226;p21"/>
          <p:cNvSpPr/>
          <p:nvPr/>
        </p:nvSpPr>
        <p:spPr>
          <a:xfrm>
            <a:off x="4441986" y="6040526"/>
            <a:ext cx="1325400" cy="3261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18000" rIns="18000" bIns="18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7" name="Google Shape;227;p21"/>
          <p:cNvSpPr/>
          <p:nvPr/>
        </p:nvSpPr>
        <p:spPr>
          <a:xfrm>
            <a:off x="5766668" y="6040526"/>
            <a:ext cx="1325400" cy="3261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18000" rIns="18000" bIns="18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312.815 km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" name="Google Shape;228;p21"/>
          <p:cNvSpPr txBox="1"/>
          <p:nvPr/>
        </p:nvSpPr>
        <p:spPr>
          <a:xfrm>
            <a:off x="468000" y="4734925"/>
            <a:ext cx="346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0.14"/>
  <p:tag name="AS_TITLE" val="Aspose.Slides for .NET Standard 2.0"/>
  <p:tag name="AS_VERSION" val="23.10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68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8">
      <vt:lpstr>Arial</vt:lpstr>
      <vt:lpstr>Lexend</vt:lpstr>
      <vt:lpstr>Kalam</vt:lpstr>
      <vt:lpstr>Lexend Medium</vt:lpstr>
      <vt:lpstr>Lexend Light</vt:lpstr>
      <vt:lpstr>simple-light-2</vt:lpstr>
      <vt:lpstr>Checking and securing understanding of written addition and subtraction strategies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2023-12-08T08:59:45.288</cp:lastPrinted>
  <dcterms:created xsi:type="dcterms:W3CDTF">2023-12-08T08:59:45Z</dcterms:created>
  <dcterms:modified xsi:type="dcterms:W3CDTF">2023-12-08T08:57:03Z</dcterms:modified>
</cp:coreProperties>
</file>