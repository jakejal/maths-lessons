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77FEF26-22A8-4EBE-80B4-4746593BA1FC}">
  <a:tblStyle styleId="{E77FEF26-22A8-4EBE-80B4-4746593BA1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70318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understanding of written addition and subtraction strategies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72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Checking addition &amp; subtraction strategies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15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new balance for each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account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953600" y="2107575"/>
            <a:ext cx="2138400" cy="25329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029800" y="2519075"/>
            <a:ext cx="17547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Bike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TV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Mobile Phone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T-Shirt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Fridge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181775" y="2519075"/>
            <a:ext cx="9102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£575.75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£15 650.00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£480.95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£355.65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£25.50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£289.99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468000" y="2107575"/>
          <a:ext cx="4291200" cy="2725810"/>
        </p:xfrm>
        <a:graphic>
          <a:graphicData uri="http://schemas.openxmlformats.org/drawingml/2006/table">
            <a:tbl>
              <a:tblPr>
                <a:noFill/>
                <a:tableStyleId>{E77FEF26-22A8-4EBE-80B4-4746593BA1FC}</a:tableStyleId>
              </a:tblPr>
              <a:tblGrid>
                <a:gridCol w="782775"/>
                <a:gridCol w="1951800"/>
                <a:gridCol w="1556625"/>
              </a:tblGrid>
              <a:tr h="431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Current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balance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Bought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balance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£14 570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−1080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T-Shirt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−£6.75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£426.65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−£149.10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£152.24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−137.75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45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£356.87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−124.08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£128.02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−£227.63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  <a:tr h="296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£265.14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Your choice of item(s)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e.g. 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−215.81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953600" y="2107575"/>
            <a:ext cx="213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Price List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6" name="Google Shape;18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written addition and subtraction strategies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Working with values not measured in the same unit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1112275"/>
            <a:ext cx="6624000" cy="6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addition pyramids.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brick is the sum of the 2 bricks below it.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1"/>
          <p:cNvGrpSpPr/>
          <p:nvPr/>
        </p:nvGrpSpPr>
        <p:grpSpPr>
          <a:xfrm>
            <a:off x="467996" y="1895837"/>
            <a:ext cx="2701982" cy="872784"/>
            <a:chOff x="400200" y="1620000"/>
            <a:chExt cx="2958807" cy="969975"/>
          </a:xfrm>
        </p:grpSpPr>
        <p:sp>
          <p:nvSpPr>
            <p:cNvPr id="192" name="Google Shape;192;p21"/>
            <p:cNvSpPr/>
            <p:nvPr/>
          </p:nvSpPr>
          <p:spPr>
            <a:xfrm>
              <a:off x="400200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3.9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1386403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893302" y="1943288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5.16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1879505" y="1943288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51.26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2372607" y="2266575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0.05 km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386403" y="1620000"/>
              <a:ext cx="9864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56.42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" name="Google Shape;198;p21"/>
          <p:cNvGrpSpPr/>
          <p:nvPr/>
        </p:nvGrpSpPr>
        <p:grpSpPr>
          <a:xfrm>
            <a:off x="4140303" y="1966915"/>
            <a:ext cx="2814186" cy="818659"/>
            <a:chOff x="5316500" y="1772400"/>
            <a:chExt cx="3280702" cy="969975"/>
          </a:xfrm>
        </p:grpSpPr>
        <p:sp>
          <p:nvSpPr>
            <p:cNvPr id="199" name="Google Shape;199;p21"/>
            <p:cNvSpPr/>
            <p:nvPr/>
          </p:nvSpPr>
          <p:spPr>
            <a:xfrm>
              <a:off x="5316500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10.4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6409951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521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5863226" y="2095688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15.61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6956680" y="2095700"/>
              <a:ext cx="12666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248.21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7503402" y="241897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0.243 km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6409941" y="1772400"/>
              <a:ext cx="1180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263.82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467998" y="3315381"/>
            <a:ext cx="2951976" cy="872784"/>
            <a:chOff x="324000" y="3502425"/>
            <a:chExt cx="3280702" cy="969975"/>
          </a:xfrm>
        </p:grpSpPr>
        <p:sp>
          <p:nvSpPr>
            <p:cNvPr id="206" name="Google Shape;206;p21"/>
            <p:cNvSpPr/>
            <p:nvPr/>
          </p:nvSpPr>
          <p:spPr>
            <a:xfrm>
              <a:off x="324000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2.201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1417451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156.2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870726" y="3825713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376.3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1964177" y="3825713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57.76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2510902" y="4149000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56.198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1417451" y="3502425"/>
              <a:ext cx="10938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61.523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2" name="Google Shape;212;p21"/>
          <p:cNvGrpSpPr/>
          <p:nvPr/>
        </p:nvGrpSpPr>
        <p:grpSpPr>
          <a:xfrm>
            <a:off x="4140007" y="3359007"/>
            <a:ext cx="2951953" cy="818659"/>
            <a:chOff x="4927750" y="3610550"/>
            <a:chExt cx="3497575" cy="969975"/>
          </a:xfrm>
        </p:grpSpPr>
        <p:sp>
          <p:nvSpPr>
            <p:cNvPr id="213" name="Google Shape;213;p21"/>
            <p:cNvSpPr/>
            <p:nvPr/>
          </p:nvSpPr>
          <p:spPr>
            <a:xfrm>
              <a:off x="4927750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70.3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093488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5780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5510619" y="3933838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12 810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676356" y="3933838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0.524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km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7259225" y="4257125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466.2 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6093488" y="3610550"/>
              <a:ext cx="1166100" cy="3234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18000" rIns="18000" bIns="18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652.1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19" name="Google Shape;219;p21"/>
          <p:cNvSpPr txBox="1"/>
          <p:nvPr/>
        </p:nvSpPr>
        <p:spPr>
          <a:xfrm>
            <a:off x="468000" y="17677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140000" y="17677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33433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140000" y="334337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830325" y="5386705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71.52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155007" y="5386705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40 605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492666" y="5060815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11 212 500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817349" y="5060815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357.75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479690" y="5386705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31 714 500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932288" y="4734925"/>
            <a:ext cx="17733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469 875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167983" y="5713620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34 560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492666" y="5713620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3 696 000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817349" y="5713620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3 645 000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142032" y="5713620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313 500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67938" y="6040526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560 000 mm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792620" y="6040526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117303" y="6040526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2960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441986" y="6040526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68 500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766668" y="6040526"/>
            <a:ext cx="1325400" cy="3261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312.815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4734925"/>
            <a:ext cx="346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2023-12-08T09:00:05.982</cp:lastPrinted>
  <dcterms:created xsi:type="dcterms:W3CDTF">2023-12-08T09:00:05Z</dcterms:created>
  <dcterms:modified xsi:type="dcterms:W3CDTF">2023-12-08T08:57:24Z</dcterms:modified>
</cp:coreProperties>
</file>