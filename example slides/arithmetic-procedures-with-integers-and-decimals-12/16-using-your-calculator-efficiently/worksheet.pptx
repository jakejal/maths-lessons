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4046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3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11" Type="http://schemas.openxmlformats.org/officeDocument/2006/relationships/image" Target="../media/image14.png"/><Relationship Id="rId10" Type="http://schemas.openxmlformats.org/officeDocument/2006/relationships/image" Target="../media/image8.png"/><Relationship Id="rId9" Type="http://schemas.openxmlformats.org/officeDocument/2006/relationships/image" Target="../media/image11.png"/><Relationship Id="rId5" Type="http://schemas.openxmlformats.org/officeDocument/2006/relationships/image" Target="../media/image9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Using your calculator efficiently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68000" y="1395500"/>
            <a:ext cx="3850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A: Negatives and operations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4" name="Google Shape;164;p20"/>
          <p:cNvSpPr txBox="1"/>
          <p:nvPr/>
        </p:nvSpPr>
        <p:spPr>
          <a:xfrm>
            <a:off x="468000" y="168262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following with your scientific calculator. Giv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your answer in decimal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begin{array}{l}700\ -\ \sqrt[]{31.36}+\left(-5\right)^2\\&amp;#13;&amp;#10;\end{array}&quot;&gt;&lt;mtable columnalign=&quot;left&quot; columnspacing=&quot;1em&quot; rowspacing=&quot;4pt&quot;&gt;&lt;mtr&gt;&lt;mtd&gt;&lt;mn&gt;700&lt;/mn&gt;&lt;mtext&gt;&lt;/mtext&gt;&lt;mo&gt;−&lt;/mo&gt;&lt;mtext&gt;&lt;/mtext&gt;&lt;msqrt&gt;&lt;mn&gt;31.36&lt;/mn&gt;&lt;/msqrt&gt;&lt;mo&gt;+&lt;/mo&gt;&lt;msup&gt;&lt;mrow data-mjx-texclass=&quot;INNER&quot;&gt;&lt;mo data-mjx-texclass=&quot;OPEN&quot;&gt;(&lt;/mo&gt;&lt;mo&gt;−&lt;/mo&gt;&lt;mn&gt;5&lt;/mn&gt;&lt;mo data-mjx-texclass=&quot;CLOSE&quot;&gt;)&lt;/mo&gt;&lt;/mrow&gt;&lt;mn&gt;2&lt;/mn&gt;&lt;/msup&gt;&lt;/mtd&gt;&lt;/mtr&gt;&lt;/mtable&gt;&lt;/math&gt;" id="165" name="Google Shape;165;p20" title="1 lines Line 1: 700 minus the square root of 31.36 plus open paren negative 5 close paren squared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125" y="2173408"/>
            <a:ext cx="2369231" cy="3079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4}{5}+\ \frac{7}{8}-\sqrt[]{1-0.75}&quot;&gt;&lt;mfrac&gt;&lt;mn&gt;4&lt;/mn&gt;&lt;mn&gt;5&lt;/mn&gt;&lt;/mfrac&gt;&lt;mo&gt;+&lt;/mo&gt;&lt;mtext&gt;&lt;/mtext&gt;&lt;mfrac&gt;&lt;mn&gt;7&lt;/mn&gt;&lt;mn&gt;8&lt;/mn&gt;&lt;/mfrac&gt;&lt;mo&gt;−&lt;/mo&gt;&lt;msqrt&gt;&lt;mn&gt;1&lt;/mn&gt;&lt;mo&gt;−&lt;/mo&gt;&lt;mn&gt;0.75&lt;/mn&gt;&lt;/msqrt&gt;&lt;/math&gt;" id="166" name="Google Shape;166;p20" title="four fifths plus seven eighths minus the square root of 1 minus 0.7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92125" y="3455975"/>
            <a:ext cx="2369225" cy="58585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8^3-\sqrt[]{1000+722.25}-\left(-4\right)^2&quot;&gt;&lt;msup&gt;&lt;mn&gt;8&lt;/mn&gt;&lt;mn&gt;3&lt;/mn&gt;&lt;/msup&gt;&lt;mo&gt;−&lt;/mo&gt;&lt;msqrt&gt;&lt;mn&gt;1000&lt;/mn&gt;&lt;mo&gt;+&lt;/mo&gt;&lt;mn&gt;722.25&lt;/mn&gt;&lt;/msqrt&gt;&lt;mo&gt;−&lt;/mo&gt;&lt;msup&gt;&lt;mrow data-mjx-texclass=&quot;INNER&quot;&gt;&lt;mo data-mjx-texclass=&quot;OPEN&quot;&gt;(&lt;/mo&gt;&lt;mo&gt;−&lt;/mo&gt;&lt;mn&gt;4&lt;/mn&gt;&lt;mo data-mjx-texclass=&quot;CLOSE&quot;&gt;)&lt;/mo&gt;&lt;/mrow&gt;&lt;mn&gt;2&lt;/mn&gt;&lt;/msup&gt;&lt;/math&gt;" id="167" name="Google Shape;167;p20" title="8 cubed minus the square root of 1000 plus 722.25 minus open paren negative 4 close paren squared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2125" y="2870099"/>
            <a:ext cx="3000000" cy="309623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20"/>
          <p:cNvSpPr txBox="1"/>
          <p:nvPr/>
        </p:nvSpPr>
        <p:spPr>
          <a:xfrm>
            <a:off x="468000" y="4332775"/>
            <a:ext cx="6624000" cy="21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Work out the following with your scientific calculator. Giv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your answer in fractional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89\ -\ 5^2\ +\ \left(-2\right)^3\ \times\frac{17}{50}&quot;&gt;&lt;mn&gt;89&lt;/mn&gt;&lt;mtext&gt;&lt;/mtext&gt;&lt;mo&gt;−&lt;/mo&gt;&lt;mtext&gt;&lt;/mtext&gt;&lt;msup&gt;&lt;mn&gt;5&lt;/mn&gt;&lt;mn&gt;2&lt;/mn&gt;&lt;/msup&gt;&lt;mtext&gt;&lt;/mtext&gt;&lt;mo&gt;+&lt;/mo&gt;&lt;mtext&gt;&lt;/mtext&gt;&lt;msup&gt;&lt;mrow data-mjx-texclass=&quot;INNER&quot;&gt;&lt;mo data-mjx-texclass=&quot;OPEN&quot;&gt;(&lt;/mo&gt;&lt;mo&gt;−&lt;/mo&gt;&lt;mn&gt;2&lt;/mn&gt;&lt;mo data-mjx-texclass=&quot;CLOSE&quot;&gt;)&lt;/mo&gt;&lt;/mrow&gt;&lt;mn&gt;3&lt;/mn&gt;&lt;/msup&gt;&lt;mtext&gt;&lt;/mtext&gt;&lt;mo&gt;×&lt;/mo&gt;&lt;mfrac&gt;&lt;mn&gt;17&lt;/mn&gt;&lt;mn&gt;50&lt;/mn&gt;&lt;/mfrac&gt;&lt;/math&gt;" id="169" name="Google Shape;169;p20" title="89 minus 5 squared plus open paren negative 2 close paren cubed times 17 over 5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92125" y="4749425"/>
            <a:ext cx="2502200" cy="51874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begin{array}{l}100-\left(-\frac{3}{4}\right)^3\end{array}&quot;&gt;&lt;mtable columnalign=&quot;left&quot; columnspacing=&quot;1em&quot; rowspacing=&quot;4pt&quot;&gt;&lt;mtr&gt;&lt;mtd&gt;&lt;mn&gt;100&lt;/mn&gt;&lt;mo&gt;−&lt;/mo&gt;&lt;msup&gt;&lt;mrow data-mjx-texclass=&quot;INNER&quot;&gt;&lt;mo data-mjx-texclass=&quot;OPEN&quot;&gt;(&lt;/mo&gt;&lt;mo&gt;−&lt;/mo&gt;&lt;mfrac&gt;&lt;mn&gt;3&lt;/mn&gt;&lt;mn&gt;4&lt;/mn&gt;&lt;/mfrac&gt;&lt;mo data-mjx-texclass=&quot;CLOSE&quot;&gt;)&lt;/mo&gt;&lt;/mrow&gt;&lt;mn&gt;3&lt;/mn&gt;&lt;/msup&gt;&lt;/mtd&gt;&lt;/mtr&gt;&lt;/mtable&gt;&lt;/math&gt;" id="170" name="Google Shape;170;p20" title="1 lines Line 1: 100 minus open paren negative three fourths close paren cubed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716500" y="5416061"/>
            <a:ext cx="1467475" cy="44769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70\ +\left(-3.5\right)^3-\sqrt[]{0.018225}-\left(-1.2\right)^2&quot;&gt;&lt;mn&gt;70&lt;/mn&gt;&lt;mtext&gt;&lt;/mtext&gt;&lt;mo&gt;+&lt;/mo&gt;&lt;msup&gt;&lt;mrow data-mjx-texclass=&quot;INNER&quot;&gt;&lt;mo data-mjx-texclass=&quot;OPEN&quot;&gt;(&lt;/mo&gt;&lt;mo&gt;−&lt;/mo&gt;&lt;mn&gt;3.5&lt;/mn&gt;&lt;mo data-mjx-texclass=&quot;CLOSE&quot;&gt;)&lt;/mo&gt;&lt;/mrow&gt;&lt;mn&gt;3&lt;/mn&gt;&lt;/msup&gt;&lt;mo&gt;−&lt;/mo&gt;&lt;msqrt&gt;&lt;mn&gt;0.018225&lt;/mn&gt;&lt;/msqrt&gt;&lt;mo&gt;−&lt;/mo&gt;&lt;msup&gt;&lt;mrow data-mjx-texclass=&quot;INNER&quot;&gt;&lt;mo data-mjx-texclass=&quot;OPEN&quot;&gt;(&lt;/mo&gt;&lt;mo&gt;−&lt;/mo&gt;&lt;mn&gt;1.2&lt;/mn&gt;&lt;mo data-mjx-texclass=&quot;CLOSE&quot;&gt;)&lt;/mo&gt;&lt;/mrow&gt;&lt;mn&gt;2&lt;/mn&gt;&lt;/msup&gt;&lt;/math&gt;" id="171" name="Google Shape;171;p20" title="70 positive open paren negative 3.5 close paren cubed minus the square root of 0.018225 minus open paren negative 1.2 close paren squared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92125" y="6160369"/>
            <a:ext cx="4136357" cy="3372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2" name="Google Shape;172;p20"/>
          <p:cNvCxnSpPr/>
          <p:nvPr/>
        </p:nvCxnSpPr>
        <p:spPr>
          <a:xfrm>
            <a:off x="474757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73" name="Google Shape;173;p20"/>
          <p:cNvSpPr txBox="1"/>
          <p:nvPr/>
        </p:nvSpPr>
        <p:spPr>
          <a:xfrm>
            <a:off x="468000" y="6739800"/>
            <a:ext cx="51354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Task B: Brackets and operations  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7032450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Work out the following with your scientific calculator. Giv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your answer in decimal form.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frac{3^2+5}{\sqrt[]{41+59}}-1&quot;&gt;&lt;mfrac&gt;&lt;mrow&gt;&lt;msup&gt;&lt;mn&gt;3&lt;/mn&gt;&lt;mn&gt;2&lt;/mn&gt;&lt;/msup&gt;&lt;mo&gt;+&lt;/mo&gt;&lt;mn&gt;5&lt;/mn&gt;&lt;/mrow&gt;&lt;msqrt&gt;&lt;mn&gt;41&lt;/mn&gt;&lt;mo&gt;+&lt;/mo&gt;&lt;mn&gt;59&lt;/mn&gt;&lt;/msqrt&gt;&lt;/mfrac&gt;&lt;mo&gt;−&lt;/mo&gt;&lt;mn&gt;1&lt;/mn&gt;&lt;/math&gt;" id="175" name="Google Shape;175;p20" title="the fraction with numerator 3 squared plus 5 and denominator the square root of 41 plus 59 minus 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724925" y="8417250"/>
            <a:ext cx="1304425" cy="644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6^5-5^5}{10^2}&quot;&gt;&lt;mfrac&gt;&lt;mrow&gt;&lt;msup&gt;&lt;mn&gt;6&lt;/mn&gt;&lt;mn&gt;5&lt;/mn&gt;&lt;/msup&gt;&lt;mo&gt;−&lt;/mo&gt;&lt;msup&gt;&lt;mn&gt;5&lt;/mn&gt;&lt;mn&gt;5&lt;/mn&gt;&lt;/msup&gt;&lt;/mrow&gt;&lt;msup&gt;&lt;mn&gt;10&lt;/mn&gt;&lt;mn&gt;2&lt;/mn&gt;&lt;/msup&gt;&lt;/mfrac&gt;&lt;/math&gt;" id="176" name="Google Shape;176;p20" title="the fraction with numerator 6 to the fifth power minus 5 to the fifth power and denominator 10 squared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24925" y="7430572"/>
            <a:ext cx="738475" cy="5833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67^2-\sqrt[]{50+31}-50\right)\div\left(78+22+10^2\right)&quot;&gt;&lt;mrow data-mjx-texclass=&quot;INNER&quot;&gt;&lt;mo data-mjx-texclass=&quot;OPEN&quot;&gt;(&lt;/mo&gt;&lt;msup&gt;&lt;mn&gt;67&lt;/mn&gt;&lt;mn&gt;2&lt;/mn&gt;&lt;/msup&gt;&lt;mo&gt;−&lt;/mo&gt;&lt;msqrt&gt;&lt;mn&gt;50&lt;/mn&gt;&lt;mo&gt;+&lt;/mo&gt;&lt;mn&gt;31&lt;/mn&gt;&lt;/msqrt&gt;&lt;mo&gt;−&lt;/mo&gt;&lt;mn&gt;50&lt;/mn&gt;&lt;mo data-mjx-texclass=&quot;CLOSE&quot;&gt;)&lt;/mo&gt;&lt;/mrow&gt;&lt;mo&gt;÷&lt;/mo&gt;&lt;mrow data-mjx-texclass=&quot;INNER&quot;&gt;&lt;mo data-mjx-texclass=&quot;OPEN&quot;&gt;(&lt;/mo&gt;&lt;mn&gt;78&lt;/mn&gt;&lt;mo&gt;+&lt;/mo&gt;&lt;mn&gt;22&lt;/mn&gt;&lt;mo&gt;+&lt;/mo&gt;&lt;msup&gt;&lt;mn&gt;10&lt;/mn&gt;&lt;mn&gt;2&lt;/mn&gt;&lt;/msup&gt;&lt;mo data-mjx-texclass=&quot;CLOSE&quot;&gt;)&lt;/mo&gt;&lt;/mrow&gt;&lt;/math&gt;" id="177" name="Google Shape;177;p20" title="open paren 67 squared minus the square root of 50 plus 31 minus 50 close paren divided by open paren 78 plus 22 plus 10 squared close paren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08213" y="9465225"/>
            <a:ext cx="4654975" cy="3696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