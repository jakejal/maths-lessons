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3.png"/><Relationship Id="rId13" Type="http://schemas.openxmlformats.org/officeDocument/2006/relationships/image" Target="../media/image17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7170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A: Negatives and operations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88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following with your scientific calculator.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your answer in decimal form.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700\ -\ \sqrt[]{31.36}+\left(-5\right)^2\\&amp;#13;&amp;#10;\end{array}&quot;&gt;&lt;mtable columnalign=&quot;left&quot; columnspacing=&quot;1em&quot; rowspacing=&quot;4pt&quot;&gt;&lt;mtr&gt;&lt;mtd&gt;&lt;mn&gt;700&lt;/mn&gt;&lt;mtext&gt;&lt;/mtext&gt;&lt;mo&gt;−&lt;/mo&gt;&lt;mtext&gt;&lt;/mtext&gt;&lt;msqrt&gt;&lt;mn&gt;31.36&lt;/mn&gt;&lt;/msqrt&gt;&lt;mo&gt;+&lt;/mo&gt;&lt;msup&gt;&lt;mrow data-mjx-texclass=&quot;INNER&quot;&gt;&lt;mo data-mjx-texclass=&quot;OPEN&quot;&gt;(&lt;/mo&gt;&lt;mo&gt;−&lt;/mo&gt;&lt;mn&gt;5&lt;/mn&gt;&lt;mo data-mjx-texclass=&quot;CLOSE&quot;&gt;)&lt;/mo&gt;&lt;/mrow&gt;&lt;mn&gt;2&lt;/mn&gt;&lt;/msup&gt;&lt;/mtd&gt;&lt;/mtr&gt;&lt;/mtable&gt;&lt;/math&gt;" id="175" name="Google Shape;175;p20" title="1 lines Line 1: 700 minus the square root of 31.36 plus open paren negative 5 close paren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25" y="2249608"/>
            <a:ext cx="2369231" cy="307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+\ \frac{7}{8}-\sqrt[]{1-0.75}&quot;&gt;&lt;mfrac&gt;&lt;mn&gt;4&lt;/mn&gt;&lt;mn&gt;5&lt;/mn&gt;&lt;/mfrac&gt;&lt;mo&gt;+&lt;/mo&gt;&lt;mtext&gt;&lt;/mtext&gt;&lt;mfrac&gt;&lt;mn&gt;7&lt;/mn&gt;&lt;mn&gt;8&lt;/mn&gt;&lt;/mfrac&gt;&lt;mo&gt;−&lt;/mo&gt;&lt;msqrt&gt;&lt;mn&gt;1&lt;/mn&gt;&lt;mo&gt;−&lt;/mo&gt;&lt;mn&gt;0.75&lt;/mn&gt;&lt;/msqrt&gt;&lt;/math&gt;" id="176" name="Google Shape;176;p20" title="four fifths plus seven eighths minus the square root of 1 minus 0.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25" y="3532176"/>
            <a:ext cx="1933495" cy="47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700" y="2017600"/>
            <a:ext cx="1696784" cy="808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^3-\sqrt[]{1000+722.25}-\left(-4\right)^2&quot;&gt;&lt;msup&gt;&lt;mn&gt;8&lt;/mn&gt;&lt;mn&gt;3&lt;/mn&gt;&lt;/msup&gt;&lt;mo&gt;−&lt;/mo&gt;&lt;msqrt&gt;&lt;mn&gt;1000&lt;/mn&gt;&lt;mo&gt;+&lt;/mo&gt;&lt;mn&gt;722.25&lt;/mn&gt;&lt;/msqrt&gt;&lt;mo&gt;−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ath&gt;" id="178" name="Google Shape;178;p20" title="8 cubed minus the square root of 1000 plus 722.25 minus open paren negative 4 close paren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125" y="2946307"/>
            <a:ext cx="2709824" cy="27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0000" y="2892718"/>
            <a:ext cx="1933500" cy="66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79918" y="3589131"/>
            <a:ext cx="1467477" cy="66291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5323375"/>
            <a:ext cx="6624000" cy="21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with your scientific calculator.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nswer in fractional form.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9\ -\ 5^2\ +\ \left(-2\right)^3\ \times\frac{17}{50}&quot;&gt;&lt;mn&gt;89&lt;/mn&gt;&lt;mtext&gt;&lt;/mtext&gt;&lt;mo&gt;−&lt;/mo&gt;&lt;mtext&gt;&lt;/mtext&gt;&lt;msup&gt;&lt;mn&gt;5&lt;/mn&gt;&lt;mn&gt;2&lt;/mn&gt;&lt;/msup&gt;&lt;mtext&gt;&lt;/mtext&gt;&lt;mo&gt;+&lt;/mo&gt;&lt;mtext&gt;&lt;/mtext&gt;&lt;msup&gt;&lt;mrow data-mjx-texclass=&quot;INNER&quot;&gt;&lt;mo data-mjx-texclass=&quot;OPEN&quot;&gt;(&lt;/mo&gt;&lt;mo&gt;−&lt;/mo&gt;&lt;mn&gt;2&lt;/mn&gt;&lt;mo data-mjx-texclass=&quot;CLOSE&quot;&gt;)&lt;/mo&gt;&lt;/mrow&gt;&lt;mn&gt;3&lt;/mn&gt;&lt;/msup&gt;&lt;mtext&gt;&lt;/mtext&gt;&lt;mo&gt;×&lt;/mo&gt;&lt;mfrac&gt;&lt;mn&gt;17&lt;/mn&gt;&lt;mn&gt;50&lt;/mn&gt;&lt;/mfrac&gt;&lt;/math&gt;" id="182" name="Google Shape;182;p20" title="89 minus 5 squared plus open paren negative 2 close paren cubed times 17 over 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2125" y="5753100"/>
            <a:ext cx="2306091" cy="47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-\left(-\frac{3}{4}\right)^3\end{array}&quot;&gt;&lt;mtable columnalign=&quot;left&quot; columnspacing=&quot;1em&quot; rowspacing=&quot;4pt&quot;&gt;&lt;mtr&gt;&lt;mtd&gt;&lt;mn&gt;100&lt;/mn&gt;&lt;mo&gt;−&lt;/mo&gt;&lt;msup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n&gt;3&lt;/mn&gt;&lt;/msup&gt;&lt;/mtd&gt;&lt;/mtr&gt;&lt;/mtable&gt;&lt;/math&gt;" id="183" name="Google Shape;183;p20" title="1 lines Line 1: 100 minus open paren negative three fourths close paren cub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500" y="6406661"/>
            <a:ext cx="1467475" cy="44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\ +\left(-3.5\right)^3-\sqrt[]{0.018225}-\left(-1.2\right)^2&quot;&gt;&lt;mn&gt;70&lt;/mn&gt;&lt;mtext&gt;&lt;/mtext&gt;&lt;mo&gt;+&lt;/mo&gt;&lt;msup&gt;&lt;mrow data-mjx-texclass=&quot;INNER&quot;&gt;&lt;mo data-mjx-texclass=&quot;OPEN&quot;&gt;(&lt;/mo&gt;&lt;mo&gt;−&lt;/mo&gt;&lt;mn&gt;3.5&lt;/mn&gt;&lt;mo data-mjx-texclass=&quot;CLOSE&quot;&gt;)&lt;/mo&gt;&lt;/mrow&gt;&lt;mn&gt;3&lt;/mn&gt;&lt;/msup&gt;&lt;mo&gt;−&lt;/mo&gt;&lt;msqrt&gt;&lt;mn&gt;0.018225&lt;/mn&gt;&lt;/msqrt&gt;&lt;mo&gt;−&lt;/mo&gt;&lt;msup&gt;&lt;mrow data-mjx-texclass=&quot;INNER&quot;&gt;&lt;mo data-mjx-texclass=&quot;OPEN&quot;&gt;(&lt;/mo&gt;&lt;mo&gt;−&lt;/mo&gt;&lt;mn&gt;1.2&lt;/mn&gt;&lt;mo data-mjx-texclass=&quot;CLOSE&quot;&gt;)&lt;/mo&gt;&lt;/mrow&gt;&lt;mn&gt;2&lt;/mn&gt;&lt;/msup&gt;&lt;/math&gt;" id="184" name="Google Shape;184;p20" title="70 positive open paren negative 3.5 close paren cubed minus the square root of 0.018225 minus open paren negative 1.2 close paren square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2125" y="7150969"/>
            <a:ext cx="4136357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78533" y="5548575"/>
            <a:ext cx="1813466" cy="828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78533" y="6404029"/>
            <a:ext cx="1813466" cy="83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22775" y="7408995"/>
            <a:ext cx="2369225" cy="6849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872400"/>
            <a:ext cx="513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Brackets and operations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1650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rk out the following with your scientific calculator. Give your answer in decimal form.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^2+5}{\sqrt[]{41+59}}-1&quot;&gt;&lt;mfrac&gt;&lt;mrow&gt;&lt;msup&gt;&lt;mn&gt;3&lt;/mn&gt;&lt;mn&gt;2&lt;/mn&gt;&lt;/msup&gt;&lt;mo&gt;+&lt;/mo&gt;&lt;mn&gt;5&lt;/mn&gt;&lt;/mrow&gt;&lt;msqrt&gt;&lt;mn&gt;41&lt;/mn&gt;&lt;mo&gt;+&lt;/mo&gt;&lt;mn&gt;59&lt;/mn&gt;&lt;/msqrt&gt;&lt;/mfrac&gt;&lt;mo&gt;−&lt;/mo&gt;&lt;mn&gt;1&lt;/mn&gt;&lt;/math&gt;" id="199" name="Google Shape;199;p21" title="the fraction with numerator 3 squared plus 5 and denominator the square root of 41 plus 59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925" y="3159450"/>
            <a:ext cx="1304425" cy="64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^5-5^5}{10^2}&quot;&gt;&lt;mfrac&gt;&lt;mrow&gt;&lt;msup&gt;&lt;mn&gt;6&lt;/mn&gt;&lt;mn&gt;5&lt;/mn&gt;&lt;/msup&gt;&lt;mo&gt;−&lt;/mo&gt;&lt;msup&gt;&lt;mn&gt;5&lt;/mn&gt;&lt;mn&gt;5&lt;/mn&gt;&lt;/msup&gt;&lt;/mrow&gt;&lt;msup&gt;&lt;mn&gt;10&lt;/mn&gt;&lt;mn&gt;2&lt;/mn&gt;&lt;/msup&gt;&lt;/mfrac&gt;&lt;/math&gt;" id="200" name="Google Shape;200;p21" title="the fraction with numerator 6 to the fifth power minus 5 to the fifth power and denominator 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325" y="1867972"/>
            <a:ext cx="738475" cy="583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9650" y="1815875"/>
            <a:ext cx="1688901" cy="76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4200" y="3060966"/>
            <a:ext cx="1659776" cy="76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67^2-\sqrt[]{50+31}-50\right)\div\left(78+22+10^2\right)&quot;&gt;&lt;mrow data-mjx-texclass=&quot;INNER&quot;&gt;&lt;mo data-mjx-texclass=&quot;OPEN&quot;&gt;(&lt;/mo&gt;&lt;msup&gt;&lt;mn&gt;67&lt;/mn&gt;&lt;mn&gt;2&lt;/mn&gt;&lt;/msup&gt;&lt;mo&gt;−&lt;/mo&gt;&lt;msqrt&gt;&lt;mn&gt;50&lt;/mn&gt;&lt;mo&gt;+&lt;/mo&gt;&lt;mn&gt;31&lt;/mn&gt;&lt;/msqrt&gt;&lt;mo&gt;−&lt;/mo&gt;&lt;mn&gt;50&lt;/mn&gt;&lt;mo data-mjx-texclass=&quot;CLOSE&quot;&gt;)&lt;/mo&gt;&lt;/mrow&gt;&lt;mo&gt;÷&lt;/mo&gt;&lt;mrow data-mjx-texclass=&quot;INNER&quot;&gt;&lt;mo data-mjx-texclass=&quot;OPEN&quot;&gt;(&lt;/mo&gt;&lt;mn&gt;78&lt;/mn&gt;&lt;mo&gt;+&lt;/mo&gt;&lt;mn&gt;22&lt;/mn&gt;&lt;mo&gt;+&lt;/mo&gt;&lt;msup&gt;&lt;mn&gt;10&lt;/mn&gt;&lt;mn&gt;2&lt;/mn&gt;&lt;/msup&gt;&lt;mo data-mjx-texclass=&quot;CLOSE&quot;&gt;)&lt;/mo&gt;&lt;/mrow&gt;&lt;/math&gt;" id="203" name="Google Shape;203;p21" title="open paren 67 squared minus the square root of 50 plus 31 minus 50 close paren divided by open paren 78 plus 22 plus 10 squared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213" y="4664625"/>
            <a:ext cx="4654975" cy="3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8926" y="5226714"/>
            <a:ext cx="1665074" cy="769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