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96c3ee47f4_1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96c3ee47f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20.png"/><Relationship Id="rId13" Type="http://schemas.openxmlformats.org/officeDocument/2006/relationships/image" Target="../media/image21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Relationship Id="rId14" Type="http://schemas.openxmlformats.org/officeDocument/2006/relationships/image" Target="../media/image22.png"/><Relationship Id="rId5" Type="http://schemas.openxmlformats.org/officeDocument/2006/relationships/image" Target="../media/image9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438627" y="6862067"/>
            <a:ext cx="1994573" cy="33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663954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Checking understanding of arithmetic procedures with integers and decimals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1749900"/>
            <a:ext cx="67161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missing digits in each of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6\ 4\ 1\ 8\\&amp;#13;&amp;#10;4\ 3\ 2\ 5\\&amp;#13;&amp;#10;2\ 0\ 9\ 3\end{array}&quot;&gt;&lt;mtable columnalign=&quot;left&quot; columnspacing=&quot;1em&quot; rowspacing=&quot;4pt&quot;&gt;&lt;mtr&gt;&lt;mtd&gt;&lt;mn&gt;6&lt;/mn&gt;&lt;mtext&gt;&lt;/mtext&gt;&lt;mn&gt;4&lt;/mn&gt;&lt;mtext&gt;&lt;/mtext&gt;&lt;mn&gt;1&lt;/mn&gt;&lt;mtext&gt;&lt;/mtext&gt;&lt;mn&gt;8&lt;/mn&gt;&lt;/mtd&gt;&lt;/mtr&gt;&lt;mtr&gt;&lt;mtd&gt;&lt;mn&gt;4&lt;/mn&gt;&lt;mtext&gt;&lt;/mtext&gt;&lt;mn&gt;3&lt;/mn&gt;&lt;mtext&gt;&lt;/mtext&gt;&lt;mn&gt;2&lt;/mn&gt;&lt;mtext&gt;&lt;/mtext&gt;&lt;mn&gt;5&lt;/mn&gt;&lt;/mtd&gt;&lt;/mtr&gt;&lt;mtr&gt;&lt;mtd&gt;&lt;mn&gt;2&lt;/mn&gt;&lt;mtext&gt;&lt;/mtext&gt;&lt;mn&gt;0&lt;/mn&gt;&lt;mtext&gt;&lt;/mtext&gt;&lt;mn&gt;9&lt;/mn&gt;&lt;mtext&gt;&lt;/mtext&gt;&lt;mn&gt;3&lt;/mn&gt;&lt;/mtd&gt;&lt;/mtr&gt;&lt;/mtable&gt;&lt;/math&gt;" id="175" name="Google Shape;175;p20" title="3 lines Line 1: 6 4 1 8 Line 2: 4 3 2 5 Line 3: 2 0 9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0980" y="2101525"/>
            <a:ext cx="693001" cy="111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 \ \ 4\ 6\ 2\ 5\\&amp;#13;&amp;#10;\ \ \ 6\ 0\ 9\ 2\\&amp;#13;&amp;#10;1\ 0\ 7\ 1\ 7\end{array}&quot;&gt;&lt;mtable columnalign=&quot;left&quot; columnspacing=&quot;1em&quot; rowspacing=&quot;4pt&quot;&gt;&lt;mtr&gt;&lt;mtd&gt;&lt;mtext&gt;&lt;/mtext&gt;&lt;mtext&gt;&lt;/mtext&gt;&lt;mtext&gt;&lt;/mtext&gt;&lt;mn&gt;4&lt;/mn&gt;&lt;mtext&gt;&lt;/mtext&gt;&lt;mn&gt;6&lt;/mn&gt;&lt;mtext&gt;&lt;/mtext&gt;&lt;mn&gt;2&lt;/mn&gt;&lt;mtext&gt;&lt;/mtext&gt;&lt;mn&gt;5&lt;/mn&gt;&lt;/mtd&gt;&lt;/mtr&gt;&lt;mtr&gt;&lt;mtd&gt;&lt;mtext&gt;&lt;/mtext&gt;&lt;mtext&gt;&lt;/mtext&gt;&lt;mtext&gt;&lt;/mtext&gt;&lt;mn&gt;6&lt;/mn&gt;&lt;mtext&gt;&lt;/mtext&gt;&lt;mn&gt;0&lt;/mn&gt;&lt;mtext&gt;&lt;/mtext&gt;&lt;mn&gt;9&lt;/mn&gt;&lt;mtext&gt;&lt;/mtext&gt;&lt;mn&gt;2&lt;/mn&gt;&lt;/mtd&gt;&lt;/mtr&gt;&lt;mtr&gt;&lt;mtd&gt;&lt;mn&gt;1&lt;/mn&gt;&lt;mtext&gt;&lt;/mtext&gt;&lt;mn&gt;0&lt;/mn&gt;&lt;mtext&gt;&lt;/mtext&gt;&lt;mn&gt;7&lt;/mn&gt;&lt;mtext&gt;&lt;/mtext&gt;&lt;mn&gt;1&lt;/mn&gt;&lt;mtext&gt;&lt;/mtext&gt;&lt;mn&gt;7&lt;/mn&gt;&lt;/mtd&gt;&lt;/mtr&gt;&lt;/mtable&gt;&lt;/math&gt;" id="176" name="Google Shape;176;p20" title="3 lines Line 1: 4 6 2 5 Line 2: 6 0 9 2 Line 3: 1 0 7 1 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79910" y="2101525"/>
            <a:ext cx="868998" cy="11125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7\ 3\ 5\\&amp;#13;&amp;#10;3\ 8\ 7\\&amp;#13;&amp;#10;3\ 4\ 8\end{array}&quot;&gt;&lt;mtable columnalign=&quot;left&quot; columnspacing=&quot;1em&quot; rowspacing=&quot;4pt&quot;&gt;&lt;mtr&gt;&lt;mtd&gt;&lt;mn&gt;7&lt;/mn&gt;&lt;mtext&gt;&lt;/mtext&gt;&lt;mn&gt;3&lt;/mn&gt;&lt;mtext&gt;&lt;/mtext&gt;&lt;mn&gt;5&lt;/mn&gt;&lt;/mtd&gt;&lt;/mtr&gt;&lt;mtr&gt;&lt;mtd&gt;&lt;mn&gt;3&lt;/mn&gt;&lt;mtext&gt;&lt;/mtext&gt;&lt;mn&gt;8&lt;/mn&gt;&lt;mtext&gt;&lt;/mtext&gt;&lt;mn&gt;7&lt;/mn&gt;&lt;/mtd&gt;&lt;/mtr&gt;&lt;mtr&gt;&lt;mtd&gt;&lt;mn&gt;3&lt;/mn&gt;&lt;mtext&gt;&lt;/mtext&gt;&lt;mn&gt;4&lt;/mn&gt;&lt;mtext&gt;&lt;/mtext&gt;&lt;mn&gt;8&lt;/mn&gt;&lt;/mtd&gt;&lt;/mtr&gt;&lt;/mtable&gt;&lt;/math&gt;" id="177" name="Google Shape;177;p20" title="3 lines Line 1: 7 3 5 Line 2: 3 8 7 Line 3: 3 4 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69174" y="2101525"/>
            <a:ext cx="498665" cy="11125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\ 4\ 6\\&amp;#13;&amp;#10;3\ 9\ 4\\&amp;#13;&amp;#10;5\ 4\ 0\end{array}&quot;&gt;&lt;mtable columnalign=&quot;left&quot; columnspacing=&quot;1em&quot; rowspacing=&quot;4pt&quot;&gt;&lt;mtr&gt;&lt;mtd&gt;&lt;mn&gt;1&lt;/mn&gt;&lt;mtext&gt;&lt;/mtext&gt;&lt;mn&gt;4&lt;/mn&gt;&lt;mtext&gt;&lt;/mtext&gt;&lt;mn&gt;6&lt;/mn&gt;&lt;/mtd&gt;&lt;/mtr&gt;&lt;mtr&gt;&lt;mtd&gt;&lt;mn&gt;3&lt;/mn&gt;&lt;mtext&gt;&lt;/mtext&gt;&lt;mn&gt;9&lt;/mn&gt;&lt;mtext&gt;&lt;/mtext&gt;&lt;mn&gt;4&lt;/mn&gt;&lt;/mtd&gt;&lt;/mtr&gt;&lt;mtr&gt;&lt;mtd&gt;&lt;mn&gt;5&lt;/mn&gt;&lt;mtext&gt;&lt;/mtext&gt;&lt;mn&gt;4&lt;/mn&gt;&lt;mtext&gt;&lt;/mtext&gt;&lt;mn&gt;0&lt;/mn&gt;&lt;/mtd&gt;&lt;/mtr&gt;&lt;/mtable&gt;&lt;/math&gt;" id="178" name="Google Shape;178;p20" title="3 lines Line 1: 1 4 6 Line 2: 3 9 4 Line 3: 5 4 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4770" y="2101525"/>
            <a:ext cx="502332" cy="111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857119" y="2473405"/>
            <a:ext cx="16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" name="Google Shape;180;p20"/>
          <p:cNvCxnSpPr/>
          <p:nvPr/>
        </p:nvCxnSpPr>
        <p:spPr>
          <a:xfrm>
            <a:off x="833842" y="2850350"/>
            <a:ext cx="7686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0"/>
          <p:cNvCxnSpPr/>
          <p:nvPr/>
        </p:nvCxnSpPr>
        <p:spPr>
          <a:xfrm>
            <a:off x="833842" y="3260900"/>
            <a:ext cx="7686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" name="Google Shape;182;p20"/>
          <p:cNvSpPr txBox="1"/>
          <p:nvPr/>
        </p:nvSpPr>
        <p:spPr>
          <a:xfrm>
            <a:off x="2450551" y="2505589"/>
            <a:ext cx="16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3" name="Google Shape;183;p20"/>
          <p:cNvCxnSpPr/>
          <p:nvPr/>
        </p:nvCxnSpPr>
        <p:spPr>
          <a:xfrm>
            <a:off x="2450560" y="2882525"/>
            <a:ext cx="7449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20"/>
          <p:cNvCxnSpPr/>
          <p:nvPr/>
        </p:nvCxnSpPr>
        <p:spPr>
          <a:xfrm>
            <a:off x="2450560" y="3293075"/>
            <a:ext cx="7449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20"/>
          <p:cNvCxnSpPr/>
          <p:nvPr/>
        </p:nvCxnSpPr>
        <p:spPr>
          <a:xfrm>
            <a:off x="4230454" y="2865725"/>
            <a:ext cx="10041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0"/>
          <p:cNvCxnSpPr/>
          <p:nvPr/>
        </p:nvCxnSpPr>
        <p:spPr>
          <a:xfrm>
            <a:off x="4230454" y="3276275"/>
            <a:ext cx="10041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20"/>
          <p:cNvSpPr txBox="1"/>
          <p:nvPr/>
        </p:nvSpPr>
        <p:spPr>
          <a:xfrm>
            <a:off x="4230454" y="2488480"/>
            <a:ext cx="16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8" name="Google Shape;188;p20"/>
          <p:cNvCxnSpPr/>
          <p:nvPr/>
        </p:nvCxnSpPr>
        <p:spPr>
          <a:xfrm>
            <a:off x="6046580" y="2882850"/>
            <a:ext cx="10041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0"/>
          <p:cNvCxnSpPr/>
          <p:nvPr/>
        </p:nvCxnSpPr>
        <p:spPr>
          <a:xfrm>
            <a:off x="6046580" y="3293400"/>
            <a:ext cx="10041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20"/>
          <p:cNvSpPr txBox="1"/>
          <p:nvPr/>
        </p:nvSpPr>
        <p:spPr>
          <a:xfrm>
            <a:off x="6046581" y="2505605"/>
            <a:ext cx="16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1023978" y="2048339"/>
            <a:ext cx="196800" cy="33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1409308" y="2474139"/>
            <a:ext cx="196800" cy="33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1207310" y="2887014"/>
            <a:ext cx="196800" cy="33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3013657" y="2064561"/>
            <a:ext cx="196800" cy="33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2834346" y="2473548"/>
            <a:ext cx="196800" cy="33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2628390" y="2919211"/>
            <a:ext cx="196800" cy="33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4615785" y="2029378"/>
            <a:ext cx="196800" cy="33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4408284" y="2491856"/>
            <a:ext cx="196800" cy="33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4215616" y="2902406"/>
            <a:ext cx="196800" cy="33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4796472" y="2474156"/>
            <a:ext cx="196800" cy="33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4993718" y="2919206"/>
            <a:ext cx="196800" cy="33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6223040" y="2048353"/>
            <a:ext cx="196800" cy="33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6420286" y="2465603"/>
            <a:ext cx="196800" cy="33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6798847" y="2044297"/>
            <a:ext cx="196800" cy="33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6603182" y="2919522"/>
            <a:ext cx="196800" cy="33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2097172" y="2047600"/>
            <a:ext cx="27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76400" y="2063800"/>
            <a:ext cx="27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3839165" y="2028625"/>
            <a:ext cx="27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5774675" y="2028625"/>
            <a:ext cx="27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505500" y="1436800"/>
            <a:ext cx="6497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 Arithmetic procedures with integers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480475" y="38073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Calculate the following, without a calculator.  Try to use the efficient methods we have talked about.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580 ×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87 ×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26 ×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 ×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485 ÷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1657275" y="4331275"/>
            <a:ext cx="24573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580 × 10 ÷ 2 = 5800 ÷ 2 = 2900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1657275" y="4554512"/>
            <a:ext cx="33807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87 × 2 × 2 = 174 × 2 = 348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1657275" y="4777749"/>
            <a:ext cx="33807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26 × 2 × 2 × 2 = 52 × 2 × 2 = 104 × 2 = 208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1657275" y="4978811"/>
            <a:ext cx="33807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45 × 3 × 2 = 135 × 2 = 270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1657275" y="5179874"/>
            <a:ext cx="2415300" cy="1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485 ÷ 10 × 2 = 48.5 × 2 = 97 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7" name="Google Shape;217;p20"/>
          <p:cNvCxnSpPr/>
          <p:nvPr/>
        </p:nvCxnSpPr>
        <p:spPr>
          <a:xfrm>
            <a:off x="474757" y="55940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18" name="Google Shape;218;p2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3965025" y="6812575"/>
            <a:ext cx="1895875" cy="37182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468000" y="6116250"/>
            <a:ext cx="46827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 and Andeep record how far they kick a football.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total distance?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22.53 metres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How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much further did Sofia kick the ball?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2.93 metres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20" name="Google Shape;220;p20"/>
          <p:cNvPicPr preferRelativeResize="0"/>
          <p:nvPr/>
        </p:nvPicPr>
        <p:blipFill rotWithShape="1">
          <a:blip r:embed="rId8">
            <a:alphaModFix/>
          </a:blip>
          <a:srcRect b="1661" l="0" r="50804" t="0"/>
          <a:stretch/>
        </p:blipFill>
        <p:spPr>
          <a:xfrm>
            <a:off x="5358686" y="5846213"/>
            <a:ext cx="732291" cy="734183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1647625" y="6924450"/>
            <a:ext cx="17724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kicked it 12.73 metres.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4050025" y="6915150"/>
            <a:ext cx="17034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kicked it 9.8 metres.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3" name="Google Shape;223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21725" y="6854175"/>
            <a:ext cx="498675" cy="555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26267" y="6806638"/>
            <a:ext cx="408325" cy="52652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468000" y="5700188"/>
            <a:ext cx="6497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 Addition and subtraction of decimals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6" name="Google Shape;226;p2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108575" y="8305527"/>
            <a:ext cx="1602350" cy="33719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 txBox="1"/>
          <p:nvPr/>
        </p:nvSpPr>
        <p:spPr>
          <a:xfrm>
            <a:off x="1230450" y="8350685"/>
            <a:ext cx="150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did 35.6 seconds.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491500" y="7507800"/>
            <a:ext cx="66240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Lucas, Aisha and Jun record how long they can bounce a basketball for.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total time?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91.92 seconds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much longer did Lucas manage than Jun?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7.73 seconds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29" name="Google Shape;229;p2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878175" y="8383875"/>
            <a:ext cx="1352474" cy="74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2435325" y="8599475"/>
            <a:ext cx="1648251" cy="37182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 txBox="1"/>
          <p:nvPr/>
        </p:nvSpPr>
        <p:spPr>
          <a:xfrm>
            <a:off x="2477510" y="8660433"/>
            <a:ext cx="14742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did 28.45 seconds.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" name="Google Shape;232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739425" y="7406989"/>
            <a:ext cx="970998" cy="97101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4915275" y="8420175"/>
            <a:ext cx="12615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And, I managed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27.87 seconds.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4" name="Google Shape;234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69450" y="8327179"/>
            <a:ext cx="1495117" cy="164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112368" y="8475347"/>
            <a:ext cx="408333" cy="1493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492162" y="8417358"/>
            <a:ext cx="601288" cy="1551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understanding of arithmetic procedures with integers and decimals</a:t>
            </a:r>
            <a:endParaRPr/>
          </a:p>
        </p:txBody>
      </p:sp>
      <p:sp>
        <p:nvSpPr>
          <p:cNvPr id="242" name="Google Shape;242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43" name="Google Shape;24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475125" y="720000"/>
            <a:ext cx="42441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 Here are three slightly different subtractions.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3\ 7\ .\ 4\\&amp;#13;&amp;#10;2\ \ \ \ .\ 3\\&amp;#13;&amp;#10;\ \ \ 0\ .\ \end{array}&quot;&gt;&lt;mtable columnalign=&quot;left&quot; columnspacing=&quot;1em&quot; rowspacing=&quot;4pt&quot;&gt;&lt;mtr&gt;&lt;mtd&gt;&lt;mn&gt;3&lt;/mn&gt;&lt;mtext&gt;&lt;/mtext&gt;&lt;mn&gt;7&lt;/mn&gt;&lt;mtext&gt;&lt;/mtext&gt;&lt;mo&gt;.&lt;/mo&gt;&lt;mtext&gt;&lt;/mtext&gt;&lt;mn&gt;4&lt;/mn&gt;&lt;/mtd&gt;&lt;/mtr&gt;&lt;mtr&gt;&lt;mtd&gt;&lt;mn&gt;2&lt;/mn&gt;&lt;mtext&gt;&lt;/mtext&gt;&lt;mtext&gt;&lt;/mtext&gt;&lt;mtext&gt;&lt;/mtext&gt;&lt;mtext&gt;&lt;/mtext&gt;&lt;mo&gt;.&lt;/mo&gt;&lt;mtext&gt;&lt;/mtext&gt;&lt;mn&gt;3&lt;/mn&gt;&lt;/mtd&gt;&lt;/mtr&gt;&lt;mtr&gt;&lt;mtd&gt;&lt;mtext&gt;&lt;/mtext&gt;&lt;mtext&gt;&lt;/mtext&gt;&lt;mtext&gt;&lt;/mtext&gt;&lt;mn&gt;0&lt;/mn&gt;&lt;mtext&gt;&lt;/mtext&gt;&lt;mo&gt;.&lt;/mo&gt;&lt;mtext&gt;&lt;/mtext&gt;&lt;/mtd&gt;&lt;/mtr&gt;&lt;/mtable&gt;&lt;/math&gt;" id="245" name="Google Shape;245;p21" title="3 lines Line 1: 3 7 period 4 Line 2: 2 period 3 Line 3: 0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0414" y="1099841"/>
            <a:ext cx="569116" cy="973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\ 7\ .\ 4\\&amp;#13;&amp;#10;2\ \ \ \ .\ 5\\&amp;#13;&amp;#10;\ \ \ 0\ .\ \end{array}&quot;&gt;&lt;mtable columnalign=&quot;left&quot; columnspacing=&quot;1em&quot; rowspacing=&quot;4pt&quot;&gt;&lt;mtr&gt;&lt;mtd&gt;&lt;mn&gt;3&lt;/mn&gt;&lt;mtext&gt;&lt;/mtext&gt;&lt;mn&gt;7&lt;/mn&gt;&lt;mtext&gt;&lt;/mtext&gt;&lt;mo&gt;.&lt;/mo&gt;&lt;mtext&gt;&lt;/mtext&gt;&lt;mn&gt;4&lt;/mn&gt;&lt;/mtd&gt;&lt;/mtr&gt;&lt;mtr&gt;&lt;mtd&gt;&lt;mn&gt;2&lt;/mn&gt;&lt;mtext&gt;&lt;/mtext&gt;&lt;mtext&gt;&lt;/mtext&gt;&lt;mtext&gt;&lt;/mtext&gt;&lt;mtext&gt;&lt;/mtext&gt;&lt;mo&gt;.&lt;/mo&gt;&lt;mtext&gt;&lt;/mtext&gt;&lt;mn&gt;5&lt;/mn&gt;&lt;/mtd&gt;&lt;/mtr&gt;&lt;mtr&gt;&lt;mtd&gt;&lt;mtext&gt;&lt;/mtext&gt;&lt;mtext&gt;&lt;/mtext&gt;&lt;mtext&gt;&lt;/mtext&gt;&lt;mn&gt;0&lt;/mn&gt;&lt;mtext&gt;&lt;/mtext&gt;&lt;mo&gt;.&lt;/mo&gt;&lt;mtext&gt;&lt;/mtext&gt;&lt;/mtd&gt;&lt;/mtr&gt;&lt;/mtable&gt;&lt;/math&gt;" id="246" name="Google Shape;246;p21" title="3 lines Line 1: 3 7 period 4 Line 2: 2 period 5 Line 3: 0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3555" y="1099840"/>
            <a:ext cx="569116" cy="973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\ 7\ .\ 4\\&amp;#13;&amp;#10;2\ \ \ \ .\ 5\\&amp;#13;&amp;#10;\ \ \ 8\ .\ \end{array}&quot;&gt;&lt;mtable columnalign=&quot;left&quot; columnspacing=&quot;1em&quot; rowspacing=&quot;4pt&quot;&gt;&lt;mtr&gt;&lt;mtd&gt;&lt;mn&gt;3&lt;/mn&gt;&lt;mtext&gt;&lt;/mtext&gt;&lt;mn&gt;7&lt;/mn&gt;&lt;mtext&gt;&lt;/mtext&gt;&lt;mo&gt;.&lt;/mo&gt;&lt;mtext&gt;&lt;/mtext&gt;&lt;mn&gt;4&lt;/mn&gt;&lt;/mtd&gt;&lt;/mtr&gt;&lt;mtr&gt;&lt;mtd&gt;&lt;mn&gt;2&lt;/mn&gt;&lt;mtext&gt;&lt;/mtext&gt;&lt;mtext&gt;&lt;/mtext&gt;&lt;mtext&gt;&lt;/mtext&gt;&lt;mtext&gt;&lt;/mtext&gt;&lt;mo&gt;.&lt;/mo&gt;&lt;mtext&gt;&lt;/mtext&gt;&lt;mn&gt;5&lt;/mn&gt;&lt;/mtd&gt;&lt;/mtr&gt;&lt;mtr&gt;&lt;mtd&gt;&lt;mtext&gt;&lt;/mtext&gt;&lt;mtext&gt;&lt;/mtext&gt;&lt;mtext&gt;&lt;/mtext&gt;&lt;mn&gt;8&lt;/mn&gt;&lt;mtext&gt;&lt;/mtext&gt;&lt;mo&gt;.&lt;/mo&gt;&lt;mtext&gt;&lt;/mtext&gt;&lt;/mtd&gt;&lt;/mtr&gt;&lt;/mtable&gt;&lt;/math&gt;" id="247" name="Google Shape;247;p21" title="3 lines Line 1: 3 7 period 4 Line 2: 2 period 5 Line 3: 8 perio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5567" y="1099839"/>
            <a:ext cx="569116" cy="97317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>
            <a:off x="816040" y="1446009"/>
            <a:ext cx="16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9" name="Google Shape;249;p21"/>
          <p:cNvCxnSpPr/>
          <p:nvPr/>
        </p:nvCxnSpPr>
        <p:spPr>
          <a:xfrm>
            <a:off x="738822" y="1784713"/>
            <a:ext cx="10143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21"/>
          <p:cNvCxnSpPr/>
          <p:nvPr/>
        </p:nvCxnSpPr>
        <p:spPr>
          <a:xfrm>
            <a:off x="738822" y="2195263"/>
            <a:ext cx="10143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21"/>
          <p:cNvSpPr txBox="1"/>
          <p:nvPr/>
        </p:nvSpPr>
        <p:spPr>
          <a:xfrm>
            <a:off x="3012574" y="1446009"/>
            <a:ext cx="16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5164162" y="1446009"/>
            <a:ext cx="16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3" name="Google Shape;253;p21"/>
          <p:cNvCxnSpPr/>
          <p:nvPr/>
        </p:nvCxnSpPr>
        <p:spPr>
          <a:xfrm>
            <a:off x="3063646" y="1784713"/>
            <a:ext cx="10143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21"/>
          <p:cNvCxnSpPr/>
          <p:nvPr/>
        </p:nvCxnSpPr>
        <p:spPr>
          <a:xfrm>
            <a:off x="3063646" y="2195263"/>
            <a:ext cx="10143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21"/>
          <p:cNvSpPr txBox="1"/>
          <p:nvPr/>
        </p:nvSpPr>
        <p:spPr>
          <a:xfrm>
            <a:off x="475125" y="2346435"/>
            <a:ext cx="6615600" cy="16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Without calculating, explain why the following statements are false.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digit in the       must be 1 in each calculation as the tenths digits are one apart.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True for a but not b &amp; c, as we subtract the bottom digit from the top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digit in the       must be 7 in both cases as the difference is 0.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True for a but not b, as the 1 of the ones would have been exchanged for 10 tenths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digit in the       must be 1 in all three calculations as 3 − 2 = 1.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True for a &amp; b but not c, as 1 of the tens would have been exchanged for 10 ones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missing digits.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6" name="Google Shape;256;p21"/>
          <p:cNvCxnSpPr/>
          <p:nvPr/>
        </p:nvCxnSpPr>
        <p:spPr>
          <a:xfrm>
            <a:off x="5259619" y="1784713"/>
            <a:ext cx="10143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21"/>
          <p:cNvCxnSpPr/>
          <p:nvPr/>
        </p:nvCxnSpPr>
        <p:spPr>
          <a:xfrm>
            <a:off x="5259619" y="2195263"/>
            <a:ext cx="10143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21"/>
          <p:cNvSpPr/>
          <p:nvPr/>
        </p:nvSpPr>
        <p:spPr>
          <a:xfrm>
            <a:off x="2120540" y="2653875"/>
            <a:ext cx="109500" cy="1884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2122088" y="3040184"/>
            <a:ext cx="120000" cy="177300"/>
          </a:xfrm>
          <a:prstGeom prst="triangle">
            <a:avLst>
              <a:gd fmla="val 5000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2122099" y="3384426"/>
            <a:ext cx="161100" cy="1890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601679" y="1086414"/>
            <a:ext cx="28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2876239" y="1086414"/>
            <a:ext cx="28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4950466" y="1086414"/>
            <a:ext cx="28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1222177" y="1418572"/>
            <a:ext cx="134100" cy="338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7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1055058" y="1817111"/>
            <a:ext cx="134100" cy="338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1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1524994" y="1836090"/>
            <a:ext cx="134100" cy="307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3392507" y="1419875"/>
            <a:ext cx="134100" cy="338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6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3674402" y="1826462"/>
            <a:ext cx="134100" cy="338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9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5506688" y="1420820"/>
            <a:ext cx="134100" cy="338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8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5339206" y="1824370"/>
            <a:ext cx="134100" cy="338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0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5788583" y="1827408"/>
            <a:ext cx="134100" cy="338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9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3224357" y="1836090"/>
            <a:ext cx="134100" cy="307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73" name="Google Shape;273;p21"/>
          <p:cNvCxnSpPr/>
          <p:nvPr/>
        </p:nvCxnSpPr>
        <p:spPr>
          <a:xfrm>
            <a:off x="469282" y="41296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21"/>
          <p:cNvSpPr/>
          <p:nvPr/>
        </p:nvSpPr>
        <p:spPr>
          <a:xfrm rot="8702177">
            <a:off x="5981810" y="7376925"/>
            <a:ext cx="845988" cy="497782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466725" y="7416541"/>
            <a:ext cx="6615600" cy="24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Find the cost of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boxes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£9.50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boxes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£47.50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boxes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£23.75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boxes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£28.50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 The Oak students decide to buy one box of chocolates between them.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how much each person pays if: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students buy the box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£2.90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students buy the box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£1.45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students buy the box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£1.16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6" name="Google Shape;27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15325" y="7636741"/>
            <a:ext cx="700037" cy="62379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1"/>
          <p:cNvSpPr txBox="1"/>
          <p:nvPr/>
        </p:nvSpPr>
        <p:spPr>
          <a:xfrm rot="-2043122">
            <a:off x="6098647" y="7337487"/>
            <a:ext cx="948307" cy="3692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£4.75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/>
          <p:nvPr/>
        </p:nvSpPr>
        <p:spPr>
          <a:xfrm rot="8702177">
            <a:off x="5921535" y="8886338"/>
            <a:ext cx="845988" cy="497782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9" name="Google Shape;27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15325" y="9219774"/>
            <a:ext cx="700037" cy="62379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1"/>
          <p:cNvSpPr txBox="1"/>
          <p:nvPr/>
        </p:nvSpPr>
        <p:spPr>
          <a:xfrm rot="-2043122">
            <a:off x="6038372" y="8846900"/>
            <a:ext cx="948307" cy="3692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£5.80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466725" y="4518425"/>
            <a:ext cx="66156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operation on the left to its equivalent on the right.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1284825" y="4845725"/>
            <a:ext cx="449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5104125" y="6046335"/>
            <a:ext cx="108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10 ÷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1284825" y="5221961"/>
            <a:ext cx="449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÷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5104125" y="5225736"/>
            <a:ext cx="957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÷ 2 ÷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1284825" y="5643630"/>
            <a:ext cx="449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5104125" y="4845725"/>
            <a:ext cx="1348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2 × 2 ×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1284825" y="6035010"/>
            <a:ext cx="449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÷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5104125" y="6968260"/>
            <a:ext cx="1229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÷ 10 ×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1284825" y="6968260"/>
            <a:ext cx="449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5104125" y="6440535"/>
            <a:ext cx="957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2 ×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1284825" y="6425435"/>
            <a:ext cx="449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÷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5104125" y="5651180"/>
            <a:ext cx="957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÷ 2 ÷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4" name="Google Shape;294;p21"/>
          <p:cNvCxnSpPr>
            <a:stCxn id="282" idx="3"/>
            <a:endCxn id="283" idx="1"/>
          </p:cNvCxnSpPr>
          <p:nvPr/>
        </p:nvCxnSpPr>
        <p:spPr>
          <a:xfrm>
            <a:off x="1734525" y="5014325"/>
            <a:ext cx="3369600" cy="1200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21"/>
          <p:cNvCxnSpPr>
            <a:stCxn id="284" idx="3"/>
            <a:endCxn id="285" idx="1"/>
          </p:cNvCxnSpPr>
          <p:nvPr/>
        </p:nvCxnSpPr>
        <p:spPr>
          <a:xfrm>
            <a:off x="1734525" y="5390561"/>
            <a:ext cx="3369600" cy="3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21"/>
          <p:cNvCxnSpPr>
            <a:stCxn id="286" idx="3"/>
            <a:endCxn id="287" idx="1"/>
          </p:cNvCxnSpPr>
          <p:nvPr/>
        </p:nvCxnSpPr>
        <p:spPr>
          <a:xfrm flipH="1" rot="10800000">
            <a:off x="1734525" y="5014230"/>
            <a:ext cx="3369600" cy="798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21"/>
          <p:cNvCxnSpPr>
            <a:stCxn id="288" idx="3"/>
            <a:endCxn id="289" idx="1"/>
          </p:cNvCxnSpPr>
          <p:nvPr/>
        </p:nvCxnSpPr>
        <p:spPr>
          <a:xfrm>
            <a:off x="1734525" y="6203610"/>
            <a:ext cx="3369600" cy="933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21"/>
          <p:cNvCxnSpPr>
            <a:stCxn id="292" idx="3"/>
            <a:endCxn id="293" idx="1"/>
          </p:cNvCxnSpPr>
          <p:nvPr/>
        </p:nvCxnSpPr>
        <p:spPr>
          <a:xfrm flipH="1" rot="10800000">
            <a:off x="1734525" y="5819735"/>
            <a:ext cx="3369600" cy="774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21"/>
          <p:cNvCxnSpPr>
            <a:stCxn id="290" idx="3"/>
            <a:endCxn id="291" idx="1"/>
          </p:cNvCxnSpPr>
          <p:nvPr/>
        </p:nvCxnSpPr>
        <p:spPr>
          <a:xfrm flipH="1" rot="10800000">
            <a:off x="1734525" y="6609160"/>
            <a:ext cx="3369600" cy="527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0" name="Google Shape;300;p21"/>
          <p:cNvSpPr txBox="1"/>
          <p:nvPr/>
        </p:nvSpPr>
        <p:spPr>
          <a:xfrm>
            <a:off x="504225" y="4218850"/>
            <a:ext cx="6497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C:  Multiplication and division of decimals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