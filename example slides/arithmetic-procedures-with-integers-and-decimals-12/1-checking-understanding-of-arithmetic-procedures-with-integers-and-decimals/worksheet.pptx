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9b2ad5755c_1_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9b2ad5755c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0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10" Type="http://schemas.openxmlformats.org/officeDocument/2006/relationships/image" Target="../media/image16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438627" y="7700267"/>
            <a:ext cx="1994573" cy="33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>
            <p:ph type="title"/>
          </p:nvPr>
        </p:nvSpPr>
        <p:spPr>
          <a:xfrm>
            <a:off x="468000" y="663954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procedures with integers and decimals</a:t>
            </a:r>
            <a:endParaRPr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749900"/>
            <a:ext cx="67161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missing digits in each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6\ 4\ 1\ 8\\&amp;#13;&amp;#10;4\ 3\ 2\ 5\\&amp;#13;&amp;#10;2\ 0\ 9\ 3\end{array}&quot;&gt;&lt;mtable columnalign=&quot;left&quot; columnspacing=&quot;1em&quot; rowspacing=&quot;4pt&quot;&gt;&lt;mtr&gt;&lt;mtd&gt;&lt;mn&gt;6&lt;/mn&gt;&lt;mtext&gt;&lt;/mtext&gt;&lt;mn&gt;4&lt;/mn&gt;&lt;mtext&gt;&lt;/mtext&gt;&lt;mn&gt;1&lt;/mn&gt;&lt;mtext&gt;&lt;/mtext&gt;&lt;mn&gt;8&lt;/mn&gt;&lt;/mtd&gt;&lt;/mtr&gt;&lt;mtr&gt;&lt;mtd&gt;&lt;mn&gt;4&lt;/mn&gt;&lt;mtext&gt;&lt;/mtext&gt;&lt;mn&gt;3&lt;/mn&gt;&lt;mtext&gt;&lt;/mtext&gt;&lt;mn&gt;2&lt;/mn&gt;&lt;mtext&gt;&lt;/mtext&gt;&lt;mn&gt;5&lt;/mn&gt;&lt;/mtd&gt;&lt;/mtr&gt;&lt;mtr&gt;&lt;mtd&gt;&lt;mn&gt;2&lt;/mn&gt;&lt;mtext&gt;&lt;/mtext&gt;&lt;mn&gt;0&lt;/mn&gt;&lt;mtext&gt;&lt;/mtext&gt;&lt;mn&gt;9&lt;/mn&gt;&lt;mtext&gt;&lt;/mtext&gt;&lt;mn&gt;3&lt;/mn&gt;&lt;/mtd&gt;&lt;/mtr&gt;&lt;/mtable&gt;&lt;/math&gt;" id="165" name="Google Shape;165;p20" title="3 lines Line 1: 6 4 1 8 Line 2: 4 3 2 5 Line 3: 2 0 9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0980" y="2101525"/>
            <a:ext cx="693001" cy="111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 \ \ 4\ 6\ 2\ 5\\&amp;#13;&amp;#10;\ \ \ 6\ 0\ 9\ 2\\&amp;#13;&amp;#10;1\ 0\ 7\ 1\ 7\end{array}&quot;&gt;&lt;mtable columnalign=&quot;left&quot; columnspacing=&quot;1em&quot; rowspacing=&quot;4pt&quot;&gt;&lt;mtr&gt;&lt;mtd&gt;&lt;mtext&gt;&lt;/mtext&gt;&lt;mtext&gt;&lt;/mtext&gt;&lt;mtext&gt;&lt;/mtext&gt;&lt;mn&gt;4&lt;/mn&gt;&lt;mtext&gt;&lt;/mtext&gt;&lt;mn&gt;6&lt;/mn&gt;&lt;mtext&gt;&lt;/mtext&gt;&lt;mn&gt;2&lt;/mn&gt;&lt;mtext&gt;&lt;/mtext&gt;&lt;mn&gt;5&lt;/mn&gt;&lt;/mtd&gt;&lt;/mtr&gt;&lt;mtr&gt;&lt;mtd&gt;&lt;mtext&gt;&lt;/mtext&gt;&lt;mtext&gt;&lt;/mtext&gt;&lt;mtext&gt;&lt;/mtext&gt;&lt;mn&gt;6&lt;/mn&gt;&lt;mtext&gt;&lt;/mtext&gt;&lt;mn&gt;0&lt;/mn&gt;&lt;mtext&gt;&lt;/mtext&gt;&lt;mn&gt;9&lt;/mn&gt;&lt;mtext&gt;&lt;/mtext&gt;&lt;mn&gt;2&lt;/mn&gt;&lt;/mtd&gt;&lt;/mtr&gt;&lt;mtr&gt;&lt;mtd&gt;&lt;mn&gt;1&lt;/mn&gt;&lt;mtext&gt;&lt;/mtext&gt;&lt;mn&gt;0&lt;/mn&gt;&lt;mtext&gt;&lt;/mtext&gt;&lt;mn&gt;7&lt;/mn&gt;&lt;mtext&gt;&lt;/mtext&gt;&lt;mn&gt;1&lt;/mn&gt;&lt;mtext&gt;&lt;/mtext&gt;&lt;mn&gt;7&lt;/mn&gt;&lt;/mtd&gt;&lt;/mtr&gt;&lt;/mtable&gt;&lt;/math&gt;" id="166" name="Google Shape;166;p20" title="3 lines Line 1: 4 6 2 5 Line 2: 6 0 9 2 Line 3: 1 0 7 1 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9910" y="2101525"/>
            <a:ext cx="868998" cy="1112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7\ 3\ 5\\&amp;#13;&amp;#10;3\ 8\ 7\\&amp;#13;&amp;#10;3\ 4\ 8\end{array}&quot;&gt;&lt;mtable columnalign=&quot;left&quot; columnspacing=&quot;1em&quot; rowspacing=&quot;4pt&quot;&gt;&lt;mtr&gt;&lt;mtd&gt;&lt;mn&gt;7&lt;/mn&gt;&lt;mtext&gt;&lt;/mtext&gt;&lt;mn&gt;3&lt;/mn&gt;&lt;mtext&gt;&lt;/mtext&gt;&lt;mn&gt;5&lt;/mn&gt;&lt;/mtd&gt;&lt;/mtr&gt;&lt;mtr&gt;&lt;mtd&gt;&lt;mn&gt;3&lt;/mn&gt;&lt;mtext&gt;&lt;/mtext&gt;&lt;mn&gt;8&lt;/mn&gt;&lt;mtext&gt;&lt;/mtext&gt;&lt;mn&gt;7&lt;/mn&gt;&lt;/mtd&gt;&lt;/mtr&gt;&lt;mtr&gt;&lt;mtd&gt;&lt;mn&gt;3&lt;/mn&gt;&lt;mtext&gt;&lt;/mtext&gt;&lt;mn&gt;4&lt;/mn&gt;&lt;mtext&gt;&lt;/mtext&gt;&lt;mn&gt;8&lt;/mn&gt;&lt;/mtd&gt;&lt;/mtr&gt;&lt;/mtable&gt;&lt;/math&gt;" id="167" name="Google Shape;167;p20" title="3 lines Line 1: 7 3 5 Line 2: 3 8 7 Line 3: 3 4 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69174" y="2101525"/>
            <a:ext cx="498665" cy="1112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 4\ 6\\&amp;#13;&amp;#10;3\ 9\ 4\\&amp;#13;&amp;#10;5\ 4\ 0\end{array}&quot;&gt;&lt;mtable columnalign=&quot;left&quot; columnspacing=&quot;1em&quot; rowspacing=&quot;4pt&quot;&gt;&lt;mtr&gt;&lt;mtd&gt;&lt;mn&gt;1&lt;/mn&gt;&lt;mtext&gt;&lt;/mtext&gt;&lt;mn&gt;4&lt;/mn&gt;&lt;mtext&gt;&lt;/mtext&gt;&lt;mn&gt;6&lt;/mn&gt;&lt;/mtd&gt;&lt;/mtr&gt;&lt;mtr&gt;&lt;mtd&gt;&lt;mn&gt;3&lt;/mn&gt;&lt;mtext&gt;&lt;/mtext&gt;&lt;mn&gt;9&lt;/mn&gt;&lt;mtext&gt;&lt;/mtext&gt;&lt;mn&gt;4&lt;/mn&gt;&lt;/mtd&gt;&lt;/mtr&gt;&lt;mtr&gt;&lt;mtd&gt;&lt;mn&gt;5&lt;/mn&gt;&lt;mtext&gt;&lt;/mtext&gt;&lt;mn&gt;4&lt;/mn&gt;&lt;mtext&gt;&lt;/mtext&gt;&lt;mn&gt;0&lt;/mn&gt;&lt;/mtd&gt;&lt;/mtr&gt;&lt;/mtable&gt;&lt;/math&gt;" id="168" name="Google Shape;168;p20" title="3 lines Line 1: 1 4 6 Line 2: 3 9 4 Line 3: 5 4 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54770" y="2101525"/>
            <a:ext cx="502332" cy="111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857119" y="2473405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0" name="Google Shape;170;p20"/>
          <p:cNvCxnSpPr/>
          <p:nvPr/>
        </p:nvCxnSpPr>
        <p:spPr>
          <a:xfrm>
            <a:off x="833842" y="2850350"/>
            <a:ext cx="7686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0"/>
          <p:cNvCxnSpPr/>
          <p:nvPr/>
        </p:nvCxnSpPr>
        <p:spPr>
          <a:xfrm>
            <a:off x="833842" y="3260900"/>
            <a:ext cx="7686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0"/>
          <p:cNvSpPr txBox="1"/>
          <p:nvPr/>
        </p:nvSpPr>
        <p:spPr>
          <a:xfrm>
            <a:off x="2450551" y="2505589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" name="Google Shape;173;p20"/>
          <p:cNvCxnSpPr/>
          <p:nvPr/>
        </p:nvCxnSpPr>
        <p:spPr>
          <a:xfrm>
            <a:off x="2450560" y="2882525"/>
            <a:ext cx="7449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0"/>
          <p:cNvCxnSpPr/>
          <p:nvPr/>
        </p:nvCxnSpPr>
        <p:spPr>
          <a:xfrm>
            <a:off x="2450560" y="3293075"/>
            <a:ext cx="7449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0"/>
          <p:cNvCxnSpPr/>
          <p:nvPr/>
        </p:nvCxnSpPr>
        <p:spPr>
          <a:xfrm>
            <a:off x="4230454" y="2865725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0"/>
          <p:cNvCxnSpPr/>
          <p:nvPr/>
        </p:nvCxnSpPr>
        <p:spPr>
          <a:xfrm>
            <a:off x="4230454" y="3276275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0"/>
          <p:cNvSpPr txBox="1"/>
          <p:nvPr/>
        </p:nvSpPr>
        <p:spPr>
          <a:xfrm>
            <a:off x="4230454" y="2488480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+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6046580" y="2882850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6046580" y="3293400"/>
            <a:ext cx="10041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0"/>
          <p:cNvSpPr txBox="1"/>
          <p:nvPr/>
        </p:nvSpPr>
        <p:spPr>
          <a:xfrm>
            <a:off x="6046581" y="2505605"/>
            <a:ext cx="167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023978" y="2048339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409308" y="2474139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207310" y="2887014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013657" y="2064561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2834346" y="2473548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628390" y="2919211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615785" y="2029378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408284" y="2491856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215616" y="2902406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796472" y="2474156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993718" y="2919206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223040" y="2048353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6420286" y="2465603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798847" y="2044297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6603182" y="2919522"/>
            <a:ext cx="196800" cy="33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097172" y="2047600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6400" y="2063800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3839165" y="2028625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74675" y="2028625"/>
            <a:ext cx="271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05500" y="1436800"/>
            <a:ext cx="649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Arithmetic procedures with integers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474757" y="6432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20"/>
          <p:cNvSpPr txBox="1"/>
          <p:nvPr/>
        </p:nvSpPr>
        <p:spPr>
          <a:xfrm>
            <a:off x="480475" y="3807300"/>
            <a:ext cx="66240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Calculate the following, without a calculator.  Try to use the efficient methods we have talked about.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580 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87 ×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26 ×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 ×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485 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965025" y="7650775"/>
            <a:ext cx="1895875" cy="3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468000" y="6954450"/>
            <a:ext cx="46827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 and Andeep record how far they kick a football.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total distance?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Much much further did Sofia kick the ball?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5" name="Google Shape;205;p20"/>
          <p:cNvPicPr preferRelativeResize="0"/>
          <p:nvPr/>
        </p:nvPicPr>
        <p:blipFill rotWithShape="1">
          <a:blip r:embed="rId8">
            <a:alphaModFix/>
          </a:blip>
          <a:srcRect b="1661" l="0" r="50804" t="0"/>
          <a:stretch/>
        </p:blipFill>
        <p:spPr>
          <a:xfrm>
            <a:off x="5358686" y="6684413"/>
            <a:ext cx="732291" cy="73418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1647625" y="7762650"/>
            <a:ext cx="17724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kicked it 12.73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050025" y="7753350"/>
            <a:ext cx="17034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kicked it 9.8 metres.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8" name="Google Shape;20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21725" y="7692375"/>
            <a:ext cx="498675" cy="555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26267" y="7644838"/>
            <a:ext cx="408325" cy="52652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468000" y="6538388"/>
            <a:ext cx="649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Addition and subtraction of decimals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idx="1" type="subTitle"/>
          </p:nvPr>
        </p:nvSpPr>
        <p:spPr>
          <a:xfrm>
            <a:off x="466825" y="360000"/>
            <a:ext cx="577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understanding of arithmetic procedures with integers and decimals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96100" y="1535277"/>
            <a:ext cx="1602350" cy="33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1217975" y="1580435"/>
            <a:ext cx="150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did 35.6 seconds.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79025" y="737550"/>
            <a:ext cx="662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Lucas, Aisha and Jun record how long they can bounce a basketball for.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total time?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much longer did Lucas manage than Jun?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865700" y="1613625"/>
            <a:ext cx="1352474" cy="74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2422850" y="1829225"/>
            <a:ext cx="1648251" cy="371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2465035" y="1890183"/>
            <a:ext cx="14742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did 28.45 seconds.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3150" y="636739"/>
            <a:ext cx="970998" cy="97101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4902800" y="1649925"/>
            <a:ext cx="12615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And, I managed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27.87 seconds.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975" y="1556929"/>
            <a:ext cx="1495117" cy="164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9893" y="1705097"/>
            <a:ext cx="408333" cy="149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9687" y="1647108"/>
            <a:ext cx="601288" cy="155134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75125" y="4834800"/>
            <a:ext cx="42441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Here are three slightly different subtractions.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75125" y="6461235"/>
            <a:ext cx="66156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Without calculating, explain why the following statements are false.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digit in the       must be 1 in each calculation as the tenths digits are one apart.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digit in the       must be 7 in both cases as the difference is 0.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digit in the       must be 1 in all three calculations as 3 − 2 = 1.  Find the missing digits.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120540" y="6950708"/>
            <a:ext cx="109500" cy="188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2122088" y="7328551"/>
            <a:ext cx="120000" cy="1773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2122099" y="7653742"/>
            <a:ext cx="161100" cy="1890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\ 7\ .\ 4\\&amp;#13;&amp;#10;2\ \ \ \ .\ 3\\&amp;#13;&amp;#10;\ \ \ 0\ .\ \end{array}&quot;&gt;&lt;mtable columnalign=&quot;left&quot; columnspacing=&quot;1em&quot; rowspacing=&quot;4pt&quot;&gt;&lt;mtr&gt;&lt;mtd&gt;&lt;mn&gt;3&lt;/mn&gt;&lt;mtext&gt;&lt;/mtext&gt;&lt;mn&gt;7&lt;/mn&gt;&lt;mtext&gt;&lt;/mtext&gt;&lt;mo&gt;.&lt;/mo&gt;&lt;mtext&gt;&lt;/mtext&gt;&lt;mn&gt;4&lt;/mn&gt;&lt;/mtd&gt;&lt;/mtr&gt;&lt;mtr&gt;&lt;mtd&gt;&lt;mn&gt;2&lt;/mn&gt;&lt;mtext&gt;&lt;/mtext&gt;&lt;mtext&gt;&lt;/mtext&gt;&lt;mtext&gt;&lt;/mtext&gt;&lt;mtext&gt;&lt;/mtext&gt;&lt;mo&gt;.&lt;/mo&gt;&lt;mtext&gt;&lt;/mtext&gt;&lt;mn&gt;3&lt;/mn&gt;&lt;/mtd&gt;&lt;/mtr&gt;&lt;mtr&gt;&lt;mtd&gt;&lt;mtext&gt;&lt;/mtext&gt;&lt;mtext&gt;&lt;/mtext&gt;&lt;mtext&gt;&lt;/mtext&gt;&lt;mn&gt;0&lt;/mn&gt;&lt;mtext&gt;&lt;/mtext&gt;&lt;mo&gt;.&lt;/mo&gt;&lt;mtext&gt;&lt;/mtext&gt;&lt;/mtd&gt;&lt;/mtr&gt;&lt;/mtable&gt;&lt;/math&gt;" id="232" name="Google Shape;232;p21" title="3 lines Line 1: 3 7 period 4 Line 2: 2 period 3 Line 3: 0 perio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4376" y="5138427"/>
            <a:ext cx="649663" cy="973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7\ .\ 4\\&amp;#13;&amp;#10;2\ \ \ \ .\ 5\\&amp;#13;&amp;#10;\ \ \ 0\ .\ \end{array}&quot;&gt;&lt;mtable columnalign=&quot;left&quot; columnspacing=&quot;1em&quot; rowspacing=&quot;4pt&quot;&gt;&lt;mtr&gt;&lt;mtd&gt;&lt;mn&gt;3&lt;/mn&gt;&lt;mtext&gt;&lt;/mtext&gt;&lt;mn&gt;7&lt;/mn&gt;&lt;mtext&gt;&lt;/mtext&gt;&lt;mo&gt;.&lt;/mo&gt;&lt;mtext&gt;&lt;/mtext&gt;&lt;mn&gt;4&lt;/mn&gt;&lt;/mtd&gt;&lt;/mtr&gt;&lt;mtr&gt;&lt;mtd&gt;&lt;mn&gt;2&lt;/mn&gt;&lt;mtext&gt;&lt;/mtext&gt;&lt;mtext&gt;&lt;/mtext&gt;&lt;mtext&gt;&lt;/mtext&gt;&lt;mtext&gt;&lt;/mtext&gt;&lt;mo&gt;.&lt;/mo&gt;&lt;mtext&gt;&lt;/mtext&gt;&lt;mn&gt;5&lt;/mn&gt;&lt;/mtd&gt;&lt;/mtr&gt;&lt;mtr&gt;&lt;mtd&gt;&lt;mtext&gt;&lt;/mtext&gt;&lt;mtext&gt;&lt;/mtext&gt;&lt;mtext&gt;&lt;/mtext&gt;&lt;mn&gt;0&lt;/mn&gt;&lt;mtext&gt;&lt;/mtext&gt;&lt;mo&gt;.&lt;/mo&gt;&lt;mtext&gt;&lt;/mtext&gt;&lt;/mtd&gt;&lt;/mtr&gt;&lt;/mtable&gt;&lt;/math&gt;" id="233" name="Google Shape;233;p21" title="3 lines Line 1: 3 7 period 4 Line 2: 2 period 5 Line 3: 0 perio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25083" y="5138426"/>
            <a:ext cx="649663" cy="973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\ 7\ .\ 4\\&amp;#13;&amp;#10;2\ \ \ \ .\ 5\\&amp;#13;&amp;#10;\ \ \ 8\ .\ \end{array}&quot;&gt;&lt;mtable columnalign=&quot;left&quot; columnspacing=&quot;1em&quot; rowspacing=&quot;4pt&quot;&gt;&lt;mtr&gt;&lt;mtd&gt;&lt;mn&gt;3&lt;/mn&gt;&lt;mtext&gt;&lt;/mtext&gt;&lt;mn&gt;7&lt;/mn&gt;&lt;mtext&gt;&lt;/mtext&gt;&lt;mo&gt;.&lt;/mo&gt;&lt;mtext&gt;&lt;/mtext&gt;&lt;mn&gt;4&lt;/mn&gt;&lt;/mtd&gt;&lt;/mtr&gt;&lt;mtr&gt;&lt;mtd&gt;&lt;mn&gt;2&lt;/mn&gt;&lt;mtext&gt;&lt;/mtext&gt;&lt;mtext&gt;&lt;/mtext&gt;&lt;mtext&gt;&lt;/mtext&gt;&lt;mtext&gt;&lt;/mtext&gt;&lt;mo&gt;.&lt;/mo&gt;&lt;mtext&gt;&lt;/mtext&gt;&lt;mn&gt;5&lt;/mn&gt;&lt;/mtd&gt;&lt;/mtr&gt;&lt;mtr&gt;&lt;mtd&gt;&lt;mtext&gt;&lt;/mtext&gt;&lt;mtext&gt;&lt;/mtext&gt;&lt;mtext&gt;&lt;/mtext&gt;&lt;mn&gt;8&lt;/mn&gt;&lt;mtext&gt;&lt;/mtext&gt;&lt;mo&gt;.&lt;/mo&gt;&lt;mtext&gt;&lt;/mtext&gt;&lt;/mtd&gt;&lt;/mtr&gt;&lt;/mtable&gt;&lt;/math&gt;" id="234" name="Google Shape;234;p21" title="3 lines Line 1: 3 7 period 4 Line 2: 2 period 5 Line 3: 8 perio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47425" y="5138425"/>
            <a:ext cx="649663" cy="97317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903920" y="5484596"/>
            <a:ext cx="1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777269" y="5823300"/>
            <a:ext cx="1158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1"/>
          <p:cNvCxnSpPr/>
          <p:nvPr/>
        </p:nvCxnSpPr>
        <p:spPr>
          <a:xfrm>
            <a:off x="777269" y="6233850"/>
            <a:ext cx="1158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" name="Google Shape;238;p21"/>
          <p:cNvSpPr txBox="1"/>
          <p:nvPr/>
        </p:nvSpPr>
        <p:spPr>
          <a:xfrm>
            <a:off x="3411331" y="5484596"/>
            <a:ext cx="1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5867435" y="5484596"/>
            <a:ext cx="18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>
            <a:off x="3202526" y="5823300"/>
            <a:ext cx="1158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3202526" y="6233850"/>
            <a:ext cx="1158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1"/>
          <p:cNvCxnSpPr/>
          <p:nvPr/>
        </p:nvCxnSpPr>
        <p:spPr>
          <a:xfrm>
            <a:off x="5709297" y="5823300"/>
            <a:ext cx="1158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5709297" y="6233850"/>
            <a:ext cx="1158000" cy="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1"/>
          <p:cNvSpPr/>
          <p:nvPr/>
        </p:nvSpPr>
        <p:spPr>
          <a:xfrm>
            <a:off x="1602526" y="5859975"/>
            <a:ext cx="224400" cy="3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4142358" y="5859975"/>
            <a:ext cx="224400" cy="3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/>
          <p:nvPr/>
        </p:nvSpPr>
        <p:spPr>
          <a:xfrm>
            <a:off x="6554841" y="5859975"/>
            <a:ext cx="224400" cy="3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1275449" y="5444475"/>
            <a:ext cx="245700" cy="3177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753217" y="5444475"/>
            <a:ext cx="245700" cy="3177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970840" y="5842525"/>
            <a:ext cx="329700" cy="3387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3448962" y="5859225"/>
            <a:ext cx="329700" cy="3387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884713" y="5859225"/>
            <a:ext cx="329700" cy="3387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225556" y="5449816"/>
            <a:ext cx="183600" cy="317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85250" y="5125000"/>
            <a:ext cx="3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3081731" y="5125000"/>
            <a:ext cx="3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5449525" y="5125000"/>
            <a:ext cx="32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2" name="Google Shape;262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arithmetic procedures with integers and decimals</a:t>
            </a:r>
            <a:endParaRPr/>
          </a:p>
        </p:txBody>
      </p:sp>
      <p:sp>
        <p:nvSpPr>
          <p:cNvPr id="263" name="Google Shape;263;p22"/>
          <p:cNvSpPr txBox="1"/>
          <p:nvPr>
            <p:ph idx="2" type="subTitle"/>
          </p:nvPr>
        </p:nvSpPr>
        <p:spPr>
          <a:xfrm>
            <a:off x="3920400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504225" y="713650"/>
            <a:ext cx="649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C:  Multiplication and division of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6" name="Google Shape;266;p22"/>
          <p:cNvCxnSpPr/>
          <p:nvPr/>
        </p:nvCxnSpPr>
        <p:spPr>
          <a:xfrm>
            <a:off x="469282" y="670826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2"/>
          <p:cNvSpPr/>
          <p:nvPr/>
        </p:nvSpPr>
        <p:spPr>
          <a:xfrm rot="8702177">
            <a:off x="5981810" y="3871725"/>
            <a:ext cx="845988" cy="497782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466725" y="3911341"/>
            <a:ext cx="6615600" cy="24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Find the cost of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boxes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boxes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boxes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boxes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The Oak students decide to buy one box of chocolates between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how much each person pays if: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students buy the box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students buy the box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students buy the box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9" name="Google Shape;2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325" y="4131541"/>
            <a:ext cx="700037" cy="62379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 rot="-2043122">
            <a:off x="6098647" y="3832287"/>
            <a:ext cx="948307" cy="3692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£4.75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2"/>
          <p:cNvSpPr/>
          <p:nvPr/>
        </p:nvSpPr>
        <p:spPr>
          <a:xfrm rot="8702177">
            <a:off x="5921535" y="5381138"/>
            <a:ext cx="845988" cy="497782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325" y="5714574"/>
            <a:ext cx="700037" cy="62379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2"/>
          <p:cNvSpPr txBox="1"/>
          <p:nvPr/>
        </p:nvSpPr>
        <p:spPr>
          <a:xfrm rot="-2043122">
            <a:off x="6038372" y="5341700"/>
            <a:ext cx="948307" cy="3692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£5.80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466725" y="1013225"/>
            <a:ext cx="6615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operation on the left to its equivalent on the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1284825" y="1340525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5104125" y="2541135"/>
            <a:ext cx="108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10 ÷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284825" y="1716761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5104125" y="1720536"/>
            <a:ext cx="9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2 ÷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2"/>
          <p:cNvSpPr txBox="1"/>
          <p:nvPr/>
        </p:nvSpPr>
        <p:spPr>
          <a:xfrm>
            <a:off x="1284825" y="2138430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2"/>
          <p:cNvSpPr txBox="1"/>
          <p:nvPr/>
        </p:nvSpPr>
        <p:spPr>
          <a:xfrm>
            <a:off x="5104125" y="1340525"/>
            <a:ext cx="134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2 ×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2"/>
          <p:cNvSpPr txBox="1"/>
          <p:nvPr/>
        </p:nvSpPr>
        <p:spPr>
          <a:xfrm>
            <a:off x="1284825" y="2529810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5104125" y="3341904"/>
            <a:ext cx="12294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10 × 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1284825" y="3341904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2"/>
          <p:cNvSpPr txBox="1"/>
          <p:nvPr/>
        </p:nvSpPr>
        <p:spPr>
          <a:xfrm>
            <a:off x="5104125" y="2935335"/>
            <a:ext cx="9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2 ×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1284825" y="2920235"/>
            <a:ext cx="449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5104125" y="2145980"/>
            <a:ext cx="95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÷ 2 ÷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