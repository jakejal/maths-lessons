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120.xml"/>
  <Override ContentType="application/vnd.openxmlformats-officedocument.presentationml.slideLayout+xml" PartName="/ppt/slideLayouts/slideLayout9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98.xml"/>
  <Override ContentType="application/vnd.openxmlformats-officedocument.presentationml.slideLayout+xml" PartName="/ppt/slideLayouts/slideLayout110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2.xml"/>
  <Override ContentType="application/vnd.openxmlformats-officedocument.presentationml.slideLayout+xml" PartName="/ppt/slideLayouts/slideLayout119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78.xml"/>
  <Override ContentType="application/vnd.openxmlformats-officedocument.presentationml.slideLayout+xml" PartName="/ppt/slideLayouts/slideLayout65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122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04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117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1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84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67.xml"/>
  <Override ContentType="application/vnd.openxmlformats-officedocument.presentationml.slideLayout+xml" PartName="/ppt/slideLayouts/slideLayout92.xml"/>
  <Override ContentType="application/vnd.openxmlformats-officedocument.presentationml.slideLayout+xml" PartName="/ppt/slideLayouts/slideLayout116.xml"/>
  <Override ContentType="application/vnd.openxmlformats-officedocument.presentationml.slideLayout+xml" PartName="/ppt/slideLayouts/slideLayout83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9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106.xml"/>
  <Override ContentType="application/vnd.openxmlformats-officedocument.presentationml.slideLayout+xml" PartName="/ppt/slideLayouts/slideLayout77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73.xml"/>
  <Override ContentType="application/vnd.openxmlformats-officedocument.presentationml.slideLayout+xml" PartName="/ppt/slideLayouts/slideLayout123.xml"/>
  <Override ContentType="application/vnd.openxmlformats-officedocument.presentationml.slideLayout+xml" PartName="/ppt/slideLayouts/slideLayout86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81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69.xml"/>
  <Override ContentType="application/vnd.openxmlformats-officedocument.presentationml.slideLayout+xml" PartName="/ppt/slideLayouts/slideLayout94.xml"/>
  <Override ContentType="application/vnd.openxmlformats-officedocument.presentationml.slideLayout+xml" PartName="/ppt/slideLayouts/slideLayout114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8.xml"/>
  <Override ContentType="application/vnd.openxmlformats-officedocument.presentationml.slideLayout+xml" PartName="/ppt/slideLayouts/slideLayout112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75.xml"/>
  <Override ContentType="application/vnd.openxmlformats-officedocument.presentationml.slideLayout+xml" PartName="/ppt/slideLayouts/slideLayout10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Layout+xml" PartName="/ppt/slideLayouts/slideLayout97.xml"/>
  <Override ContentType="application/vnd.openxmlformats-officedocument.presentationml.slideLayout+xml" PartName="/ppt/slideLayouts/slideLayout111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03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89.xml"/>
  <Override ContentType="application/vnd.openxmlformats-officedocument.presentationml.slideLayout+xml" PartName="/ppt/slideLayouts/slideLayout70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95.xml"/>
  <Override ContentType="application/vnd.openxmlformats-officedocument.presentationml.slideLayout+xml" PartName="/ppt/slideLayouts/slideLayout101.xml"/>
  <Override ContentType="application/vnd.openxmlformats-officedocument.presentationml.slideLayout+xml" PartName="/ppt/slideLayouts/slideLayout64.xml"/>
  <Override ContentType="application/vnd.openxmlformats-officedocument.presentationml.slideLayout+xml" PartName="/ppt/slideLayouts/slideLayout99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05.xml"/>
  <Override ContentType="application/vnd.openxmlformats-officedocument.presentationml.slideLayout+xml" PartName="/ppt/slideLayouts/slideLayout118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85.xml"/>
  <Override ContentType="application/vnd.openxmlformats-officedocument.presentationml.slideLayout+xml" PartName="/ppt/slideLayouts/slideLayout72.xml"/>
  <Override ContentType="application/vnd.openxmlformats-officedocument.presentationml.slideLayout+xml" PartName="/ppt/slideLayouts/slideLayout7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6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12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76.xml"/>
  <Override ContentType="application/vnd.openxmlformats-officedocument.presentationml.slideLayout+xml" PartName="/ppt/slideLayouts/slideLayout107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124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74.xml"/>
  <Override ContentType="application/vnd.openxmlformats-officedocument.presentationml.slideLayout+xml" PartName="/ppt/slideLayouts/slideLayout109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91.xml"/>
  <Override ContentType="application/vnd.openxmlformats-officedocument.presentationml.slideLayout+xml" PartName="/ppt/slideLayouts/slideLayout68.xml"/>
  <Override ContentType="application/vnd.openxmlformats-officedocument.presentationml.slideLayout+xml" PartName="/ppt/slideLayouts/slideLayout115.xml"/>
  <Override ContentType="application/vnd.openxmlformats-officedocument.presentationml.slideLayout+xml" PartName="/ppt/slideLayouts/slideLayout82.xml"/>
  <Override ContentType="application/vnd.openxmlformats-officedocument.presentationml.slideLayout+xml" PartName="/ppt/slideLayouts/slideLayout100.xml"/>
  <Override ContentType="application/vnd.openxmlformats-officedocument.presentationml.slideLayout+xml" PartName="/ppt/slideLayouts/slideLayout113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8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8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63.xml"/>
  <Override ContentType="application/vnd.openxmlformats-officedocument.presentationml.slideLayout+xml" PartName="/ppt/slideLayouts/slideLayout93.xml"/>
  <Override ContentType="application/vnd.openxmlformats-officedocument.presentationml.slideLayout+xml" PartName="/ppt/slideLayouts/slideLayout27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772" r:id="rId4"/>
    <p:sldMasterId id="2147483773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A0F87A1-31AF-47F4-A80A-FE93CF6DF1AF}">
  <a:tblStyle styleId="{EA0F87A1-31AF-47F4-A80A-FE93CF6DF1AF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1" Type="http://schemas.openxmlformats.org/officeDocument/2006/relationships/theme" Target="theme/theme3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7" name="Shape 1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8" name="Google Shape;1488;g279955a40ae_0_8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9" name="Google Shape;1489;g279955a40ae_0_8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3" name="Shape 1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4" name="Google Shape;1494;g279955a40ae_0_8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5" name="Google Shape;1495;g279955a40ae_0_8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8" name="Shape 1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9" name="Google Shape;1499;g279955a40ae_0_8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0" name="Google Shape;1500;g279955a40ae_0_8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3" name="Shape 1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4" name="Google Shape;1504;g292adba7420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5" name="Google Shape;1505;g292adba7420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0" name="Shape 1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1" name="Google Shape;1511;g292adba7420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2" name="Google Shape;1512;g292adba7420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8" name="Shape 1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9" name="Google Shape;1519;g292adba7420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0" name="Google Shape;1520;g292adba7420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7" name="Shape 1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8" name="Google Shape;1538;g292adba7420_0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9" name="Google Shape;1539;g292adba7420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1" name="Shape 1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2" name="Google Shape;1572;g292adba7420_0_19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3" name="Google Shape;1573;g292adba7420_0_19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7" name="Shape 1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8" name="Google Shape;1578;g292adba7420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9" name="Google Shape;1579;g292adba7420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1" name="Shape 1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2" name="Google Shape;1592;g292adba7420_0_10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3" name="Google Shape;1593;g292adba7420_0_10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0" name="Shape 1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1" name="Google Shape;1601;g292adba7420_0_19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2" name="Google Shape;1602;g292adba7420_0_19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2" name="Shape 1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3" name="Google Shape;1613;g292adba7420_0_10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4" name="Google Shape;1614;g292adba7420_0_10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1" name="Shape 1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2" name="Google Shape;1632;g292adba7420_0_10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3" name="Google Shape;1633;g292adba7420_0_10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5" name="Shape 16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6" name="Google Shape;1676;g292adba7420_0_18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7" name="Google Shape;1677;g292adba7420_0_18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2" name="Shape 1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3" name="Google Shape;1713;g292adba7420_0_19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4" name="Google Shape;1714;g292adba7420_0_19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6" name="Shape 1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7" name="Google Shape;1747;g292adba7420_0_20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8" name="Google Shape;1748;g292adba7420_0_20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4" name="Shape 17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5" name="Google Shape;1785;g292adba7420_0_20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6" name="Google Shape;1786;g292adba7420_0_20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9" name="Shape 18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0" name="Google Shape;1820;g1ea1e292f8f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1" name="Google Shape;1821;g1ea1e292f8f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8" name="Shape 18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9" name="Google Shape;1829;g292adba7420_0_21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0" name="Google Shape;1830;g292adba7420_0_2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7" name="Shape 18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8" name="Google Shape;1838;g292adba7420_0_20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9" name="Google Shape;1839;g292adba7420_0_20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5" name="Shape 18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6" name="Google Shape;1846;g292adba7420_0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7" name="Google Shape;1847;g292adba7420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6" name="Shape 18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7" name="Google Shape;1867;g292adba7420_0_21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8" name="Google Shape;1868;g292adba7420_0_2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8" name="Shape 18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9" name="Google Shape;1889;g292adba7420_0_21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0" name="Google Shape;1890;g292adba7420_0_21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0" name="Shape 19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1" name="Google Shape;1921;g292adba7420_0_21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2" name="Google Shape;1922;g292adba7420_0_21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4" name="Shape 19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5" name="Google Shape;1965;g293323440c3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6" name="Google Shape;1966;g293323440c3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8" name="Shape 20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9" name="Google Shape;2009;g292adba7420_0_24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0" name="Google Shape;2010;g292adba7420_0_24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1" name="Shape 20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2" name="Google Shape;2042;g292adba7420_0_22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3" name="Google Shape;2043;g292adba7420_0_22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3" name="Shape 20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4" name="Google Shape;2064;g292adba7420_0_23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5" name="Google Shape;2065;g292adba7420_0_23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7" name="Shape 20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8" name="Google Shape;2088;g292adba7420_0_23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9" name="Google Shape;2089;g292adba7420_0_23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5" name="Shape 2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6" name="Google Shape;2106;g292adba7420_0_23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7" name="Google Shape;2107;g292adba7420_0_23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7" name="Shape 2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8" name="Google Shape;2128;g1ea1e292f8f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9" name="Google Shape;2129;g1ea1e292f8f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3" name="Shape 2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4" name="Google Shape;2134;g292adba7420_0_23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5" name="Google Shape;2135;g292adba7420_0_23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9" name="Shape 2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0" name="Google Shape;2140;g293323440c3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1" name="Google Shape;2141;g293323440c3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3" name="Shape 2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4" name="Google Shape;2164;g293323440c3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5" name="Google Shape;2165;g293323440c3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9" name="Shape 2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0" name="Google Shape;2170;g279955a40ae_0_8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1" name="Google Shape;2171;g279955a40ae_0_8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8" name="Shape 2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9" name="Google Shape;2179;g279955a40ae_0_8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0" name="Google Shape;2180;g279955a40ae_0_8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2.png"/><Relationship Id="rId4" Type="http://schemas.openxmlformats.org/officeDocument/2006/relationships/image" Target="../media/image8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2.png"/><Relationship Id="rId4" Type="http://schemas.openxmlformats.org/officeDocument/2006/relationships/image" Target="../media/image6.png"/><Relationship Id="rId5" Type="http://schemas.openxmlformats.org/officeDocument/2006/relationships/image" Target="../media/image7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2.png"/><Relationship Id="rId4" Type="http://schemas.openxmlformats.org/officeDocument/2006/relationships/image" Target="../media/image8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4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24.png"/><Relationship Id="rId4" Type="http://schemas.openxmlformats.org/officeDocument/2006/relationships/image" Target="../media/image2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2.png"/><Relationship Id="rId4" Type="http://schemas.openxmlformats.org/officeDocument/2006/relationships/image" Target="../media/image13.png"/><Relationship Id="rId5" Type="http://schemas.openxmlformats.org/officeDocument/2006/relationships/image" Target="../media/image12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16.png"/><Relationship Id="rId4" Type="http://schemas.openxmlformats.org/officeDocument/2006/relationships/image" Target="../media/image2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5.png"/><Relationship Id="rId3" Type="http://schemas.openxmlformats.org/officeDocument/2006/relationships/image" Target="../media/image20.png"/><Relationship Id="rId4" Type="http://schemas.openxmlformats.org/officeDocument/2006/relationships/image" Target="../media/image19.png"/><Relationship Id="rId5" Type="http://schemas.openxmlformats.org/officeDocument/2006/relationships/image" Target="../media/image18.png"/><Relationship Id="rId6" Type="http://schemas.openxmlformats.org/officeDocument/2006/relationships/image" Target="../media/image22.png"/><Relationship Id="rId7" Type="http://schemas.openxmlformats.org/officeDocument/2006/relationships/image" Target="../media/image21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Relationship Id="rId3" Type="http://schemas.openxmlformats.org/officeDocument/2006/relationships/image" Target="../media/image17.png"/><Relationship Id="rId4" Type="http://schemas.openxmlformats.org/officeDocument/2006/relationships/image" Target="../media/image89.png"/><Relationship Id="rId5" Type="http://schemas.openxmlformats.org/officeDocument/2006/relationships/image" Target="../media/image32.png"/><Relationship Id="rId6" Type="http://schemas.openxmlformats.org/officeDocument/2006/relationships/image" Target="../media/image30.png"/><Relationship Id="rId7" Type="http://schemas.openxmlformats.org/officeDocument/2006/relationships/image" Target="../media/image11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6.png"/><Relationship Id="rId3" Type="http://schemas.openxmlformats.org/officeDocument/2006/relationships/image" Target="../media/image89.png"/><Relationship Id="rId4" Type="http://schemas.openxmlformats.org/officeDocument/2006/relationships/image" Target="../media/image23.png"/><Relationship Id="rId9" Type="http://schemas.openxmlformats.org/officeDocument/2006/relationships/image" Target="../media/image11.png"/><Relationship Id="rId5" Type="http://schemas.openxmlformats.org/officeDocument/2006/relationships/image" Target="../media/image17.png"/><Relationship Id="rId6" Type="http://schemas.openxmlformats.org/officeDocument/2006/relationships/image" Target="../media/image33.png"/><Relationship Id="rId7" Type="http://schemas.openxmlformats.org/officeDocument/2006/relationships/image" Target="../media/image32.png"/><Relationship Id="rId8" Type="http://schemas.openxmlformats.org/officeDocument/2006/relationships/image" Target="../media/image30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6.png"/><Relationship Id="rId3" Type="http://schemas.openxmlformats.org/officeDocument/2006/relationships/image" Target="../media/image89.png"/><Relationship Id="rId4" Type="http://schemas.openxmlformats.org/officeDocument/2006/relationships/image" Target="../media/image27.png"/><Relationship Id="rId11" Type="http://schemas.openxmlformats.org/officeDocument/2006/relationships/image" Target="../media/image11.png"/><Relationship Id="rId10" Type="http://schemas.openxmlformats.org/officeDocument/2006/relationships/image" Target="../media/image39.png"/><Relationship Id="rId9" Type="http://schemas.openxmlformats.org/officeDocument/2006/relationships/image" Target="../media/image30.png"/><Relationship Id="rId5" Type="http://schemas.openxmlformats.org/officeDocument/2006/relationships/image" Target="../media/image23.png"/><Relationship Id="rId6" Type="http://schemas.openxmlformats.org/officeDocument/2006/relationships/image" Target="../media/image17.png"/><Relationship Id="rId7" Type="http://schemas.openxmlformats.org/officeDocument/2006/relationships/image" Target="../media/image33.png"/><Relationship Id="rId8" Type="http://schemas.openxmlformats.org/officeDocument/2006/relationships/image" Target="../media/image32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34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34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34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34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34.png"/><Relationship Id="rId4" Type="http://schemas.openxmlformats.org/officeDocument/2006/relationships/image" Target="../media/image41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34.png"/><Relationship Id="rId4" Type="http://schemas.openxmlformats.org/officeDocument/2006/relationships/image" Target="../media/image41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34.png"/><Relationship Id="rId4" Type="http://schemas.openxmlformats.org/officeDocument/2006/relationships/image" Target="../media/image41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34.png"/><Relationship Id="rId4" Type="http://schemas.openxmlformats.org/officeDocument/2006/relationships/image" Target="../media/image41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2.png"/><Relationship Id="rId3" Type="http://schemas.openxmlformats.org/officeDocument/2006/relationships/image" Target="../media/image36.png"/><Relationship Id="rId4" Type="http://schemas.openxmlformats.org/officeDocument/2006/relationships/image" Target="../media/image41.png"/><Relationship Id="rId5" Type="http://schemas.openxmlformats.org/officeDocument/2006/relationships/image" Target="../media/image43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Relationship Id="rId5" Type="http://schemas.openxmlformats.org/officeDocument/2006/relationships/image" Target="../media/image42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Relationship Id="rId5" Type="http://schemas.openxmlformats.org/officeDocument/2006/relationships/image" Target="../media/image42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Relationship Id="rId5" Type="http://schemas.openxmlformats.org/officeDocument/2006/relationships/image" Target="../media/image42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1.png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1.png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1.png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1.png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4.png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4.png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4.png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4.png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5.png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5.png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5.png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5.png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6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0.png"/><Relationship Id="rId3" Type="http://schemas.openxmlformats.org/officeDocument/2006/relationships/image" Target="../media/image2.png"/><Relationship Id="rId4" Type="http://schemas.openxmlformats.org/officeDocument/2006/relationships/image" Target="../media/image8.png"/></Relationships>
</file>

<file path=ppt/slideLayouts/_rels/slideLayout6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Layouts/_rels/slideLayout6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Relationship Id="rId3" Type="http://schemas.openxmlformats.org/officeDocument/2006/relationships/image" Target="../media/image2.png"/><Relationship Id="rId4" Type="http://schemas.openxmlformats.org/officeDocument/2006/relationships/image" Target="../media/image6.png"/><Relationship Id="rId5" Type="http://schemas.openxmlformats.org/officeDocument/2006/relationships/image" Target="../media/image7.png"/></Relationships>
</file>

<file path=ppt/slideLayouts/_rels/slideLayout6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Relationship Id="rId3" Type="http://schemas.openxmlformats.org/officeDocument/2006/relationships/image" Target="../media/image2.png"/><Relationship Id="rId4" Type="http://schemas.openxmlformats.org/officeDocument/2006/relationships/image" Target="../media/image8.png"/></Relationships>
</file>

<file path=ppt/slideLayouts/_rels/slideLayout6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4.png"/></Relationships>
</file>

<file path=ppt/slideLayouts/_rels/slideLayout6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Relationship Id="rId3" Type="http://schemas.openxmlformats.org/officeDocument/2006/relationships/image" Target="../media/image24.png"/><Relationship Id="rId4" Type="http://schemas.openxmlformats.org/officeDocument/2006/relationships/image" Target="../media/image2.png"/></Relationships>
</file>

<file path=ppt/slideLayouts/_rels/slideLayout7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Relationship Id="rId3" Type="http://schemas.openxmlformats.org/officeDocument/2006/relationships/image" Target="../media/image2.png"/><Relationship Id="rId4" Type="http://schemas.openxmlformats.org/officeDocument/2006/relationships/image" Target="../media/image13.png"/><Relationship Id="rId5" Type="http://schemas.openxmlformats.org/officeDocument/2006/relationships/image" Target="../media/image12.png"/></Relationships>
</file>

<file path=ppt/slideLayouts/_rels/slideLayout7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Relationship Id="rId3" Type="http://schemas.openxmlformats.org/officeDocument/2006/relationships/image" Target="../media/image16.png"/><Relationship Id="rId4" Type="http://schemas.openxmlformats.org/officeDocument/2006/relationships/image" Target="../media/image2.png"/></Relationships>
</file>

<file path=ppt/slideLayouts/_rels/slideLayout7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5.png"/></Relationships>
</file>

<file path=ppt/slideLayouts/_rels/slideLayout7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5.png"/><Relationship Id="rId3" Type="http://schemas.openxmlformats.org/officeDocument/2006/relationships/image" Target="../media/image20.png"/><Relationship Id="rId4" Type="http://schemas.openxmlformats.org/officeDocument/2006/relationships/image" Target="../media/image19.png"/><Relationship Id="rId5" Type="http://schemas.openxmlformats.org/officeDocument/2006/relationships/image" Target="../media/image18.png"/><Relationship Id="rId6" Type="http://schemas.openxmlformats.org/officeDocument/2006/relationships/image" Target="../media/image22.png"/><Relationship Id="rId7" Type="http://schemas.openxmlformats.org/officeDocument/2006/relationships/image" Target="../media/image21.png"/></Relationships>
</file>

<file path=ppt/slideLayouts/_rels/slideLayout7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1.png"/></Relationships>
</file>

<file path=ppt/slideLayouts/_rels/slideLayout7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1.png"/></Relationships>
</file>

<file path=ppt/slideLayouts/_rels/slideLayout7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1.png"/></Relationships>
</file>

<file path=ppt/slideLayouts/_rels/slideLayout7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1.png"/></Relationships>
</file>

<file path=ppt/slideLayouts/_rels/slideLayout7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1.png"/></Relationships>
</file>

<file path=ppt/slideLayouts/_rels/slideLayout7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1.png"/></Relationships>
</file>

<file path=ppt/slideLayouts/_rels/slideLayout8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3.png"/><Relationship Id="rId3" Type="http://schemas.openxmlformats.org/officeDocument/2006/relationships/image" Target="../media/image17.png"/><Relationship Id="rId4" Type="http://schemas.openxmlformats.org/officeDocument/2006/relationships/image" Target="../media/image89.png"/><Relationship Id="rId5" Type="http://schemas.openxmlformats.org/officeDocument/2006/relationships/image" Target="../media/image32.png"/><Relationship Id="rId6" Type="http://schemas.openxmlformats.org/officeDocument/2006/relationships/image" Target="../media/image30.png"/><Relationship Id="rId7" Type="http://schemas.openxmlformats.org/officeDocument/2006/relationships/image" Target="../media/image11.png"/></Relationships>
</file>

<file path=ppt/slideLayouts/_rels/slideLayout8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6.png"/><Relationship Id="rId3" Type="http://schemas.openxmlformats.org/officeDocument/2006/relationships/image" Target="../media/image89.png"/><Relationship Id="rId4" Type="http://schemas.openxmlformats.org/officeDocument/2006/relationships/image" Target="../media/image23.png"/><Relationship Id="rId9" Type="http://schemas.openxmlformats.org/officeDocument/2006/relationships/image" Target="../media/image11.png"/><Relationship Id="rId5" Type="http://schemas.openxmlformats.org/officeDocument/2006/relationships/image" Target="../media/image17.png"/><Relationship Id="rId6" Type="http://schemas.openxmlformats.org/officeDocument/2006/relationships/image" Target="../media/image33.png"/><Relationship Id="rId7" Type="http://schemas.openxmlformats.org/officeDocument/2006/relationships/image" Target="../media/image32.png"/><Relationship Id="rId8" Type="http://schemas.openxmlformats.org/officeDocument/2006/relationships/image" Target="../media/image30.png"/></Relationships>
</file>

<file path=ppt/slideLayouts/_rels/slideLayout8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6.png"/><Relationship Id="rId3" Type="http://schemas.openxmlformats.org/officeDocument/2006/relationships/image" Target="../media/image89.png"/><Relationship Id="rId4" Type="http://schemas.openxmlformats.org/officeDocument/2006/relationships/image" Target="../media/image27.png"/><Relationship Id="rId11" Type="http://schemas.openxmlformats.org/officeDocument/2006/relationships/image" Target="../media/image11.png"/><Relationship Id="rId10" Type="http://schemas.openxmlformats.org/officeDocument/2006/relationships/image" Target="../media/image39.png"/><Relationship Id="rId9" Type="http://schemas.openxmlformats.org/officeDocument/2006/relationships/image" Target="../media/image30.png"/><Relationship Id="rId5" Type="http://schemas.openxmlformats.org/officeDocument/2006/relationships/image" Target="../media/image23.png"/><Relationship Id="rId6" Type="http://schemas.openxmlformats.org/officeDocument/2006/relationships/image" Target="../media/image17.png"/><Relationship Id="rId7" Type="http://schemas.openxmlformats.org/officeDocument/2006/relationships/image" Target="../media/image33.png"/><Relationship Id="rId8" Type="http://schemas.openxmlformats.org/officeDocument/2006/relationships/image" Target="../media/image32.png"/></Relationships>
</file>

<file path=ppt/slideLayouts/_rels/slideLayout8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6.png"/><Relationship Id="rId3" Type="http://schemas.openxmlformats.org/officeDocument/2006/relationships/image" Target="../media/image34.png"/></Relationships>
</file>

<file path=ppt/slideLayouts/_rels/slideLayout8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5.png"/><Relationship Id="rId3" Type="http://schemas.openxmlformats.org/officeDocument/2006/relationships/image" Target="../media/image34.png"/></Relationships>
</file>

<file path=ppt/slideLayouts/_rels/slideLayout8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8.png"/><Relationship Id="rId3" Type="http://schemas.openxmlformats.org/officeDocument/2006/relationships/image" Target="../media/image34.png"/></Relationships>
</file>

<file path=ppt/slideLayouts/_rels/slideLayout8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7.png"/><Relationship Id="rId3" Type="http://schemas.openxmlformats.org/officeDocument/2006/relationships/image" Target="../media/image34.png"/></Relationships>
</file>

<file path=ppt/slideLayouts/_rels/slideLayout8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6.png"/><Relationship Id="rId3" Type="http://schemas.openxmlformats.org/officeDocument/2006/relationships/image" Target="../media/image34.png"/><Relationship Id="rId4" Type="http://schemas.openxmlformats.org/officeDocument/2006/relationships/image" Target="../media/image41.png"/></Relationships>
</file>

<file path=ppt/slideLayouts/_rels/slideLayout8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5.png"/><Relationship Id="rId3" Type="http://schemas.openxmlformats.org/officeDocument/2006/relationships/image" Target="../media/image34.png"/><Relationship Id="rId4" Type="http://schemas.openxmlformats.org/officeDocument/2006/relationships/image" Target="../media/image41.png"/></Relationships>
</file>

<file path=ppt/slideLayouts/_rels/slideLayout8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8.png"/><Relationship Id="rId3" Type="http://schemas.openxmlformats.org/officeDocument/2006/relationships/image" Target="../media/image34.png"/><Relationship Id="rId4" Type="http://schemas.openxmlformats.org/officeDocument/2006/relationships/image" Target="../media/image41.png"/></Relationships>
</file>

<file path=ppt/slideLayouts/_rels/slideLayout9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7.png"/><Relationship Id="rId3" Type="http://schemas.openxmlformats.org/officeDocument/2006/relationships/image" Target="../media/image34.png"/><Relationship Id="rId4" Type="http://schemas.openxmlformats.org/officeDocument/2006/relationships/image" Target="../media/image41.png"/></Relationships>
</file>

<file path=ppt/slideLayouts/_rels/slideLayout9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2.png"/><Relationship Id="rId3" Type="http://schemas.openxmlformats.org/officeDocument/2006/relationships/image" Target="../media/image36.png"/><Relationship Id="rId4" Type="http://schemas.openxmlformats.org/officeDocument/2006/relationships/image" Target="../media/image41.png"/><Relationship Id="rId5" Type="http://schemas.openxmlformats.org/officeDocument/2006/relationships/image" Target="../media/image43.png"/></Relationships>
</file>

<file path=ppt/slideLayouts/_rels/slideLayout9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5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Relationship Id="rId5" Type="http://schemas.openxmlformats.org/officeDocument/2006/relationships/image" Target="../media/image42.png"/></Relationships>
</file>

<file path=ppt/slideLayouts/_rels/slideLayout9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8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Relationship Id="rId5" Type="http://schemas.openxmlformats.org/officeDocument/2006/relationships/image" Target="../media/image42.png"/></Relationships>
</file>

<file path=ppt/slideLayouts/_rels/slideLayout9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7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Relationship Id="rId5" Type="http://schemas.openxmlformats.org/officeDocument/2006/relationships/image" Target="../media/image42.png"/></Relationships>
</file>

<file path=ppt/slideLayouts/_rels/slideLayout9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6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9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5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9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8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9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7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9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6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10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5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10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8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10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7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10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6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10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5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10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8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10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7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10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6.png"/><Relationship Id="rId3" Type="http://schemas.openxmlformats.org/officeDocument/2006/relationships/image" Target="../media/image41.png"/></Relationships>
</file>

<file path=ppt/slideLayouts/_rels/slideLayout10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5.png"/><Relationship Id="rId3" Type="http://schemas.openxmlformats.org/officeDocument/2006/relationships/image" Target="../media/image41.png"/></Relationships>
</file>

<file path=ppt/slideLayouts/_rels/slideLayout10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8.png"/><Relationship Id="rId3" Type="http://schemas.openxmlformats.org/officeDocument/2006/relationships/image" Target="../media/image41.png"/></Relationships>
</file>

<file path=ppt/slideLayouts/_rels/slideLayout1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7.png"/><Relationship Id="rId3" Type="http://schemas.openxmlformats.org/officeDocument/2006/relationships/image" Target="../media/image41.png"/></Relationships>
</file>

<file path=ppt/slideLayouts/_rels/slideLayout1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6.png"/><Relationship Id="rId3" Type="http://schemas.openxmlformats.org/officeDocument/2006/relationships/image" Target="../media/image44.png"/></Relationships>
</file>

<file path=ppt/slideLayouts/_rels/slideLayout1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5.png"/><Relationship Id="rId3" Type="http://schemas.openxmlformats.org/officeDocument/2006/relationships/image" Target="../media/image44.png"/></Relationships>
</file>

<file path=ppt/slideLayouts/_rels/slideLayout1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8.png"/><Relationship Id="rId3" Type="http://schemas.openxmlformats.org/officeDocument/2006/relationships/image" Target="../media/image44.png"/></Relationships>
</file>

<file path=ppt/slideLayouts/_rels/slideLayout1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7.png"/><Relationship Id="rId3" Type="http://schemas.openxmlformats.org/officeDocument/2006/relationships/image" Target="../media/image44.png"/></Relationships>
</file>

<file path=ppt/slideLayouts/_rels/slideLayout1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6.png"/><Relationship Id="rId3" Type="http://schemas.openxmlformats.org/officeDocument/2006/relationships/image" Target="../media/image45.png"/></Relationships>
</file>

<file path=ppt/slideLayouts/_rels/slideLayout1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5.png"/><Relationship Id="rId3" Type="http://schemas.openxmlformats.org/officeDocument/2006/relationships/image" Target="../media/image45.png"/></Relationships>
</file>

<file path=ppt/slideLayouts/_rels/slideLayout1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8.png"/><Relationship Id="rId3" Type="http://schemas.openxmlformats.org/officeDocument/2006/relationships/image" Target="../media/image45.png"/></Relationships>
</file>

<file path=ppt/slideLayouts/_rels/slideLayout1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7.png"/><Relationship Id="rId3" Type="http://schemas.openxmlformats.org/officeDocument/2006/relationships/image" Target="../media/image45.png"/></Relationships>
</file>

<file path=ppt/slideLayouts/_rels/slideLayout1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1.png"/></Relationships>
</file>

<file path=ppt/slideLayouts/_rels/slideLayout1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1.png"/></Relationships>
</file>

<file path=ppt/slideLayouts/_rels/slideLayout1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1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5.png"/></Relationships>
</file>

<file path=ppt/slideLayouts/_rels/slideLayout1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English" showMasterSp="0">
  <p:cSld name="Title Slide 2_1">
    <p:bg>
      <p:bgPr>
        <a:solidFill>
          <a:srgbClr val="BEF2BD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English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23850" y="810000"/>
            <a:ext cx="54507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890225" y="4327975"/>
            <a:ext cx="59862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14" name="Google Shape;14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2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67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aths" showMasterSp="0">
  <p:cSld name="Title Slide 2_1_1">
    <p:bg>
      <p:bgPr>
        <a:solidFill>
          <a:srgbClr val="BEF2BD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3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Maths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" name="Google Shape;21;p3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22" name="Google Shape;2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3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24" name="Google Shape;24;p3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707200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Geography" showMasterSp="0">
  <p:cSld name="Title Slide 2_1_1_1">
    <p:bg>
      <p:bgPr>
        <a:solidFill>
          <a:srgbClr val="BEF2BD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oogle Shape;26;p4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259825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7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Geography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" name="Google Shape;30;p4"/>
          <p:cNvSpPr txBox="1"/>
          <p:nvPr>
            <p:ph idx="1" type="subTitle"/>
          </p:nvPr>
        </p:nvSpPr>
        <p:spPr>
          <a:xfrm>
            <a:off x="890225" y="4327975"/>
            <a:ext cx="5997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1" name="Google Shape;31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4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History" showMasterSp="0">
  <p:cSld name="Title Slide 2_1_1_1_1">
    <p:bg>
      <p:bgPr>
        <a:solidFill>
          <a:srgbClr val="BEF2BD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Google Shape;34;p5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5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History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" name="Google Shape;37;p5"/>
          <p:cNvSpPr txBox="1"/>
          <p:nvPr>
            <p:ph idx="1" type="subTitle"/>
          </p:nvPr>
        </p:nvSpPr>
        <p:spPr>
          <a:xfrm>
            <a:off x="890225" y="4327975"/>
            <a:ext cx="5804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8" name="Google Shape;3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5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40" name="Google Shape;40;p5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41" name="Google Shape;41;p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" name="Google Shape;42;p5"/>
            <p:cNvSpPr/>
            <p:nvPr/>
          </p:nvSpPr>
          <p:spPr>
            <a:xfrm>
              <a:off x="6860400" y="1205850"/>
              <a:ext cx="1959600" cy="13659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43" name="Google Shape;43;p5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78432">
              <a:off x="7001357" y="1317070"/>
              <a:ext cx="1677682" cy="114346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usic" showMasterSp="0">
  <p:cSld name="Title Slide 2_1_1_1_1_1">
    <p:bg>
      <p:bgPr>
        <a:solidFill>
          <a:srgbClr val="BEF2BD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Google Shape;45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6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Music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" name="Google Shape;48;p6"/>
          <p:cNvSpPr txBox="1"/>
          <p:nvPr>
            <p:ph idx="1" type="subTitle"/>
          </p:nvPr>
        </p:nvSpPr>
        <p:spPr>
          <a:xfrm>
            <a:off x="890225" y="4327975"/>
            <a:ext cx="57870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49" name="Google Shape;4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6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1" name="Google Shape;51;p6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661625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Science" showMasterSp="0">
  <p:cSld name="Title Slide 2_1_1_1_1_1_1">
    <p:bg>
      <p:bgPr>
        <a:solidFill>
          <a:srgbClr val="BEF2BD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7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4" name="Google Shape;54;p7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Science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" name="Google Shape;55;p7"/>
          <p:cNvSpPr txBox="1"/>
          <p:nvPr>
            <p:ph idx="1" type="subTitle"/>
          </p:nvPr>
        </p:nvSpPr>
        <p:spPr>
          <a:xfrm>
            <a:off x="890225" y="4327975"/>
            <a:ext cx="57927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8" name="Google Shape;58;p7"/>
          <p:cNvPicPr preferRelativeResize="0"/>
          <p:nvPr/>
        </p:nvPicPr>
        <p:blipFill rotWithShape="1">
          <a:blip r:embed="rId3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9" name="Google Shape;59;p7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60" name="Google Shape;60;p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" name="Google Shape;61;p7"/>
            <p:cNvSpPr/>
            <p:nvPr/>
          </p:nvSpPr>
          <p:spPr>
            <a:xfrm>
              <a:off x="6860400" y="869975"/>
              <a:ext cx="1959600" cy="20070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62" name="Google Shape;62;p7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11816">
              <a:off x="7083000" y="1110274"/>
              <a:ext cx="1514398" cy="152639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Biology" showMasterSp="0">
  <p:cSld name="Title Slide 2_1_1_1_1_1_1_1">
    <p:bg>
      <p:bgPr>
        <a:solidFill>
          <a:srgbClr val="BEF2BD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8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8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8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Biology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" name="Google Shape;68;p8"/>
          <p:cNvSpPr txBox="1"/>
          <p:nvPr>
            <p:ph idx="1" type="subTitle"/>
          </p:nvPr>
        </p:nvSpPr>
        <p:spPr>
          <a:xfrm>
            <a:off x="890225" y="4327975"/>
            <a:ext cx="5775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69" name="Google Shape;69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8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Physics" showMasterSp="0">
  <p:cSld name="Title Slide 2_1_1_1_1_1_1_1_1">
    <p:bg>
      <p:bgPr>
        <a:solidFill>
          <a:srgbClr val="BEF2BD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9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9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9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Physics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5" name="Google Shape;75;p9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6" name="Google Shape;7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9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78" name="Google Shape;78;p9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79" name="Google Shape;79;p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0" name="Google Shape;80;p9"/>
            <p:cNvSpPr/>
            <p:nvPr/>
          </p:nvSpPr>
          <p:spPr>
            <a:xfrm>
              <a:off x="6898050" y="839288"/>
              <a:ext cx="1959600" cy="23547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81" name="Google Shape;81;p9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84492">
              <a:off x="7235674" y="1037850"/>
              <a:ext cx="1204851" cy="195757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Chemistry" showMasterSp="0">
  <p:cSld name="Title Slide 2_1_1_1_1_1_1_1_1_1">
    <p:bg>
      <p:bgPr>
        <a:solidFill>
          <a:srgbClr val="BEF2BD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10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117400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0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6" name="Google Shape;86;p10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Chemistry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0"/>
          <p:cNvSpPr txBox="1"/>
          <p:nvPr>
            <p:ph idx="1" type="subTitle"/>
          </p:nvPr>
        </p:nvSpPr>
        <p:spPr>
          <a:xfrm>
            <a:off x="890225" y="4327975"/>
            <a:ext cx="5855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0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1 Outcome">
  <p:cSld name="CUSTOM_5">
    <p:bg>
      <p:bgPr>
        <a:solidFill>
          <a:srgbClr val="BEF2BD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3225" y="13883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1"/>
          <p:cNvSpPr txBox="1"/>
          <p:nvPr/>
        </p:nvSpPr>
        <p:spPr>
          <a:xfrm>
            <a:off x="325207" y="454765"/>
            <a:ext cx="4575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>
                <a:latin typeface="Lexend"/>
                <a:ea typeface="Lexend"/>
                <a:cs typeface="Lexend"/>
                <a:sym typeface="Lexend"/>
              </a:rPr>
              <a:t>Outcome</a:t>
            </a:r>
            <a:endParaRPr b="1" sz="2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1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2 Hidden guidance slide">
  <p:cSld name="CUSTOM_1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2"/>
          <p:cNvSpPr txBox="1"/>
          <p:nvPr/>
        </p:nvSpPr>
        <p:spPr>
          <a:xfrm>
            <a:off x="177375" y="724875"/>
            <a:ext cx="4241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Oak’s lessons are structured around 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learning cycles</a:t>
            </a:r>
            <a:r>
              <a:rPr i="1" lang="en-GB" sz="1200"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These are indicated through colour in the slide deck: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2"/>
          <p:cNvSpPr txBox="1"/>
          <p:nvPr/>
        </p:nvSpPr>
        <p:spPr>
          <a:xfrm>
            <a:off x="177375" y="248475"/>
            <a:ext cx="4241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Oak’s lesson structure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2"/>
          <p:cNvSpPr txBox="1"/>
          <p:nvPr/>
        </p:nvSpPr>
        <p:spPr>
          <a:xfrm>
            <a:off x="4825725" y="248475"/>
            <a:ext cx="4012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Useful links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" name="Google Shape;98;p12"/>
          <p:cNvSpPr txBox="1"/>
          <p:nvPr/>
        </p:nvSpPr>
        <p:spPr>
          <a:xfrm>
            <a:off x="177375" y="3053550"/>
            <a:ext cx="4207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Each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 learning cycle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covers several phases: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" name="Google Shape;99;p12"/>
          <p:cNvSpPr txBox="1"/>
          <p:nvPr/>
        </p:nvSpPr>
        <p:spPr>
          <a:xfrm>
            <a:off x="4825725" y="724875"/>
            <a:ext cx="4012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Advice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on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                                       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to 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bring the lesson to life in your classroom and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best fit the needs of your pupils.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00" name="Google Shape;100;p12"/>
          <p:cNvGrpSpPr/>
          <p:nvPr/>
        </p:nvGrpSpPr>
        <p:grpSpPr>
          <a:xfrm>
            <a:off x="2498516" y="1415817"/>
            <a:ext cx="1745270" cy="1430724"/>
            <a:chOff x="2642961" y="1644312"/>
            <a:chExt cx="1454634" cy="1195657"/>
          </a:xfrm>
        </p:grpSpPr>
        <p:pic>
          <p:nvPicPr>
            <p:cNvPr id="101" name="Google Shape;101;p12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2642975" y="1644312"/>
              <a:ext cx="1454621" cy="287396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2" name="Google Shape;102;p1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642975" y="1936215"/>
              <a:ext cx="1454618" cy="287940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3" name="Google Shape;103;p1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42965" y="2251391"/>
              <a:ext cx="1454621" cy="284581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4" name="Google Shape;104;p12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642961" y="2563206"/>
              <a:ext cx="1454620" cy="276764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</p:grpSp>
      <p:pic>
        <p:nvPicPr>
          <p:cNvPr id="105" name="Google Shape;105;p12"/>
          <p:cNvPicPr preferRelativeResize="0"/>
          <p:nvPr/>
        </p:nvPicPr>
        <p:blipFill rotWithShape="1">
          <a:blip r:embed="rId6">
            <a:alphaModFix/>
          </a:blip>
          <a:srcRect b="5222" l="3910" r="0" t="0"/>
          <a:stretch/>
        </p:blipFill>
        <p:spPr>
          <a:xfrm>
            <a:off x="1252313" y="3417350"/>
            <a:ext cx="2057336" cy="119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46350" y="1549488"/>
            <a:ext cx="2057324" cy="1163398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3)">
  <p:cSld name="CUSTOM_3_1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9" name="Google Shape;109;p13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3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3"/>
          <p:cNvSpPr txBox="1"/>
          <p:nvPr>
            <p:ph idx="1" type="subTitle"/>
          </p:nvPr>
        </p:nvSpPr>
        <p:spPr>
          <a:xfrm>
            <a:off x="323994" y="99364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2" name="Google Shape;112;p13"/>
          <p:cNvSpPr txBox="1"/>
          <p:nvPr>
            <p:ph idx="2" type="subTitle"/>
          </p:nvPr>
        </p:nvSpPr>
        <p:spPr>
          <a:xfrm>
            <a:off x="323994" y="223873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3" name="Google Shape;113;p13"/>
          <p:cNvSpPr txBox="1"/>
          <p:nvPr>
            <p:ph idx="3" type="subTitle"/>
          </p:nvPr>
        </p:nvSpPr>
        <p:spPr>
          <a:xfrm>
            <a:off x="323994" y="348382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.1 Keywords definitions (3)">
  <p:cSld name="CUSTOM_3_1_1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6" name="Google Shape;116;p14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4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4"/>
          <p:cNvSpPr txBox="1"/>
          <p:nvPr>
            <p:ph idx="1" type="subTitle"/>
          </p:nvPr>
        </p:nvSpPr>
        <p:spPr>
          <a:xfrm>
            <a:off x="324000" y="993650"/>
            <a:ext cx="8496000" cy="54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9" name="Google Shape;119;p14"/>
          <p:cNvSpPr txBox="1"/>
          <p:nvPr>
            <p:ph idx="2" type="subTitle"/>
          </p:nvPr>
        </p:nvSpPr>
        <p:spPr>
          <a:xfrm>
            <a:off x="324001" y="2238725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0" name="Google Shape;120;p14"/>
          <p:cNvSpPr txBox="1"/>
          <p:nvPr>
            <p:ph idx="3" type="subTitle"/>
          </p:nvPr>
        </p:nvSpPr>
        <p:spPr>
          <a:xfrm>
            <a:off x="324001" y="3483825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1 Keyword (4)">
  <p:cSld name="CUSTOM_27_1"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3" name="Google Shape;123;p15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5"/>
          <p:cNvSpPr txBox="1"/>
          <p:nvPr>
            <p:ph idx="1" type="subTitle"/>
          </p:nvPr>
        </p:nvSpPr>
        <p:spPr>
          <a:xfrm>
            <a:off x="324000" y="90847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5" name="Google Shape;125;p15"/>
          <p:cNvSpPr txBox="1"/>
          <p:nvPr>
            <p:ph idx="2" type="subTitle"/>
          </p:nvPr>
        </p:nvSpPr>
        <p:spPr>
          <a:xfrm>
            <a:off x="324000" y="190562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6" name="Google Shape;126;p15"/>
          <p:cNvSpPr txBox="1"/>
          <p:nvPr>
            <p:ph idx="3" type="subTitle"/>
          </p:nvPr>
        </p:nvSpPr>
        <p:spPr>
          <a:xfrm>
            <a:off x="324000" y="289767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7" name="Google Shape;127;p15"/>
          <p:cNvSpPr txBox="1"/>
          <p:nvPr>
            <p:ph idx="4" type="subTitle"/>
          </p:nvPr>
        </p:nvSpPr>
        <p:spPr>
          <a:xfrm>
            <a:off x="324000" y="3887250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8" name="Google Shape;128;p15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1.1 Keyword definitions (4)">
  <p:cSld name="CUSTOM_27_1_2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1" name="Google Shape;131;p16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6"/>
          <p:cNvSpPr txBox="1"/>
          <p:nvPr>
            <p:ph idx="1" type="subTitle"/>
          </p:nvPr>
        </p:nvSpPr>
        <p:spPr>
          <a:xfrm>
            <a:off x="324000" y="90847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3" name="Google Shape;133;p16"/>
          <p:cNvSpPr txBox="1"/>
          <p:nvPr>
            <p:ph idx="2" type="subTitle"/>
          </p:nvPr>
        </p:nvSpPr>
        <p:spPr>
          <a:xfrm>
            <a:off x="324000" y="19056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4" name="Google Shape;134;p16"/>
          <p:cNvSpPr txBox="1"/>
          <p:nvPr>
            <p:ph idx="3" type="subTitle"/>
          </p:nvPr>
        </p:nvSpPr>
        <p:spPr>
          <a:xfrm>
            <a:off x="324000" y="289767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5" name="Google Shape;135;p16"/>
          <p:cNvSpPr txBox="1"/>
          <p:nvPr>
            <p:ph idx="4" type="subTitle"/>
          </p:nvPr>
        </p:nvSpPr>
        <p:spPr>
          <a:xfrm>
            <a:off x="324000" y="388725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6" name="Google Shape;136;p16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2 Keywords (5)">
  <p:cSld name="CUSTOM_27_1_1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9" name="Google Shape;139;p17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7"/>
          <p:cNvSpPr txBox="1"/>
          <p:nvPr>
            <p:ph idx="1" type="subTitle"/>
          </p:nvPr>
        </p:nvSpPr>
        <p:spPr>
          <a:xfrm>
            <a:off x="324000" y="744038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1" name="Google Shape;141;p17"/>
          <p:cNvSpPr txBox="1"/>
          <p:nvPr>
            <p:ph idx="2" type="subTitle"/>
          </p:nvPr>
        </p:nvSpPr>
        <p:spPr>
          <a:xfrm>
            <a:off x="324000" y="1588788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2" name="Google Shape;142;p17"/>
          <p:cNvSpPr txBox="1"/>
          <p:nvPr>
            <p:ph idx="3" type="subTitle"/>
          </p:nvPr>
        </p:nvSpPr>
        <p:spPr>
          <a:xfrm>
            <a:off x="324000" y="2428437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3" name="Google Shape;143;p17"/>
          <p:cNvSpPr txBox="1"/>
          <p:nvPr>
            <p:ph idx="4" type="subTitle"/>
          </p:nvPr>
        </p:nvSpPr>
        <p:spPr>
          <a:xfrm>
            <a:off x="324000" y="3265613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4" name="Google Shape;144;p17"/>
          <p:cNvSpPr txBox="1"/>
          <p:nvPr>
            <p:ph idx="5" type="subTitle"/>
          </p:nvPr>
        </p:nvSpPr>
        <p:spPr>
          <a:xfrm>
            <a:off x="324000" y="4103813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5" name="Google Shape;145;p17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2.1 Keywords definitions (5)">
  <p:cSld name="CUSTOM_27_1_1_1"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8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8" name="Google Shape;148;p18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8"/>
          <p:cNvSpPr txBox="1"/>
          <p:nvPr>
            <p:ph idx="1" type="subTitle"/>
          </p:nvPr>
        </p:nvSpPr>
        <p:spPr>
          <a:xfrm>
            <a:off x="324000" y="74405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0" name="Google Shape;150;p18"/>
          <p:cNvSpPr txBox="1"/>
          <p:nvPr>
            <p:ph idx="2" type="subTitle"/>
          </p:nvPr>
        </p:nvSpPr>
        <p:spPr>
          <a:xfrm>
            <a:off x="324000" y="158880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1" name="Google Shape;151;p18"/>
          <p:cNvSpPr txBox="1"/>
          <p:nvPr>
            <p:ph idx="3" type="subTitle"/>
          </p:nvPr>
        </p:nvSpPr>
        <p:spPr>
          <a:xfrm>
            <a:off x="324000" y="24284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9pPr>
          </a:lstStyle>
          <a:p/>
        </p:txBody>
      </p:sp>
      <p:sp>
        <p:nvSpPr>
          <p:cNvPr id="152" name="Google Shape;152;p18"/>
          <p:cNvSpPr txBox="1"/>
          <p:nvPr>
            <p:ph idx="4" type="subTitle"/>
          </p:nvPr>
        </p:nvSpPr>
        <p:spPr>
          <a:xfrm>
            <a:off x="324000" y="32656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9pPr>
          </a:lstStyle>
          <a:p/>
        </p:txBody>
      </p:sp>
      <p:sp>
        <p:nvSpPr>
          <p:cNvPr id="153" name="Google Shape;153;p18"/>
          <p:cNvSpPr txBox="1"/>
          <p:nvPr>
            <p:ph idx="5" type="subTitle"/>
          </p:nvPr>
        </p:nvSpPr>
        <p:spPr>
          <a:xfrm>
            <a:off x="324000" y="41038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4" name="Google Shape;154;p18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2)">
  <p:cSld name="CUSTOM_3"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9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7" name="Google Shape;157;p19"/>
          <p:cNvPicPr preferRelativeResize="0"/>
          <p:nvPr/>
        </p:nvPicPr>
        <p:blipFill rotWithShape="1">
          <a:blip r:embed="rId2">
            <a:alphaModFix/>
          </a:blip>
          <a:srcRect b="3669" l="0" r="0" t="3678"/>
          <a:stretch/>
        </p:blipFill>
        <p:spPr>
          <a:xfrm>
            <a:off x="863550" y="2926472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19"/>
          <p:cNvPicPr preferRelativeResize="0"/>
          <p:nvPr/>
        </p:nvPicPr>
        <p:blipFill rotWithShape="1">
          <a:blip r:embed="rId3">
            <a:alphaModFix/>
          </a:blip>
          <a:srcRect b="3669" l="0" r="0" t="3678"/>
          <a:stretch/>
        </p:blipFill>
        <p:spPr>
          <a:xfrm>
            <a:off x="863550" y="1989425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 rotWithShape="1">
          <a:blip r:embed="rId4">
            <a:alphaModFix/>
          </a:blip>
          <a:srcRect b="0" l="74623" r="0" t="0"/>
          <a:stretch/>
        </p:blipFill>
        <p:spPr>
          <a:xfrm>
            <a:off x="863550" y="1954586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0" name="Google Shape;160;p19"/>
          <p:cNvCxnSpPr>
            <a:endCxn id="161" idx="2"/>
          </p:cNvCxnSpPr>
          <p:nvPr/>
        </p:nvCxnSpPr>
        <p:spPr>
          <a:xfrm flipH="1">
            <a:off x="645063" y="2017282"/>
            <a:ext cx="2700" cy="14805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62" name="Google Shape;162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3482" y="1993619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9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64" name="Google Shape;164;p19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61" name="Google Shape;161;p1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3340" y="2925705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19"/>
          <p:cNvPicPr preferRelativeResize="0"/>
          <p:nvPr/>
        </p:nvPicPr>
        <p:blipFill rotWithShape="1">
          <a:blip r:embed="rId7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9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" name="Google Shape;167;p19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3)">
  <p:cSld name="CUSTOM_3_2"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20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642223"/>
            <a:ext cx="7439125" cy="563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2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60090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20"/>
          <p:cNvPicPr preferRelativeResize="0"/>
          <p:nvPr/>
        </p:nvPicPr>
        <p:blipFill rotWithShape="1">
          <a:blip r:embed="rId4">
            <a:alphaModFix/>
          </a:blip>
          <a:srcRect b="3669" l="0" r="0" t="3678"/>
          <a:stretch/>
        </p:blipFill>
        <p:spPr>
          <a:xfrm>
            <a:off x="863550" y="2704186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2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67798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20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1678325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2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643475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5" name="Google Shape;175;p20"/>
          <p:cNvCxnSpPr>
            <a:endCxn id="176" idx="2"/>
          </p:cNvCxnSpPr>
          <p:nvPr/>
        </p:nvCxnSpPr>
        <p:spPr>
          <a:xfrm>
            <a:off x="647802" y="1841898"/>
            <a:ext cx="0" cy="23664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76" name="Google Shape;176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6079" y="363622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2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482" y="1682508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20"/>
          <p:cNvSpPr txBox="1"/>
          <p:nvPr>
            <p:ph type="title"/>
          </p:nvPr>
        </p:nvSpPr>
        <p:spPr>
          <a:xfrm>
            <a:off x="1225200" y="1779713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79" name="Google Shape;179;p20"/>
          <p:cNvSpPr txBox="1"/>
          <p:nvPr>
            <p:ph idx="2" type="title"/>
          </p:nvPr>
        </p:nvSpPr>
        <p:spPr>
          <a:xfrm>
            <a:off x="1225200" y="2804800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80" name="Google Shape;180;p20"/>
          <p:cNvSpPr txBox="1"/>
          <p:nvPr>
            <p:ph idx="3" type="title"/>
          </p:nvPr>
        </p:nvSpPr>
        <p:spPr>
          <a:xfrm>
            <a:off x="1225200" y="3739189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81" name="Google Shape;181;p2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40" y="2703416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20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83" name="Google Shape;183;p20"/>
          <p:cNvPicPr preferRelativeResize="0"/>
          <p:nvPr/>
        </p:nvPicPr>
        <p:blipFill rotWithShape="1">
          <a:blip r:embed="rId9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20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" name="Google Shape;185;p20"/>
          <p:cNvSpPr txBox="1"/>
          <p:nvPr>
            <p:ph idx="4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4)">
  <p:cSld name="CUSTOM_4"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Google Shape;187;p21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146932"/>
            <a:ext cx="7439125" cy="563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10561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21"/>
          <p:cNvPicPr preferRelativeResize="0"/>
          <p:nvPr/>
        </p:nvPicPr>
        <p:blipFill rotWithShape="1">
          <a:blip r:embed="rId4">
            <a:alphaModFix/>
          </a:blip>
          <a:srcRect b="4396" l="0" r="0" t="4387"/>
          <a:stretch/>
        </p:blipFill>
        <p:spPr>
          <a:xfrm>
            <a:off x="863550" y="3971358"/>
            <a:ext cx="7439126" cy="5632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93964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21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2292191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26599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21"/>
          <p:cNvPicPr preferRelativeResize="0"/>
          <p:nvPr/>
        </p:nvPicPr>
        <p:blipFill rotWithShape="1">
          <a:blip r:embed="rId6">
            <a:alphaModFix/>
          </a:blip>
          <a:srcRect b="3669" l="0" r="0" t="3678"/>
          <a:stretch/>
        </p:blipFill>
        <p:spPr>
          <a:xfrm>
            <a:off x="863550" y="1457950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423110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5" name="Google Shape;195;p21"/>
          <p:cNvCxnSpPr/>
          <p:nvPr/>
        </p:nvCxnSpPr>
        <p:spPr>
          <a:xfrm>
            <a:off x="647802" y="1725234"/>
            <a:ext cx="600" cy="26799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96" name="Google Shape;196;p2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6079" y="313465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2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57" y="1462166"/>
            <a:ext cx="563185" cy="572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21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63340" y="2287588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21"/>
          <p:cNvSpPr txBox="1"/>
          <p:nvPr>
            <p:ph type="title"/>
          </p:nvPr>
        </p:nvSpPr>
        <p:spPr>
          <a:xfrm>
            <a:off x="1224600" y="1466663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0" name="Google Shape;200;p21"/>
          <p:cNvSpPr txBox="1"/>
          <p:nvPr>
            <p:ph idx="2" type="title"/>
          </p:nvPr>
        </p:nvSpPr>
        <p:spPr>
          <a:xfrm>
            <a:off x="1224600" y="2285700"/>
            <a:ext cx="6850800" cy="57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1" name="Google Shape;201;p21"/>
          <p:cNvSpPr txBox="1"/>
          <p:nvPr>
            <p:ph idx="3" type="title"/>
          </p:nvPr>
        </p:nvSpPr>
        <p:spPr>
          <a:xfrm>
            <a:off x="1224600" y="3160338"/>
            <a:ext cx="6850800" cy="536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2" name="Google Shape;202;p21"/>
          <p:cNvSpPr txBox="1"/>
          <p:nvPr>
            <p:ph idx="4" type="title"/>
          </p:nvPr>
        </p:nvSpPr>
        <p:spPr>
          <a:xfrm>
            <a:off x="1224600" y="3971414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203" name="Google Shape;203;p21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63341" y="3969363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21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05" name="Google Shape;205;p21"/>
          <p:cNvPicPr preferRelativeResize="0"/>
          <p:nvPr/>
        </p:nvPicPr>
        <p:blipFill rotWithShape="1">
          <a:blip r:embed="rId11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1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7" name="Google Shape;207;p21"/>
          <p:cNvSpPr txBox="1"/>
          <p:nvPr>
            <p:ph idx="5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0 Explanation blank - purple ">
  <p:cSld name="TITLE_AND_TWO_COLUMNS_1_1_6_2_1_4"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" name="Google Shape;209;p2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2"/>
          <p:cNvSpPr/>
          <p:nvPr/>
        </p:nvSpPr>
        <p:spPr>
          <a:xfrm>
            <a:off x="-1" y="-2"/>
            <a:ext cx="91476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2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2" name="Google Shape;212;p2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13" name="Google Shape;213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22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0 Explanation blank - jade">
  <p:cSld name="TITLE_AND_TWO_COLUMNS_1_1_6_2_1_2"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6" name="Google Shape;216;p2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2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2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9" name="Google Shape;219;p23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0" name="Google Shape;220;p2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21" name="Google Shape;221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0 Explanation blank - blue ">
  <p:cSld name="TITLE_AND_TWO_COLUMNS_1_1_6_2_2"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3" name="Google Shape;223;p2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2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2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26" name="Google Shape;226;p24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7" name="Google Shape;227;p2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28" name="Google Shape;228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0 Explanation blank - pink ">
  <p:cSld name="TITLE_AND_TWO_COLUMNS_1_1_6_2_1_1"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0" name="Google Shape;230;p2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2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2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33" name="Google Shape;233;p25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4" name="Google Shape;234;p2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35" name="Google Shape;235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1 I do We do - purple">
  <p:cSld name="TITLE_AND_TWO_COLUMNS_1_1_9_2_2">
    <p:bg>
      <p:bgPr>
        <a:solidFill>
          <a:srgbClr val="F3EEFB"/>
        </a:solidFill>
      </p:bgPr>
    </p:bg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26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38" name="Google Shape;238;p2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2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26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41" name="Google Shape;241;p26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42" name="Google Shape;242;p26"/>
          <p:cNvSpPr txBox="1"/>
          <p:nvPr>
            <p:ph type="title"/>
          </p:nvPr>
        </p:nvSpPr>
        <p:spPr>
          <a:xfrm>
            <a:off x="324000" y="0"/>
            <a:ext cx="74505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43" name="Google Shape;243;p26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44" name="Google Shape;244;p2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5" name="Google Shape;245;p26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46" name="Google Shape;246;p26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47" name="Google Shape;247;p2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8" name="Google Shape;248;p26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1 I do We do - jade">
  <p:cSld name="TITLE_AND_TWO_COLUMNS_1_1_9_2_2_1_1">
    <p:bg>
      <p:bgPr>
        <a:solidFill>
          <a:srgbClr val="E6F2F2"/>
        </a:solidFill>
      </p:bgPr>
    </p:bg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7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51" name="Google Shape;251;p2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2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27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4" name="Google Shape;254;p27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5" name="Google Shape;255;p2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56" name="Google Shape;256;p27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57" name="Google Shape;257;p2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8" name="Google Shape;258;p27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59" name="Google Shape;259;p27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60" name="Google Shape;260;p2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1" name="Google Shape;261;p27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1 I do We do - blue">
  <p:cSld name="TITLE_AND_TWO_COLUMNS_1_1_9_2_3">
    <p:bg>
      <p:bgPr>
        <a:solidFill>
          <a:srgbClr val="EBEDFE"/>
        </a:solidFill>
      </p:bgPr>
    </p:bg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28"/>
          <p:cNvSpPr/>
          <p:nvPr/>
        </p:nvSpPr>
        <p:spPr>
          <a:xfrm>
            <a:off x="0" y="18750"/>
            <a:ext cx="4572300" cy="512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64" name="Google Shape;264;p2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2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28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7" name="Google Shape;267;p28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8" name="Google Shape;268;p2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69" name="Google Shape;269;p28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70" name="Google Shape;270;p2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1" name="Google Shape;271;p28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72" name="Google Shape;272;p28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73" name="Google Shape;273;p2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4" name="Google Shape;274;p28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1 I do We do - pink">
  <p:cSld name="TITLE_AND_TWO_COLUMNS_1_1_9_2_2_1_1_1">
    <p:bg>
      <p:bgPr>
        <a:solidFill>
          <a:srgbClr val="FAEAF6"/>
        </a:solidFill>
      </p:bgPr>
    </p:bg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29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77" name="Google Shape;277;p2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2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29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80" name="Google Shape;280;p29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81" name="Google Shape;281;p2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82" name="Google Shape;282;p29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83" name="Google Shape;283;p2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4" name="Google Shape;284;p29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85" name="Google Shape;285;p29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86" name="Google Shape;286;p2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7" name="Google Shape;287;p29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2 CfU true/false justify - purple">
  <p:cSld name="TITLE_AND_TWO_COLUMNS_1_1_9_1_3_1">
    <p:bg>
      <p:bgPr>
        <a:solidFill>
          <a:srgbClr val="F3EEFB"/>
        </a:solidFill>
      </p:bgPr>
    </p:bg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9" name="Google Shape;289;p3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0" name="Google Shape;290;p3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1" name="Google Shape;291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3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30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4" name="Google Shape;294;p30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5" name="Google Shape;295;p30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6" name="Google Shape;296;p30"/>
          <p:cNvSpPr txBox="1"/>
          <p:nvPr>
            <p:ph idx="1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7" name="Google Shape;297;p30"/>
          <p:cNvSpPr txBox="1"/>
          <p:nvPr>
            <p:ph idx="2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8" name="Google Shape;298;p30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299" name="Google Shape;299;p30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00" name="Google Shape;300;p30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1" name="Google Shape;301;p30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02" name="Google Shape;302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3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4" name="Google Shape;304;p3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305" name="Google Shape;305;p30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06" name="Google Shape;306;p3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7" name="Google Shape;307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08" name="Google Shape;308;p30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09" name="Google Shape;309;p3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10" name="Google Shape;310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2 CfU true/false justify - jade">
  <p:cSld name="TITLE_AND_TWO_COLUMNS_1_1_9_1_3_1_1_1">
    <p:bg>
      <p:bgPr>
        <a:solidFill>
          <a:srgbClr val="E6F2F2"/>
        </a:solidFill>
      </p:bgPr>
    </p:bg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2" name="Google Shape;312;p3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3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31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5" name="Google Shape;315;p31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6" name="Google Shape;316;p31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7" name="Google Shape;317;p31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18" name="Google Shape;318;p31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19" name="Google Shape;319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Google Shape;320;p3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1" name="Google Shape;321;p3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22" name="Google Shape;322;p31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23" name="Google Shape;323;p31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24" name="Google Shape;324;p31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25" name="Google Shape;325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6" name="Google Shape;326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27" name="Google Shape;327;p31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28" name="Google Shape;328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9" name="Google Shape;329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30" name="Google Shape;330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1" name="Google Shape;331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31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3" name="Google Shape;333;p31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2 CfU true/false justify - blue">
  <p:cSld name="TITLE_AND_TWO_COLUMNS_1_1_9_1_3_2">
    <p:bg>
      <p:bgPr>
        <a:solidFill>
          <a:srgbClr val="EBEDFE"/>
        </a:solidFill>
      </p:bgPr>
    </p:bg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5" name="Google Shape;335;p3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36" name="Google Shape;336;p3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32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8" name="Google Shape;338;p32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9" name="Google Shape;339;p32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0" name="Google Shape;340;p32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41" name="Google Shape;341;p32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42" name="Google Shape;342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43" name="Google Shape;343;p3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4" name="Google Shape;344;p3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45" name="Google Shape;345;p32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46" name="Google Shape;346;p32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47" name="Google Shape;347;p32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48" name="Google Shape;348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9" name="Google Shape;349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50" name="Google Shape;350;p32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51" name="Google Shape;351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52" name="Google Shape;352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53" name="Google Shape;353;p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4" name="Google Shape;354;p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p32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6" name="Google Shape;356;p32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2 CfU true/false justify - pink">
  <p:cSld name="TITLE_AND_TWO_COLUMNS_1_1_9_1_3_1_1_1_1">
    <p:bg>
      <p:bgPr>
        <a:solidFill>
          <a:srgbClr val="FAEAF6"/>
        </a:solidFill>
      </p:bgPr>
    </p:bg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" name="Google Shape;358;p3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59" name="Google Shape;359;p3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33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1" name="Google Shape;361;p33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2" name="Google Shape;362;p33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3" name="Google Shape;363;p33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4" name="Google Shape;364;p33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65" name="Google Shape;365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66" name="Google Shape;366;p3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7" name="Google Shape;367;p3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8" name="Google Shape;368;p33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9" name="Google Shape;369;p33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70" name="Google Shape;370;p33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71" name="Google Shape;371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2" name="Google Shape;372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73" name="Google Shape;373;p33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74" name="Google Shape;374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5" name="Google Shape;375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76" name="Google Shape;376;p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7" name="Google Shape;377;p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78" name="Google Shape;378;p33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9" name="Google Shape;379;p33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3 CfU 3 options - purple">
  <p:cSld name="TITLE_AND_TWO_COLUMNS_1_1_7_1">
    <p:bg>
      <p:bgPr>
        <a:solidFill>
          <a:srgbClr val="F3EEFB"/>
        </a:solidFill>
      </p:bgPr>
    </p:bg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1" name="Google Shape;381;p3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p3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3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384" name="Google Shape;384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85" name="Google Shape;385;p3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6" name="Google Shape;386;p3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87" name="Google Shape;387;p34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8" name="Google Shape;388;p34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9" name="Google Shape;389;p34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90" name="Google Shape;390;p34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391" name="Google Shape;391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2" name="Google Shape;392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3" name="Google Shape;393;p34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394" name="Google Shape;394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5" name="Google Shape;395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6" name="Google Shape;396;p34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397" name="Google Shape;397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8" name="Google Shape;398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3 CfU 3 options - jade">
  <p:cSld name="TITLE_AND_TWO_COLUMNS_1_1_7_1_1_1">
    <p:bg>
      <p:bgPr>
        <a:solidFill>
          <a:srgbClr val="E6F2F2"/>
        </a:solidFill>
      </p:bgPr>
    </p:bg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0" name="Google Shape;400;p3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01" name="Google Shape;401;p3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3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03" name="Google Shape;403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04" name="Google Shape;404;p3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5" name="Google Shape;405;p3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6" name="Google Shape;406;p35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7" name="Google Shape;407;p35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8" name="Google Shape;408;p35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09" name="Google Shape;409;p35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10" name="Google Shape;410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1" name="Google Shape;411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12" name="Google Shape;412;p35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13" name="Google Shape;413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4" name="Google Shape;414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15" name="Google Shape;415;p35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16" name="Google Shape;416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7" name="Google Shape;417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3 CfU 3 options - blue">
  <p:cSld name="TITLE_AND_TWO_COLUMNS_1_1_7_2">
    <p:bg>
      <p:bgPr>
        <a:solidFill>
          <a:srgbClr val="EBEDFE"/>
        </a:solidFill>
      </p:bgPr>
    </p:bg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9" name="Google Shape;419;p3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20" name="Google Shape;420;p3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36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22" name="Google Shape;422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23" name="Google Shape;423;p3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4" name="Google Shape;424;p36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25" name="Google Shape;425;p36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6" name="Google Shape;426;p36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7" name="Google Shape;427;p36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28" name="Google Shape;428;p36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29" name="Google Shape;429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0" name="Google Shape;430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31" name="Google Shape;431;p36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32" name="Google Shape;432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3" name="Google Shape;433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34" name="Google Shape;434;p36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35" name="Google Shape;435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6" name="Google Shape;436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3 CfU 3 options - pink">
  <p:cSld name="TITLE_AND_TWO_COLUMNS_1_1_7_1_1_1_1">
    <p:bg>
      <p:bgPr>
        <a:solidFill>
          <a:srgbClr val="FAEAF6"/>
        </a:solidFill>
      </p:bgPr>
    </p:bg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8" name="Google Shape;438;p3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39" name="Google Shape;439;p3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37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41" name="Google Shape;441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42" name="Google Shape;442;p3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43" name="Google Shape;443;p37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44" name="Google Shape;444;p37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5" name="Google Shape;445;p37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6" name="Google Shape;446;p37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47" name="Google Shape;447;p37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48" name="Google Shape;448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9" name="Google Shape;449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50" name="Google Shape;450;p37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51" name="Google Shape;451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2" name="Google Shape;452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53" name="Google Shape;453;p37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54" name="Google Shape;454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5" name="Google Shape;455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4 CfU 4 options - purple">
  <p:cSld name="TITLE_AND_TWO_COLUMNS_1_1_8_1">
    <p:bg>
      <p:bgPr>
        <a:solidFill>
          <a:srgbClr val="F3EEFB"/>
        </a:solidFill>
      </p:bgPr>
    </p:bg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7" name="Google Shape;457;p3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58" name="Google Shape;458;p3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" name="Google Shape;459;p38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60" name="Google Shape;460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61" name="Google Shape;461;p3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62" name="Google Shape;462;p38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63" name="Google Shape;463;p38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4" name="Google Shape;464;p38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5" name="Google Shape;465;p38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6" name="Google Shape;466;p38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67" name="Google Shape;467;p38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68" name="Google Shape;468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9" name="Google Shape;469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0" name="Google Shape;470;p38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71" name="Google Shape;471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2" name="Google Shape;472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3" name="Google Shape;473;p38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74" name="Google Shape;474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5" name="Google Shape;475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6" name="Google Shape;476;p38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477" name="Google Shape;477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8" name="Google Shape;478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4 CfU 4 options - jade">
  <p:cSld name="TITLE_AND_TWO_COLUMNS_1_1_8_1_1_1">
    <p:bg>
      <p:bgPr>
        <a:solidFill>
          <a:srgbClr val="E6F2F2"/>
        </a:solidFill>
      </p:bgPr>
    </p:bg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0" name="Google Shape;480;p3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81" name="Google Shape;481;p3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2" name="Google Shape;482;p39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83" name="Google Shape;483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84" name="Google Shape;484;p3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5" name="Google Shape;485;p39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86" name="Google Shape;486;p39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7" name="Google Shape;487;p39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8" name="Google Shape;488;p39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9" name="Google Shape;489;p39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90" name="Google Shape;490;p39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91" name="Google Shape;491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2" name="Google Shape;492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3" name="Google Shape;493;p39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94" name="Google Shape;494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5" name="Google Shape;495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6" name="Google Shape;496;p39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97" name="Google Shape;497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8" name="Google Shape;498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9" name="Google Shape;499;p39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00" name="Google Shape;500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01" name="Google Shape;501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4 CfU 4 options - blue">
  <p:cSld name="TITLE_AND_TWO_COLUMNS_1_1_8_2">
    <p:bg>
      <p:bgPr>
        <a:solidFill>
          <a:srgbClr val="EBEDFE"/>
        </a:solidFill>
      </p:bgPr>
    </p:bg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3" name="Google Shape;503;p4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04" name="Google Shape;504;p4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5" name="Google Shape;505;p40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06" name="Google Shape;506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07" name="Google Shape;507;p4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08" name="Google Shape;508;p40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09" name="Google Shape;509;p40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0" name="Google Shape;510;p40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1" name="Google Shape;511;p40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2" name="Google Shape;512;p40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13" name="Google Shape;513;p40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14" name="Google Shape;514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5" name="Google Shape;515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6" name="Google Shape;516;p40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17" name="Google Shape;517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8" name="Google Shape;518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9" name="Google Shape;519;p40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20" name="Google Shape;520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1" name="Google Shape;521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22" name="Google Shape;522;p40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23" name="Google Shape;523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4" name="Google Shape;524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4 CfU 4 options - pink">
  <p:cSld name="TITLE_AND_TWO_COLUMNS_1_1_8_1_1_1_1">
    <p:bg>
      <p:bgPr>
        <a:solidFill>
          <a:srgbClr val="FAEAF6"/>
        </a:solidFill>
      </p:bgPr>
    </p:bg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6" name="Google Shape;526;p4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27" name="Google Shape;527;p4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8" name="Google Shape;528;p41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29" name="Google Shape;529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30" name="Google Shape;530;p4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31" name="Google Shape;531;p41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32" name="Google Shape;532;p41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3" name="Google Shape;533;p41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4" name="Google Shape;534;p41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5" name="Google Shape;535;p41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36" name="Google Shape;536;p41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37" name="Google Shape;537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8" name="Google Shape;538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9" name="Google Shape;539;p41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40" name="Google Shape;540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1" name="Google Shape;541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42" name="Google Shape;542;p41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43" name="Google Shape;543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4" name="Google Shape;544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45" name="Google Shape;545;p41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46" name="Google Shape;546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7" name="Google Shape;547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5 CfU 3 image options - purple">
  <p:cSld name="TITLE_AND_TWO_COLUMNS_1_1_7_1_1_2">
    <p:bg>
      <p:bgPr>
        <a:solidFill>
          <a:srgbClr val="F3EEFB"/>
        </a:solidFill>
      </p:bgPr>
    </p:bg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9" name="Google Shape;549;p4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50" name="Google Shape;550;p4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1" name="Google Shape;551;p42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52" name="Google Shape;552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53" name="Google Shape;553;p4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4" name="Google Shape;554;p42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55" name="Google Shape;555;p42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56" name="Google Shape;556;p42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57" name="Google Shape;557;p42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58" name="Google Shape;558;p42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59" name="Google Shape;559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0" name="Google Shape;560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61" name="Google Shape;561;p42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62" name="Google Shape;562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3" name="Google Shape;563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64" name="Google Shape;564;p42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65" name="Google Shape;565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6" name="Google Shape;566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5 CfU 3 image options - jade">
  <p:cSld name="TITLE_AND_TWO_COLUMNS_1_1_7_1_1_1_2">
    <p:bg>
      <p:bgPr>
        <a:solidFill>
          <a:srgbClr val="E6F2F2"/>
        </a:solidFill>
      </p:bgPr>
    </p:bg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8" name="Google Shape;568;p4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69" name="Google Shape;569;p4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0" name="Google Shape;570;p4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71" name="Google Shape;571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72" name="Google Shape;572;p4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73" name="Google Shape;573;p43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74" name="Google Shape;574;p43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75" name="Google Shape;575;p43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76" name="Google Shape;576;p43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77" name="Google Shape;577;p43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78" name="Google Shape;578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9" name="Google Shape;579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80" name="Google Shape;580;p43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81" name="Google Shape;581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2" name="Google Shape;582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83" name="Google Shape;583;p43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84" name="Google Shape;584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5" name="Google Shape;585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5 CfU 3  image options - blue ">
  <p:cSld name="TITLE_AND_TWO_COLUMNS_1_1_7_2_1">
    <p:bg>
      <p:bgPr>
        <a:solidFill>
          <a:srgbClr val="EBEDFE"/>
        </a:solidFill>
      </p:bgPr>
    </p:bg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7" name="Google Shape;587;p4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88" name="Google Shape;588;p4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9" name="Google Shape;589;p4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90" name="Google Shape;590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91" name="Google Shape;591;p4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92" name="Google Shape;592;p4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93" name="Google Shape;593;p44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94" name="Google Shape;594;p44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95" name="Google Shape;595;p44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96" name="Google Shape;596;p44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97" name="Google Shape;597;p4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8" name="Google Shape;598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99" name="Google Shape;599;p44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00" name="Google Shape;600;p4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1" name="Google Shape;601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02" name="Google Shape;602;p44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03" name="Google Shape;603;p4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4" name="Google Shape;604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5 CfU 3 image options - pink">
  <p:cSld name="TITLE_AND_TWO_COLUMNS_1_1_7_1_1_1_1_1">
    <p:bg>
      <p:bgPr>
        <a:solidFill>
          <a:srgbClr val="FAEAF6"/>
        </a:solidFill>
      </p:bgPr>
    </p:bg>
    <p:spTree>
      <p:nvGrpSpPr>
        <p:cNvPr id="605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6" name="Google Shape;606;p4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07" name="Google Shape;607;p4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8" name="Google Shape;608;p4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609" name="Google Shape;609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10" name="Google Shape;610;p4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11" name="Google Shape;611;p4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12" name="Google Shape;612;p45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13" name="Google Shape;613;p45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14" name="Google Shape;614;p45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615" name="Google Shape;615;p45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616" name="Google Shape;616;p4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7" name="Google Shape;617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18" name="Google Shape;618;p45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19" name="Google Shape;619;p4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0" name="Google Shape;620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21" name="Google Shape;621;p45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22" name="Google Shape;622;p4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3" name="Google Shape;623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6 CfU blank - purple ">
  <p:cSld name="TITLE_AND_TWO_COLUMNS_1_1_6_2">
    <p:bg>
      <p:bgPr>
        <a:solidFill>
          <a:srgbClr val="F3EEFB"/>
        </a:solidFill>
      </p:bgPr>
    </p:bg>
    <p:spTree>
      <p:nvGrpSpPr>
        <p:cNvPr id="624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5" name="Google Shape;625;p4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26" name="Google Shape;626;p4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7" name="Google Shape;627;p4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28" name="Google Shape;628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29" name="Google Shape;629;p4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0" name="Google Shape;630;p4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6 CfU blank - jade ">
  <p:cSld name="TITLE_AND_TWO_COLUMNS_1_1_6_2_3_1">
    <p:bg>
      <p:bgPr>
        <a:solidFill>
          <a:srgbClr val="E6F2F2"/>
        </a:solidFill>
      </p:bgPr>
    </p:bg>
    <p:spTree>
      <p:nvGrpSpPr>
        <p:cNvPr id="63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2" name="Google Shape;632;p4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33" name="Google Shape;633;p4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4" name="Google Shape;634;p4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35" name="Google Shape;635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36" name="Google Shape;636;p4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7" name="Google Shape;637;p4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6 CfU blank - blue ">
  <p:cSld name="TITLE_AND_TWO_COLUMNS_1_1_6_3">
    <p:bg>
      <p:bgPr>
        <a:solidFill>
          <a:srgbClr val="EBEDFE"/>
        </a:solidFill>
      </p:bgPr>
    </p:bg>
    <p:spTree>
      <p:nvGrpSpPr>
        <p:cNvPr id="638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9" name="Google Shape;639;p4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40" name="Google Shape;640;p4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1" name="Google Shape;641;p48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42" name="Google Shape;642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43" name="Google Shape;643;p4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4" name="Google Shape;644;p4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6 CfU blank - pink ">
  <p:cSld name="TITLE_AND_TWO_COLUMNS_1_1_6_2_3_1_1">
    <p:bg>
      <p:bgPr>
        <a:solidFill>
          <a:srgbClr val="FAEAF6"/>
        </a:solidFill>
      </p:bgPr>
    </p:bg>
    <p:spTree>
      <p:nvGrpSpPr>
        <p:cNvPr id="645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6" name="Google Shape;646;p4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47" name="Google Shape;647;p4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8" name="Google Shape;648;p49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49" name="Google Shape;649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50" name="Google Shape;650;p4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1" name="Google Shape;651;p4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7 Practice - purple ">
  <p:cSld name="TITLE_AND_TWO_COLUMNS_1_1_5_1_3_1_1">
    <p:spTree>
      <p:nvGrpSpPr>
        <p:cNvPr id="652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3" name="Google Shape;653;p5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54" name="Google Shape;654;p5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5" name="Google Shape;655;p5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56" name="Google Shape;656;p50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7" name="Google Shape;657;p50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58" name="Google Shape;658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59" name="Google Shape;659;p5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7 Practice - jade">
  <p:cSld name="TITLE_AND_TWO_COLUMNS_1_1_5_1_3_1_1_1_1">
    <p:spTree>
      <p:nvGrpSpPr>
        <p:cNvPr id="660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1" name="Google Shape;661;p5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62" name="Google Shape;662;p5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3" name="Google Shape;663;p5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64" name="Google Shape;664;p5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65" name="Google Shape;665;p51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66" name="Google Shape;666;p51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67" name="Google Shape;667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7 Practice - blue ">
  <p:cSld name="TITLE_AND_TWO_COLUMNS_1_1_5_1_3_1_2">
    <p:spTree>
      <p:nvGrpSpPr>
        <p:cNvPr id="668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9" name="Google Shape;669;p5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70" name="Google Shape;670;p5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1" name="Google Shape;671;p5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72" name="Google Shape;672;p5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3" name="Google Shape;673;p52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4" name="Google Shape;674;p52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75" name="Google Shape;675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7 Practice - pink">
  <p:cSld name="TITLE_AND_TWO_COLUMNS_1_1_5_1_3_1_1_1_1_1">
    <p:spTree>
      <p:nvGrpSpPr>
        <p:cNvPr id="676" name="Shape 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7" name="Google Shape;677;p5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78" name="Google Shape;678;p5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9" name="Google Shape;679;p5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80" name="Google Shape;680;p5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1" name="Google Shape;681;p53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2" name="Google Shape;682;p53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83" name="Google Shape;683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8 Feedback - purple">
  <p:cSld name="TITLE_AND_TWO_COLUMNS_1_1_5_1_3_1_1_1">
    <p:bg>
      <p:bgPr>
        <a:solidFill>
          <a:srgbClr val="F3EEFB"/>
        </a:solidFill>
      </p:bgPr>
    </p:bg>
    <p:spTree>
      <p:nvGrpSpPr>
        <p:cNvPr id="684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5" name="Google Shape;685;p5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86" name="Google Shape;686;p5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7" name="Google Shape;687;p5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88" name="Google Shape;688;p54"/>
          <p:cNvSpPr txBox="1"/>
          <p:nvPr/>
        </p:nvSpPr>
        <p:spPr>
          <a:xfrm>
            <a:off x="324000" y="45525"/>
            <a:ext cx="1092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9" name="Google Shape;689;p54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90" name="Google Shape;690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91" name="Google Shape;691;p5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8 Feedback - jade">
  <p:cSld name="TITLE_AND_TWO_COLUMNS_1_1_5_1_3_1_1_1_1_2">
    <p:bg>
      <p:bgPr>
        <a:solidFill>
          <a:srgbClr val="E6F2F2"/>
        </a:solidFill>
      </p:bgPr>
    </p:bg>
    <p:spTree>
      <p:nvGrpSpPr>
        <p:cNvPr id="692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3" name="Google Shape;693;p5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94" name="Google Shape;694;p5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5" name="Google Shape;695;p5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96" name="Google Shape;696;p55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97" name="Google Shape;697;p55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98" name="Google Shape;698;p5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99" name="Google Shape;699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8 Feedback - blue">
  <p:cSld name="TITLE_AND_TWO_COLUMNS_1_1_5_1_3_1_2_1">
    <p:bg>
      <p:bgPr>
        <a:solidFill>
          <a:srgbClr val="EBEDFE"/>
        </a:solidFill>
      </p:bgPr>
    </p:bg>
    <p:spTree>
      <p:nvGrpSpPr>
        <p:cNvPr id="700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1" name="Google Shape;701;p5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02" name="Google Shape;702;p5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3" name="Google Shape;703;p5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04" name="Google Shape;704;p56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05" name="Google Shape;705;p56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06" name="Google Shape;706;p5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07" name="Google Shape;707;p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8 Feedback - pink">
  <p:cSld name="TITLE_AND_TWO_COLUMNS_1_1_5_1_3_1_1_1_1_1_1">
    <p:bg>
      <p:bgPr>
        <a:solidFill>
          <a:srgbClr val="FAEAF6"/>
        </a:solidFill>
      </p:bgPr>
    </p:bg>
    <p:spTree>
      <p:nvGrpSpPr>
        <p:cNvPr id="708" name="Shape 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9" name="Google Shape;709;p5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10" name="Google Shape;710;p5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1" name="Google Shape;711;p5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12" name="Google Shape;712;p57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3" name="Google Shape;713;p57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14" name="Google Shape;714;p5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15" name="Google Shape;715;p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1">
  <p:cSld name="TITLE_AND_TWO_COLUMNS_1_1_5_1_2_1">
    <p:spTree>
      <p:nvGrpSpPr>
        <p:cNvPr id="716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Google Shape;717;p58"/>
          <p:cNvSpPr/>
          <p:nvPr/>
        </p:nvSpPr>
        <p:spPr>
          <a:xfrm>
            <a:off x="0" y="0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18" name="Google Shape;718;p58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58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19" name="Google Shape;719;p58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20" name="Google Shape;720;p58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1" name="Google Shape;721;p58"/>
          <p:cNvSpPr txBox="1"/>
          <p:nvPr>
            <p:ph type="title"/>
          </p:nvPr>
        </p:nvSpPr>
        <p:spPr>
          <a:xfrm>
            <a:off x="1684800" y="157525"/>
            <a:ext cx="57414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2">
  <p:cSld name="TITLE_AND_TWO_COLUMNS_1_1_5_1_2">
    <p:spTree>
      <p:nvGrpSpPr>
        <p:cNvPr id="722" name="Shape 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Google Shape;723;p59"/>
          <p:cNvSpPr/>
          <p:nvPr/>
        </p:nvSpPr>
        <p:spPr>
          <a:xfrm>
            <a:off x="0" y="0"/>
            <a:ext cx="9144300" cy="773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24" name="Google Shape;724;p59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7695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25" name="Google Shape;725;p59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26" name="Google Shape;726;p59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7" name="Google Shape;727;p59"/>
          <p:cNvSpPr txBox="1"/>
          <p:nvPr>
            <p:ph type="title"/>
          </p:nvPr>
        </p:nvSpPr>
        <p:spPr>
          <a:xfrm>
            <a:off x="1684800" y="157525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3 Projectable quiz" showMasterSp="0">
  <p:cSld name="Title Slide 3_1">
    <p:bg>
      <p:bgPr>
        <a:solidFill>
          <a:schemeClr val="lt1"/>
        </a:solidFill>
      </p:bgPr>
    </p:bg>
    <p:spTree>
      <p:nvGrpSpPr>
        <p:cNvPr id="728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9" name="Google Shape;729;p6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  <p:sp>
        <p:nvSpPr>
          <p:cNvPr id="730" name="Google Shape;730;p60"/>
          <p:cNvSpPr txBox="1"/>
          <p:nvPr/>
        </p:nvSpPr>
        <p:spPr>
          <a:xfrm>
            <a:off x="1977450" y="3132468"/>
            <a:ext cx="5189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Click to open the interactive quiz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4 Items to copy-paste">
  <p:cSld name="CUSTOM_104_1_2_1_1">
    <p:spTree>
      <p:nvGrpSpPr>
        <p:cNvPr id="731" name="Shape 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p61"/>
          <p:cNvSpPr/>
          <p:nvPr/>
        </p:nvSpPr>
        <p:spPr>
          <a:xfrm>
            <a:off x="3217188" y="4171902"/>
            <a:ext cx="5214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Tick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3" name="Google Shape;733;p61"/>
          <p:cNvSpPr/>
          <p:nvPr/>
        </p:nvSpPr>
        <p:spPr>
          <a:xfrm>
            <a:off x="483925" y="193075"/>
            <a:ext cx="66717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Items to copy and paste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4" name="Google Shape;734;p61"/>
          <p:cNvSpPr/>
          <p:nvPr/>
        </p:nvSpPr>
        <p:spPr>
          <a:xfrm>
            <a:off x="7459200" y="352650"/>
            <a:ext cx="16848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GB" sz="16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Video frame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5" name="Google Shape;735;p61"/>
          <p:cNvSpPr/>
          <p:nvPr/>
        </p:nvSpPr>
        <p:spPr>
          <a:xfrm>
            <a:off x="628788" y="4171893"/>
            <a:ext cx="1579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Agenda dot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6" name="Google Shape;736;p61"/>
          <p:cNvSpPr/>
          <p:nvPr/>
        </p:nvSpPr>
        <p:spPr>
          <a:xfrm>
            <a:off x="5891525" y="2313000"/>
            <a:ext cx="17964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CfU option letters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7" name="Google Shape;737;p61"/>
          <p:cNvSpPr/>
          <p:nvPr/>
        </p:nvSpPr>
        <p:spPr>
          <a:xfrm>
            <a:off x="933601" y="2371650"/>
            <a:ext cx="11799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audio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8" name="Google Shape;738;p61"/>
          <p:cNvSpPr/>
          <p:nvPr/>
        </p:nvSpPr>
        <p:spPr>
          <a:xfrm>
            <a:off x="3444210" y="2377200"/>
            <a:ext cx="11166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video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9" name="Google Shape;739;p61"/>
          <p:cNvSpPr/>
          <p:nvPr/>
        </p:nvSpPr>
        <p:spPr>
          <a:xfrm>
            <a:off x="4747799" y="4171900"/>
            <a:ext cx="694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Cross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40" name="Google Shape;740;p61"/>
          <p:cNvSpPr/>
          <p:nvPr/>
        </p:nvSpPr>
        <p:spPr>
          <a:xfrm>
            <a:off x="6451200" y="4171900"/>
            <a:ext cx="14217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Reading icon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5 OGL">
  <p:cSld name="CUSTOM_5_1">
    <p:bg>
      <p:bgPr>
        <a:solidFill>
          <a:srgbClr val="BEF2BD"/>
        </a:solidFill>
      </p:bgPr>
    </p:bg>
    <p:spTree>
      <p:nvGrpSpPr>
        <p:cNvPr id="741" name="Shape 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2" name="Google Shape;742;p6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7200" y="11118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743" name="Google Shape;743;p62"/>
          <p:cNvSpPr txBox="1"/>
          <p:nvPr>
            <p:ph idx="1" type="subTitle"/>
          </p:nvPr>
        </p:nvSpPr>
        <p:spPr>
          <a:xfrm>
            <a:off x="661775" y="1190413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6 Blank">
  <p:cSld name="CUSTOM_6">
    <p:spTree>
      <p:nvGrpSpPr>
        <p:cNvPr id="744" name="Shape 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" name="Google Shape;745;p63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English" showMasterSp="0">
  <p:cSld name="Title Slide 2_1">
    <p:bg>
      <p:bgPr>
        <a:solidFill>
          <a:srgbClr val="BEF2BD"/>
        </a:solidFill>
      </p:bgPr>
    </p:bg>
    <p:spTree>
      <p:nvGrpSpPr>
        <p:cNvPr id="750" name="Shape 7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1" name="Google Shape;751;p65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752" name="Google Shape;752;p65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English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53" name="Google Shape;753;p65"/>
          <p:cNvSpPr txBox="1"/>
          <p:nvPr>
            <p:ph type="ctrTitle"/>
          </p:nvPr>
        </p:nvSpPr>
        <p:spPr>
          <a:xfrm>
            <a:off x="323850" y="810000"/>
            <a:ext cx="54507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54" name="Google Shape;754;p65"/>
          <p:cNvSpPr txBox="1"/>
          <p:nvPr>
            <p:ph idx="1" type="subTitle"/>
          </p:nvPr>
        </p:nvSpPr>
        <p:spPr>
          <a:xfrm>
            <a:off x="890225" y="4327975"/>
            <a:ext cx="59862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55" name="Google Shape;755;p6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56" name="Google Shape;756;p6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757" name="Google Shape;757;p65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67">
          <p15:clr>
            <a:srgbClr val="E46962"/>
          </p15:clr>
        </p15:guide>
      </p15:sldGuideLst>
    </p:ext>
  </p:extLst>
</p:sldLayout>
</file>

<file path=ppt/slideLayouts/slideLayout6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aths" showMasterSp="0">
  <p:cSld name="Title Slide 2_1_1">
    <p:bg>
      <p:bgPr>
        <a:solidFill>
          <a:srgbClr val="BEF2BD"/>
        </a:solidFill>
      </p:bgPr>
    </p:bg>
    <p:spTree>
      <p:nvGrpSpPr>
        <p:cNvPr id="758" name="Shape 7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9" name="Google Shape;759;p6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760" name="Google Shape;760;p66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61" name="Google Shape;761;p66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Maths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62" name="Google Shape;762;p66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63" name="Google Shape;763;p6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64" name="Google Shape;764;p66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765" name="Google Shape;765;p66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707200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Geography" showMasterSp="0">
  <p:cSld name="Title Slide 2_1_1_1">
    <p:bg>
      <p:bgPr>
        <a:solidFill>
          <a:srgbClr val="BEF2BD"/>
        </a:solidFill>
      </p:bgPr>
    </p:bg>
    <p:spTree>
      <p:nvGrpSpPr>
        <p:cNvPr id="766" name="Shape 7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7" name="Google Shape;767;p67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259825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68" name="Google Shape;768;p6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769" name="Google Shape;769;p67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70" name="Google Shape;770;p67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Geography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71" name="Google Shape;771;p67"/>
          <p:cNvSpPr txBox="1"/>
          <p:nvPr>
            <p:ph idx="1" type="subTitle"/>
          </p:nvPr>
        </p:nvSpPr>
        <p:spPr>
          <a:xfrm>
            <a:off x="890225" y="4327975"/>
            <a:ext cx="5997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72" name="Google Shape;772;p6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73" name="Google Shape;773;p67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History" showMasterSp="0">
  <p:cSld name="Title Slide 2_1_1_1_1">
    <p:bg>
      <p:bgPr>
        <a:solidFill>
          <a:srgbClr val="BEF2BD"/>
        </a:solidFill>
      </p:bgPr>
    </p:bg>
    <p:spTree>
      <p:nvGrpSpPr>
        <p:cNvPr id="774" name="Shape 7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5" name="Google Shape;775;p68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776" name="Google Shape;776;p68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77" name="Google Shape;777;p68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History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78" name="Google Shape;778;p68"/>
          <p:cNvSpPr txBox="1"/>
          <p:nvPr>
            <p:ph idx="1" type="subTitle"/>
          </p:nvPr>
        </p:nvSpPr>
        <p:spPr>
          <a:xfrm>
            <a:off x="890225" y="4327975"/>
            <a:ext cx="5804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79" name="Google Shape;779;p6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80" name="Google Shape;780;p68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781" name="Google Shape;781;p68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782" name="Google Shape;782;p6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83" name="Google Shape;783;p68"/>
            <p:cNvSpPr/>
            <p:nvPr/>
          </p:nvSpPr>
          <p:spPr>
            <a:xfrm>
              <a:off x="6860400" y="1205850"/>
              <a:ext cx="1959600" cy="13659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784" name="Google Shape;784;p6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78432">
              <a:off x="7001357" y="1317070"/>
              <a:ext cx="1677682" cy="114346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usic" showMasterSp="0">
  <p:cSld name="Title Slide 2_1_1_1_1_1">
    <p:bg>
      <p:bgPr>
        <a:solidFill>
          <a:srgbClr val="BEF2BD"/>
        </a:solidFill>
      </p:bgPr>
    </p:bg>
    <p:spTree>
      <p:nvGrpSpPr>
        <p:cNvPr id="785" name="Shape 7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6" name="Google Shape;786;p6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787" name="Google Shape;787;p69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88" name="Google Shape;788;p69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Music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89" name="Google Shape;789;p69"/>
          <p:cNvSpPr txBox="1"/>
          <p:nvPr>
            <p:ph idx="1" type="subTitle"/>
          </p:nvPr>
        </p:nvSpPr>
        <p:spPr>
          <a:xfrm>
            <a:off x="890225" y="4327975"/>
            <a:ext cx="57870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90" name="Google Shape;790;p6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91" name="Google Shape;791;p69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792" name="Google Shape;792;p69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661625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Science" showMasterSp="0">
  <p:cSld name="Title Slide 2_1_1_1_1_1_1">
    <p:bg>
      <p:bgPr>
        <a:solidFill>
          <a:srgbClr val="BEF2BD"/>
        </a:solidFill>
      </p:bgPr>
    </p:bg>
    <p:spTree>
      <p:nvGrpSpPr>
        <p:cNvPr id="793" name="Shape 7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4" name="Google Shape;794;p70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95" name="Google Shape;795;p70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Science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96" name="Google Shape;796;p70"/>
          <p:cNvSpPr txBox="1"/>
          <p:nvPr>
            <p:ph idx="1" type="subTitle"/>
          </p:nvPr>
        </p:nvSpPr>
        <p:spPr>
          <a:xfrm>
            <a:off x="890225" y="4327975"/>
            <a:ext cx="57927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97" name="Google Shape;797;p7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98" name="Google Shape;798;p70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799" name="Google Shape;799;p70"/>
          <p:cNvPicPr preferRelativeResize="0"/>
          <p:nvPr/>
        </p:nvPicPr>
        <p:blipFill rotWithShape="1">
          <a:blip r:embed="rId3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00" name="Google Shape;800;p70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801" name="Google Shape;801;p7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02" name="Google Shape;802;p70"/>
            <p:cNvSpPr/>
            <p:nvPr/>
          </p:nvSpPr>
          <p:spPr>
            <a:xfrm>
              <a:off x="6860400" y="869975"/>
              <a:ext cx="1959600" cy="20070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803" name="Google Shape;803;p7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11816">
              <a:off x="7083000" y="1110274"/>
              <a:ext cx="1514398" cy="152639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Biology" showMasterSp="0">
  <p:cSld name="Title Slide 2_1_1_1_1_1_1_1">
    <p:bg>
      <p:bgPr>
        <a:solidFill>
          <a:srgbClr val="BEF2BD"/>
        </a:solidFill>
      </p:bgPr>
    </p:bg>
    <p:spTree>
      <p:nvGrpSpPr>
        <p:cNvPr id="804" name="Shape 8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5" name="Google Shape;805;p71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806" name="Google Shape;806;p7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807" name="Google Shape;807;p71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08" name="Google Shape;808;p71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Biology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09" name="Google Shape;809;p71"/>
          <p:cNvSpPr txBox="1"/>
          <p:nvPr>
            <p:ph idx="1" type="subTitle"/>
          </p:nvPr>
        </p:nvSpPr>
        <p:spPr>
          <a:xfrm>
            <a:off x="890225" y="4327975"/>
            <a:ext cx="5775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10" name="Google Shape;810;p7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11" name="Google Shape;811;p71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Physics" showMasterSp="0">
  <p:cSld name="Title Slide 2_1_1_1_1_1_1_1_1">
    <p:bg>
      <p:bgPr>
        <a:solidFill>
          <a:srgbClr val="BEF2BD"/>
        </a:solidFill>
      </p:bgPr>
    </p:bg>
    <p:spTree>
      <p:nvGrpSpPr>
        <p:cNvPr id="812" name="Shape 8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3" name="Google Shape;813;p72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814" name="Google Shape;814;p72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15" name="Google Shape;815;p72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Physics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16" name="Google Shape;816;p72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17" name="Google Shape;817;p7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18" name="Google Shape;818;p72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819" name="Google Shape;819;p72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820" name="Google Shape;820;p7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21" name="Google Shape;821;p72"/>
            <p:cNvSpPr/>
            <p:nvPr/>
          </p:nvSpPr>
          <p:spPr>
            <a:xfrm>
              <a:off x="6898050" y="839288"/>
              <a:ext cx="1959600" cy="23547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822" name="Google Shape;822;p72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84492">
              <a:off x="7235674" y="1037850"/>
              <a:ext cx="1204851" cy="195757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Chemistry" showMasterSp="0">
  <p:cSld name="Title Slide 2_1_1_1_1_1_1_1_1_1">
    <p:bg>
      <p:bgPr>
        <a:solidFill>
          <a:srgbClr val="BEF2BD"/>
        </a:solidFill>
      </p:bgPr>
    </p:bg>
    <p:spTree>
      <p:nvGrpSpPr>
        <p:cNvPr id="823" name="Shape 8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4" name="Google Shape;824;p73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117400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25" name="Google Shape;825;p7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826" name="Google Shape;826;p73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27" name="Google Shape;827;p73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Chemistry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8" name="Google Shape;828;p73"/>
          <p:cNvSpPr txBox="1"/>
          <p:nvPr>
            <p:ph idx="1" type="subTitle"/>
          </p:nvPr>
        </p:nvSpPr>
        <p:spPr>
          <a:xfrm>
            <a:off x="890225" y="4327975"/>
            <a:ext cx="5855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29" name="Google Shape;829;p7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30" name="Google Shape;830;p73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1 Outcome">
  <p:cSld name="CUSTOM_5">
    <p:bg>
      <p:bgPr>
        <a:solidFill>
          <a:srgbClr val="BEF2BD"/>
        </a:solidFill>
      </p:bgPr>
    </p:bg>
    <p:spTree>
      <p:nvGrpSpPr>
        <p:cNvPr id="831" name="Shape 8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2" name="Google Shape;832;p7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3225" y="13883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833" name="Google Shape;833;p74"/>
          <p:cNvSpPr txBox="1"/>
          <p:nvPr/>
        </p:nvSpPr>
        <p:spPr>
          <a:xfrm>
            <a:off x="325207" y="454765"/>
            <a:ext cx="4575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>
                <a:latin typeface="Lexend"/>
                <a:ea typeface="Lexend"/>
                <a:cs typeface="Lexend"/>
                <a:sym typeface="Lexend"/>
              </a:rPr>
              <a:t>Outcome</a:t>
            </a:r>
            <a:endParaRPr b="1" sz="2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4" name="Google Shape;834;p74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2 Hidden guidance slide">
  <p:cSld name="CUSTOM_1">
    <p:spTree>
      <p:nvGrpSpPr>
        <p:cNvPr id="835" name="Shape 8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6" name="Google Shape;836;p75"/>
          <p:cNvSpPr txBox="1"/>
          <p:nvPr/>
        </p:nvSpPr>
        <p:spPr>
          <a:xfrm>
            <a:off x="177375" y="724875"/>
            <a:ext cx="4241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Oak’s lessons are structured around 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learning cycles</a:t>
            </a:r>
            <a:r>
              <a:rPr i="1" lang="en-GB" sz="1200"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These are indicated through colour in the slide deck: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7" name="Google Shape;837;p75"/>
          <p:cNvSpPr txBox="1"/>
          <p:nvPr/>
        </p:nvSpPr>
        <p:spPr>
          <a:xfrm>
            <a:off x="177375" y="248475"/>
            <a:ext cx="4241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Oak’s lesson structure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8" name="Google Shape;838;p75"/>
          <p:cNvSpPr txBox="1"/>
          <p:nvPr/>
        </p:nvSpPr>
        <p:spPr>
          <a:xfrm>
            <a:off x="4825725" y="248475"/>
            <a:ext cx="4012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Useful links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9" name="Google Shape;839;p75"/>
          <p:cNvSpPr txBox="1"/>
          <p:nvPr/>
        </p:nvSpPr>
        <p:spPr>
          <a:xfrm>
            <a:off x="177375" y="3053550"/>
            <a:ext cx="4207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Each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 learning cycle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covers several phases: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40" name="Google Shape;840;p75"/>
          <p:cNvSpPr txBox="1"/>
          <p:nvPr/>
        </p:nvSpPr>
        <p:spPr>
          <a:xfrm>
            <a:off x="4825725" y="724875"/>
            <a:ext cx="4012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Advice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on                                          to 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bring the lesson to life in your classroom and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best fit the needs of your pupils.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841" name="Google Shape;841;p75"/>
          <p:cNvGrpSpPr/>
          <p:nvPr/>
        </p:nvGrpSpPr>
        <p:grpSpPr>
          <a:xfrm>
            <a:off x="2498516" y="1415817"/>
            <a:ext cx="1745270" cy="1430724"/>
            <a:chOff x="2642961" y="1644312"/>
            <a:chExt cx="1454634" cy="1195657"/>
          </a:xfrm>
        </p:grpSpPr>
        <p:pic>
          <p:nvPicPr>
            <p:cNvPr id="842" name="Google Shape;842;p75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2642975" y="1644312"/>
              <a:ext cx="1454621" cy="287396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843" name="Google Shape;843;p7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642975" y="1936215"/>
              <a:ext cx="1454618" cy="287940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844" name="Google Shape;844;p7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42965" y="2251391"/>
              <a:ext cx="1454621" cy="284581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845" name="Google Shape;845;p75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642961" y="2563206"/>
              <a:ext cx="1454620" cy="276764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</p:grpSp>
      <p:pic>
        <p:nvPicPr>
          <p:cNvPr id="846" name="Google Shape;846;p75"/>
          <p:cNvPicPr preferRelativeResize="0"/>
          <p:nvPr/>
        </p:nvPicPr>
        <p:blipFill rotWithShape="1">
          <a:blip r:embed="rId6">
            <a:alphaModFix/>
          </a:blip>
          <a:srcRect b="5222" l="3910" r="0" t="0"/>
          <a:stretch/>
        </p:blipFill>
        <p:spPr>
          <a:xfrm>
            <a:off x="1252313" y="3417350"/>
            <a:ext cx="2057336" cy="119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47" name="Google Shape;847;p7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46350" y="1549488"/>
            <a:ext cx="2057324" cy="1163398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3)">
  <p:cSld name="CUSTOM_3_1">
    <p:spTree>
      <p:nvGrpSpPr>
        <p:cNvPr id="848" name="Shape 8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" name="Google Shape;849;p7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50" name="Google Shape;850;p76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851" name="Google Shape;851;p76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2" name="Google Shape;852;p76"/>
          <p:cNvSpPr txBox="1"/>
          <p:nvPr>
            <p:ph idx="1" type="subTitle"/>
          </p:nvPr>
        </p:nvSpPr>
        <p:spPr>
          <a:xfrm>
            <a:off x="323994" y="99364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53" name="Google Shape;853;p76"/>
          <p:cNvSpPr txBox="1"/>
          <p:nvPr>
            <p:ph idx="2" type="subTitle"/>
          </p:nvPr>
        </p:nvSpPr>
        <p:spPr>
          <a:xfrm>
            <a:off x="323994" y="223873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54" name="Google Shape;854;p76"/>
          <p:cNvSpPr txBox="1"/>
          <p:nvPr>
            <p:ph idx="3" type="subTitle"/>
          </p:nvPr>
        </p:nvSpPr>
        <p:spPr>
          <a:xfrm>
            <a:off x="323994" y="348382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.1 Keywords definitions (3)">
  <p:cSld name="CUSTOM_3_1_1">
    <p:spTree>
      <p:nvGrpSpPr>
        <p:cNvPr id="855" name="Shape 8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6" name="Google Shape;856;p7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57" name="Google Shape;857;p77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858" name="Google Shape;858;p77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9" name="Google Shape;859;p77"/>
          <p:cNvSpPr txBox="1"/>
          <p:nvPr>
            <p:ph idx="1" type="subTitle"/>
          </p:nvPr>
        </p:nvSpPr>
        <p:spPr>
          <a:xfrm>
            <a:off x="324000" y="993650"/>
            <a:ext cx="8496000" cy="54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60" name="Google Shape;860;p77"/>
          <p:cNvSpPr txBox="1"/>
          <p:nvPr>
            <p:ph idx="2" type="subTitle"/>
          </p:nvPr>
        </p:nvSpPr>
        <p:spPr>
          <a:xfrm>
            <a:off x="324001" y="2238725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61" name="Google Shape;861;p77"/>
          <p:cNvSpPr txBox="1"/>
          <p:nvPr>
            <p:ph idx="3" type="subTitle"/>
          </p:nvPr>
        </p:nvSpPr>
        <p:spPr>
          <a:xfrm>
            <a:off x="324001" y="3483825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1 Keyword (4)">
  <p:cSld name="CUSTOM_27_1">
    <p:spTree>
      <p:nvGrpSpPr>
        <p:cNvPr id="862" name="Shape 8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3" name="Google Shape;863;p78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64" name="Google Shape;864;p78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865" name="Google Shape;865;p78"/>
          <p:cNvSpPr txBox="1"/>
          <p:nvPr>
            <p:ph idx="1" type="subTitle"/>
          </p:nvPr>
        </p:nvSpPr>
        <p:spPr>
          <a:xfrm>
            <a:off x="324000" y="90847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66" name="Google Shape;866;p78"/>
          <p:cNvSpPr txBox="1"/>
          <p:nvPr>
            <p:ph idx="2" type="subTitle"/>
          </p:nvPr>
        </p:nvSpPr>
        <p:spPr>
          <a:xfrm>
            <a:off x="324000" y="190562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67" name="Google Shape;867;p78"/>
          <p:cNvSpPr txBox="1"/>
          <p:nvPr>
            <p:ph idx="3" type="subTitle"/>
          </p:nvPr>
        </p:nvSpPr>
        <p:spPr>
          <a:xfrm>
            <a:off x="324000" y="289767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68" name="Google Shape;868;p78"/>
          <p:cNvSpPr txBox="1"/>
          <p:nvPr>
            <p:ph idx="4" type="subTitle"/>
          </p:nvPr>
        </p:nvSpPr>
        <p:spPr>
          <a:xfrm>
            <a:off x="324000" y="3887250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69" name="Google Shape;869;p78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1.1 Keyword definitions (4)">
  <p:cSld name="CUSTOM_27_1_2">
    <p:spTree>
      <p:nvGrpSpPr>
        <p:cNvPr id="870" name="Shape 8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1" name="Google Shape;871;p7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72" name="Google Shape;872;p79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873" name="Google Shape;873;p79"/>
          <p:cNvSpPr txBox="1"/>
          <p:nvPr>
            <p:ph idx="1" type="subTitle"/>
          </p:nvPr>
        </p:nvSpPr>
        <p:spPr>
          <a:xfrm>
            <a:off x="324000" y="90847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74" name="Google Shape;874;p79"/>
          <p:cNvSpPr txBox="1"/>
          <p:nvPr>
            <p:ph idx="2" type="subTitle"/>
          </p:nvPr>
        </p:nvSpPr>
        <p:spPr>
          <a:xfrm>
            <a:off x="324000" y="19056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75" name="Google Shape;875;p79"/>
          <p:cNvSpPr txBox="1"/>
          <p:nvPr>
            <p:ph idx="3" type="subTitle"/>
          </p:nvPr>
        </p:nvSpPr>
        <p:spPr>
          <a:xfrm>
            <a:off x="324000" y="289767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76" name="Google Shape;876;p79"/>
          <p:cNvSpPr txBox="1"/>
          <p:nvPr>
            <p:ph idx="4" type="subTitle"/>
          </p:nvPr>
        </p:nvSpPr>
        <p:spPr>
          <a:xfrm>
            <a:off x="324000" y="388725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77" name="Google Shape;877;p79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2 Keywords (5)">
  <p:cSld name="CUSTOM_27_1_1">
    <p:spTree>
      <p:nvGrpSpPr>
        <p:cNvPr id="878" name="Shape 8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9" name="Google Shape;879;p80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80" name="Google Shape;880;p80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881" name="Google Shape;881;p80"/>
          <p:cNvSpPr txBox="1"/>
          <p:nvPr>
            <p:ph idx="1" type="subTitle"/>
          </p:nvPr>
        </p:nvSpPr>
        <p:spPr>
          <a:xfrm>
            <a:off x="324000" y="744038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82" name="Google Shape;882;p80"/>
          <p:cNvSpPr txBox="1"/>
          <p:nvPr>
            <p:ph idx="2" type="subTitle"/>
          </p:nvPr>
        </p:nvSpPr>
        <p:spPr>
          <a:xfrm>
            <a:off x="324000" y="1588788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83" name="Google Shape;883;p80"/>
          <p:cNvSpPr txBox="1"/>
          <p:nvPr>
            <p:ph idx="3" type="subTitle"/>
          </p:nvPr>
        </p:nvSpPr>
        <p:spPr>
          <a:xfrm>
            <a:off x="324000" y="2428437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84" name="Google Shape;884;p80"/>
          <p:cNvSpPr txBox="1"/>
          <p:nvPr>
            <p:ph idx="4" type="subTitle"/>
          </p:nvPr>
        </p:nvSpPr>
        <p:spPr>
          <a:xfrm>
            <a:off x="324000" y="3265613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85" name="Google Shape;885;p80"/>
          <p:cNvSpPr txBox="1"/>
          <p:nvPr>
            <p:ph idx="5" type="subTitle"/>
          </p:nvPr>
        </p:nvSpPr>
        <p:spPr>
          <a:xfrm>
            <a:off x="324000" y="4103813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86" name="Google Shape;886;p80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2.1 Keywords definitions (5)">
  <p:cSld name="CUSTOM_27_1_1_1">
    <p:spTree>
      <p:nvGrpSpPr>
        <p:cNvPr id="887" name="Shape 8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8" name="Google Shape;888;p8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89" name="Google Shape;889;p81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890" name="Google Shape;890;p81"/>
          <p:cNvSpPr txBox="1"/>
          <p:nvPr>
            <p:ph idx="1" type="subTitle"/>
          </p:nvPr>
        </p:nvSpPr>
        <p:spPr>
          <a:xfrm>
            <a:off x="324000" y="74405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91" name="Google Shape;891;p81"/>
          <p:cNvSpPr txBox="1"/>
          <p:nvPr>
            <p:ph idx="2" type="subTitle"/>
          </p:nvPr>
        </p:nvSpPr>
        <p:spPr>
          <a:xfrm>
            <a:off x="324000" y="158880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92" name="Google Shape;892;p81"/>
          <p:cNvSpPr txBox="1"/>
          <p:nvPr>
            <p:ph idx="3" type="subTitle"/>
          </p:nvPr>
        </p:nvSpPr>
        <p:spPr>
          <a:xfrm>
            <a:off x="324000" y="24284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9pPr>
          </a:lstStyle>
          <a:p/>
        </p:txBody>
      </p:sp>
      <p:sp>
        <p:nvSpPr>
          <p:cNvPr id="893" name="Google Shape;893;p81"/>
          <p:cNvSpPr txBox="1"/>
          <p:nvPr>
            <p:ph idx="4" type="subTitle"/>
          </p:nvPr>
        </p:nvSpPr>
        <p:spPr>
          <a:xfrm>
            <a:off x="324000" y="32656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9pPr>
          </a:lstStyle>
          <a:p/>
        </p:txBody>
      </p:sp>
      <p:sp>
        <p:nvSpPr>
          <p:cNvPr id="894" name="Google Shape;894;p81"/>
          <p:cNvSpPr txBox="1"/>
          <p:nvPr>
            <p:ph idx="5" type="subTitle"/>
          </p:nvPr>
        </p:nvSpPr>
        <p:spPr>
          <a:xfrm>
            <a:off x="324000" y="41038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95" name="Google Shape;895;p81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2)">
  <p:cSld name="CUSTOM_3">
    <p:spTree>
      <p:nvGrpSpPr>
        <p:cNvPr id="896" name="Shape 8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7" name="Google Shape;897;p82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98" name="Google Shape;898;p82"/>
          <p:cNvPicPr preferRelativeResize="0"/>
          <p:nvPr/>
        </p:nvPicPr>
        <p:blipFill rotWithShape="1">
          <a:blip r:embed="rId2">
            <a:alphaModFix/>
          </a:blip>
          <a:srcRect b="3669" l="0" r="0" t="3678"/>
          <a:stretch/>
        </p:blipFill>
        <p:spPr>
          <a:xfrm>
            <a:off x="863550" y="2926472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899" name="Google Shape;899;p82"/>
          <p:cNvPicPr preferRelativeResize="0"/>
          <p:nvPr/>
        </p:nvPicPr>
        <p:blipFill rotWithShape="1">
          <a:blip r:embed="rId3">
            <a:alphaModFix/>
          </a:blip>
          <a:srcRect b="3669" l="0" r="0" t="3678"/>
          <a:stretch/>
        </p:blipFill>
        <p:spPr>
          <a:xfrm>
            <a:off x="863550" y="1989425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900" name="Google Shape;900;p82"/>
          <p:cNvPicPr preferRelativeResize="0"/>
          <p:nvPr/>
        </p:nvPicPr>
        <p:blipFill rotWithShape="1">
          <a:blip r:embed="rId4">
            <a:alphaModFix/>
          </a:blip>
          <a:srcRect b="0" l="74623" r="0" t="0"/>
          <a:stretch/>
        </p:blipFill>
        <p:spPr>
          <a:xfrm>
            <a:off x="863550" y="1954586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01" name="Google Shape;901;p82"/>
          <p:cNvCxnSpPr>
            <a:endCxn id="902" idx="2"/>
          </p:cNvCxnSpPr>
          <p:nvPr/>
        </p:nvCxnSpPr>
        <p:spPr>
          <a:xfrm flipH="1">
            <a:off x="645063" y="2017282"/>
            <a:ext cx="2700" cy="14805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903" name="Google Shape;903;p8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3482" y="1993619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904" name="Google Shape;904;p82"/>
          <p:cNvSpPr txBox="1"/>
          <p:nvPr>
            <p:ph type="title"/>
          </p:nvPr>
        </p:nvSpPr>
        <p:spPr>
          <a:xfrm>
            <a:off x="1224000" y="2098125"/>
            <a:ext cx="68523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05" name="Google Shape;905;p82"/>
          <p:cNvSpPr txBox="1"/>
          <p:nvPr>
            <p:ph idx="2" type="title"/>
          </p:nvPr>
        </p:nvSpPr>
        <p:spPr>
          <a:xfrm>
            <a:off x="1224000" y="3053050"/>
            <a:ext cx="68523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902" name="Google Shape;902;p8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3340" y="2925705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906" name="Google Shape;906;p82"/>
          <p:cNvPicPr preferRelativeResize="0"/>
          <p:nvPr/>
        </p:nvPicPr>
        <p:blipFill rotWithShape="1">
          <a:blip r:embed="rId7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907" name="Google Shape;907;p82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08" name="Google Shape;908;p82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3)">
  <p:cSld name="CUSTOM_3_2">
    <p:spTree>
      <p:nvGrpSpPr>
        <p:cNvPr id="909" name="Shape 9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0" name="Google Shape;910;p83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642223"/>
            <a:ext cx="7439125" cy="563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911" name="Google Shape;911;p83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60090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12" name="Google Shape;912;p83"/>
          <p:cNvPicPr preferRelativeResize="0"/>
          <p:nvPr/>
        </p:nvPicPr>
        <p:blipFill rotWithShape="1">
          <a:blip r:embed="rId4">
            <a:alphaModFix/>
          </a:blip>
          <a:srcRect b="3669" l="0" r="0" t="3678"/>
          <a:stretch/>
        </p:blipFill>
        <p:spPr>
          <a:xfrm>
            <a:off x="863550" y="2704186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13" name="Google Shape;913;p83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67798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14" name="Google Shape;914;p83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1678325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15" name="Google Shape;915;p83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643475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16" name="Google Shape;916;p83"/>
          <p:cNvCxnSpPr>
            <a:endCxn id="917" idx="2"/>
          </p:cNvCxnSpPr>
          <p:nvPr/>
        </p:nvCxnSpPr>
        <p:spPr>
          <a:xfrm>
            <a:off x="647802" y="1841898"/>
            <a:ext cx="0" cy="23664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917" name="Google Shape;917;p8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6079" y="363622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918" name="Google Shape;918;p8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482" y="1682508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919" name="Google Shape;919;p83"/>
          <p:cNvSpPr txBox="1"/>
          <p:nvPr>
            <p:ph type="title"/>
          </p:nvPr>
        </p:nvSpPr>
        <p:spPr>
          <a:xfrm>
            <a:off x="1224600" y="1787025"/>
            <a:ext cx="68508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20" name="Google Shape;920;p83"/>
          <p:cNvSpPr txBox="1"/>
          <p:nvPr>
            <p:ph idx="2" type="title"/>
          </p:nvPr>
        </p:nvSpPr>
        <p:spPr>
          <a:xfrm>
            <a:off x="1224000" y="2830775"/>
            <a:ext cx="68508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21" name="Google Shape;921;p83"/>
          <p:cNvSpPr txBox="1"/>
          <p:nvPr>
            <p:ph idx="3" type="title"/>
          </p:nvPr>
        </p:nvSpPr>
        <p:spPr>
          <a:xfrm>
            <a:off x="1224000" y="3758277"/>
            <a:ext cx="68508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922" name="Google Shape;922;p83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40" y="2703416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923" name="Google Shape;923;p83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24" name="Google Shape;924;p83"/>
          <p:cNvPicPr preferRelativeResize="0"/>
          <p:nvPr/>
        </p:nvPicPr>
        <p:blipFill rotWithShape="1">
          <a:blip r:embed="rId9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925" name="Google Shape;925;p83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26" name="Google Shape;926;p83"/>
          <p:cNvSpPr txBox="1"/>
          <p:nvPr>
            <p:ph idx="4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4)">
  <p:cSld name="CUSTOM_4">
    <p:spTree>
      <p:nvGrpSpPr>
        <p:cNvPr id="927" name="Shape 9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8" name="Google Shape;928;p84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146932"/>
            <a:ext cx="7439125" cy="563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929" name="Google Shape;929;p84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10561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30" name="Google Shape;930;p84"/>
          <p:cNvPicPr preferRelativeResize="0"/>
          <p:nvPr/>
        </p:nvPicPr>
        <p:blipFill rotWithShape="1">
          <a:blip r:embed="rId4">
            <a:alphaModFix/>
          </a:blip>
          <a:srcRect b="4396" l="0" r="0" t="4387"/>
          <a:stretch/>
        </p:blipFill>
        <p:spPr>
          <a:xfrm>
            <a:off x="863550" y="3971358"/>
            <a:ext cx="7439126" cy="563217"/>
          </a:xfrm>
          <a:prstGeom prst="rect">
            <a:avLst/>
          </a:prstGeom>
          <a:noFill/>
          <a:ln>
            <a:noFill/>
          </a:ln>
        </p:spPr>
      </p:pic>
      <p:pic>
        <p:nvPicPr>
          <p:cNvPr id="931" name="Google Shape;931;p84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93964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32" name="Google Shape;932;p84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2292191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933" name="Google Shape;933;p84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26599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34" name="Google Shape;934;p84"/>
          <p:cNvPicPr preferRelativeResize="0"/>
          <p:nvPr/>
        </p:nvPicPr>
        <p:blipFill rotWithShape="1">
          <a:blip r:embed="rId6">
            <a:alphaModFix/>
          </a:blip>
          <a:srcRect b="3669" l="0" r="0" t="3678"/>
          <a:stretch/>
        </p:blipFill>
        <p:spPr>
          <a:xfrm>
            <a:off x="863550" y="1457950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935" name="Google Shape;935;p84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423110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36" name="Google Shape;936;p84"/>
          <p:cNvCxnSpPr/>
          <p:nvPr/>
        </p:nvCxnSpPr>
        <p:spPr>
          <a:xfrm>
            <a:off x="647802" y="1725234"/>
            <a:ext cx="600" cy="26799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937" name="Google Shape;937;p8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6079" y="313465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938" name="Google Shape;938;p84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57" y="1462166"/>
            <a:ext cx="563185" cy="572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939" name="Google Shape;939;p84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63340" y="2287588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940" name="Google Shape;940;p84"/>
          <p:cNvSpPr txBox="1"/>
          <p:nvPr>
            <p:ph type="title"/>
          </p:nvPr>
        </p:nvSpPr>
        <p:spPr>
          <a:xfrm>
            <a:off x="1224600" y="1462150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41" name="Google Shape;941;p84"/>
          <p:cNvSpPr txBox="1"/>
          <p:nvPr>
            <p:ph idx="2" type="title"/>
          </p:nvPr>
        </p:nvSpPr>
        <p:spPr>
          <a:xfrm>
            <a:off x="1224600" y="2292200"/>
            <a:ext cx="6850800" cy="57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42" name="Google Shape;942;p84"/>
          <p:cNvSpPr txBox="1"/>
          <p:nvPr>
            <p:ph idx="3" type="title"/>
          </p:nvPr>
        </p:nvSpPr>
        <p:spPr>
          <a:xfrm>
            <a:off x="1224600" y="3170276"/>
            <a:ext cx="6850800" cy="536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43" name="Google Shape;943;p84"/>
          <p:cNvSpPr txBox="1"/>
          <p:nvPr>
            <p:ph idx="4" type="title"/>
          </p:nvPr>
        </p:nvSpPr>
        <p:spPr>
          <a:xfrm>
            <a:off x="1224600" y="3971352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944" name="Google Shape;944;p84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63341" y="3969363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945" name="Google Shape;945;p84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46" name="Google Shape;946;p84"/>
          <p:cNvPicPr preferRelativeResize="0"/>
          <p:nvPr/>
        </p:nvPicPr>
        <p:blipFill rotWithShape="1">
          <a:blip r:embed="rId11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947" name="Google Shape;947;p84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8" name="Google Shape;948;p84"/>
          <p:cNvSpPr txBox="1"/>
          <p:nvPr>
            <p:ph idx="5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0 Explanation blank - purple ">
  <p:cSld name="TITLE_AND_TWO_COLUMNS_1_1_6_2_1_4">
    <p:spTree>
      <p:nvGrpSpPr>
        <p:cNvPr id="949" name="Shape 9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0" name="Google Shape;950;p8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951" name="Google Shape;951;p85"/>
          <p:cNvSpPr/>
          <p:nvPr/>
        </p:nvSpPr>
        <p:spPr>
          <a:xfrm>
            <a:off x="-1" y="-2"/>
            <a:ext cx="91476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2" name="Google Shape;952;p8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953" name="Google Shape;953;p8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954" name="Google Shape;954;p8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955" name="Google Shape;955;p85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0 Explanation blank - jade">
  <p:cSld name="TITLE_AND_TWO_COLUMNS_1_1_6_2_1_2">
    <p:spTree>
      <p:nvGrpSpPr>
        <p:cNvPr id="956" name="Shape 9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7" name="Google Shape;957;p8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958" name="Google Shape;958;p8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9" name="Google Shape;959;p8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960" name="Google Shape;960;p86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1" name="Google Shape;961;p8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962" name="Google Shape;962;p8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0 Explanation blank - blue ">
  <p:cSld name="TITLE_AND_TWO_COLUMNS_1_1_6_2_2">
    <p:spTree>
      <p:nvGrpSpPr>
        <p:cNvPr id="963" name="Shape 9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4" name="Google Shape;964;p8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965" name="Google Shape;965;p8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6" name="Google Shape;966;p8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967" name="Google Shape;967;p87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8" name="Google Shape;968;p8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969" name="Google Shape;969;p8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0 Explanation blank - pink ">
  <p:cSld name="TITLE_AND_TWO_COLUMNS_1_1_6_2_1_1">
    <p:spTree>
      <p:nvGrpSpPr>
        <p:cNvPr id="970" name="Shape 9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1" name="Google Shape;971;p8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972" name="Google Shape;972;p88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3" name="Google Shape;973;p88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974" name="Google Shape;974;p88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5" name="Google Shape;975;p8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976" name="Google Shape;976;p8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1 I do We do - purple">
  <p:cSld name="TITLE_AND_TWO_COLUMNS_1_1_9_2_2">
    <p:bg>
      <p:bgPr>
        <a:solidFill>
          <a:srgbClr val="F3EEFB"/>
        </a:solidFill>
      </p:bgPr>
    </p:bg>
    <p:spTree>
      <p:nvGrpSpPr>
        <p:cNvPr id="977" name="Shape 9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8" name="Google Shape;978;p89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79" name="Google Shape;979;p8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980" name="Google Shape;980;p8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1" name="Google Shape;981;p89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982" name="Google Shape;982;p89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983" name="Google Shape;983;p89"/>
          <p:cNvSpPr txBox="1"/>
          <p:nvPr>
            <p:ph type="title"/>
          </p:nvPr>
        </p:nvSpPr>
        <p:spPr>
          <a:xfrm>
            <a:off x="324000" y="0"/>
            <a:ext cx="74505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984" name="Google Shape;984;p89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985" name="Google Shape;985;p8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86" name="Google Shape;986;p89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987" name="Google Shape;987;p89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988" name="Google Shape;988;p8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89" name="Google Shape;989;p89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1 I do We do - jade">
  <p:cSld name="TITLE_AND_TWO_COLUMNS_1_1_9_2_2_1_1">
    <p:bg>
      <p:bgPr>
        <a:solidFill>
          <a:srgbClr val="E6F2F2"/>
        </a:solidFill>
      </p:bgPr>
    </p:bg>
    <p:spTree>
      <p:nvGrpSpPr>
        <p:cNvPr id="990" name="Shape 9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1" name="Google Shape;991;p90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92" name="Google Shape;992;p9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993" name="Google Shape;993;p9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4" name="Google Shape;994;p90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995" name="Google Shape;995;p90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996" name="Google Shape;996;p9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997" name="Google Shape;997;p90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998" name="Google Shape;998;p9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99" name="Google Shape;999;p90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00" name="Google Shape;1000;p90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1001" name="Google Shape;1001;p9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02" name="Google Shape;1002;p90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1 I do We do - blue">
  <p:cSld name="TITLE_AND_TWO_COLUMNS_1_1_9_2_3">
    <p:bg>
      <p:bgPr>
        <a:solidFill>
          <a:srgbClr val="EBEDFE"/>
        </a:solidFill>
      </p:bgPr>
    </p:bg>
    <p:spTree>
      <p:nvGrpSpPr>
        <p:cNvPr id="1003" name="Shape 10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4" name="Google Shape;1004;p91"/>
          <p:cNvSpPr/>
          <p:nvPr/>
        </p:nvSpPr>
        <p:spPr>
          <a:xfrm>
            <a:off x="0" y="18750"/>
            <a:ext cx="4572300" cy="512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05" name="Google Shape;1005;p9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006" name="Google Shape;1006;p9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7" name="Google Shape;1007;p91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08" name="Google Shape;1008;p91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09" name="Google Shape;1009;p9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1010" name="Google Shape;1010;p91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1011" name="Google Shape;1011;p9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12" name="Google Shape;1012;p91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13" name="Google Shape;1013;p91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1014" name="Google Shape;1014;p9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15" name="Google Shape;1015;p91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1 I do We do - pink">
  <p:cSld name="TITLE_AND_TWO_COLUMNS_1_1_9_2_2_1_1_1">
    <p:bg>
      <p:bgPr>
        <a:solidFill>
          <a:srgbClr val="FAEAF6"/>
        </a:solidFill>
      </p:bgPr>
    </p:bg>
    <p:spTree>
      <p:nvGrpSpPr>
        <p:cNvPr id="1016" name="Shape 10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7" name="Google Shape;1017;p92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18" name="Google Shape;1018;p9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019" name="Google Shape;1019;p92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0" name="Google Shape;1020;p92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21" name="Google Shape;1021;p92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22" name="Google Shape;1022;p9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1023" name="Google Shape;1023;p92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1024" name="Google Shape;1024;p9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25" name="Google Shape;1025;p92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26" name="Google Shape;1026;p92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1027" name="Google Shape;1027;p9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28" name="Google Shape;1028;p92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2 CfU true/false justify - purple">
  <p:cSld name="TITLE_AND_TWO_COLUMNS_1_1_9_1_3_1">
    <p:bg>
      <p:bgPr>
        <a:solidFill>
          <a:srgbClr val="F3EEFB"/>
        </a:solidFill>
      </p:bgPr>
    </p:bg>
    <p:spTree>
      <p:nvGrpSpPr>
        <p:cNvPr id="1029" name="Shape 10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0" name="Google Shape;1030;p9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1" name="Google Shape;1031;p9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2" name="Google Shape;1032;p9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033" name="Google Shape;1033;p9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4" name="Google Shape;1034;p93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5" name="Google Shape;1035;p93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6" name="Google Shape;1036;p93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7" name="Google Shape;1037;p93"/>
          <p:cNvSpPr txBox="1"/>
          <p:nvPr>
            <p:ph idx="1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38" name="Google Shape;1038;p93"/>
          <p:cNvSpPr txBox="1"/>
          <p:nvPr>
            <p:ph idx="2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39" name="Google Shape;1039;p93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1040" name="Google Shape;1040;p93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41" name="Google Shape;1041;p93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42" name="Google Shape;1042;p93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43" name="Google Shape;1043;p9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4" name="Google Shape;1044;p9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45" name="Google Shape;1045;p9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1046" name="Google Shape;1046;p93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1047" name="Google Shape;1047;p93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48" name="Google Shape;1048;p9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49" name="Google Shape;1049;p93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1050" name="Google Shape;1050;p93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51" name="Google Shape;1051;p9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2 CfU true/false justify - jade">
  <p:cSld name="TITLE_AND_TWO_COLUMNS_1_1_9_1_3_1_1_1">
    <p:bg>
      <p:bgPr>
        <a:solidFill>
          <a:srgbClr val="E6F2F2"/>
        </a:solidFill>
      </p:bgPr>
    </p:bg>
    <p:spTree>
      <p:nvGrpSpPr>
        <p:cNvPr id="1052" name="Shape 10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3" name="Google Shape;1053;p9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054" name="Google Shape;1054;p9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5" name="Google Shape;1055;p94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6" name="Google Shape;1056;p94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7" name="Google Shape;1057;p94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8" name="Google Shape;1058;p94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59" name="Google Shape;1059;p94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1060" name="Google Shape;1060;p9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061" name="Google Shape;1061;p9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2" name="Google Shape;1062;p9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63" name="Google Shape;1063;p94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64" name="Google Shape;1064;p94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065" name="Google Shape;1065;p94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1066" name="Google Shape;1066;p9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67" name="Google Shape;1067;p9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68" name="Google Shape;1068;p94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1069" name="Google Shape;1069;p9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70" name="Google Shape;1070;p9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071" name="Google Shape;1071;p9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2" name="Google Shape;1072;p9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1073" name="Google Shape;1073;p94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4" name="Google Shape;1074;p94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2 CfU true/false justify - blue">
  <p:cSld name="TITLE_AND_TWO_COLUMNS_1_1_9_1_3_2">
    <p:bg>
      <p:bgPr>
        <a:solidFill>
          <a:srgbClr val="EBEDFE"/>
        </a:solidFill>
      </p:bgPr>
    </p:bg>
    <p:spTree>
      <p:nvGrpSpPr>
        <p:cNvPr id="1075" name="Shape 10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6" name="Google Shape;1076;p9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077" name="Google Shape;1077;p9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8" name="Google Shape;1078;p95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9" name="Google Shape;1079;p95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0" name="Google Shape;1080;p95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1" name="Google Shape;1081;p95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82" name="Google Shape;1082;p95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1083" name="Google Shape;1083;p9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084" name="Google Shape;1084;p9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5" name="Google Shape;1085;p9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86" name="Google Shape;1086;p95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87" name="Google Shape;1087;p95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088" name="Google Shape;1088;p95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1089" name="Google Shape;1089;p9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90" name="Google Shape;1090;p9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91" name="Google Shape;1091;p95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1092" name="Google Shape;1092;p9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93" name="Google Shape;1093;p9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094" name="Google Shape;1094;p9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5" name="Google Shape;1095;p9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1096" name="Google Shape;1096;p95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97" name="Google Shape;1097;p95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2 CfU true/false justify - pink">
  <p:cSld name="TITLE_AND_TWO_COLUMNS_1_1_9_1_3_1_1_1_1">
    <p:bg>
      <p:bgPr>
        <a:solidFill>
          <a:srgbClr val="FAEAF6"/>
        </a:solidFill>
      </p:bgPr>
    </p:bg>
    <p:spTree>
      <p:nvGrpSpPr>
        <p:cNvPr id="1098" name="Shape 10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9" name="Google Shape;1099;p9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00" name="Google Shape;1100;p9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1" name="Google Shape;1101;p96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2" name="Google Shape;1102;p96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3" name="Google Shape;1103;p96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4" name="Google Shape;1104;p96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05" name="Google Shape;1105;p96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1106" name="Google Shape;1106;p9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07" name="Google Shape;1107;p9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8" name="Google Shape;1108;p9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09" name="Google Shape;1109;p96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10" name="Google Shape;1110;p96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111" name="Google Shape;1111;p96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1112" name="Google Shape;1112;p9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13" name="Google Shape;1113;p9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14" name="Google Shape;1114;p96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1115" name="Google Shape;1115;p9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16" name="Google Shape;1116;p9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117" name="Google Shape;1117;p9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8" name="Google Shape;1118;p9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1119" name="Google Shape;1119;p96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20" name="Google Shape;1120;p96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3 CfU 3 options - purple">
  <p:cSld name="TITLE_AND_TWO_COLUMNS_1_1_7_1">
    <p:bg>
      <p:bgPr>
        <a:solidFill>
          <a:srgbClr val="F3EEFB"/>
        </a:solidFill>
      </p:bgPr>
    </p:bg>
    <p:spTree>
      <p:nvGrpSpPr>
        <p:cNvPr id="1121" name="Shape 1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2" name="Google Shape;1122;p9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23" name="Google Shape;1123;p9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4" name="Google Shape;1124;p97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125" name="Google Shape;1125;p9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26" name="Google Shape;1126;p9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27" name="Google Shape;1127;p97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28" name="Google Shape;1128;p97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29" name="Google Shape;1129;p97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30" name="Google Shape;1130;p97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131" name="Google Shape;1131;p97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1132" name="Google Shape;1132;p9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33" name="Google Shape;1133;p9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34" name="Google Shape;1134;p97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1135" name="Google Shape;1135;p9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36" name="Google Shape;1136;p9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37" name="Google Shape;1137;p97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1138" name="Google Shape;1138;p9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39" name="Google Shape;1139;p9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3 CfU 3 options - jade">
  <p:cSld name="TITLE_AND_TWO_COLUMNS_1_1_7_1_1_1">
    <p:bg>
      <p:bgPr>
        <a:solidFill>
          <a:srgbClr val="E6F2F2"/>
        </a:solidFill>
      </p:bgPr>
    </p:bg>
    <p:spTree>
      <p:nvGrpSpPr>
        <p:cNvPr id="1140" name="Shape 1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1" name="Google Shape;1141;p9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42" name="Google Shape;1142;p9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3" name="Google Shape;1143;p98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144" name="Google Shape;1144;p9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45" name="Google Shape;1145;p9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46" name="Google Shape;1146;p98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47" name="Google Shape;1147;p98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48" name="Google Shape;1148;p98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49" name="Google Shape;1149;p98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150" name="Google Shape;1150;p98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1151" name="Google Shape;1151;p9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52" name="Google Shape;1152;p9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53" name="Google Shape;1153;p98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1154" name="Google Shape;1154;p9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55" name="Google Shape;1155;p9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56" name="Google Shape;1156;p98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1157" name="Google Shape;1157;p9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58" name="Google Shape;1158;p9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3 CfU 3 options - blue">
  <p:cSld name="TITLE_AND_TWO_COLUMNS_1_1_7_2">
    <p:bg>
      <p:bgPr>
        <a:solidFill>
          <a:srgbClr val="EBEDFE"/>
        </a:solidFill>
      </p:bgPr>
    </p:bg>
    <p:spTree>
      <p:nvGrpSpPr>
        <p:cNvPr id="1159" name="Shape 1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0" name="Google Shape;1160;p9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61" name="Google Shape;1161;p9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2" name="Google Shape;1162;p99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163" name="Google Shape;1163;p9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64" name="Google Shape;1164;p9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65" name="Google Shape;1165;p99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66" name="Google Shape;1166;p99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67" name="Google Shape;1167;p99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68" name="Google Shape;1168;p99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169" name="Google Shape;1169;p99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1170" name="Google Shape;1170;p9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71" name="Google Shape;1171;p9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72" name="Google Shape;1172;p99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1173" name="Google Shape;1173;p9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74" name="Google Shape;1174;p9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75" name="Google Shape;1175;p99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1176" name="Google Shape;1176;p9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77" name="Google Shape;1177;p9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3 CfU 3 options - pink">
  <p:cSld name="TITLE_AND_TWO_COLUMNS_1_1_7_1_1_1_1">
    <p:bg>
      <p:bgPr>
        <a:solidFill>
          <a:srgbClr val="FAEAF6"/>
        </a:solidFill>
      </p:bgPr>
    </p:bg>
    <p:spTree>
      <p:nvGrpSpPr>
        <p:cNvPr id="1178" name="Shape 1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9" name="Google Shape;1179;p10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80" name="Google Shape;1180;p100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1" name="Google Shape;1181;p100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182" name="Google Shape;1182;p10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83" name="Google Shape;1183;p10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4" name="Google Shape;1184;p100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85" name="Google Shape;1185;p100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86" name="Google Shape;1186;p100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87" name="Google Shape;1187;p100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188" name="Google Shape;1188;p100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1189" name="Google Shape;1189;p10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90" name="Google Shape;1190;p10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91" name="Google Shape;1191;p100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1192" name="Google Shape;1192;p10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93" name="Google Shape;1193;p10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94" name="Google Shape;1194;p100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1195" name="Google Shape;1195;p10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96" name="Google Shape;1196;p10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4 CfU 4 options - purple">
  <p:cSld name="TITLE_AND_TWO_COLUMNS_1_1_8_1">
    <p:bg>
      <p:bgPr>
        <a:solidFill>
          <a:srgbClr val="F3EEFB"/>
        </a:solidFill>
      </p:bgPr>
    </p:bg>
    <p:spTree>
      <p:nvGrpSpPr>
        <p:cNvPr id="1197" name="Shape 1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8" name="Google Shape;1198;p10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99" name="Google Shape;1199;p10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0" name="Google Shape;1200;p101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201" name="Google Shape;1201;p10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2" name="Google Shape;1202;p10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3" name="Google Shape;1203;p101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04" name="Google Shape;1204;p101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05" name="Google Shape;1205;p101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06" name="Google Shape;1206;p101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07" name="Google Shape;1207;p101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208" name="Google Shape;1208;p101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1209" name="Google Shape;1209;p10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10" name="Google Shape;1210;p10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11" name="Google Shape;1211;p101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1212" name="Google Shape;1212;p10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13" name="Google Shape;1213;p10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14" name="Google Shape;1214;p101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1215" name="Google Shape;1215;p10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16" name="Google Shape;1216;p10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17" name="Google Shape;1217;p101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1218" name="Google Shape;1218;p10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19" name="Google Shape;1219;p10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4 CfU 4 options - jade">
  <p:cSld name="TITLE_AND_TWO_COLUMNS_1_1_8_1_1_1">
    <p:bg>
      <p:bgPr>
        <a:solidFill>
          <a:srgbClr val="E6F2F2"/>
        </a:solidFill>
      </p:bgPr>
    </p:bg>
    <p:spTree>
      <p:nvGrpSpPr>
        <p:cNvPr id="1220" name="Shape 1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1" name="Google Shape;1221;p10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22" name="Google Shape;1222;p10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3" name="Google Shape;1223;p102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224" name="Google Shape;1224;p10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25" name="Google Shape;1225;p10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26" name="Google Shape;1226;p102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27" name="Google Shape;1227;p102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28" name="Google Shape;1228;p102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29" name="Google Shape;1229;p102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30" name="Google Shape;1230;p102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231" name="Google Shape;1231;p102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1232" name="Google Shape;1232;p10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33" name="Google Shape;1233;p10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34" name="Google Shape;1234;p102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1235" name="Google Shape;1235;p10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36" name="Google Shape;1236;p10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37" name="Google Shape;1237;p102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1238" name="Google Shape;1238;p10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39" name="Google Shape;1239;p10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40" name="Google Shape;1240;p102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1241" name="Google Shape;1241;p10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42" name="Google Shape;1242;p10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4 CfU 4 options - blue">
  <p:cSld name="TITLE_AND_TWO_COLUMNS_1_1_8_2">
    <p:bg>
      <p:bgPr>
        <a:solidFill>
          <a:srgbClr val="EBEDFE"/>
        </a:solidFill>
      </p:bgPr>
    </p:bg>
    <p:spTree>
      <p:nvGrpSpPr>
        <p:cNvPr id="1243" name="Shape 1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4" name="Google Shape;1244;p10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45" name="Google Shape;1245;p10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6" name="Google Shape;1246;p103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247" name="Google Shape;1247;p10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48" name="Google Shape;1248;p10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49" name="Google Shape;1249;p103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50" name="Google Shape;1250;p103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51" name="Google Shape;1251;p103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52" name="Google Shape;1252;p103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53" name="Google Shape;1253;p103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254" name="Google Shape;1254;p103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1255" name="Google Shape;1255;p10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56" name="Google Shape;1256;p10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57" name="Google Shape;1257;p103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1258" name="Google Shape;1258;p10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59" name="Google Shape;1259;p10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60" name="Google Shape;1260;p103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1261" name="Google Shape;1261;p10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62" name="Google Shape;1262;p10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63" name="Google Shape;1263;p103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1264" name="Google Shape;1264;p10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65" name="Google Shape;1265;p10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4 CfU 4 options - pink">
  <p:cSld name="TITLE_AND_TWO_COLUMNS_1_1_8_1_1_1_1">
    <p:bg>
      <p:bgPr>
        <a:solidFill>
          <a:srgbClr val="FAEAF6"/>
        </a:solidFill>
      </p:bgPr>
    </p:bg>
    <p:spTree>
      <p:nvGrpSpPr>
        <p:cNvPr id="1266" name="Shape 1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7" name="Google Shape;1267;p10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68" name="Google Shape;1268;p10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9" name="Google Shape;1269;p104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270" name="Google Shape;1270;p10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71" name="Google Shape;1271;p10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72" name="Google Shape;1272;p10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73" name="Google Shape;1273;p104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74" name="Google Shape;1274;p104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75" name="Google Shape;1275;p104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76" name="Google Shape;1276;p104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277" name="Google Shape;1277;p104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1278" name="Google Shape;1278;p10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79" name="Google Shape;1279;p10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80" name="Google Shape;1280;p104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1281" name="Google Shape;1281;p10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82" name="Google Shape;1282;p10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83" name="Google Shape;1283;p104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1284" name="Google Shape;1284;p10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85" name="Google Shape;1285;p10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86" name="Google Shape;1286;p104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1287" name="Google Shape;1287;p10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88" name="Google Shape;1288;p10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5 CfU 3 image options - purple">
  <p:cSld name="TITLE_AND_TWO_COLUMNS_1_1_7_1_1_2">
    <p:bg>
      <p:bgPr>
        <a:solidFill>
          <a:srgbClr val="F3EEFB"/>
        </a:solidFill>
      </p:bgPr>
    </p:bg>
    <p:spTree>
      <p:nvGrpSpPr>
        <p:cNvPr id="1289" name="Shape 1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0" name="Google Shape;1290;p10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91" name="Google Shape;1291;p10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2" name="Google Shape;1292;p10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293" name="Google Shape;1293;p10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4" name="Google Shape;1294;p10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95" name="Google Shape;1295;p10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96" name="Google Shape;1296;p105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1297" name="Google Shape;1297;p105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1298" name="Google Shape;1298;p105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1299" name="Google Shape;1299;p105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1300" name="Google Shape;1300;p10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01" name="Google Shape;1301;p10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02" name="Google Shape;1302;p105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1303" name="Google Shape;1303;p10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04" name="Google Shape;1304;p10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05" name="Google Shape;1305;p105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1306" name="Google Shape;1306;p10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07" name="Google Shape;1307;p10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5 CfU 3 image options - jade">
  <p:cSld name="TITLE_AND_TWO_COLUMNS_1_1_7_1_1_1_2">
    <p:bg>
      <p:bgPr>
        <a:solidFill>
          <a:srgbClr val="E6F2F2"/>
        </a:solidFill>
      </p:bgPr>
    </p:bg>
    <p:spTree>
      <p:nvGrpSpPr>
        <p:cNvPr id="1308" name="Shape 1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9" name="Google Shape;1309;p10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10" name="Google Shape;1310;p10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1" name="Google Shape;1311;p106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312" name="Google Shape;1312;p10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13" name="Google Shape;1313;p10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14" name="Google Shape;1314;p106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15" name="Google Shape;1315;p106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1316" name="Google Shape;1316;p106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1317" name="Google Shape;1317;p106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1318" name="Google Shape;1318;p106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1319" name="Google Shape;1319;p10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20" name="Google Shape;1320;p10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21" name="Google Shape;1321;p106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1322" name="Google Shape;1322;p10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23" name="Google Shape;1323;p10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24" name="Google Shape;1324;p106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1325" name="Google Shape;1325;p10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26" name="Google Shape;1326;p10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5 CfU 3  image options - blue ">
  <p:cSld name="TITLE_AND_TWO_COLUMNS_1_1_7_2_1">
    <p:bg>
      <p:bgPr>
        <a:solidFill>
          <a:srgbClr val="EBEDFE"/>
        </a:solidFill>
      </p:bgPr>
    </p:bg>
    <p:spTree>
      <p:nvGrpSpPr>
        <p:cNvPr id="1327" name="Shape 1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8" name="Google Shape;1328;p10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29" name="Google Shape;1329;p10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0" name="Google Shape;1330;p107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331" name="Google Shape;1331;p10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2" name="Google Shape;1332;p10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33" name="Google Shape;1333;p107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34" name="Google Shape;1334;p107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1335" name="Google Shape;1335;p107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1336" name="Google Shape;1336;p107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1337" name="Google Shape;1337;p107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1338" name="Google Shape;1338;p10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39" name="Google Shape;1339;p10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40" name="Google Shape;1340;p107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1341" name="Google Shape;1341;p10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42" name="Google Shape;1342;p10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43" name="Google Shape;1343;p107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1344" name="Google Shape;1344;p10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45" name="Google Shape;1345;p10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5 CfU 3 image options - pink">
  <p:cSld name="TITLE_AND_TWO_COLUMNS_1_1_7_1_1_1_1_1">
    <p:bg>
      <p:bgPr>
        <a:solidFill>
          <a:srgbClr val="FAEAF6"/>
        </a:solidFill>
      </p:bgPr>
    </p:bg>
    <p:spTree>
      <p:nvGrpSpPr>
        <p:cNvPr id="1346" name="Shape 1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7" name="Google Shape;1347;p10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48" name="Google Shape;1348;p108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9" name="Google Shape;1349;p108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350" name="Google Shape;1350;p10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51" name="Google Shape;1351;p10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52" name="Google Shape;1352;p108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53" name="Google Shape;1353;p108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1354" name="Google Shape;1354;p108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1355" name="Google Shape;1355;p108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1356" name="Google Shape;1356;p108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1357" name="Google Shape;1357;p10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58" name="Google Shape;1358;p10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59" name="Google Shape;1359;p108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1360" name="Google Shape;1360;p10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61" name="Google Shape;1361;p10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62" name="Google Shape;1362;p108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1363" name="Google Shape;1363;p10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64" name="Google Shape;1364;p10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6 CfU blank - purple ">
  <p:cSld name="TITLE_AND_TWO_COLUMNS_1_1_6_2">
    <p:bg>
      <p:bgPr>
        <a:solidFill>
          <a:srgbClr val="F3EEFB"/>
        </a:solidFill>
      </p:bgPr>
    </p:bg>
    <p:spTree>
      <p:nvGrpSpPr>
        <p:cNvPr id="1365" name="Shape 1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6" name="Google Shape;1366;p10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67" name="Google Shape;1367;p10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8" name="Google Shape;1368;p109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1369" name="Google Shape;1369;p10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70" name="Google Shape;1370;p10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71" name="Google Shape;1371;p10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6 CfU blank - jade ">
  <p:cSld name="TITLE_AND_TWO_COLUMNS_1_1_6_2_3_1">
    <p:bg>
      <p:bgPr>
        <a:solidFill>
          <a:srgbClr val="E6F2F2"/>
        </a:solidFill>
      </p:bgPr>
    </p:bg>
    <p:spTree>
      <p:nvGrpSpPr>
        <p:cNvPr id="1372" name="Shape 1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3" name="Google Shape;1373;p11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74" name="Google Shape;1374;p11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5" name="Google Shape;1375;p11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1376" name="Google Shape;1376;p1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77" name="Google Shape;1377;p11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78" name="Google Shape;1378;p11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6 CfU blank - blue ">
  <p:cSld name="TITLE_AND_TWO_COLUMNS_1_1_6_3">
    <p:bg>
      <p:bgPr>
        <a:solidFill>
          <a:srgbClr val="EBEDFE"/>
        </a:solidFill>
      </p:bgPr>
    </p:bg>
    <p:spTree>
      <p:nvGrpSpPr>
        <p:cNvPr id="1379" name="Shape 1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0" name="Google Shape;1380;p11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81" name="Google Shape;1381;p11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2" name="Google Shape;1382;p11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1383" name="Google Shape;1383;p1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84" name="Google Shape;1384;p11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85" name="Google Shape;1385;p11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6 CfU blank - pink ">
  <p:cSld name="TITLE_AND_TWO_COLUMNS_1_1_6_2_3_1_1">
    <p:bg>
      <p:bgPr>
        <a:solidFill>
          <a:srgbClr val="FAEAF6"/>
        </a:solidFill>
      </p:bgPr>
    </p:bg>
    <p:spTree>
      <p:nvGrpSpPr>
        <p:cNvPr id="1386" name="Shape 1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7" name="Google Shape;1387;p11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88" name="Google Shape;1388;p112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9" name="Google Shape;1389;p11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1390" name="Google Shape;1390;p1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91" name="Google Shape;1391;p11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2" name="Google Shape;1392;p11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7 Practice - purple ">
  <p:cSld name="TITLE_AND_TWO_COLUMNS_1_1_5_1_3_1_1">
    <p:spTree>
      <p:nvGrpSpPr>
        <p:cNvPr id="1393" name="Shape 1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4" name="Google Shape;1394;p1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95" name="Google Shape;1395;p11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6" name="Google Shape;1396;p11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97" name="Google Shape;1397;p113"/>
          <p:cNvSpPr txBox="1"/>
          <p:nvPr/>
        </p:nvSpPr>
        <p:spPr>
          <a:xfrm>
            <a:off x="324000" y="45525"/>
            <a:ext cx="1080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8" name="Google Shape;1398;p113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1399" name="Google Shape;1399;p1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400" name="Google Shape;1400;p11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7 Practice - jade">
  <p:cSld name="TITLE_AND_TWO_COLUMNS_1_1_5_1_3_1_1_1_1">
    <p:spTree>
      <p:nvGrpSpPr>
        <p:cNvPr id="1401" name="Shape 1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2" name="Google Shape;1402;p11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03" name="Google Shape;1403;p11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4" name="Google Shape;1404;p11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05" name="Google Shape;1405;p11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06" name="Google Shape;1406;p114"/>
          <p:cNvSpPr txBox="1"/>
          <p:nvPr/>
        </p:nvSpPr>
        <p:spPr>
          <a:xfrm>
            <a:off x="324000" y="45525"/>
            <a:ext cx="100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07" name="Google Shape;1407;p114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1408" name="Google Shape;1408;p1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7 Practice - blue ">
  <p:cSld name="TITLE_AND_TWO_COLUMNS_1_1_5_1_3_1_2">
    <p:spTree>
      <p:nvGrpSpPr>
        <p:cNvPr id="1409" name="Shape 1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0" name="Google Shape;1410;p11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11" name="Google Shape;1411;p11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2" name="Google Shape;1412;p11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13" name="Google Shape;1413;p11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14" name="Google Shape;1414;p115"/>
          <p:cNvSpPr txBox="1"/>
          <p:nvPr/>
        </p:nvSpPr>
        <p:spPr>
          <a:xfrm>
            <a:off x="324000" y="45525"/>
            <a:ext cx="1019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15" name="Google Shape;1415;p115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1416" name="Google Shape;1416;p1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7 Practice - pink">
  <p:cSld name="TITLE_AND_TWO_COLUMNS_1_1_5_1_3_1_1_1_1_1">
    <p:spTree>
      <p:nvGrpSpPr>
        <p:cNvPr id="1417" name="Shape 1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8" name="Google Shape;1418;p11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19" name="Google Shape;1419;p11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0" name="Google Shape;1420;p11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21" name="Google Shape;1421;p11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2" name="Google Shape;1422;p116"/>
          <p:cNvSpPr txBox="1"/>
          <p:nvPr/>
        </p:nvSpPr>
        <p:spPr>
          <a:xfrm>
            <a:off x="324000" y="45525"/>
            <a:ext cx="10419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3" name="Google Shape;1423;p116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1424" name="Google Shape;1424;p1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8 Feedback - purple">
  <p:cSld name="TITLE_AND_TWO_COLUMNS_1_1_5_1_3_1_1_1">
    <p:bg>
      <p:bgPr>
        <a:solidFill>
          <a:srgbClr val="F3EEFB"/>
        </a:solidFill>
      </p:bgPr>
    </p:bg>
    <p:spTree>
      <p:nvGrpSpPr>
        <p:cNvPr id="1425" name="Shape 1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6" name="Google Shape;1426;p1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27" name="Google Shape;1427;p11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8" name="Google Shape;1428;p11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29" name="Google Shape;1429;p117"/>
          <p:cNvSpPr txBox="1"/>
          <p:nvPr/>
        </p:nvSpPr>
        <p:spPr>
          <a:xfrm>
            <a:off x="324000" y="45525"/>
            <a:ext cx="965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30" name="Google Shape;1430;p117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1431" name="Google Shape;1431;p1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432" name="Google Shape;1432;p11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8 Feedback - jade">
  <p:cSld name="TITLE_AND_TWO_COLUMNS_1_1_5_1_3_1_1_1_1_2">
    <p:bg>
      <p:bgPr>
        <a:solidFill>
          <a:srgbClr val="E6F2F2"/>
        </a:solidFill>
      </p:bgPr>
    </p:bg>
    <p:spTree>
      <p:nvGrpSpPr>
        <p:cNvPr id="1433" name="Shape 1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4" name="Google Shape;1434;p11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35" name="Google Shape;1435;p11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6" name="Google Shape;1436;p118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37" name="Google Shape;1437;p118"/>
          <p:cNvSpPr txBox="1"/>
          <p:nvPr/>
        </p:nvSpPr>
        <p:spPr>
          <a:xfrm>
            <a:off x="324000" y="45525"/>
            <a:ext cx="1049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38" name="Google Shape;1438;p118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39" name="Google Shape;1439;p11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40" name="Google Shape;1440;p1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8 Feedback - blue">
  <p:cSld name="TITLE_AND_TWO_COLUMNS_1_1_5_1_3_1_2_1">
    <p:bg>
      <p:bgPr>
        <a:solidFill>
          <a:srgbClr val="EBEDFE"/>
        </a:solidFill>
      </p:bgPr>
    </p:bg>
    <p:spTree>
      <p:nvGrpSpPr>
        <p:cNvPr id="1441" name="Shape 1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2" name="Google Shape;1442;p11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43" name="Google Shape;1443;p11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4" name="Google Shape;1444;p119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45" name="Google Shape;1445;p119"/>
          <p:cNvSpPr txBox="1"/>
          <p:nvPr/>
        </p:nvSpPr>
        <p:spPr>
          <a:xfrm>
            <a:off x="324000" y="45525"/>
            <a:ext cx="1034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46" name="Google Shape;1446;p119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47" name="Google Shape;1447;p11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48" name="Google Shape;1448;p1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8 Feedback - pink">
  <p:cSld name="TITLE_AND_TWO_COLUMNS_1_1_5_1_3_1_1_1_1_1_1">
    <p:bg>
      <p:bgPr>
        <a:solidFill>
          <a:srgbClr val="FAEAF6"/>
        </a:solidFill>
      </p:bgPr>
    </p:bg>
    <p:spTree>
      <p:nvGrpSpPr>
        <p:cNvPr id="1449" name="Shape 1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0" name="Google Shape;1450;p12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51" name="Google Shape;1451;p120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2" name="Google Shape;1452;p12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53" name="Google Shape;1453;p120"/>
          <p:cNvSpPr txBox="1"/>
          <p:nvPr/>
        </p:nvSpPr>
        <p:spPr>
          <a:xfrm>
            <a:off x="324000" y="45525"/>
            <a:ext cx="988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54" name="Google Shape;1454;p120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55" name="Google Shape;1455;p12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56" name="Google Shape;1456;p1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1">
  <p:cSld name="TITLE_AND_TWO_COLUMNS_1_1_5_1_2_1">
    <p:spTree>
      <p:nvGrpSpPr>
        <p:cNvPr id="1457" name="Shape 1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8" name="Google Shape;1458;p121"/>
          <p:cNvSpPr/>
          <p:nvPr/>
        </p:nvSpPr>
        <p:spPr>
          <a:xfrm>
            <a:off x="0" y="0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59" name="Google Shape;1459;p121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58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60" name="Google Shape;1460;p121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61" name="Google Shape;1461;p121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62" name="Google Shape;1462;p121"/>
          <p:cNvSpPr txBox="1"/>
          <p:nvPr>
            <p:ph type="title"/>
          </p:nvPr>
        </p:nvSpPr>
        <p:spPr>
          <a:xfrm>
            <a:off x="1684800" y="157525"/>
            <a:ext cx="57414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2">
  <p:cSld name="TITLE_AND_TWO_COLUMNS_1_1_5_1_2">
    <p:spTree>
      <p:nvGrpSpPr>
        <p:cNvPr id="1463" name="Shape 1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" name="Google Shape;1464;p122"/>
          <p:cNvSpPr/>
          <p:nvPr/>
        </p:nvSpPr>
        <p:spPr>
          <a:xfrm>
            <a:off x="0" y="0"/>
            <a:ext cx="9144300" cy="773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65" name="Google Shape;1465;p122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7695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66" name="Google Shape;1466;p122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67" name="Google Shape;1467;p122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68" name="Google Shape;1468;p122"/>
          <p:cNvSpPr txBox="1"/>
          <p:nvPr>
            <p:ph type="title"/>
          </p:nvPr>
        </p:nvSpPr>
        <p:spPr>
          <a:xfrm>
            <a:off x="1684800" y="157525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3 Projectable quiz" showMasterSp="0">
  <p:cSld name="Title Slide 3_1">
    <p:bg>
      <p:bgPr>
        <a:solidFill>
          <a:schemeClr val="lt1"/>
        </a:solidFill>
      </p:bgPr>
    </p:bg>
    <p:spTree>
      <p:nvGrpSpPr>
        <p:cNvPr id="1469" name="Shape 1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70" name="Google Shape;1470;p12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  <p:sp>
        <p:nvSpPr>
          <p:cNvPr id="1471" name="Google Shape;1471;p123"/>
          <p:cNvSpPr txBox="1"/>
          <p:nvPr/>
        </p:nvSpPr>
        <p:spPr>
          <a:xfrm>
            <a:off x="1977450" y="3132468"/>
            <a:ext cx="5189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Click to open the interactive quiz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4 Items to copy-paste">
  <p:cSld name="CUSTOM_104_1_2_1_1">
    <p:spTree>
      <p:nvGrpSpPr>
        <p:cNvPr id="1472" name="Shape 1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3" name="Google Shape;1473;p124"/>
          <p:cNvSpPr/>
          <p:nvPr/>
        </p:nvSpPr>
        <p:spPr>
          <a:xfrm>
            <a:off x="3217188" y="4171902"/>
            <a:ext cx="5214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Tick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74" name="Google Shape;1474;p124"/>
          <p:cNvSpPr/>
          <p:nvPr/>
        </p:nvSpPr>
        <p:spPr>
          <a:xfrm>
            <a:off x="483925" y="193075"/>
            <a:ext cx="66717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Items to copy and paste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5" name="Google Shape;1475;p124"/>
          <p:cNvSpPr/>
          <p:nvPr/>
        </p:nvSpPr>
        <p:spPr>
          <a:xfrm>
            <a:off x="7459200" y="352650"/>
            <a:ext cx="16848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GB" sz="16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Video frame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76" name="Google Shape;1476;p124"/>
          <p:cNvSpPr/>
          <p:nvPr/>
        </p:nvSpPr>
        <p:spPr>
          <a:xfrm>
            <a:off x="628788" y="4171893"/>
            <a:ext cx="1579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Agenda dot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77" name="Google Shape;1477;p124"/>
          <p:cNvSpPr/>
          <p:nvPr/>
        </p:nvSpPr>
        <p:spPr>
          <a:xfrm>
            <a:off x="5891525" y="2313000"/>
            <a:ext cx="17964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CfU option letters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78" name="Google Shape;1478;p124"/>
          <p:cNvSpPr/>
          <p:nvPr/>
        </p:nvSpPr>
        <p:spPr>
          <a:xfrm>
            <a:off x="933601" y="2371650"/>
            <a:ext cx="11799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audio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79" name="Google Shape;1479;p124"/>
          <p:cNvSpPr/>
          <p:nvPr/>
        </p:nvSpPr>
        <p:spPr>
          <a:xfrm>
            <a:off x="3444210" y="2377200"/>
            <a:ext cx="11166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video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80" name="Google Shape;1480;p124"/>
          <p:cNvSpPr/>
          <p:nvPr/>
        </p:nvSpPr>
        <p:spPr>
          <a:xfrm>
            <a:off x="4747799" y="4171900"/>
            <a:ext cx="694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Cross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81" name="Google Shape;1481;p124"/>
          <p:cNvSpPr/>
          <p:nvPr/>
        </p:nvSpPr>
        <p:spPr>
          <a:xfrm>
            <a:off x="6451200" y="4171900"/>
            <a:ext cx="14217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Reading icon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5 OGL">
  <p:cSld name="CUSTOM_5_1">
    <p:bg>
      <p:bgPr>
        <a:solidFill>
          <a:srgbClr val="BEF2BD"/>
        </a:solidFill>
      </p:bgPr>
    </p:bg>
    <p:spTree>
      <p:nvGrpSpPr>
        <p:cNvPr id="1482" name="Shape 1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3" name="Google Shape;1483;p12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7200" y="11118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1484" name="Google Shape;1484;p125"/>
          <p:cNvSpPr txBox="1"/>
          <p:nvPr>
            <p:ph idx="1" type="subTitle"/>
          </p:nvPr>
        </p:nvSpPr>
        <p:spPr>
          <a:xfrm>
            <a:off x="661775" y="1190413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6 Blank">
  <p:cSld name="CUSTOM_6">
    <p:spTree>
      <p:nvGrpSpPr>
        <p:cNvPr id="1485" name="Shape 1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6" name="Google Shape;1486;p126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39.xml"/><Relationship Id="rId42" Type="http://schemas.openxmlformats.org/officeDocument/2006/relationships/slideLayout" Target="../slideLayouts/slideLayout41.xml"/><Relationship Id="rId41" Type="http://schemas.openxmlformats.org/officeDocument/2006/relationships/slideLayout" Target="../slideLayouts/slideLayout40.xml"/><Relationship Id="rId44" Type="http://schemas.openxmlformats.org/officeDocument/2006/relationships/slideLayout" Target="../slideLayouts/slideLayout43.xml"/><Relationship Id="rId43" Type="http://schemas.openxmlformats.org/officeDocument/2006/relationships/slideLayout" Target="../slideLayouts/slideLayout42.xml"/><Relationship Id="rId46" Type="http://schemas.openxmlformats.org/officeDocument/2006/relationships/slideLayout" Target="../slideLayouts/slideLayout45.xml"/><Relationship Id="rId45" Type="http://schemas.openxmlformats.org/officeDocument/2006/relationships/slideLayout" Target="../slideLayouts/slideLayout44.xml"/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48" Type="http://schemas.openxmlformats.org/officeDocument/2006/relationships/slideLayout" Target="../slideLayouts/slideLayout47.xml"/><Relationship Id="rId47" Type="http://schemas.openxmlformats.org/officeDocument/2006/relationships/slideLayout" Target="../slideLayouts/slideLayout46.xml"/><Relationship Id="rId49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31" Type="http://schemas.openxmlformats.org/officeDocument/2006/relationships/slideLayout" Target="../slideLayouts/slideLayout30.xml"/><Relationship Id="rId30" Type="http://schemas.openxmlformats.org/officeDocument/2006/relationships/slideLayout" Target="../slideLayouts/slideLayout29.xml"/><Relationship Id="rId33" Type="http://schemas.openxmlformats.org/officeDocument/2006/relationships/slideLayout" Target="../slideLayouts/slideLayout32.xml"/><Relationship Id="rId32" Type="http://schemas.openxmlformats.org/officeDocument/2006/relationships/slideLayout" Target="../slideLayouts/slideLayout31.xml"/><Relationship Id="rId35" Type="http://schemas.openxmlformats.org/officeDocument/2006/relationships/slideLayout" Target="../slideLayouts/slideLayout34.xml"/><Relationship Id="rId34" Type="http://schemas.openxmlformats.org/officeDocument/2006/relationships/slideLayout" Target="../slideLayouts/slideLayout33.xml"/><Relationship Id="rId37" Type="http://schemas.openxmlformats.org/officeDocument/2006/relationships/slideLayout" Target="../slideLayouts/slideLayout36.xml"/><Relationship Id="rId36" Type="http://schemas.openxmlformats.org/officeDocument/2006/relationships/slideLayout" Target="../slideLayouts/slideLayout35.xml"/><Relationship Id="rId39" Type="http://schemas.openxmlformats.org/officeDocument/2006/relationships/slideLayout" Target="../slideLayouts/slideLayout38.xml"/><Relationship Id="rId38" Type="http://schemas.openxmlformats.org/officeDocument/2006/relationships/slideLayout" Target="../slideLayouts/slideLayout37.xml"/><Relationship Id="rId62" Type="http://schemas.openxmlformats.org/officeDocument/2006/relationships/slideLayout" Target="../slideLayouts/slideLayout61.xml"/><Relationship Id="rId61" Type="http://schemas.openxmlformats.org/officeDocument/2006/relationships/slideLayout" Target="../slideLayouts/slideLayout60.xml"/><Relationship Id="rId20" Type="http://schemas.openxmlformats.org/officeDocument/2006/relationships/slideLayout" Target="../slideLayouts/slideLayout19.xml"/><Relationship Id="rId64" Type="http://schemas.openxmlformats.org/officeDocument/2006/relationships/theme" Target="../theme/theme3.xml"/><Relationship Id="rId63" Type="http://schemas.openxmlformats.org/officeDocument/2006/relationships/slideLayout" Target="../slideLayouts/slideLayout62.xml"/><Relationship Id="rId22" Type="http://schemas.openxmlformats.org/officeDocument/2006/relationships/slideLayout" Target="../slideLayouts/slideLayout21.xml"/><Relationship Id="rId21" Type="http://schemas.openxmlformats.org/officeDocument/2006/relationships/slideLayout" Target="../slideLayouts/slideLayout20.xml"/><Relationship Id="rId24" Type="http://schemas.openxmlformats.org/officeDocument/2006/relationships/slideLayout" Target="../slideLayouts/slideLayout23.xml"/><Relationship Id="rId23" Type="http://schemas.openxmlformats.org/officeDocument/2006/relationships/slideLayout" Target="../slideLayouts/slideLayout22.xml"/><Relationship Id="rId60" Type="http://schemas.openxmlformats.org/officeDocument/2006/relationships/slideLayout" Target="../slideLayouts/slideLayout59.xml"/><Relationship Id="rId26" Type="http://schemas.openxmlformats.org/officeDocument/2006/relationships/slideLayout" Target="../slideLayouts/slideLayout25.xml"/><Relationship Id="rId25" Type="http://schemas.openxmlformats.org/officeDocument/2006/relationships/slideLayout" Target="../slideLayouts/slideLayout24.xml"/><Relationship Id="rId28" Type="http://schemas.openxmlformats.org/officeDocument/2006/relationships/slideLayout" Target="../slideLayouts/slideLayout27.xml"/><Relationship Id="rId27" Type="http://schemas.openxmlformats.org/officeDocument/2006/relationships/slideLayout" Target="../slideLayouts/slideLayout26.xml"/><Relationship Id="rId29" Type="http://schemas.openxmlformats.org/officeDocument/2006/relationships/slideLayout" Target="../slideLayouts/slideLayout28.xml"/><Relationship Id="rId51" Type="http://schemas.openxmlformats.org/officeDocument/2006/relationships/slideLayout" Target="../slideLayouts/slideLayout50.xml"/><Relationship Id="rId50" Type="http://schemas.openxmlformats.org/officeDocument/2006/relationships/slideLayout" Target="../slideLayouts/slideLayout49.xml"/><Relationship Id="rId53" Type="http://schemas.openxmlformats.org/officeDocument/2006/relationships/slideLayout" Target="../slideLayouts/slideLayout52.xml"/><Relationship Id="rId52" Type="http://schemas.openxmlformats.org/officeDocument/2006/relationships/slideLayout" Target="../slideLayouts/slideLayout51.xml"/><Relationship Id="rId11" Type="http://schemas.openxmlformats.org/officeDocument/2006/relationships/slideLayout" Target="../slideLayouts/slideLayout10.xml"/><Relationship Id="rId55" Type="http://schemas.openxmlformats.org/officeDocument/2006/relationships/slideLayout" Target="../slideLayouts/slideLayout54.xml"/><Relationship Id="rId10" Type="http://schemas.openxmlformats.org/officeDocument/2006/relationships/slideLayout" Target="../slideLayouts/slideLayout9.xml"/><Relationship Id="rId54" Type="http://schemas.openxmlformats.org/officeDocument/2006/relationships/slideLayout" Target="../slideLayouts/slideLayout53.xml"/><Relationship Id="rId13" Type="http://schemas.openxmlformats.org/officeDocument/2006/relationships/slideLayout" Target="../slideLayouts/slideLayout12.xml"/><Relationship Id="rId57" Type="http://schemas.openxmlformats.org/officeDocument/2006/relationships/slideLayout" Target="../slideLayouts/slideLayout56.xml"/><Relationship Id="rId12" Type="http://schemas.openxmlformats.org/officeDocument/2006/relationships/slideLayout" Target="../slideLayouts/slideLayout11.xml"/><Relationship Id="rId56" Type="http://schemas.openxmlformats.org/officeDocument/2006/relationships/slideLayout" Target="../slideLayouts/slideLayout55.xml"/><Relationship Id="rId15" Type="http://schemas.openxmlformats.org/officeDocument/2006/relationships/slideLayout" Target="../slideLayouts/slideLayout14.xml"/><Relationship Id="rId59" Type="http://schemas.openxmlformats.org/officeDocument/2006/relationships/slideLayout" Target="../slideLayouts/slideLayout58.xml"/><Relationship Id="rId14" Type="http://schemas.openxmlformats.org/officeDocument/2006/relationships/slideLayout" Target="../slideLayouts/slideLayout13.xml"/><Relationship Id="rId58" Type="http://schemas.openxmlformats.org/officeDocument/2006/relationships/slideLayout" Target="../slideLayouts/slideLayout57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19" Type="http://schemas.openxmlformats.org/officeDocument/2006/relationships/slideLayout" Target="../slideLayouts/slideLayout18.xml"/><Relationship Id="rId18" Type="http://schemas.openxmlformats.org/officeDocument/2006/relationships/slideLayout" Target="../slideLayouts/slideLayout17.xml"/></Relationships>
</file>

<file path=ppt/slideMasters/_rels/slideMaster2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101.xml"/><Relationship Id="rId42" Type="http://schemas.openxmlformats.org/officeDocument/2006/relationships/slideLayout" Target="../slideLayouts/slideLayout103.xml"/><Relationship Id="rId41" Type="http://schemas.openxmlformats.org/officeDocument/2006/relationships/slideLayout" Target="../slideLayouts/slideLayout102.xml"/><Relationship Id="rId44" Type="http://schemas.openxmlformats.org/officeDocument/2006/relationships/slideLayout" Target="../slideLayouts/slideLayout105.xml"/><Relationship Id="rId43" Type="http://schemas.openxmlformats.org/officeDocument/2006/relationships/slideLayout" Target="../slideLayouts/slideLayout104.xml"/><Relationship Id="rId46" Type="http://schemas.openxmlformats.org/officeDocument/2006/relationships/slideLayout" Target="../slideLayouts/slideLayout107.xml"/><Relationship Id="rId45" Type="http://schemas.openxmlformats.org/officeDocument/2006/relationships/slideLayout" Target="../slideLayouts/slideLayout106.xml"/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63.xml"/><Relationship Id="rId3" Type="http://schemas.openxmlformats.org/officeDocument/2006/relationships/slideLayout" Target="../slideLayouts/slideLayout64.xml"/><Relationship Id="rId4" Type="http://schemas.openxmlformats.org/officeDocument/2006/relationships/slideLayout" Target="../slideLayouts/slideLayout65.xml"/><Relationship Id="rId9" Type="http://schemas.openxmlformats.org/officeDocument/2006/relationships/slideLayout" Target="../slideLayouts/slideLayout70.xml"/><Relationship Id="rId48" Type="http://schemas.openxmlformats.org/officeDocument/2006/relationships/slideLayout" Target="../slideLayouts/slideLayout109.xml"/><Relationship Id="rId47" Type="http://schemas.openxmlformats.org/officeDocument/2006/relationships/slideLayout" Target="../slideLayouts/slideLayout108.xml"/><Relationship Id="rId49" Type="http://schemas.openxmlformats.org/officeDocument/2006/relationships/slideLayout" Target="../slideLayouts/slideLayout110.xml"/><Relationship Id="rId5" Type="http://schemas.openxmlformats.org/officeDocument/2006/relationships/slideLayout" Target="../slideLayouts/slideLayout66.xml"/><Relationship Id="rId6" Type="http://schemas.openxmlformats.org/officeDocument/2006/relationships/slideLayout" Target="../slideLayouts/slideLayout67.xml"/><Relationship Id="rId7" Type="http://schemas.openxmlformats.org/officeDocument/2006/relationships/slideLayout" Target="../slideLayouts/slideLayout68.xml"/><Relationship Id="rId8" Type="http://schemas.openxmlformats.org/officeDocument/2006/relationships/slideLayout" Target="../slideLayouts/slideLayout69.xml"/><Relationship Id="rId31" Type="http://schemas.openxmlformats.org/officeDocument/2006/relationships/slideLayout" Target="../slideLayouts/slideLayout92.xml"/><Relationship Id="rId30" Type="http://schemas.openxmlformats.org/officeDocument/2006/relationships/slideLayout" Target="../slideLayouts/slideLayout91.xml"/><Relationship Id="rId33" Type="http://schemas.openxmlformats.org/officeDocument/2006/relationships/slideLayout" Target="../slideLayouts/slideLayout94.xml"/><Relationship Id="rId32" Type="http://schemas.openxmlformats.org/officeDocument/2006/relationships/slideLayout" Target="../slideLayouts/slideLayout93.xml"/><Relationship Id="rId35" Type="http://schemas.openxmlformats.org/officeDocument/2006/relationships/slideLayout" Target="../slideLayouts/slideLayout96.xml"/><Relationship Id="rId34" Type="http://schemas.openxmlformats.org/officeDocument/2006/relationships/slideLayout" Target="../slideLayouts/slideLayout95.xml"/><Relationship Id="rId37" Type="http://schemas.openxmlformats.org/officeDocument/2006/relationships/slideLayout" Target="../slideLayouts/slideLayout98.xml"/><Relationship Id="rId36" Type="http://schemas.openxmlformats.org/officeDocument/2006/relationships/slideLayout" Target="../slideLayouts/slideLayout97.xml"/><Relationship Id="rId39" Type="http://schemas.openxmlformats.org/officeDocument/2006/relationships/slideLayout" Target="../slideLayouts/slideLayout100.xml"/><Relationship Id="rId38" Type="http://schemas.openxmlformats.org/officeDocument/2006/relationships/slideLayout" Target="../slideLayouts/slideLayout99.xml"/><Relationship Id="rId62" Type="http://schemas.openxmlformats.org/officeDocument/2006/relationships/slideLayout" Target="../slideLayouts/slideLayout123.xml"/><Relationship Id="rId61" Type="http://schemas.openxmlformats.org/officeDocument/2006/relationships/slideLayout" Target="../slideLayouts/slideLayout122.xml"/><Relationship Id="rId20" Type="http://schemas.openxmlformats.org/officeDocument/2006/relationships/slideLayout" Target="../slideLayouts/slideLayout81.xml"/><Relationship Id="rId64" Type="http://schemas.openxmlformats.org/officeDocument/2006/relationships/theme" Target="../theme/theme1.xml"/><Relationship Id="rId63" Type="http://schemas.openxmlformats.org/officeDocument/2006/relationships/slideLayout" Target="../slideLayouts/slideLayout124.xml"/><Relationship Id="rId22" Type="http://schemas.openxmlformats.org/officeDocument/2006/relationships/slideLayout" Target="../slideLayouts/slideLayout83.xml"/><Relationship Id="rId21" Type="http://schemas.openxmlformats.org/officeDocument/2006/relationships/slideLayout" Target="../slideLayouts/slideLayout82.xml"/><Relationship Id="rId24" Type="http://schemas.openxmlformats.org/officeDocument/2006/relationships/slideLayout" Target="../slideLayouts/slideLayout85.xml"/><Relationship Id="rId23" Type="http://schemas.openxmlformats.org/officeDocument/2006/relationships/slideLayout" Target="../slideLayouts/slideLayout84.xml"/><Relationship Id="rId60" Type="http://schemas.openxmlformats.org/officeDocument/2006/relationships/slideLayout" Target="../slideLayouts/slideLayout121.xml"/><Relationship Id="rId26" Type="http://schemas.openxmlformats.org/officeDocument/2006/relationships/slideLayout" Target="../slideLayouts/slideLayout87.xml"/><Relationship Id="rId25" Type="http://schemas.openxmlformats.org/officeDocument/2006/relationships/slideLayout" Target="../slideLayouts/slideLayout86.xml"/><Relationship Id="rId28" Type="http://schemas.openxmlformats.org/officeDocument/2006/relationships/slideLayout" Target="../slideLayouts/slideLayout89.xml"/><Relationship Id="rId27" Type="http://schemas.openxmlformats.org/officeDocument/2006/relationships/slideLayout" Target="../slideLayouts/slideLayout88.xml"/><Relationship Id="rId29" Type="http://schemas.openxmlformats.org/officeDocument/2006/relationships/slideLayout" Target="../slideLayouts/slideLayout90.xml"/><Relationship Id="rId51" Type="http://schemas.openxmlformats.org/officeDocument/2006/relationships/slideLayout" Target="../slideLayouts/slideLayout112.xml"/><Relationship Id="rId50" Type="http://schemas.openxmlformats.org/officeDocument/2006/relationships/slideLayout" Target="../slideLayouts/slideLayout111.xml"/><Relationship Id="rId53" Type="http://schemas.openxmlformats.org/officeDocument/2006/relationships/slideLayout" Target="../slideLayouts/slideLayout114.xml"/><Relationship Id="rId52" Type="http://schemas.openxmlformats.org/officeDocument/2006/relationships/slideLayout" Target="../slideLayouts/slideLayout113.xml"/><Relationship Id="rId11" Type="http://schemas.openxmlformats.org/officeDocument/2006/relationships/slideLayout" Target="../slideLayouts/slideLayout72.xml"/><Relationship Id="rId55" Type="http://schemas.openxmlformats.org/officeDocument/2006/relationships/slideLayout" Target="../slideLayouts/slideLayout116.xml"/><Relationship Id="rId10" Type="http://schemas.openxmlformats.org/officeDocument/2006/relationships/slideLayout" Target="../slideLayouts/slideLayout71.xml"/><Relationship Id="rId54" Type="http://schemas.openxmlformats.org/officeDocument/2006/relationships/slideLayout" Target="../slideLayouts/slideLayout115.xml"/><Relationship Id="rId13" Type="http://schemas.openxmlformats.org/officeDocument/2006/relationships/slideLayout" Target="../slideLayouts/slideLayout74.xml"/><Relationship Id="rId57" Type="http://schemas.openxmlformats.org/officeDocument/2006/relationships/slideLayout" Target="../slideLayouts/slideLayout118.xml"/><Relationship Id="rId12" Type="http://schemas.openxmlformats.org/officeDocument/2006/relationships/slideLayout" Target="../slideLayouts/slideLayout73.xml"/><Relationship Id="rId56" Type="http://schemas.openxmlformats.org/officeDocument/2006/relationships/slideLayout" Target="../slideLayouts/slideLayout117.xml"/><Relationship Id="rId15" Type="http://schemas.openxmlformats.org/officeDocument/2006/relationships/slideLayout" Target="../slideLayouts/slideLayout76.xml"/><Relationship Id="rId59" Type="http://schemas.openxmlformats.org/officeDocument/2006/relationships/slideLayout" Target="../slideLayouts/slideLayout120.xml"/><Relationship Id="rId14" Type="http://schemas.openxmlformats.org/officeDocument/2006/relationships/slideLayout" Target="../slideLayouts/slideLayout75.xml"/><Relationship Id="rId58" Type="http://schemas.openxmlformats.org/officeDocument/2006/relationships/slideLayout" Target="../slideLayouts/slideLayout119.xml"/><Relationship Id="rId17" Type="http://schemas.openxmlformats.org/officeDocument/2006/relationships/slideLayout" Target="../slideLayouts/slideLayout78.xml"/><Relationship Id="rId16" Type="http://schemas.openxmlformats.org/officeDocument/2006/relationships/slideLayout" Target="../slideLayouts/slideLayout77.xml"/><Relationship Id="rId19" Type="http://schemas.openxmlformats.org/officeDocument/2006/relationships/slideLayout" Target="../slideLayouts/slideLayout80.xml"/><Relationship Id="rId18" Type="http://schemas.openxmlformats.org/officeDocument/2006/relationships/slideLayout" Target="../slideLayouts/slideLayout7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9000" y="523400"/>
            <a:ext cx="8226000" cy="31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Char char="●"/>
              <a:def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61950" lvl="1" marL="9144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Lexend"/>
              <a:buChar char="–"/>
              <a:defRPr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–"/>
              <a:defRPr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49250" lvl="3" marL="18288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Lexend"/>
              <a:buChar char="–"/>
              <a:defRPr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chemeClr val="dk1"/>
              </a:buClr>
              <a:buSzPts val="1800"/>
              <a:buFont typeface="Kalam"/>
              <a:buChar char="–"/>
              <a:defRPr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pic>
        <p:nvPicPr>
          <p:cNvPr id="8" name="Google Shape;8;p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  <p:sldLayoutId id="2147483666" r:id="rId20"/>
    <p:sldLayoutId id="2147483667" r:id="rId21"/>
    <p:sldLayoutId id="2147483668" r:id="rId22"/>
    <p:sldLayoutId id="2147483669" r:id="rId23"/>
    <p:sldLayoutId id="2147483670" r:id="rId24"/>
    <p:sldLayoutId id="2147483671" r:id="rId25"/>
    <p:sldLayoutId id="2147483672" r:id="rId26"/>
    <p:sldLayoutId id="2147483673" r:id="rId27"/>
    <p:sldLayoutId id="2147483674" r:id="rId28"/>
    <p:sldLayoutId id="2147483675" r:id="rId29"/>
    <p:sldLayoutId id="2147483676" r:id="rId30"/>
    <p:sldLayoutId id="2147483677" r:id="rId31"/>
    <p:sldLayoutId id="2147483678" r:id="rId32"/>
    <p:sldLayoutId id="2147483679" r:id="rId33"/>
    <p:sldLayoutId id="2147483680" r:id="rId34"/>
    <p:sldLayoutId id="2147483681" r:id="rId35"/>
    <p:sldLayoutId id="2147483682" r:id="rId36"/>
    <p:sldLayoutId id="2147483683" r:id="rId37"/>
    <p:sldLayoutId id="2147483684" r:id="rId38"/>
    <p:sldLayoutId id="2147483685" r:id="rId39"/>
    <p:sldLayoutId id="2147483686" r:id="rId40"/>
    <p:sldLayoutId id="2147483687" r:id="rId41"/>
    <p:sldLayoutId id="2147483688" r:id="rId42"/>
    <p:sldLayoutId id="2147483689" r:id="rId43"/>
    <p:sldLayoutId id="2147483690" r:id="rId44"/>
    <p:sldLayoutId id="2147483691" r:id="rId45"/>
    <p:sldLayoutId id="2147483692" r:id="rId46"/>
    <p:sldLayoutId id="2147483693" r:id="rId47"/>
    <p:sldLayoutId id="2147483694" r:id="rId48"/>
    <p:sldLayoutId id="2147483695" r:id="rId49"/>
    <p:sldLayoutId id="2147483696" r:id="rId50"/>
    <p:sldLayoutId id="2147483697" r:id="rId51"/>
    <p:sldLayoutId id="2147483698" r:id="rId52"/>
    <p:sldLayoutId id="2147483699" r:id="rId53"/>
    <p:sldLayoutId id="2147483700" r:id="rId54"/>
    <p:sldLayoutId id="2147483701" r:id="rId55"/>
    <p:sldLayoutId id="2147483702" r:id="rId56"/>
    <p:sldLayoutId id="2147483703" r:id="rId57"/>
    <p:sldLayoutId id="2147483704" r:id="rId58"/>
    <p:sldLayoutId id="2147483705" r:id="rId59"/>
    <p:sldLayoutId id="2147483706" r:id="rId60"/>
    <p:sldLayoutId id="2147483707" r:id="rId61"/>
    <p:sldLayoutId id="2147483708" r:id="rId62"/>
    <p:sldLayoutId id="2147483709" r:id="rId6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04">
          <p15:clr>
            <a:schemeClr val="dk2"/>
          </p15:clr>
        </p15:guide>
        <p15:guide id="2" pos="1819">
          <p15:clr>
            <a:srgbClr val="0000FF"/>
          </p15:clr>
        </p15:guide>
        <p15:guide id="3" orient="horz" pos="340">
          <p15:clr>
            <a:srgbClr val="222222"/>
          </p15:clr>
        </p15:guide>
        <p15:guide id="4" pos="2123">
          <p15:clr>
            <a:srgbClr val="0000FF"/>
          </p15:clr>
        </p15:guide>
        <p15:guide id="5" pos="2880">
          <p15:clr>
            <a:srgbClr val="EA4335"/>
          </p15:clr>
        </p15:guide>
        <p15:guide id="6" pos="3637">
          <p15:clr>
            <a:srgbClr val="0000FF"/>
          </p15:clr>
        </p15:guide>
        <p15:guide id="7" pos="3941">
          <p15:clr>
            <a:srgbClr val="0000FF"/>
          </p15:clr>
        </p15:guide>
        <p15:guide id="8" pos="5556">
          <p15:clr>
            <a:srgbClr val="222222"/>
          </p15:clr>
        </p15:guide>
        <p15:guide id="9" pos="1061">
          <p15:clr>
            <a:srgbClr val="9AA0A6"/>
          </p15:clr>
        </p15:guide>
        <p15:guide id="10" pos="4699">
          <p15:clr>
            <a:srgbClr val="9AA0A6"/>
          </p15:clr>
        </p15:guide>
        <p15:guide id="11" orient="horz" pos="680">
          <p15:clr>
            <a:srgbClr val="B7B7B7"/>
          </p15:clr>
        </p15:guide>
        <p15:guide id="12" orient="horz" pos="1020">
          <p15:clr>
            <a:srgbClr val="B7B7B7"/>
          </p15:clr>
        </p15:guide>
        <p15:guide id="13" orient="horz" pos="1361">
          <p15:clr>
            <a:srgbClr val="B7B7B7"/>
          </p15:clr>
        </p15:guide>
        <p15:guide id="14" orient="horz" pos="1701">
          <p15:clr>
            <a:srgbClr val="B7B7B7"/>
          </p15:clr>
        </p15:guide>
        <p15:guide id="15" orient="horz" pos="2041">
          <p15:clr>
            <a:srgbClr val="B7B7B7"/>
          </p15:clr>
        </p15:guide>
        <p15:guide id="16" orient="horz" pos="2381">
          <p15:clr>
            <a:srgbClr val="B7B7B7"/>
          </p15:clr>
        </p15:guide>
        <p15:guide id="17" orient="horz" pos="3036">
          <p15:clr>
            <a:srgbClr val="000000"/>
          </p15:clr>
        </p15:guide>
        <p15:guide id="18" pos="2721">
          <p15:clr>
            <a:schemeClr val="dk1"/>
          </p15:clr>
        </p15:guide>
        <p15:guide id="19" pos="3039">
          <p15:clr>
            <a:schemeClr val="dk1"/>
          </p15:clr>
        </p15:guide>
        <p15:guide id="20" orient="horz" pos="510">
          <p15:clr>
            <a:srgbClr val="B7B7B7"/>
          </p15:clr>
        </p15:guide>
        <p15:guide id="21" orient="horz" pos="1620">
          <p15:clr>
            <a:srgbClr val="EA4335"/>
          </p15:clr>
        </p15:guide>
        <p15:guide id="22" orient="horz" pos="2721">
          <p15:clr>
            <a:srgbClr val="B7B7B7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746" name="Shape 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" name="Google Shape;747;p64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748" name="Google Shape;748;p64"/>
          <p:cNvSpPr txBox="1"/>
          <p:nvPr>
            <p:ph idx="1" type="body"/>
          </p:nvPr>
        </p:nvSpPr>
        <p:spPr>
          <a:xfrm>
            <a:off x="459000" y="523400"/>
            <a:ext cx="8226000" cy="31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Char char="●"/>
              <a:def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61950" lvl="1" marL="9144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Lexend"/>
              <a:buChar char="–"/>
              <a:defRPr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–"/>
              <a:defRPr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49250" lvl="3" marL="18288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Lexend"/>
              <a:buChar char="–"/>
              <a:defRPr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chemeClr val="dk1"/>
              </a:buClr>
              <a:buSzPts val="1800"/>
              <a:buFont typeface="Kalam"/>
              <a:buChar char="–"/>
              <a:defRPr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pic>
        <p:nvPicPr>
          <p:cNvPr id="749" name="Google Shape;749;p6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  <p:sldLayoutId id="2147483720" r:id="rId12"/>
    <p:sldLayoutId id="2147483721" r:id="rId13"/>
    <p:sldLayoutId id="2147483722" r:id="rId14"/>
    <p:sldLayoutId id="2147483723" r:id="rId15"/>
    <p:sldLayoutId id="2147483724" r:id="rId16"/>
    <p:sldLayoutId id="2147483725" r:id="rId17"/>
    <p:sldLayoutId id="2147483726" r:id="rId18"/>
    <p:sldLayoutId id="2147483727" r:id="rId19"/>
    <p:sldLayoutId id="2147483728" r:id="rId20"/>
    <p:sldLayoutId id="2147483729" r:id="rId21"/>
    <p:sldLayoutId id="2147483730" r:id="rId22"/>
    <p:sldLayoutId id="2147483731" r:id="rId23"/>
    <p:sldLayoutId id="2147483732" r:id="rId24"/>
    <p:sldLayoutId id="2147483733" r:id="rId25"/>
    <p:sldLayoutId id="2147483734" r:id="rId26"/>
    <p:sldLayoutId id="2147483735" r:id="rId27"/>
    <p:sldLayoutId id="2147483736" r:id="rId28"/>
    <p:sldLayoutId id="2147483737" r:id="rId29"/>
    <p:sldLayoutId id="2147483738" r:id="rId30"/>
    <p:sldLayoutId id="2147483739" r:id="rId31"/>
    <p:sldLayoutId id="2147483740" r:id="rId32"/>
    <p:sldLayoutId id="2147483741" r:id="rId33"/>
    <p:sldLayoutId id="2147483742" r:id="rId34"/>
    <p:sldLayoutId id="2147483743" r:id="rId35"/>
    <p:sldLayoutId id="2147483744" r:id="rId36"/>
    <p:sldLayoutId id="2147483745" r:id="rId37"/>
    <p:sldLayoutId id="2147483746" r:id="rId38"/>
    <p:sldLayoutId id="2147483747" r:id="rId39"/>
    <p:sldLayoutId id="2147483748" r:id="rId40"/>
    <p:sldLayoutId id="2147483749" r:id="rId41"/>
    <p:sldLayoutId id="2147483750" r:id="rId42"/>
    <p:sldLayoutId id="2147483751" r:id="rId43"/>
    <p:sldLayoutId id="2147483752" r:id="rId44"/>
    <p:sldLayoutId id="2147483753" r:id="rId45"/>
    <p:sldLayoutId id="2147483754" r:id="rId46"/>
    <p:sldLayoutId id="2147483755" r:id="rId47"/>
    <p:sldLayoutId id="2147483756" r:id="rId48"/>
    <p:sldLayoutId id="2147483757" r:id="rId49"/>
    <p:sldLayoutId id="2147483758" r:id="rId50"/>
    <p:sldLayoutId id="2147483759" r:id="rId51"/>
    <p:sldLayoutId id="2147483760" r:id="rId52"/>
    <p:sldLayoutId id="2147483761" r:id="rId53"/>
    <p:sldLayoutId id="2147483762" r:id="rId54"/>
    <p:sldLayoutId id="2147483763" r:id="rId55"/>
    <p:sldLayoutId id="2147483764" r:id="rId56"/>
    <p:sldLayoutId id="2147483765" r:id="rId57"/>
    <p:sldLayoutId id="2147483766" r:id="rId58"/>
    <p:sldLayoutId id="2147483767" r:id="rId59"/>
    <p:sldLayoutId id="2147483768" r:id="rId60"/>
    <p:sldLayoutId id="2147483769" r:id="rId61"/>
    <p:sldLayoutId id="2147483770" r:id="rId62"/>
    <p:sldLayoutId id="2147483771" r:id="rId6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04">
          <p15:clr>
            <a:schemeClr val="dk2"/>
          </p15:clr>
        </p15:guide>
        <p15:guide id="2" pos="1819">
          <p15:clr>
            <a:srgbClr val="0000FF"/>
          </p15:clr>
        </p15:guide>
        <p15:guide id="3" orient="horz" pos="340">
          <p15:clr>
            <a:srgbClr val="222222"/>
          </p15:clr>
        </p15:guide>
        <p15:guide id="4" pos="2123">
          <p15:clr>
            <a:srgbClr val="0000FF"/>
          </p15:clr>
        </p15:guide>
        <p15:guide id="5" pos="2880">
          <p15:clr>
            <a:srgbClr val="EA4335"/>
          </p15:clr>
        </p15:guide>
        <p15:guide id="6" pos="3637">
          <p15:clr>
            <a:srgbClr val="0000FF"/>
          </p15:clr>
        </p15:guide>
        <p15:guide id="7" pos="3941">
          <p15:clr>
            <a:srgbClr val="0000FF"/>
          </p15:clr>
        </p15:guide>
        <p15:guide id="8" pos="5556">
          <p15:clr>
            <a:srgbClr val="222222"/>
          </p15:clr>
        </p15:guide>
        <p15:guide id="9" pos="1061">
          <p15:clr>
            <a:srgbClr val="9AA0A6"/>
          </p15:clr>
        </p15:guide>
        <p15:guide id="10" pos="4699">
          <p15:clr>
            <a:srgbClr val="9AA0A6"/>
          </p15:clr>
        </p15:guide>
        <p15:guide id="11" orient="horz" pos="680">
          <p15:clr>
            <a:srgbClr val="B7B7B7"/>
          </p15:clr>
        </p15:guide>
        <p15:guide id="12" orient="horz" pos="1020">
          <p15:clr>
            <a:srgbClr val="B7B7B7"/>
          </p15:clr>
        </p15:guide>
        <p15:guide id="13" orient="horz" pos="1361">
          <p15:clr>
            <a:srgbClr val="B7B7B7"/>
          </p15:clr>
        </p15:guide>
        <p15:guide id="14" orient="horz" pos="1701">
          <p15:clr>
            <a:srgbClr val="B7B7B7"/>
          </p15:clr>
        </p15:guide>
        <p15:guide id="15" orient="horz" pos="2041">
          <p15:clr>
            <a:srgbClr val="B7B7B7"/>
          </p15:clr>
        </p15:guide>
        <p15:guide id="16" orient="horz" pos="2381">
          <p15:clr>
            <a:srgbClr val="B7B7B7"/>
          </p15:clr>
        </p15:guide>
        <p15:guide id="17" orient="horz" pos="3036">
          <p15:clr>
            <a:srgbClr val="000000"/>
          </p15:clr>
        </p15:guide>
        <p15:guide id="18" pos="2721">
          <p15:clr>
            <a:schemeClr val="dk1"/>
          </p15:clr>
        </p15:guide>
        <p15:guide id="19" pos="3039">
          <p15:clr>
            <a:schemeClr val="dk1"/>
          </p15:clr>
        </p15:guide>
        <p15:guide id="20" orient="horz" pos="510">
          <p15:clr>
            <a:srgbClr val="B7B7B7"/>
          </p15:clr>
        </p15:guide>
        <p15:guide id="21" orient="horz" pos="1620">
          <p15:clr>
            <a:srgbClr val="EA4335"/>
          </p15:clr>
        </p15:guide>
        <p15:guide id="22" orient="horz" pos="2721">
          <p15:clr>
            <a:srgbClr val="B7B7B7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support.thenational.academy/using-oaks-new-teaching-resources?utm_campaign=OakSlideDeck&amp;utm_medium=document&amp;utm_source=guide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8.png"/><Relationship Id="rId4" Type="http://schemas.openxmlformats.org/officeDocument/2006/relationships/image" Target="../media/image9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92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8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96.png"/><Relationship Id="rId4" Type="http://schemas.openxmlformats.org/officeDocument/2006/relationships/image" Target="../media/image95.png"/><Relationship Id="rId5" Type="http://schemas.openxmlformats.org/officeDocument/2006/relationships/image" Target="../media/image97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1.xml"/><Relationship Id="rId2" Type="http://schemas.openxmlformats.org/officeDocument/2006/relationships/notesSlide" Target="../notesSlides/notesSlide36.xml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Relationship Id="rId5" Type="http://schemas.openxmlformats.org/officeDocument/2006/relationships/image" Target="../media/image9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0" name="Shape 1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1" name="Google Shape;1491;p127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Checking and securing understanding of multiplication and division</a:t>
            </a:r>
            <a:endParaRPr/>
          </a:p>
        </p:txBody>
      </p:sp>
      <p:sp>
        <p:nvSpPr>
          <p:cNvPr id="1492" name="Google Shape;1492;p127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Arithmetic procedures with integers and decimals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496" name="Shape 1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7" name="Google Shape;1497;p128"/>
          <p:cNvSpPr txBox="1"/>
          <p:nvPr/>
        </p:nvSpPr>
        <p:spPr>
          <a:xfrm>
            <a:off x="5578975" y="724425"/>
            <a:ext cx="1928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 u="sng">
                <a:solidFill>
                  <a:srgbClr val="374CF1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how to use Oak lessons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1" name="Shape 1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2" name="Google Shape;1502;p129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I can use the mathematical structures that underpin multiplication and division of positive integers.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6" name="Shape 1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7" name="Google Shape;1507;p130"/>
          <p:cNvSpPr txBox="1"/>
          <p:nvPr>
            <p:ph idx="2" type="subTitle"/>
          </p:nvPr>
        </p:nvSpPr>
        <p:spPr>
          <a:xfrm>
            <a:off x="324001" y="2238738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b="0" lang="en-GB"/>
              <a:t>The dividend is what we are dividing. </a:t>
            </a:r>
            <a:endParaRPr b="0"/>
          </a:p>
        </p:txBody>
      </p:sp>
      <p:sp>
        <p:nvSpPr>
          <p:cNvPr id="1508" name="Google Shape;1508;p130"/>
          <p:cNvSpPr txBox="1"/>
          <p:nvPr>
            <p:ph idx="1" type="subTitle"/>
          </p:nvPr>
        </p:nvSpPr>
        <p:spPr>
          <a:xfrm>
            <a:off x="324001" y="993650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b="0" lang="en-GB"/>
              <a:t>Partitioning</a:t>
            </a:r>
            <a:r>
              <a:rPr b="0" lang="en-GB"/>
              <a:t> is the act of splitting an object or value down into smaller parts. </a:t>
            </a:r>
            <a:endParaRPr b="0"/>
          </a:p>
        </p:txBody>
      </p:sp>
      <p:sp>
        <p:nvSpPr>
          <p:cNvPr id="1509" name="Google Shape;1509;p130"/>
          <p:cNvSpPr txBox="1"/>
          <p:nvPr>
            <p:ph idx="3" type="subTitle"/>
          </p:nvPr>
        </p:nvSpPr>
        <p:spPr>
          <a:xfrm>
            <a:off x="324001" y="3483826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b="0" lang="en-GB"/>
              <a:t>The divisor is what we are dividing by. </a:t>
            </a:r>
            <a:endParaRPr b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3" name="Shape 1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4" name="Google Shape;1514;p131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Securing understanding of multiplication</a:t>
            </a:r>
            <a:endParaRPr/>
          </a:p>
        </p:txBody>
      </p:sp>
      <p:sp>
        <p:nvSpPr>
          <p:cNvPr id="1515" name="Google Shape;1515;p131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Securing understanding of division</a:t>
            </a:r>
            <a:endParaRPr/>
          </a:p>
        </p:txBody>
      </p:sp>
      <p:sp>
        <p:nvSpPr>
          <p:cNvPr id="1516" name="Google Shape;1516;p131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Checking and securing understanding of multiplication and division</a:t>
            </a:r>
            <a:endParaRPr/>
          </a:p>
        </p:txBody>
      </p:sp>
      <p:pic>
        <p:nvPicPr>
          <p:cNvPr id="1517" name="Google Shape;1517;p1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9875" y="2052100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1" name="Shape 1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2" name="Google Shape;1522;p13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Securing understanding of multiplication</a:t>
            </a:r>
            <a:endParaRPr/>
          </a:p>
        </p:txBody>
      </p:sp>
      <p:sp>
        <p:nvSpPr>
          <p:cNvPr id="1523" name="Google Shape;1523;p132"/>
          <p:cNvSpPr txBox="1"/>
          <p:nvPr>
            <p:ph idx="1" type="body"/>
          </p:nvPr>
        </p:nvSpPr>
        <p:spPr>
          <a:xfrm>
            <a:off x="324000" y="759300"/>
            <a:ext cx="8237700" cy="128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You will be familiar with </a:t>
            </a:r>
            <a:r>
              <a:rPr lang="en-GB">
                <a:solidFill>
                  <a:schemeClr val="accent4"/>
                </a:solidFill>
              </a:rPr>
              <a:t>partitioning</a:t>
            </a:r>
            <a:r>
              <a:rPr lang="en-GB"/>
              <a:t> numbers to make multiplication easier.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e.g. </a:t>
            </a:r>
            <a:endParaRPr/>
          </a:p>
        </p:txBody>
      </p:sp>
      <p:sp>
        <p:nvSpPr>
          <p:cNvPr id="1524" name="Google Shape;1524;p132"/>
          <p:cNvSpPr txBox="1"/>
          <p:nvPr>
            <p:ph idx="1" type="body"/>
          </p:nvPr>
        </p:nvSpPr>
        <p:spPr>
          <a:xfrm>
            <a:off x="1412750" y="1702500"/>
            <a:ext cx="1170300" cy="338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20 × 300</a:t>
            </a:r>
            <a:endParaRPr/>
          </a:p>
        </p:txBody>
      </p:sp>
      <p:sp>
        <p:nvSpPr>
          <p:cNvPr id="1525" name="Google Shape;1525;p132"/>
          <p:cNvSpPr txBox="1"/>
          <p:nvPr>
            <p:ph idx="1" type="body"/>
          </p:nvPr>
        </p:nvSpPr>
        <p:spPr>
          <a:xfrm>
            <a:off x="761650" y="2461950"/>
            <a:ext cx="831900" cy="338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2 × 10</a:t>
            </a:r>
            <a:endParaRPr/>
          </a:p>
        </p:txBody>
      </p:sp>
      <p:sp>
        <p:nvSpPr>
          <p:cNvPr id="1526" name="Google Shape;1526;p132"/>
          <p:cNvSpPr txBox="1"/>
          <p:nvPr>
            <p:ph idx="1" type="body"/>
          </p:nvPr>
        </p:nvSpPr>
        <p:spPr>
          <a:xfrm>
            <a:off x="2173025" y="2461950"/>
            <a:ext cx="1065600" cy="338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3</a:t>
            </a:r>
            <a:r>
              <a:rPr lang="en-GB"/>
              <a:t> × 100</a:t>
            </a:r>
            <a:endParaRPr/>
          </a:p>
        </p:txBody>
      </p:sp>
      <p:sp>
        <p:nvSpPr>
          <p:cNvPr id="1527" name="Google Shape;1527;p132"/>
          <p:cNvSpPr txBox="1"/>
          <p:nvPr>
            <p:ph idx="1" type="body"/>
          </p:nvPr>
        </p:nvSpPr>
        <p:spPr>
          <a:xfrm>
            <a:off x="1718175" y="2461950"/>
            <a:ext cx="219600" cy="338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×</a:t>
            </a:r>
            <a:endParaRPr/>
          </a:p>
        </p:txBody>
      </p:sp>
      <p:cxnSp>
        <p:nvCxnSpPr>
          <p:cNvPr id="1528" name="Google Shape;1528;p132"/>
          <p:cNvCxnSpPr>
            <a:endCxn id="1525" idx="0"/>
          </p:cNvCxnSpPr>
          <p:nvPr/>
        </p:nvCxnSpPr>
        <p:spPr>
          <a:xfrm flipH="1">
            <a:off x="1177600" y="2021850"/>
            <a:ext cx="333900" cy="4401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29" name="Google Shape;1529;p132"/>
          <p:cNvCxnSpPr/>
          <p:nvPr/>
        </p:nvCxnSpPr>
        <p:spPr>
          <a:xfrm>
            <a:off x="2173025" y="1995750"/>
            <a:ext cx="350700" cy="3933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530" name="Google Shape;1530;p132"/>
          <p:cNvSpPr txBox="1"/>
          <p:nvPr>
            <p:ph idx="1" type="body"/>
          </p:nvPr>
        </p:nvSpPr>
        <p:spPr>
          <a:xfrm>
            <a:off x="761650" y="2930700"/>
            <a:ext cx="654600" cy="338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2 × 3</a:t>
            </a:r>
            <a:endParaRPr/>
          </a:p>
        </p:txBody>
      </p:sp>
      <p:sp>
        <p:nvSpPr>
          <p:cNvPr id="1531" name="Google Shape;1531;p132"/>
          <p:cNvSpPr txBox="1"/>
          <p:nvPr>
            <p:ph idx="1" type="body"/>
          </p:nvPr>
        </p:nvSpPr>
        <p:spPr>
          <a:xfrm>
            <a:off x="2173025" y="2901600"/>
            <a:ext cx="1312200" cy="338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10</a:t>
            </a:r>
            <a:r>
              <a:rPr lang="en-GB"/>
              <a:t> × 100</a:t>
            </a:r>
            <a:endParaRPr/>
          </a:p>
        </p:txBody>
      </p:sp>
      <p:sp>
        <p:nvSpPr>
          <p:cNvPr id="1532" name="Google Shape;1532;p132"/>
          <p:cNvSpPr txBox="1"/>
          <p:nvPr>
            <p:ph idx="1" type="body"/>
          </p:nvPr>
        </p:nvSpPr>
        <p:spPr>
          <a:xfrm>
            <a:off x="1718175" y="2901600"/>
            <a:ext cx="219600" cy="338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×</a:t>
            </a:r>
            <a:endParaRPr/>
          </a:p>
        </p:txBody>
      </p:sp>
      <p:sp>
        <p:nvSpPr>
          <p:cNvPr id="1533" name="Google Shape;1533;p132"/>
          <p:cNvSpPr txBox="1"/>
          <p:nvPr>
            <p:ph idx="1" type="body"/>
          </p:nvPr>
        </p:nvSpPr>
        <p:spPr>
          <a:xfrm>
            <a:off x="761650" y="3428550"/>
            <a:ext cx="654600" cy="338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6</a:t>
            </a:r>
            <a:endParaRPr/>
          </a:p>
        </p:txBody>
      </p:sp>
      <p:sp>
        <p:nvSpPr>
          <p:cNvPr id="1534" name="Google Shape;1534;p132"/>
          <p:cNvSpPr txBox="1"/>
          <p:nvPr>
            <p:ph idx="1" type="body"/>
          </p:nvPr>
        </p:nvSpPr>
        <p:spPr>
          <a:xfrm>
            <a:off x="2173025" y="3399450"/>
            <a:ext cx="742800" cy="338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1000</a:t>
            </a:r>
            <a:endParaRPr/>
          </a:p>
        </p:txBody>
      </p:sp>
      <p:sp>
        <p:nvSpPr>
          <p:cNvPr id="1535" name="Google Shape;1535;p132"/>
          <p:cNvSpPr txBox="1"/>
          <p:nvPr>
            <p:ph idx="1" type="body"/>
          </p:nvPr>
        </p:nvSpPr>
        <p:spPr>
          <a:xfrm>
            <a:off x="1718175" y="3399450"/>
            <a:ext cx="219600" cy="338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×</a:t>
            </a:r>
            <a:endParaRPr/>
          </a:p>
        </p:txBody>
      </p:sp>
      <p:sp>
        <p:nvSpPr>
          <p:cNvPr id="1536" name="Google Shape;1536;p132"/>
          <p:cNvSpPr txBox="1"/>
          <p:nvPr>
            <p:ph idx="1" type="body"/>
          </p:nvPr>
        </p:nvSpPr>
        <p:spPr>
          <a:xfrm>
            <a:off x="2998200" y="3428550"/>
            <a:ext cx="1138800" cy="338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= 6</a:t>
            </a:r>
            <a:r>
              <a:rPr lang="en-GB"/>
              <a:t>000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0" name="Shape 1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1" name="Google Shape;1541;p13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Securing understanding of multiplication</a:t>
            </a:r>
            <a:endParaRPr/>
          </a:p>
        </p:txBody>
      </p:sp>
      <p:sp>
        <p:nvSpPr>
          <p:cNvPr id="1542" name="Google Shape;1542;p133"/>
          <p:cNvSpPr txBox="1"/>
          <p:nvPr>
            <p:ph idx="1" type="body"/>
          </p:nvPr>
        </p:nvSpPr>
        <p:spPr>
          <a:xfrm>
            <a:off x="975100" y="1539525"/>
            <a:ext cx="1170300" cy="338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24 × 15</a:t>
            </a:r>
            <a:endParaRPr/>
          </a:p>
        </p:txBody>
      </p:sp>
      <p:sp>
        <p:nvSpPr>
          <p:cNvPr id="1543" name="Google Shape;1543;p133"/>
          <p:cNvSpPr txBox="1"/>
          <p:nvPr>
            <p:ph idx="1" type="body"/>
          </p:nvPr>
        </p:nvSpPr>
        <p:spPr>
          <a:xfrm>
            <a:off x="324000" y="2298975"/>
            <a:ext cx="831900" cy="338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2 × 12</a:t>
            </a:r>
            <a:endParaRPr/>
          </a:p>
        </p:txBody>
      </p:sp>
      <p:sp>
        <p:nvSpPr>
          <p:cNvPr id="1544" name="Google Shape;1544;p133"/>
          <p:cNvSpPr txBox="1"/>
          <p:nvPr>
            <p:ph idx="1" type="body"/>
          </p:nvPr>
        </p:nvSpPr>
        <p:spPr>
          <a:xfrm>
            <a:off x="1735375" y="2298975"/>
            <a:ext cx="1065600" cy="338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3 × 5</a:t>
            </a:r>
            <a:endParaRPr/>
          </a:p>
        </p:txBody>
      </p:sp>
      <p:sp>
        <p:nvSpPr>
          <p:cNvPr id="1545" name="Google Shape;1545;p133"/>
          <p:cNvSpPr txBox="1"/>
          <p:nvPr>
            <p:ph idx="1" type="body"/>
          </p:nvPr>
        </p:nvSpPr>
        <p:spPr>
          <a:xfrm>
            <a:off x="1280525" y="2298975"/>
            <a:ext cx="219600" cy="338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×</a:t>
            </a:r>
            <a:endParaRPr/>
          </a:p>
        </p:txBody>
      </p:sp>
      <p:cxnSp>
        <p:nvCxnSpPr>
          <p:cNvPr id="1546" name="Google Shape;1546;p133"/>
          <p:cNvCxnSpPr>
            <a:endCxn id="1543" idx="0"/>
          </p:cNvCxnSpPr>
          <p:nvPr/>
        </p:nvCxnSpPr>
        <p:spPr>
          <a:xfrm flipH="1">
            <a:off x="739950" y="1858875"/>
            <a:ext cx="333900" cy="4401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47" name="Google Shape;1547;p133"/>
          <p:cNvCxnSpPr/>
          <p:nvPr/>
        </p:nvCxnSpPr>
        <p:spPr>
          <a:xfrm>
            <a:off x="1735375" y="1832775"/>
            <a:ext cx="350700" cy="3933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548" name="Google Shape;1548;p133"/>
          <p:cNvSpPr txBox="1"/>
          <p:nvPr>
            <p:ph idx="1" type="body"/>
          </p:nvPr>
        </p:nvSpPr>
        <p:spPr>
          <a:xfrm>
            <a:off x="324000" y="2767725"/>
            <a:ext cx="654600" cy="338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2 × 3</a:t>
            </a:r>
            <a:endParaRPr/>
          </a:p>
        </p:txBody>
      </p:sp>
      <p:sp>
        <p:nvSpPr>
          <p:cNvPr id="1549" name="Google Shape;1549;p133"/>
          <p:cNvSpPr txBox="1"/>
          <p:nvPr>
            <p:ph idx="1" type="body"/>
          </p:nvPr>
        </p:nvSpPr>
        <p:spPr>
          <a:xfrm>
            <a:off x="1735375" y="2738625"/>
            <a:ext cx="1312200" cy="338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12 × 5</a:t>
            </a:r>
            <a:endParaRPr/>
          </a:p>
        </p:txBody>
      </p:sp>
      <p:sp>
        <p:nvSpPr>
          <p:cNvPr id="1550" name="Google Shape;1550;p133"/>
          <p:cNvSpPr txBox="1"/>
          <p:nvPr>
            <p:ph idx="1" type="body"/>
          </p:nvPr>
        </p:nvSpPr>
        <p:spPr>
          <a:xfrm>
            <a:off x="1280525" y="2738625"/>
            <a:ext cx="219600" cy="338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×</a:t>
            </a:r>
            <a:endParaRPr/>
          </a:p>
        </p:txBody>
      </p:sp>
      <p:sp>
        <p:nvSpPr>
          <p:cNvPr id="1551" name="Google Shape;1551;p133"/>
          <p:cNvSpPr txBox="1"/>
          <p:nvPr>
            <p:ph idx="1" type="body"/>
          </p:nvPr>
        </p:nvSpPr>
        <p:spPr>
          <a:xfrm>
            <a:off x="324000" y="3265575"/>
            <a:ext cx="654600" cy="338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6</a:t>
            </a:r>
            <a:endParaRPr/>
          </a:p>
        </p:txBody>
      </p:sp>
      <p:sp>
        <p:nvSpPr>
          <p:cNvPr id="1552" name="Google Shape;1552;p133"/>
          <p:cNvSpPr txBox="1"/>
          <p:nvPr>
            <p:ph idx="1" type="body"/>
          </p:nvPr>
        </p:nvSpPr>
        <p:spPr>
          <a:xfrm>
            <a:off x="1735375" y="3236475"/>
            <a:ext cx="742800" cy="338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60</a:t>
            </a:r>
            <a:endParaRPr/>
          </a:p>
        </p:txBody>
      </p:sp>
      <p:sp>
        <p:nvSpPr>
          <p:cNvPr id="1553" name="Google Shape;1553;p133"/>
          <p:cNvSpPr txBox="1"/>
          <p:nvPr>
            <p:ph idx="1" type="body"/>
          </p:nvPr>
        </p:nvSpPr>
        <p:spPr>
          <a:xfrm>
            <a:off x="1280525" y="3236475"/>
            <a:ext cx="219600" cy="338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×</a:t>
            </a:r>
            <a:endParaRPr/>
          </a:p>
        </p:txBody>
      </p:sp>
      <p:sp>
        <p:nvSpPr>
          <p:cNvPr id="1554" name="Google Shape;1554;p133"/>
          <p:cNvSpPr txBox="1"/>
          <p:nvPr>
            <p:ph idx="1" type="body"/>
          </p:nvPr>
        </p:nvSpPr>
        <p:spPr>
          <a:xfrm>
            <a:off x="2560550" y="3265575"/>
            <a:ext cx="1138800" cy="338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= 360</a:t>
            </a:r>
            <a:endParaRPr/>
          </a:p>
        </p:txBody>
      </p:sp>
      <p:sp>
        <p:nvSpPr>
          <p:cNvPr id="1555" name="Google Shape;1555;p133"/>
          <p:cNvSpPr txBox="1"/>
          <p:nvPr>
            <p:ph idx="1" type="body"/>
          </p:nvPr>
        </p:nvSpPr>
        <p:spPr>
          <a:xfrm>
            <a:off x="6095750" y="1620000"/>
            <a:ext cx="1170300" cy="338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24 × 15</a:t>
            </a:r>
            <a:endParaRPr/>
          </a:p>
        </p:txBody>
      </p:sp>
      <p:sp>
        <p:nvSpPr>
          <p:cNvPr id="1556" name="Google Shape;1556;p133"/>
          <p:cNvSpPr txBox="1"/>
          <p:nvPr>
            <p:ph idx="1" type="body"/>
          </p:nvPr>
        </p:nvSpPr>
        <p:spPr>
          <a:xfrm>
            <a:off x="5444650" y="2379450"/>
            <a:ext cx="831900" cy="338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4</a:t>
            </a:r>
            <a:r>
              <a:rPr lang="en-GB"/>
              <a:t> × 6</a:t>
            </a:r>
            <a:endParaRPr/>
          </a:p>
        </p:txBody>
      </p:sp>
      <p:sp>
        <p:nvSpPr>
          <p:cNvPr id="1557" name="Google Shape;1557;p133"/>
          <p:cNvSpPr txBox="1"/>
          <p:nvPr>
            <p:ph idx="1" type="body"/>
          </p:nvPr>
        </p:nvSpPr>
        <p:spPr>
          <a:xfrm>
            <a:off x="6856025" y="2379450"/>
            <a:ext cx="1065600" cy="338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3 × 5</a:t>
            </a:r>
            <a:endParaRPr/>
          </a:p>
        </p:txBody>
      </p:sp>
      <p:sp>
        <p:nvSpPr>
          <p:cNvPr id="1558" name="Google Shape;1558;p133"/>
          <p:cNvSpPr txBox="1"/>
          <p:nvPr>
            <p:ph idx="1" type="body"/>
          </p:nvPr>
        </p:nvSpPr>
        <p:spPr>
          <a:xfrm>
            <a:off x="6401175" y="2379450"/>
            <a:ext cx="219600" cy="338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×</a:t>
            </a:r>
            <a:endParaRPr/>
          </a:p>
        </p:txBody>
      </p:sp>
      <p:cxnSp>
        <p:nvCxnSpPr>
          <p:cNvPr id="1559" name="Google Shape;1559;p133"/>
          <p:cNvCxnSpPr>
            <a:endCxn id="1556" idx="0"/>
          </p:cNvCxnSpPr>
          <p:nvPr/>
        </p:nvCxnSpPr>
        <p:spPr>
          <a:xfrm flipH="1">
            <a:off x="5860600" y="1939350"/>
            <a:ext cx="333900" cy="4401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60" name="Google Shape;1560;p133"/>
          <p:cNvCxnSpPr/>
          <p:nvPr/>
        </p:nvCxnSpPr>
        <p:spPr>
          <a:xfrm>
            <a:off x="6856025" y="1913250"/>
            <a:ext cx="350700" cy="3933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561" name="Google Shape;1561;p133"/>
          <p:cNvSpPr txBox="1"/>
          <p:nvPr>
            <p:ph idx="1" type="body"/>
          </p:nvPr>
        </p:nvSpPr>
        <p:spPr>
          <a:xfrm>
            <a:off x="5444650" y="2848200"/>
            <a:ext cx="654600" cy="338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4</a:t>
            </a:r>
            <a:r>
              <a:rPr lang="en-GB"/>
              <a:t> × 5</a:t>
            </a:r>
            <a:endParaRPr/>
          </a:p>
        </p:txBody>
      </p:sp>
      <p:sp>
        <p:nvSpPr>
          <p:cNvPr id="1562" name="Google Shape;1562;p133"/>
          <p:cNvSpPr txBox="1"/>
          <p:nvPr>
            <p:ph idx="1" type="body"/>
          </p:nvPr>
        </p:nvSpPr>
        <p:spPr>
          <a:xfrm>
            <a:off x="6856025" y="2819100"/>
            <a:ext cx="1312200" cy="338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6</a:t>
            </a:r>
            <a:r>
              <a:rPr lang="en-GB"/>
              <a:t> × 3</a:t>
            </a:r>
            <a:endParaRPr/>
          </a:p>
        </p:txBody>
      </p:sp>
      <p:sp>
        <p:nvSpPr>
          <p:cNvPr id="1563" name="Google Shape;1563;p133"/>
          <p:cNvSpPr txBox="1"/>
          <p:nvPr>
            <p:ph idx="1" type="body"/>
          </p:nvPr>
        </p:nvSpPr>
        <p:spPr>
          <a:xfrm>
            <a:off x="6401175" y="2819100"/>
            <a:ext cx="219600" cy="338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×</a:t>
            </a:r>
            <a:endParaRPr/>
          </a:p>
        </p:txBody>
      </p:sp>
      <p:sp>
        <p:nvSpPr>
          <p:cNvPr id="1564" name="Google Shape;1564;p133"/>
          <p:cNvSpPr txBox="1"/>
          <p:nvPr>
            <p:ph idx="1" type="body"/>
          </p:nvPr>
        </p:nvSpPr>
        <p:spPr>
          <a:xfrm>
            <a:off x="5444650" y="3346050"/>
            <a:ext cx="654600" cy="338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20</a:t>
            </a:r>
            <a:endParaRPr/>
          </a:p>
        </p:txBody>
      </p:sp>
      <p:sp>
        <p:nvSpPr>
          <p:cNvPr id="1565" name="Google Shape;1565;p133"/>
          <p:cNvSpPr txBox="1"/>
          <p:nvPr>
            <p:ph idx="1" type="body"/>
          </p:nvPr>
        </p:nvSpPr>
        <p:spPr>
          <a:xfrm>
            <a:off x="6856025" y="3316950"/>
            <a:ext cx="742800" cy="338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18</a:t>
            </a:r>
            <a:endParaRPr/>
          </a:p>
        </p:txBody>
      </p:sp>
      <p:sp>
        <p:nvSpPr>
          <p:cNvPr id="1566" name="Google Shape;1566;p133"/>
          <p:cNvSpPr txBox="1"/>
          <p:nvPr>
            <p:ph idx="1" type="body"/>
          </p:nvPr>
        </p:nvSpPr>
        <p:spPr>
          <a:xfrm>
            <a:off x="6401175" y="3316950"/>
            <a:ext cx="219600" cy="338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×</a:t>
            </a:r>
            <a:endParaRPr/>
          </a:p>
        </p:txBody>
      </p:sp>
      <p:sp>
        <p:nvSpPr>
          <p:cNvPr id="1567" name="Google Shape;1567;p133"/>
          <p:cNvSpPr txBox="1"/>
          <p:nvPr>
            <p:ph idx="1" type="body"/>
          </p:nvPr>
        </p:nvSpPr>
        <p:spPr>
          <a:xfrm>
            <a:off x="7681200" y="3346050"/>
            <a:ext cx="1138800" cy="338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= 360</a:t>
            </a:r>
            <a:endParaRPr/>
          </a:p>
        </p:txBody>
      </p:sp>
      <p:pic>
        <p:nvPicPr>
          <p:cNvPr id="1568" name="Google Shape;1568;p1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430032" y="3691599"/>
            <a:ext cx="788356" cy="101656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9" name="Google Shape;1569;p1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598815" y="3812088"/>
            <a:ext cx="807760" cy="896090"/>
          </a:xfrm>
          <a:prstGeom prst="rect">
            <a:avLst/>
          </a:prstGeom>
          <a:noFill/>
          <a:ln>
            <a:noFill/>
          </a:ln>
        </p:spPr>
      </p:pic>
      <p:sp>
        <p:nvSpPr>
          <p:cNvPr id="1570" name="Google Shape;1570;p133"/>
          <p:cNvSpPr txBox="1"/>
          <p:nvPr>
            <p:ph idx="1" type="body"/>
          </p:nvPr>
        </p:nvSpPr>
        <p:spPr>
          <a:xfrm>
            <a:off x="324000" y="606900"/>
            <a:ext cx="8237700" cy="723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Andeep and Sofia are </a:t>
            </a:r>
            <a:r>
              <a:rPr lang="en-GB"/>
              <a:t>calculating 24 × 15.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They both decide to </a:t>
            </a:r>
            <a:r>
              <a:rPr lang="en-GB">
                <a:solidFill>
                  <a:schemeClr val="accent4"/>
                </a:solidFill>
              </a:rPr>
              <a:t>partition</a:t>
            </a:r>
            <a:r>
              <a:rPr lang="en-GB"/>
              <a:t> the 24 and 15.</a:t>
            </a:r>
            <a:r>
              <a:rPr lang="en-GB"/>
              <a:t> 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4" name="Shape 1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5" name="Google Shape;1575;p134"/>
          <p:cNvSpPr txBox="1"/>
          <p:nvPr>
            <p:ph idx="1" type="body"/>
          </p:nvPr>
        </p:nvSpPr>
        <p:spPr>
          <a:xfrm>
            <a:off x="324000" y="759300"/>
            <a:ext cx="8237700" cy="86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Can you think of some other ways to calculate </a:t>
            </a:r>
            <a:r>
              <a:rPr lang="en-GB"/>
              <a:t>24 × 15 ?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How about multiplications with more digits?</a:t>
            </a:r>
            <a:r>
              <a:rPr lang="en-GB"/>
              <a:t>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e.g. 	573 × 429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576" name="Google Shape;1576;p13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Securing understanding of multiplication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0" name="Shape 1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1" name="Google Shape;1581;p13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Securing understanding of multiplication</a:t>
            </a:r>
            <a:endParaRPr/>
          </a:p>
        </p:txBody>
      </p:sp>
      <p:sp>
        <p:nvSpPr>
          <p:cNvPr id="1582" name="Google Shape;1582;p135"/>
          <p:cNvSpPr txBox="1"/>
          <p:nvPr/>
        </p:nvSpPr>
        <p:spPr>
          <a:xfrm>
            <a:off x="324000" y="759300"/>
            <a:ext cx="3045600" cy="18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We can represent the multiplication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using an </a:t>
            </a:r>
            <a:r>
              <a:rPr lang="en-GB" sz="2200">
                <a:solidFill>
                  <a:schemeClr val="accent4"/>
                </a:solidFill>
                <a:latin typeface="Lexend"/>
                <a:ea typeface="Lexend"/>
                <a:cs typeface="Lexend"/>
                <a:sym typeface="Lexend"/>
              </a:rPr>
              <a:t>area model</a:t>
            </a: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583" name="Google Shape;1583;p135"/>
          <p:cNvGraphicFramePr/>
          <p:nvPr/>
        </p:nvGraphicFramePr>
        <p:xfrm>
          <a:off x="4079950" y="1404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{EA0F87A1-31AF-47F4-A80A-FE93CF6DF1AF}</a:tableStyleId>
              </a:tblPr>
              <a:tblGrid>
                <a:gridCol w="1398125"/>
                <a:gridCol w="1398125"/>
                <a:gridCol w="1398125"/>
              </a:tblGrid>
              <a:tr h="1407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407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cxnSp>
        <p:nvCxnSpPr>
          <p:cNvPr id="1584" name="Google Shape;1584;p135"/>
          <p:cNvCxnSpPr/>
          <p:nvPr/>
        </p:nvCxnSpPr>
        <p:spPr>
          <a:xfrm>
            <a:off x="3993475" y="1400050"/>
            <a:ext cx="0" cy="2824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585" name="Google Shape;1585;p135"/>
          <p:cNvCxnSpPr/>
          <p:nvPr/>
        </p:nvCxnSpPr>
        <p:spPr>
          <a:xfrm>
            <a:off x="4080888" y="1311100"/>
            <a:ext cx="41925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586" name="Google Shape;1586;p135"/>
          <p:cNvSpPr txBox="1"/>
          <p:nvPr/>
        </p:nvSpPr>
        <p:spPr>
          <a:xfrm>
            <a:off x="6000750" y="922455"/>
            <a:ext cx="352800" cy="43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3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87" name="Google Shape;1587;p135"/>
          <p:cNvSpPr txBox="1"/>
          <p:nvPr/>
        </p:nvSpPr>
        <p:spPr>
          <a:xfrm>
            <a:off x="3640675" y="2594955"/>
            <a:ext cx="352800" cy="43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88" name="Google Shape;1588;p135"/>
          <p:cNvSpPr txBox="1"/>
          <p:nvPr/>
        </p:nvSpPr>
        <p:spPr>
          <a:xfrm>
            <a:off x="324175" y="2687000"/>
            <a:ext cx="3045300" cy="40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 area is 6, so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89" name="Google Shape;1589;p135"/>
          <p:cNvSpPr txBox="1"/>
          <p:nvPr/>
        </p:nvSpPr>
        <p:spPr>
          <a:xfrm>
            <a:off x="1281300" y="1656325"/>
            <a:ext cx="807000" cy="40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2 × 3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90" name="Google Shape;1590;p135"/>
          <p:cNvSpPr txBox="1"/>
          <p:nvPr/>
        </p:nvSpPr>
        <p:spPr>
          <a:xfrm>
            <a:off x="1281300" y="3211900"/>
            <a:ext cx="1122000" cy="40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2 × 3 = 6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4" name="Shape 1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95" name="Google Shape;1595;p136"/>
          <p:cNvGraphicFramePr/>
          <p:nvPr/>
        </p:nvGraphicFramePr>
        <p:xfrm>
          <a:off x="2446800" y="810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{EA0F87A1-31AF-47F4-A80A-FE93CF6DF1AF}</a:tableStyleId>
              </a:tblPr>
              <a:tblGrid>
                <a:gridCol w="1992000"/>
                <a:gridCol w="1992000"/>
                <a:gridCol w="1992000"/>
              </a:tblGrid>
              <a:tr h="2002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2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596" name="Google Shape;1596;p13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Securing understanding of multiplication</a:t>
            </a:r>
            <a:endParaRPr/>
          </a:p>
        </p:txBody>
      </p:sp>
      <p:cxnSp>
        <p:nvCxnSpPr>
          <p:cNvPr id="1597" name="Google Shape;1597;p136"/>
          <p:cNvCxnSpPr/>
          <p:nvPr/>
        </p:nvCxnSpPr>
        <p:spPr>
          <a:xfrm>
            <a:off x="2322175" y="802136"/>
            <a:ext cx="0" cy="20235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598" name="Google Shape;1598;p136"/>
          <p:cNvSpPr txBox="1"/>
          <p:nvPr/>
        </p:nvSpPr>
        <p:spPr>
          <a:xfrm>
            <a:off x="324375" y="810900"/>
            <a:ext cx="1730100" cy="17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We can represent any multiplication as an </a:t>
            </a:r>
            <a:r>
              <a:rPr lang="en-GB" sz="1800">
                <a:solidFill>
                  <a:schemeClr val="accent4"/>
                </a:solidFill>
                <a:latin typeface="Lexend"/>
                <a:ea typeface="Lexend"/>
                <a:cs typeface="Lexend"/>
                <a:sym typeface="Lexend"/>
              </a:rPr>
              <a:t>area model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e.g. 25 × 13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99" name="Google Shape;1599;p136"/>
          <p:cNvSpPr txBox="1"/>
          <p:nvPr/>
        </p:nvSpPr>
        <p:spPr>
          <a:xfrm>
            <a:off x="1935300" y="1504925"/>
            <a:ext cx="471900" cy="43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10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3" name="Shape 1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04" name="Google Shape;1604;p137"/>
          <p:cNvGraphicFramePr/>
          <p:nvPr/>
        </p:nvGraphicFramePr>
        <p:xfrm>
          <a:off x="2446800" y="810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{EA0F87A1-31AF-47F4-A80A-FE93CF6DF1AF}</a:tableStyleId>
              </a:tblPr>
              <a:tblGrid>
                <a:gridCol w="1992000"/>
                <a:gridCol w="1992000"/>
                <a:gridCol w="1992000"/>
              </a:tblGrid>
              <a:tr h="2002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2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605" name="Google Shape;1605;p13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Securing understanding of multiplication</a:t>
            </a:r>
            <a:endParaRPr/>
          </a:p>
        </p:txBody>
      </p:sp>
      <p:graphicFrame>
        <p:nvGraphicFramePr>
          <p:cNvPr id="1606" name="Google Shape;1606;p137"/>
          <p:cNvGraphicFramePr/>
          <p:nvPr/>
        </p:nvGraphicFramePr>
        <p:xfrm>
          <a:off x="2446800" y="810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{EA0F87A1-31AF-47F4-A80A-FE93CF6DF1AF}</a:tableStyleId>
              </a:tblPr>
              <a:tblGrid>
                <a:gridCol w="200025"/>
                <a:gridCol w="200025"/>
                <a:gridCol w="200025"/>
                <a:gridCol w="200025"/>
                <a:gridCol w="200025"/>
                <a:gridCol w="200025"/>
                <a:gridCol w="200025"/>
                <a:gridCol w="200025"/>
                <a:gridCol w="200025"/>
                <a:gridCol w="200025"/>
                <a:gridCol w="200025"/>
                <a:gridCol w="200025"/>
                <a:gridCol w="200025"/>
                <a:gridCol w="200025"/>
                <a:gridCol w="200025"/>
                <a:gridCol w="200025"/>
                <a:gridCol w="200025"/>
                <a:gridCol w="200025"/>
                <a:gridCol w="200025"/>
                <a:gridCol w="200025"/>
                <a:gridCol w="200025"/>
                <a:gridCol w="200025"/>
                <a:gridCol w="200025"/>
                <a:gridCol w="200025"/>
                <a:gridCol w="200025"/>
              </a:tblGrid>
              <a:tr h="199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9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9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9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9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9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9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9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9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9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9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9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9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cxnSp>
        <p:nvCxnSpPr>
          <p:cNvPr id="1607" name="Google Shape;1607;p137"/>
          <p:cNvCxnSpPr/>
          <p:nvPr/>
        </p:nvCxnSpPr>
        <p:spPr>
          <a:xfrm>
            <a:off x="2322175" y="802136"/>
            <a:ext cx="0" cy="25863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608" name="Google Shape;1608;p137"/>
          <p:cNvSpPr txBox="1"/>
          <p:nvPr/>
        </p:nvSpPr>
        <p:spPr>
          <a:xfrm>
            <a:off x="324375" y="810900"/>
            <a:ext cx="1730100" cy="17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Let’s add some grid lines to help.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25 × 13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09" name="Google Shape;1609;p137"/>
          <p:cNvSpPr txBox="1"/>
          <p:nvPr/>
        </p:nvSpPr>
        <p:spPr>
          <a:xfrm>
            <a:off x="1935300" y="1809725"/>
            <a:ext cx="471900" cy="43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13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610" name="Google Shape;1610;p137"/>
          <p:cNvCxnSpPr/>
          <p:nvPr/>
        </p:nvCxnSpPr>
        <p:spPr>
          <a:xfrm>
            <a:off x="2446800" y="739436"/>
            <a:ext cx="50115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611" name="Google Shape;1611;p137"/>
          <p:cNvSpPr txBox="1"/>
          <p:nvPr/>
        </p:nvSpPr>
        <p:spPr>
          <a:xfrm>
            <a:off x="4896700" y="418425"/>
            <a:ext cx="471900" cy="43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25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5" name="Shape 1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16" name="Google Shape;1616;p138"/>
          <p:cNvGraphicFramePr/>
          <p:nvPr/>
        </p:nvGraphicFramePr>
        <p:xfrm>
          <a:off x="2446800" y="810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{EA0F87A1-31AF-47F4-A80A-FE93CF6DF1AF}</a:tableStyleId>
              </a:tblPr>
              <a:tblGrid>
                <a:gridCol w="1992000"/>
                <a:gridCol w="1992000"/>
                <a:gridCol w="1992000"/>
              </a:tblGrid>
              <a:tr h="2002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2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617" name="Google Shape;1617;p138"/>
          <p:cNvSpPr/>
          <p:nvPr/>
        </p:nvSpPr>
        <p:spPr>
          <a:xfrm>
            <a:off x="7187425" y="3706500"/>
            <a:ext cx="1406700" cy="613500"/>
          </a:xfrm>
          <a:prstGeom prst="roundRect">
            <a:avLst>
              <a:gd fmla="val 16667" name="adj"/>
            </a:avLst>
          </a:prstGeom>
          <a:solidFill>
            <a:srgbClr val="F3EEFB"/>
          </a:solidFill>
          <a:ln cap="flat" cmpd="sng" w="9525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1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18" name="Google Shape;1618;p13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Securing understanding of multiplication</a:t>
            </a:r>
            <a:endParaRPr/>
          </a:p>
        </p:txBody>
      </p:sp>
      <p:graphicFrame>
        <p:nvGraphicFramePr>
          <p:cNvPr id="1619" name="Google Shape;1619;p138"/>
          <p:cNvGraphicFramePr/>
          <p:nvPr/>
        </p:nvGraphicFramePr>
        <p:xfrm>
          <a:off x="2446800" y="810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{EA0F87A1-31AF-47F4-A80A-FE93CF6DF1AF}</a:tableStyleId>
              </a:tblPr>
              <a:tblGrid>
                <a:gridCol w="200025"/>
                <a:gridCol w="200025"/>
                <a:gridCol w="200025"/>
                <a:gridCol w="200025"/>
                <a:gridCol w="200025"/>
                <a:gridCol w="200025"/>
                <a:gridCol w="200025"/>
                <a:gridCol w="200025"/>
                <a:gridCol w="200025"/>
                <a:gridCol w="200025"/>
                <a:gridCol w="200025"/>
                <a:gridCol w="200025"/>
                <a:gridCol w="200025"/>
                <a:gridCol w="200025"/>
                <a:gridCol w="200025"/>
                <a:gridCol w="200025"/>
                <a:gridCol w="200025"/>
                <a:gridCol w="200025"/>
                <a:gridCol w="200025"/>
                <a:gridCol w="200025"/>
                <a:gridCol w="200025"/>
                <a:gridCol w="200025"/>
                <a:gridCol w="200025"/>
                <a:gridCol w="200025"/>
                <a:gridCol w="200025"/>
              </a:tblGrid>
              <a:tr h="199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9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9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9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9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9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9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9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9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9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9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9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9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620" name="Google Shape;1620;p138"/>
          <p:cNvSpPr/>
          <p:nvPr/>
        </p:nvSpPr>
        <p:spPr>
          <a:xfrm rot="5400000">
            <a:off x="2441800" y="815850"/>
            <a:ext cx="2000400" cy="1990500"/>
          </a:xfrm>
          <a:prstGeom prst="rect">
            <a:avLst/>
          </a:prstGeom>
          <a:solidFill>
            <a:srgbClr val="845AD9">
              <a:alpha val="31009"/>
            </a:srgbClr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21" name="Google Shape;1621;p138"/>
          <p:cNvSpPr txBox="1"/>
          <p:nvPr/>
        </p:nvSpPr>
        <p:spPr>
          <a:xfrm>
            <a:off x="505500" y="1016050"/>
            <a:ext cx="3644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22" name="Google Shape;1622;p138"/>
          <p:cNvSpPr txBox="1"/>
          <p:nvPr/>
        </p:nvSpPr>
        <p:spPr>
          <a:xfrm>
            <a:off x="3188950" y="1641750"/>
            <a:ext cx="506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100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23" name="Google Shape;1623;p138"/>
          <p:cNvSpPr/>
          <p:nvPr/>
        </p:nvSpPr>
        <p:spPr>
          <a:xfrm rot="5400000">
            <a:off x="1546200" y="1711500"/>
            <a:ext cx="2000400" cy="199200"/>
          </a:xfrm>
          <a:prstGeom prst="rect">
            <a:avLst/>
          </a:prstGeom>
          <a:solidFill>
            <a:srgbClr val="845AD9">
              <a:alpha val="31009"/>
            </a:srgbClr>
          </a:solidFill>
          <a:ln cap="flat" cmpd="sng" w="9525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24" name="Google Shape;1624;p138"/>
          <p:cNvSpPr/>
          <p:nvPr/>
        </p:nvSpPr>
        <p:spPr>
          <a:xfrm rot="5400000">
            <a:off x="6346800" y="1711500"/>
            <a:ext cx="2000400" cy="199200"/>
          </a:xfrm>
          <a:prstGeom prst="rect">
            <a:avLst/>
          </a:prstGeom>
          <a:solidFill>
            <a:srgbClr val="845AD9">
              <a:alpha val="31009"/>
            </a:srgbClr>
          </a:solidFill>
          <a:ln cap="flat" cmpd="sng" w="9525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625" name="Google Shape;1625;p138"/>
          <p:cNvGrpSpPr/>
          <p:nvPr/>
        </p:nvGrpSpPr>
        <p:grpSpPr>
          <a:xfrm>
            <a:off x="7446725" y="1491175"/>
            <a:ext cx="1373400" cy="613500"/>
            <a:chOff x="7446725" y="1491175"/>
            <a:chExt cx="1373400" cy="613500"/>
          </a:xfrm>
        </p:grpSpPr>
        <p:sp>
          <p:nvSpPr>
            <p:cNvPr id="1626" name="Google Shape;1626;p138"/>
            <p:cNvSpPr/>
            <p:nvPr/>
          </p:nvSpPr>
          <p:spPr>
            <a:xfrm>
              <a:off x="7672025" y="1491175"/>
              <a:ext cx="1148100" cy="613500"/>
            </a:xfrm>
            <a:prstGeom prst="roundRect">
              <a:avLst>
                <a:gd fmla="val 16667" name="adj"/>
              </a:avLst>
            </a:prstGeom>
            <a:solidFill>
              <a:srgbClr val="F3EEFB"/>
            </a:solidFill>
            <a:ln cap="flat" cmpd="sng" w="9525">
              <a:solidFill>
                <a:srgbClr val="845A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10</a:t>
              </a:r>
              <a:endParaRPr sz="2200"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627" name="Google Shape;1627;p138"/>
            <p:cNvCxnSpPr/>
            <p:nvPr/>
          </p:nvCxnSpPr>
          <p:spPr>
            <a:xfrm rot="10800000">
              <a:off x="7446725" y="1811100"/>
              <a:ext cx="225300" cy="0"/>
            </a:xfrm>
            <a:prstGeom prst="straightConnector1">
              <a:avLst/>
            </a:prstGeom>
            <a:noFill/>
            <a:ln cap="flat" cmpd="sng" w="9525">
              <a:solidFill>
                <a:srgbClr val="845AD9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sp>
        <p:nvSpPr>
          <p:cNvPr id="1628" name="Google Shape;1628;p138"/>
          <p:cNvSpPr/>
          <p:nvPr/>
        </p:nvSpPr>
        <p:spPr>
          <a:xfrm rot="5400000">
            <a:off x="2445300" y="2608350"/>
            <a:ext cx="199200" cy="196200"/>
          </a:xfrm>
          <a:prstGeom prst="rect">
            <a:avLst/>
          </a:prstGeom>
          <a:solidFill>
            <a:srgbClr val="845AD9">
              <a:alpha val="31009"/>
            </a:srgbClr>
          </a:solidFill>
          <a:ln cap="flat" cmpd="sng" w="9525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29" name="Google Shape;1629;p138"/>
          <p:cNvSpPr/>
          <p:nvPr/>
        </p:nvSpPr>
        <p:spPr>
          <a:xfrm rot="5400000">
            <a:off x="7247400" y="3201900"/>
            <a:ext cx="199200" cy="196200"/>
          </a:xfrm>
          <a:prstGeom prst="rect">
            <a:avLst/>
          </a:prstGeom>
          <a:solidFill>
            <a:srgbClr val="845AD9">
              <a:alpha val="31009"/>
            </a:srgbClr>
          </a:solidFill>
          <a:ln cap="flat" cmpd="sng" w="9525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630" name="Google Shape;1630;p138"/>
          <p:cNvCxnSpPr>
            <a:endCxn id="1629" idx="3"/>
          </p:cNvCxnSpPr>
          <p:nvPr/>
        </p:nvCxnSpPr>
        <p:spPr>
          <a:xfrm rot="10800000">
            <a:off x="7347000" y="3399600"/>
            <a:ext cx="0" cy="310200"/>
          </a:xfrm>
          <a:prstGeom prst="straightConnector1">
            <a:avLst/>
          </a:prstGeom>
          <a:noFill/>
          <a:ln cap="flat" cmpd="sng" w="9525">
            <a:solidFill>
              <a:srgbClr val="845AD9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4" name="Shape 1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35" name="Google Shape;1635;p139"/>
          <p:cNvGraphicFramePr/>
          <p:nvPr/>
        </p:nvGraphicFramePr>
        <p:xfrm>
          <a:off x="2446800" y="810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{EA0F87A1-31AF-47F4-A80A-FE93CF6DF1AF}</a:tableStyleId>
              </a:tblPr>
              <a:tblGrid>
                <a:gridCol w="1992000"/>
                <a:gridCol w="1992000"/>
                <a:gridCol w="1992000"/>
              </a:tblGrid>
              <a:tr h="2002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2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636" name="Google Shape;1636;p139"/>
          <p:cNvSpPr/>
          <p:nvPr/>
        </p:nvSpPr>
        <p:spPr>
          <a:xfrm>
            <a:off x="6447300" y="2815500"/>
            <a:ext cx="1014000" cy="585600"/>
          </a:xfrm>
          <a:prstGeom prst="rect">
            <a:avLst/>
          </a:prstGeom>
          <a:solidFill>
            <a:srgbClr val="845AD9">
              <a:alpha val="13290"/>
            </a:srgbClr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15</a:t>
            </a:r>
            <a:endParaRPr sz="3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7" name="Google Shape;1637;p139"/>
          <p:cNvSpPr/>
          <p:nvPr/>
        </p:nvSpPr>
        <p:spPr>
          <a:xfrm>
            <a:off x="6447300" y="810900"/>
            <a:ext cx="1014000" cy="2000400"/>
          </a:xfrm>
          <a:prstGeom prst="rect">
            <a:avLst/>
          </a:prstGeom>
          <a:solidFill>
            <a:srgbClr val="845AD9">
              <a:alpha val="31009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50</a:t>
            </a:r>
            <a:endParaRPr sz="3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8" name="Google Shape;1638;p13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Securing understanding of multiplication</a:t>
            </a:r>
            <a:endParaRPr/>
          </a:p>
        </p:txBody>
      </p:sp>
      <p:graphicFrame>
        <p:nvGraphicFramePr>
          <p:cNvPr id="1639" name="Google Shape;1639;p139"/>
          <p:cNvGraphicFramePr/>
          <p:nvPr/>
        </p:nvGraphicFramePr>
        <p:xfrm>
          <a:off x="2446800" y="810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{EA0F87A1-31AF-47F4-A80A-FE93CF6DF1AF}</a:tableStyleId>
              </a:tblPr>
              <a:tblGrid>
                <a:gridCol w="200025"/>
                <a:gridCol w="200025"/>
                <a:gridCol w="200025"/>
                <a:gridCol w="200025"/>
                <a:gridCol w="200025"/>
                <a:gridCol w="200025"/>
                <a:gridCol w="200025"/>
                <a:gridCol w="200025"/>
                <a:gridCol w="200025"/>
                <a:gridCol w="200025"/>
                <a:gridCol w="200025"/>
                <a:gridCol w="200025"/>
                <a:gridCol w="200025"/>
                <a:gridCol w="200025"/>
                <a:gridCol w="200025"/>
                <a:gridCol w="200025"/>
                <a:gridCol w="200025"/>
                <a:gridCol w="200025"/>
                <a:gridCol w="200025"/>
                <a:gridCol w="200025"/>
                <a:gridCol w="200025"/>
                <a:gridCol w="200025"/>
                <a:gridCol w="200025"/>
                <a:gridCol w="200025"/>
                <a:gridCol w="200025"/>
              </a:tblGrid>
              <a:tr h="199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9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9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9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9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9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9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9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9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9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9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9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9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640" name="Google Shape;1640;p139"/>
          <p:cNvSpPr/>
          <p:nvPr/>
        </p:nvSpPr>
        <p:spPr>
          <a:xfrm rot="5400000">
            <a:off x="7247400" y="3201900"/>
            <a:ext cx="199200" cy="196200"/>
          </a:xfrm>
          <a:prstGeom prst="rect">
            <a:avLst/>
          </a:prstGeom>
          <a:solidFill>
            <a:srgbClr val="845AD9">
              <a:alpha val="31009"/>
            </a:srgbClr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1" name="Google Shape;1641;p139"/>
          <p:cNvSpPr txBox="1"/>
          <p:nvPr/>
        </p:nvSpPr>
        <p:spPr>
          <a:xfrm>
            <a:off x="965300" y="1343200"/>
            <a:ext cx="1681500" cy="14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  </a:t>
            </a:r>
            <a:r>
              <a:rPr lang="en-GB" sz="5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200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+   50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+   30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+   30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+   15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642" name="Google Shape;1642;p139"/>
          <p:cNvCxnSpPr/>
          <p:nvPr/>
        </p:nvCxnSpPr>
        <p:spPr>
          <a:xfrm>
            <a:off x="995567" y="2830372"/>
            <a:ext cx="7563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43" name="Google Shape;1643;p139"/>
          <p:cNvSpPr txBox="1"/>
          <p:nvPr/>
        </p:nvSpPr>
        <p:spPr>
          <a:xfrm>
            <a:off x="965300" y="2865400"/>
            <a:ext cx="1148100" cy="51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</a:t>
            </a:r>
            <a:r>
              <a:rPr lang="en-GB" sz="7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325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4" name="Google Shape;1644;p139"/>
          <p:cNvSpPr/>
          <p:nvPr/>
        </p:nvSpPr>
        <p:spPr>
          <a:xfrm rot="5400000">
            <a:off x="2441800" y="815850"/>
            <a:ext cx="2000400" cy="1990500"/>
          </a:xfrm>
          <a:prstGeom prst="rect">
            <a:avLst/>
          </a:prstGeom>
          <a:solidFill>
            <a:srgbClr val="845AD9">
              <a:alpha val="31009"/>
            </a:srgbClr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5" name="Google Shape;1645;p139"/>
          <p:cNvSpPr/>
          <p:nvPr/>
        </p:nvSpPr>
        <p:spPr>
          <a:xfrm rot="5400000">
            <a:off x="4434600" y="815850"/>
            <a:ext cx="2000400" cy="1990500"/>
          </a:xfrm>
          <a:prstGeom prst="rect">
            <a:avLst/>
          </a:prstGeom>
          <a:solidFill>
            <a:srgbClr val="845AD9">
              <a:alpha val="31009"/>
            </a:srgbClr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6" name="Google Shape;1646;p139"/>
          <p:cNvSpPr/>
          <p:nvPr/>
        </p:nvSpPr>
        <p:spPr>
          <a:xfrm rot="5400000">
            <a:off x="5546700" y="1711500"/>
            <a:ext cx="2000400" cy="199200"/>
          </a:xfrm>
          <a:prstGeom prst="rect">
            <a:avLst/>
          </a:prstGeom>
          <a:solidFill>
            <a:srgbClr val="845AD9">
              <a:alpha val="31009"/>
            </a:srgbClr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7" name="Google Shape;1647;p139"/>
          <p:cNvSpPr/>
          <p:nvPr/>
        </p:nvSpPr>
        <p:spPr>
          <a:xfrm rot="5400000">
            <a:off x="5738300" y="1714325"/>
            <a:ext cx="2000400" cy="199200"/>
          </a:xfrm>
          <a:prstGeom prst="rect">
            <a:avLst/>
          </a:prstGeom>
          <a:solidFill>
            <a:srgbClr val="845AD9">
              <a:alpha val="31009"/>
            </a:srgbClr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8" name="Google Shape;1648;p139"/>
          <p:cNvSpPr/>
          <p:nvPr/>
        </p:nvSpPr>
        <p:spPr>
          <a:xfrm rot="5400000">
            <a:off x="5942325" y="1711500"/>
            <a:ext cx="2000400" cy="199200"/>
          </a:xfrm>
          <a:prstGeom prst="rect">
            <a:avLst/>
          </a:prstGeom>
          <a:solidFill>
            <a:srgbClr val="845AD9">
              <a:alpha val="31009"/>
            </a:srgbClr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9" name="Google Shape;1649;p139"/>
          <p:cNvSpPr/>
          <p:nvPr/>
        </p:nvSpPr>
        <p:spPr>
          <a:xfrm rot="5400000">
            <a:off x="6142162" y="1714325"/>
            <a:ext cx="2000400" cy="199200"/>
          </a:xfrm>
          <a:prstGeom prst="rect">
            <a:avLst/>
          </a:prstGeom>
          <a:solidFill>
            <a:srgbClr val="845AD9">
              <a:alpha val="31009"/>
            </a:srgbClr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50" name="Google Shape;1650;p139"/>
          <p:cNvSpPr/>
          <p:nvPr/>
        </p:nvSpPr>
        <p:spPr>
          <a:xfrm>
            <a:off x="2450250" y="821225"/>
            <a:ext cx="3984000" cy="1985400"/>
          </a:xfrm>
          <a:prstGeom prst="rect">
            <a:avLst/>
          </a:prstGeom>
          <a:solidFill>
            <a:srgbClr val="845AD9">
              <a:alpha val="62660"/>
            </a:srgbClr>
          </a:solidFill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200</a:t>
            </a:r>
            <a:endParaRPr sz="3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51" name="Google Shape;1651;p139"/>
          <p:cNvSpPr/>
          <p:nvPr/>
        </p:nvSpPr>
        <p:spPr>
          <a:xfrm>
            <a:off x="2441800" y="2806625"/>
            <a:ext cx="2000400" cy="199200"/>
          </a:xfrm>
          <a:prstGeom prst="rect">
            <a:avLst/>
          </a:prstGeom>
          <a:solidFill>
            <a:srgbClr val="845AD9">
              <a:alpha val="31009"/>
            </a:srgbClr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52" name="Google Shape;1652;p139"/>
          <p:cNvSpPr/>
          <p:nvPr/>
        </p:nvSpPr>
        <p:spPr>
          <a:xfrm>
            <a:off x="2441800" y="3205800"/>
            <a:ext cx="2000400" cy="199200"/>
          </a:xfrm>
          <a:prstGeom prst="rect">
            <a:avLst/>
          </a:prstGeom>
          <a:solidFill>
            <a:srgbClr val="845AD9">
              <a:alpha val="31009"/>
            </a:srgbClr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53" name="Google Shape;1653;p139"/>
          <p:cNvSpPr/>
          <p:nvPr/>
        </p:nvSpPr>
        <p:spPr>
          <a:xfrm>
            <a:off x="2441800" y="3006150"/>
            <a:ext cx="2000400" cy="199200"/>
          </a:xfrm>
          <a:prstGeom prst="rect">
            <a:avLst/>
          </a:prstGeom>
          <a:solidFill>
            <a:srgbClr val="845AD9">
              <a:alpha val="31009"/>
            </a:srgbClr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54" name="Google Shape;1654;p139"/>
          <p:cNvSpPr/>
          <p:nvPr/>
        </p:nvSpPr>
        <p:spPr>
          <a:xfrm>
            <a:off x="4433850" y="2806563"/>
            <a:ext cx="2000400" cy="199200"/>
          </a:xfrm>
          <a:prstGeom prst="rect">
            <a:avLst/>
          </a:prstGeom>
          <a:solidFill>
            <a:srgbClr val="845AD9">
              <a:alpha val="31009"/>
            </a:srgbClr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55" name="Google Shape;1655;p139"/>
          <p:cNvSpPr/>
          <p:nvPr/>
        </p:nvSpPr>
        <p:spPr>
          <a:xfrm>
            <a:off x="4433850" y="3205738"/>
            <a:ext cx="2000400" cy="199200"/>
          </a:xfrm>
          <a:prstGeom prst="rect">
            <a:avLst/>
          </a:prstGeom>
          <a:solidFill>
            <a:srgbClr val="845AD9">
              <a:alpha val="31009"/>
            </a:srgbClr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56" name="Google Shape;1656;p139"/>
          <p:cNvSpPr/>
          <p:nvPr/>
        </p:nvSpPr>
        <p:spPr>
          <a:xfrm>
            <a:off x="4433850" y="3006088"/>
            <a:ext cx="2000400" cy="199200"/>
          </a:xfrm>
          <a:prstGeom prst="rect">
            <a:avLst/>
          </a:prstGeom>
          <a:solidFill>
            <a:srgbClr val="845AD9">
              <a:alpha val="31009"/>
            </a:srgbClr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657" name="Google Shape;1657;p139"/>
          <p:cNvGrpSpPr/>
          <p:nvPr/>
        </p:nvGrpSpPr>
        <p:grpSpPr>
          <a:xfrm>
            <a:off x="6448800" y="2806625"/>
            <a:ext cx="997612" cy="598607"/>
            <a:chOff x="6448800" y="2806625"/>
            <a:chExt cx="997612" cy="598607"/>
          </a:xfrm>
        </p:grpSpPr>
        <p:sp>
          <p:nvSpPr>
            <p:cNvPr id="1658" name="Google Shape;1658;p139"/>
            <p:cNvSpPr/>
            <p:nvPr/>
          </p:nvSpPr>
          <p:spPr>
            <a:xfrm rot="5400000">
              <a:off x="6447300" y="2808125"/>
              <a:ext cx="199200" cy="196200"/>
            </a:xfrm>
            <a:prstGeom prst="rect">
              <a:avLst/>
            </a:prstGeom>
            <a:solidFill>
              <a:srgbClr val="845AD9">
                <a:alpha val="31009"/>
              </a:srgbClr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59" name="Google Shape;1659;p139"/>
            <p:cNvSpPr/>
            <p:nvPr/>
          </p:nvSpPr>
          <p:spPr>
            <a:xfrm rot="5400000">
              <a:off x="6447300" y="3010200"/>
              <a:ext cx="199200" cy="196200"/>
            </a:xfrm>
            <a:prstGeom prst="rect">
              <a:avLst/>
            </a:prstGeom>
            <a:solidFill>
              <a:srgbClr val="845AD9">
                <a:alpha val="31009"/>
              </a:srgbClr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60" name="Google Shape;1660;p139"/>
            <p:cNvSpPr/>
            <p:nvPr/>
          </p:nvSpPr>
          <p:spPr>
            <a:xfrm rot="5400000">
              <a:off x="6447300" y="3207250"/>
              <a:ext cx="199200" cy="196200"/>
            </a:xfrm>
            <a:prstGeom prst="rect">
              <a:avLst/>
            </a:prstGeom>
            <a:solidFill>
              <a:srgbClr val="845AD9">
                <a:alpha val="31009"/>
              </a:srgbClr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61" name="Google Shape;1661;p139"/>
            <p:cNvSpPr/>
            <p:nvPr/>
          </p:nvSpPr>
          <p:spPr>
            <a:xfrm rot="5400000">
              <a:off x="6648037" y="2808353"/>
              <a:ext cx="199200" cy="196200"/>
            </a:xfrm>
            <a:prstGeom prst="rect">
              <a:avLst/>
            </a:prstGeom>
            <a:solidFill>
              <a:srgbClr val="845AD9">
                <a:alpha val="31009"/>
              </a:srgbClr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62" name="Google Shape;1662;p139"/>
            <p:cNvSpPr/>
            <p:nvPr/>
          </p:nvSpPr>
          <p:spPr>
            <a:xfrm rot="5400000">
              <a:off x="6648037" y="3010428"/>
              <a:ext cx="199200" cy="196200"/>
            </a:xfrm>
            <a:prstGeom prst="rect">
              <a:avLst/>
            </a:prstGeom>
            <a:solidFill>
              <a:srgbClr val="845AD9">
                <a:alpha val="31009"/>
              </a:srgbClr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63" name="Google Shape;1663;p139"/>
            <p:cNvSpPr/>
            <p:nvPr/>
          </p:nvSpPr>
          <p:spPr>
            <a:xfrm rot="5400000">
              <a:off x="6648037" y="3207478"/>
              <a:ext cx="199200" cy="196200"/>
            </a:xfrm>
            <a:prstGeom prst="rect">
              <a:avLst/>
            </a:prstGeom>
            <a:solidFill>
              <a:srgbClr val="845AD9">
                <a:alpha val="31009"/>
              </a:srgbClr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64" name="Google Shape;1664;p139"/>
            <p:cNvSpPr/>
            <p:nvPr/>
          </p:nvSpPr>
          <p:spPr>
            <a:xfrm rot="5400000">
              <a:off x="6847250" y="2808179"/>
              <a:ext cx="199200" cy="196200"/>
            </a:xfrm>
            <a:prstGeom prst="rect">
              <a:avLst/>
            </a:prstGeom>
            <a:solidFill>
              <a:srgbClr val="845AD9">
                <a:alpha val="31009"/>
              </a:srgbClr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65" name="Google Shape;1665;p139"/>
            <p:cNvSpPr/>
            <p:nvPr/>
          </p:nvSpPr>
          <p:spPr>
            <a:xfrm rot="5400000">
              <a:off x="6847250" y="3010254"/>
              <a:ext cx="199200" cy="196200"/>
            </a:xfrm>
            <a:prstGeom prst="rect">
              <a:avLst/>
            </a:prstGeom>
            <a:solidFill>
              <a:srgbClr val="845AD9">
                <a:alpha val="31009"/>
              </a:srgbClr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66" name="Google Shape;1666;p139"/>
            <p:cNvSpPr/>
            <p:nvPr/>
          </p:nvSpPr>
          <p:spPr>
            <a:xfrm rot="5400000">
              <a:off x="6847250" y="3207304"/>
              <a:ext cx="199200" cy="196200"/>
            </a:xfrm>
            <a:prstGeom prst="rect">
              <a:avLst/>
            </a:prstGeom>
            <a:solidFill>
              <a:srgbClr val="845AD9">
                <a:alpha val="31009"/>
              </a:srgbClr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67" name="Google Shape;1667;p139"/>
            <p:cNvSpPr/>
            <p:nvPr/>
          </p:nvSpPr>
          <p:spPr>
            <a:xfrm rot="5400000">
              <a:off x="7047987" y="2808407"/>
              <a:ext cx="199200" cy="196200"/>
            </a:xfrm>
            <a:prstGeom prst="rect">
              <a:avLst/>
            </a:prstGeom>
            <a:solidFill>
              <a:srgbClr val="845AD9">
                <a:alpha val="31009"/>
              </a:srgbClr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68" name="Google Shape;1668;p139"/>
            <p:cNvSpPr/>
            <p:nvPr/>
          </p:nvSpPr>
          <p:spPr>
            <a:xfrm rot="5400000">
              <a:off x="7047987" y="3010482"/>
              <a:ext cx="199200" cy="196200"/>
            </a:xfrm>
            <a:prstGeom prst="rect">
              <a:avLst/>
            </a:prstGeom>
            <a:solidFill>
              <a:srgbClr val="845AD9">
                <a:alpha val="31009"/>
              </a:srgbClr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69" name="Google Shape;1669;p139"/>
            <p:cNvSpPr/>
            <p:nvPr/>
          </p:nvSpPr>
          <p:spPr>
            <a:xfrm rot="5400000">
              <a:off x="7047987" y="3207532"/>
              <a:ext cx="199200" cy="196200"/>
            </a:xfrm>
            <a:prstGeom prst="rect">
              <a:avLst/>
            </a:prstGeom>
            <a:solidFill>
              <a:srgbClr val="845AD9">
                <a:alpha val="31009"/>
              </a:srgbClr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70" name="Google Shape;1670;p139"/>
            <p:cNvSpPr/>
            <p:nvPr/>
          </p:nvSpPr>
          <p:spPr>
            <a:xfrm rot="5400000">
              <a:off x="7248712" y="2808407"/>
              <a:ext cx="199200" cy="196200"/>
            </a:xfrm>
            <a:prstGeom prst="rect">
              <a:avLst/>
            </a:prstGeom>
            <a:solidFill>
              <a:srgbClr val="845AD9">
                <a:alpha val="31009"/>
              </a:srgbClr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71" name="Google Shape;1671;p139"/>
            <p:cNvSpPr/>
            <p:nvPr/>
          </p:nvSpPr>
          <p:spPr>
            <a:xfrm rot="5400000">
              <a:off x="7248712" y="3008770"/>
              <a:ext cx="199200" cy="196200"/>
            </a:xfrm>
            <a:prstGeom prst="rect">
              <a:avLst/>
            </a:prstGeom>
            <a:solidFill>
              <a:srgbClr val="845AD9">
                <a:alpha val="31009"/>
              </a:srgbClr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672" name="Google Shape;1672;p139"/>
          <p:cNvSpPr/>
          <p:nvPr/>
        </p:nvSpPr>
        <p:spPr>
          <a:xfrm>
            <a:off x="2446750" y="2815500"/>
            <a:ext cx="1990500" cy="585600"/>
          </a:xfrm>
          <a:prstGeom prst="rect">
            <a:avLst/>
          </a:prstGeom>
          <a:solidFill>
            <a:srgbClr val="845AD9">
              <a:alpha val="31009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30</a:t>
            </a:r>
            <a:endParaRPr sz="3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3" name="Google Shape;1673;p139"/>
          <p:cNvSpPr/>
          <p:nvPr/>
        </p:nvSpPr>
        <p:spPr>
          <a:xfrm>
            <a:off x="4443750" y="2812900"/>
            <a:ext cx="1990500" cy="585600"/>
          </a:xfrm>
          <a:prstGeom prst="rect">
            <a:avLst/>
          </a:prstGeom>
          <a:solidFill>
            <a:srgbClr val="845AD9">
              <a:alpha val="31009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30</a:t>
            </a:r>
            <a:endParaRPr sz="3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4" name="Google Shape;1674;p139"/>
          <p:cNvSpPr txBox="1"/>
          <p:nvPr/>
        </p:nvSpPr>
        <p:spPr>
          <a:xfrm>
            <a:off x="995575" y="853950"/>
            <a:ext cx="1308600" cy="45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25 × 13 =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8" name="Shape 16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9" name="Google Shape;1679;p14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Securing understanding of multiplication</a:t>
            </a:r>
            <a:endParaRPr/>
          </a:p>
        </p:txBody>
      </p:sp>
      <p:sp>
        <p:nvSpPr>
          <p:cNvPr id="1680" name="Google Shape;1680;p140"/>
          <p:cNvSpPr txBox="1"/>
          <p:nvPr/>
        </p:nvSpPr>
        <p:spPr>
          <a:xfrm>
            <a:off x="324000" y="759300"/>
            <a:ext cx="3045600" cy="239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The grid method for 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multiplication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 which you may be 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familiar with is actually just a version of the </a:t>
            </a:r>
            <a:r>
              <a:rPr lang="en-GB" sz="2200">
                <a:solidFill>
                  <a:schemeClr val="accent4"/>
                </a:solidFill>
                <a:latin typeface="Lexend"/>
                <a:ea typeface="Lexend"/>
                <a:cs typeface="Lexend"/>
                <a:sym typeface="Lexend"/>
              </a:rPr>
              <a:t>area model.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 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681" name="Google Shape;1681;p140"/>
          <p:cNvGrpSpPr/>
          <p:nvPr/>
        </p:nvGrpSpPr>
        <p:grpSpPr>
          <a:xfrm>
            <a:off x="4538088" y="693850"/>
            <a:ext cx="4181100" cy="434400"/>
            <a:chOff x="4538088" y="693850"/>
            <a:chExt cx="4181100" cy="434400"/>
          </a:xfrm>
        </p:grpSpPr>
        <p:cxnSp>
          <p:nvCxnSpPr>
            <p:cNvPr id="1682" name="Google Shape;1682;p140"/>
            <p:cNvCxnSpPr/>
            <p:nvPr/>
          </p:nvCxnSpPr>
          <p:spPr>
            <a:xfrm>
              <a:off x="4538088" y="1082500"/>
              <a:ext cx="4181100" cy="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1683" name="Google Shape;1683;p140"/>
            <p:cNvSpPr txBox="1"/>
            <p:nvPr/>
          </p:nvSpPr>
          <p:spPr>
            <a:xfrm>
              <a:off x="6457950" y="693850"/>
              <a:ext cx="477000" cy="434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25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684" name="Google Shape;1684;p140"/>
          <p:cNvGrpSpPr/>
          <p:nvPr/>
        </p:nvGrpSpPr>
        <p:grpSpPr>
          <a:xfrm>
            <a:off x="3311975" y="1704850"/>
            <a:ext cx="529200" cy="1855500"/>
            <a:chOff x="3311975" y="1704850"/>
            <a:chExt cx="529200" cy="1855500"/>
          </a:xfrm>
        </p:grpSpPr>
        <p:cxnSp>
          <p:nvCxnSpPr>
            <p:cNvPr id="1685" name="Google Shape;1685;p140"/>
            <p:cNvCxnSpPr/>
            <p:nvPr/>
          </p:nvCxnSpPr>
          <p:spPr>
            <a:xfrm>
              <a:off x="3841075" y="1704850"/>
              <a:ext cx="0" cy="185550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1686" name="Google Shape;1686;p140"/>
            <p:cNvSpPr txBox="1"/>
            <p:nvPr/>
          </p:nvSpPr>
          <p:spPr>
            <a:xfrm>
              <a:off x="3311975" y="2290150"/>
              <a:ext cx="529200" cy="434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13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687" name="Google Shape;1687;p140"/>
          <p:cNvSpPr txBox="1"/>
          <p:nvPr/>
        </p:nvSpPr>
        <p:spPr>
          <a:xfrm>
            <a:off x="305400" y="3168800"/>
            <a:ext cx="1539600" cy="40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13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 × 25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688" name="Google Shape;1688;p140"/>
          <p:cNvGrpSpPr/>
          <p:nvPr/>
        </p:nvGrpSpPr>
        <p:grpSpPr>
          <a:xfrm>
            <a:off x="4549875" y="1719425"/>
            <a:ext cx="4181700" cy="1831925"/>
            <a:chOff x="4092675" y="1414625"/>
            <a:chExt cx="4181700" cy="1831925"/>
          </a:xfrm>
        </p:grpSpPr>
        <p:sp>
          <p:nvSpPr>
            <p:cNvPr id="1689" name="Google Shape;1689;p140"/>
            <p:cNvSpPr/>
            <p:nvPr/>
          </p:nvSpPr>
          <p:spPr>
            <a:xfrm>
              <a:off x="4092675" y="1414625"/>
              <a:ext cx="2783400" cy="1397400"/>
            </a:xfrm>
            <a:prstGeom prst="rect">
              <a:avLst/>
            </a:prstGeom>
            <a:noFill/>
            <a:ln cap="flat" cmpd="sng" w="381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90" name="Google Shape;1690;p140"/>
            <p:cNvSpPr/>
            <p:nvPr/>
          </p:nvSpPr>
          <p:spPr>
            <a:xfrm>
              <a:off x="4092675" y="2812150"/>
              <a:ext cx="2783400" cy="434400"/>
            </a:xfrm>
            <a:prstGeom prst="rect">
              <a:avLst/>
            </a:prstGeom>
            <a:noFill/>
            <a:ln cap="flat" cmpd="sng" w="381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91" name="Google Shape;1691;p140"/>
            <p:cNvSpPr/>
            <p:nvPr/>
          </p:nvSpPr>
          <p:spPr>
            <a:xfrm>
              <a:off x="6876075" y="1414625"/>
              <a:ext cx="1398300" cy="1397400"/>
            </a:xfrm>
            <a:prstGeom prst="rect">
              <a:avLst/>
            </a:prstGeom>
            <a:noFill/>
            <a:ln cap="flat" cmpd="sng" w="381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92" name="Google Shape;1692;p140"/>
            <p:cNvSpPr/>
            <p:nvPr/>
          </p:nvSpPr>
          <p:spPr>
            <a:xfrm>
              <a:off x="6876075" y="2812150"/>
              <a:ext cx="1398300" cy="434400"/>
            </a:xfrm>
            <a:prstGeom prst="rect">
              <a:avLst/>
            </a:prstGeom>
            <a:noFill/>
            <a:ln cap="flat" cmpd="sng" w="381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693" name="Google Shape;1693;p140"/>
          <p:cNvGrpSpPr/>
          <p:nvPr/>
        </p:nvGrpSpPr>
        <p:grpSpPr>
          <a:xfrm>
            <a:off x="4083275" y="3128892"/>
            <a:ext cx="529200" cy="462008"/>
            <a:chOff x="4083275" y="3128892"/>
            <a:chExt cx="529200" cy="462008"/>
          </a:xfrm>
        </p:grpSpPr>
        <p:sp>
          <p:nvSpPr>
            <p:cNvPr id="1694" name="Google Shape;1694;p140"/>
            <p:cNvSpPr txBox="1"/>
            <p:nvPr/>
          </p:nvSpPr>
          <p:spPr>
            <a:xfrm>
              <a:off x="4083275" y="3156500"/>
              <a:ext cx="529200" cy="434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3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695" name="Google Shape;1695;p140"/>
            <p:cNvCxnSpPr/>
            <p:nvPr/>
          </p:nvCxnSpPr>
          <p:spPr>
            <a:xfrm>
              <a:off x="4373075" y="3128892"/>
              <a:ext cx="0" cy="46200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grpSp>
        <p:nvGrpSpPr>
          <p:cNvPr id="1696" name="Google Shape;1696;p140"/>
          <p:cNvGrpSpPr/>
          <p:nvPr/>
        </p:nvGrpSpPr>
        <p:grpSpPr>
          <a:xfrm>
            <a:off x="3943200" y="1704850"/>
            <a:ext cx="529200" cy="1418100"/>
            <a:chOff x="3943200" y="1704850"/>
            <a:chExt cx="529200" cy="1418100"/>
          </a:xfrm>
        </p:grpSpPr>
        <p:cxnSp>
          <p:nvCxnSpPr>
            <p:cNvPr id="1697" name="Google Shape;1697;p140"/>
            <p:cNvCxnSpPr/>
            <p:nvPr/>
          </p:nvCxnSpPr>
          <p:spPr>
            <a:xfrm>
              <a:off x="4373075" y="1704850"/>
              <a:ext cx="0" cy="141810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1698" name="Google Shape;1698;p140"/>
            <p:cNvSpPr txBox="1"/>
            <p:nvPr/>
          </p:nvSpPr>
          <p:spPr>
            <a:xfrm>
              <a:off x="3943200" y="2160000"/>
              <a:ext cx="529200" cy="434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10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699" name="Google Shape;1699;p140"/>
          <p:cNvGrpSpPr/>
          <p:nvPr/>
        </p:nvGrpSpPr>
        <p:grpSpPr>
          <a:xfrm>
            <a:off x="4538088" y="1183750"/>
            <a:ext cx="2800200" cy="434400"/>
            <a:chOff x="4538088" y="1183750"/>
            <a:chExt cx="2800200" cy="434400"/>
          </a:xfrm>
        </p:grpSpPr>
        <p:cxnSp>
          <p:nvCxnSpPr>
            <p:cNvPr id="1700" name="Google Shape;1700;p140"/>
            <p:cNvCxnSpPr/>
            <p:nvPr/>
          </p:nvCxnSpPr>
          <p:spPr>
            <a:xfrm>
              <a:off x="4538088" y="1576550"/>
              <a:ext cx="2800200" cy="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1701" name="Google Shape;1701;p140"/>
            <p:cNvSpPr txBox="1"/>
            <p:nvPr/>
          </p:nvSpPr>
          <p:spPr>
            <a:xfrm>
              <a:off x="5800125" y="1183750"/>
              <a:ext cx="529200" cy="434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2</a:t>
              </a: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0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702" name="Google Shape;1702;p140"/>
          <p:cNvGrpSpPr/>
          <p:nvPr/>
        </p:nvGrpSpPr>
        <p:grpSpPr>
          <a:xfrm>
            <a:off x="7331875" y="1194250"/>
            <a:ext cx="1387200" cy="434400"/>
            <a:chOff x="7331875" y="1194250"/>
            <a:chExt cx="1387200" cy="434400"/>
          </a:xfrm>
        </p:grpSpPr>
        <p:cxnSp>
          <p:nvCxnSpPr>
            <p:cNvPr id="1703" name="Google Shape;1703;p140"/>
            <p:cNvCxnSpPr/>
            <p:nvPr/>
          </p:nvCxnSpPr>
          <p:spPr>
            <a:xfrm>
              <a:off x="7331875" y="1570775"/>
              <a:ext cx="1387200" cy="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1704" name="Google Shape;1704;p140"/>
            <p:cNvSpPr txBox="1"/>
            <p:nvPr/>
          </p:nvSpPr>
          <p:spPr>
            <a:xfrm>
              <a:off x="7911966" y="1194250"/>
              <a:ext cx="529200" cy="434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5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705" name="Google Shape;1705;p140"/>
          <p:cNvSpPr/>
          <p:nvPr/>
        </p:nvSpPr>
        <p:spPr>
          <a:xfrm>
            <a:off x="4549875" y="1734074"/>
            <a:ext cx="2800200" cy="1378200"/>
          </a:xfrm>
          <a:prstGeom prst="rect">
            <a:avLst/>
          </a:prstGeom>
          <a:solidFill>
            <a:srgbClr val="845AD9">
              <a:alpha val="62660"/>
            </a:srgbClr>
          </a:solidFill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200</a:t>
            </a:r>
            <a:endParaRPr sz="3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06" name="Google Shape;1706;p140"/>
          <p:cNvSpPr txBox="1"/>
          <p:nvPr/>
        </p:nvSpPr>
        <p:spPr>
          <a:xfrm>
            <a:off x="2108300" y="3019600"/>
            <a:ext cx="1681500" cy="14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  </a:t>
            </a:r>
            <a:r>
              <a:rPr lang="en-GB" sz="5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200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+   50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+   60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+   15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707" name="Google Shape;1707;p140"/>
          <p:cNvCxnSpPr/>
          <p:nvPr/>
        </p:nvCxnSpPr>
        <p:spPr>
          <a:xfrm>
            <a:off x="2138567" y="4201972"/>
            <a:ext cx="7563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08" name="Google Shape;1708;p140"/>
          <p:cNvSpPr txBox="1"/>
          <p:nvPr/>
        </p:nvSpPr>
        <p:spPr>
          <a:xfrm>
            <a:off x="2108300" y="4237000"/>
            <a:ext cx="1148100" cy="51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</a:t>
            </a:r>
            <a:r>
              <a:rPr lang="en-GB" sz="7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325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09" name="Google Shape;1709;p140"/>
          <p:cNvSpPr/>
          <p:nvPr/>
        </p:nvSpPr>
        <p:spPr>
          <a:xfrm>
            <a:off x="7344375" y="1734073"/>
            <a:ext cx="1387200" cy="1378200"/>
          </a:xfrm>
          <a:prstGeom prst="rect">
            <a:avLst/>
          </a:prstGeom>
          <a:solidFill>
            <a:srgbClr val="845AD9">
              <a:alpha val="62660"/>
            </a:srgbClr>
          </a:solidFill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50</a:t>
            </a:r>
            <a:endParaRPr sz="3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10" name="Google Shape;1710;p140"/>
          <p:cNvSpPr/>
          <p:nvPr/>
        </p:nvSpPr>
        <p:spPr>
          <a:xfrm>
            <a:off x="4549875" y="3122573"/>
            <a:ext cx="2800200" cy="409800"/>
          </a:xfrm>
          <a:prstGeom prst="rect">
            <a:avLst/>
          </a:prstGeom>
          <a:solidFill>
            <a:srgbClr val="845AD9">
              <a:alpha val="62660"/>
            </a:srgbClr>
          </a:solidFill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6</a:t>
            </a:r>
            <a:r>
              <a:rPr lang="en-GB" sz="3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0</a:t>
            </a:r>
            <a:endParaRPr sz="3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11" name="Google Shape;1711;p140"/>
          <p:cNvSpPr/>
          <p:nvPr/>
        </p:nvSpPr>
        <p:spPr>
          <a:xfrm>
            <a:off x="7344375" y="3122573"/>
            <a:ext cx="1387200" cy="409800"/>
          </a:xfrm>
          <a:prstGeom prst="rect">
            <a:avLst/>
          </a:prstGeom>
          <a:solidFill>
            <a:srgbClr val="845AD9">
              <a:alpha val="62660"/>
            </a:srgbClr>
          </a:solidFill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15</a:t>
            </a:r>
            <a:endParaRPr sz="3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5" name="Shape 17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16" name="Google Shape;1716;p141"/>
          <p:cNvGrpSpPr/>
          <p:nvPr/>
        </p:nvGrpSpPr>
        <p:grpSpPr>
          <a:xfrm>
            <a:off x="2893863" y="2160000"/>
            <a:ext cx="3950414" cy="1392600"/>
            <a:chOff x="2887200" y="2161650"/>
            <a:chExt cx="3812405" cy="1392600"/>
          </a:xfrm>
        </p:grpSpPr>
        <p:sp>
          <p:nvSpPr>
            <p:cNvPr id="1717" name="Google Shape;1717;p141"/>
            <p:cNvSpPr/>
            <p:nvPr/>
          </p:nvSpPr>
          <p:spPr>
            <a:xfrm>
              <a:off x="2887200" y="2168700"/>
              <a:ext cx="2882100" cy="10767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18" name="Google Shape;1718;p141"/>
            <p:cNvSpPr/>
            <p:nvPr/>
          </p:nvSpPr>
          <p:spPr>
            <a:xfrm>
              <a:off x="5670789" y="2168700"/>
              <a:ext cx="540600" cy="10767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19" name="Google Shape;1719;p141"/>
            <p:cNvSpPr/>
            <p:nvPr/>
          </p:nvSpPr>
          <p:spPr>
            <a:xfrm>
              <a:off x="6217505" y="2161650"/>
              <a:ext cx="482100" cy="10767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20" name="Google Shape;1720;p141"/>
            <p:cNvSpPr/>
            <p:nvPr/>
          </p:nvSpPr>
          <p:spPr>
            <a:xfrm>
              <a:off x="2887211" y="3241650"/>
              <a:ext cx="2781300" cy="3126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21" name="Google Shape;1721;p141"/>
            <p:cNvSpPr/>
            <p:nvPr/>
          </p:nvSpPr>
          <p:spPr>
            <a:xfrm>
              <a:off x="5665053" y="3240000"/>
              <a:ext cx="540600" cy="3126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22" name="Google Shape;1722;p141"/>
            <p:cNvSpPr/>
            <p:nvPr/>
          </p:nvSpPr>
          <p:spPr>
            <a:xfrm>
              <a:off x="6216034" y="3240000"/>
              <a:ext cx="482100" cy="3126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723" name="Google Shape;1723;p141"/>
          <p:cNvSpPr/>
          <p:nvPr/>
        </p:nvSpPr>
        <p:spPr>
          <a:xfrm>
            <a:off x="6322275" y="2161650"/>
            <a:ext cx="511500" cy="1076700"/>
          </a:xfrm>
          <a:prstGeom prst="rect">
            <a:avLst/>
          </a:prstGeom>
          <a:solidFill>
            <a:srgbClr val="845AD9">
              <a:alpha val="62660"/>
            </a:srgbClr>
          </a:solidFill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240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24" name="Google Shape;1724;p141"/>
          <p:cNvSpPr txBox="1"/>
          <p:nvPr/>
        </p:nvSpPr>
        <p:spPr>
          <a:xfrm>
            <a:off x="2545333" y="3257700"/>
            <a:ext cx="297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4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25" name="Google Shape;1725;p14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Securing understanding of multiplication</a:t>
            </a:r>
            <a:endParaRPr/>
          </a:p>
        </p:txBody>
      </p:sp>
      <p:sp>
        <p:nvSpPr>
          <p:cNvPr id="1726" name="Google Shape;1726;p141"/>
          <p:cNvSpPr txBox="1"/>
          <p:nvPr/>
        </p:nvSpPr>
        <p:spPr>
          <a:xfrm>
            <a:off x="324000" y="810000"/>
            <a:ext cx="8496000" cy="40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It is not always 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possible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 to draw the area model to scale but it does not matter as it is just a representation of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34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 × 218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727" name="Google Shape;1727;p141"/>
          <p:cNvCxnSpPr/>
          <p:nvPr/>
        </p:nvCxnSpPr>
        <p:spPr>
          <a:xfrm rot="10800000">
            <a:off x="2887125" y="2083800"/>
            <a:ext cx="28821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728" name="Google Shape;1728;p141"/>
          <p:cNvCxnSpPr/>
          <p:nvPr/>
        </p:nvCxnSpPr>
        <p:spPr>
          <a:xfrm>
            <a:off x="2811000" y="3240005"/>
            <a:ext cx="0" cy="312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729" name="Google Shape;1729;p141"/>
          <p:cNvCxnSpPr/>
          <p:nvPr/>
        </p:nvCxnSpPr>
        <p:spPr>
          <a:xfrm rot="10800000">
            <a:off x="6256425" y="2083725"/>
            <a:ext cx="4428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grpSp>
        <p:nvGrpSpPr>
          <p:cNvPr id="1730" name="Google Shape;1730;p141"/>
          <p:cNvGrpSpPr/>
          <p:nvPr/>
        </p:nvGrpSpPr>
        <p:grpSpPr>
          <a:xfrm>
            <a:off x="2437500" y="2160000"/>
            <a:ext cx="373500" cy="1076700"/>
            <a:chOff x="2437500" y="2160000"/>
            <a:chExt cx="373500" cy="1076700"/>
          </a:xfrm>
        </p:grpSpPr>
        <p:cxnSp>
          <p:nvCxnSpPr>
            <p:cNvPr id="1731" name="Google Shape;1731;p141"/>
            <p:cNvCxnSpPr/>
            <p:nvPr/>
          </p:nvCxnSpPr>
          <p:spPr>
            <a:xfrm>
              <a:off x="2811000" y="2160000"/>
              <a:ext cx="0" cy="107670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1732" name="Google Shape;1732;p141"/>
            <p:cNvSpPr txBox="1"/>
            <p:nvPr/>
          </p:nvSpPr>
          <p:spPr>
            <a:xfrm>
              <a:off x="2437500" y="2559750"/>
              <a:ext cx="2973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30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733" name="Google Shape;1733;p141"/>
          <p:cNvSpPr txBox="1"/>
          <p:nvPr/>
        </p:nvSpPr>
        <p:spPr>
          <a:xfrm>
            <a:off x="4243800" y="1806600"/>
            <a:ext cx="482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00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734" name="Google Shape;1734;p141"/>
          <p:cNvGrpSpPr/>
          <p:nvPr/>
        </p:nvGrpSpPr>
        <p:grpSpPr>
          <a:xfrm>
            <a:off x="5774250" y="1769200"/>
            <a:ext cx="482100" cy="314525"/>
            <a:chOff x="5774250" y="1769200"/>
            <a:chExt cx="482100" cy="314525"/>
          </a:xfrm>
        </p:grpSpPr>
        <p:cxnSp>
          <p:nvCxnSpPr>
            <p:cNvPr id="1735" name="Google Shape;1735;p141"/>
            <p:cNvCxnSpPr/>
            <p:nvPr/>
          </p:nvCxnSpPr>
          <p:spPr>
            <a:xfrm flipH="1">
              <a:off x="5774250" y="2078625"/>
              <a:ext cx="482100" cy="510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1736" name="Google Shape;1736;p141"/>
            <p:cNvSpPr txBox="1"/>
            <p:nvPr/>
          </p:nvSpPr>
          <p:spPr>
            <a:xfrm>
              <a:off x="5866650" y="1769200"/>
              <a:ext cx="2973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1</a:t>
              </a: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0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737" name="Google Shape;1737;p141"/>
          <p:cNvSpPr txBox="1"/>
          <p:nvPr/>
        </p:nvSpPr>
        <p:spPr>
          <a:xfrm>
            <a:off x="6329175" y="1787863"/>
            <a:ext cx="297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8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38" name="Google Shape;1738;p141"/>
          <p:cNvSpPr/>
          <p:nvPr/>
        </p:nvSpPr>
        <p:spPr>
          <a:xfrm>
            <a:off x="2900964" y="2160000"/>
            <a:ext cx="2868300" cy="1076700"/>
          </a:xfrm>
          <a:prstGeom prst="rect">
            <a:avLst/>
          </a:prstGeom>
          <a:solidFill>
            <a:srgbClr val="845AD9">
              <a:alpha val="62660"/>
            </a:srgbClr>
          </a:solidFill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6000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39" name="Google Shape;1739;p141"/>
          <p:cNvSpPr/>
          <p:nvPr/>
        </p:nvSpPr>
        <p:spPr>
          <a:xfrm>
            <a:off x="5769225" y="2161650"/>
            <a:ext cx="560100" cy="1076700"/>
          </a:xfrm>
          <a:prstGeom prst="rect">
            <a:avLst/>
          </a:prstGeom>
          <a:solidFill>
            <a:srgbClr val="845AD9">
              <a:alpha val="62660"/>
            </a:srgbClr>
          </a:solidFill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00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0" name="Google Shape;1740;p141"/>
          <p:cNvSpPr/>
          <p:nvPr/>
        </p:nvSpPr>
        <p:spPr>
          <a:xfrm>
            <a:off x="2893875" y="3241650"/>
            <a:ext cx="2868300" cy="312600"/>
          </a:xfrm>
          <a:prstGeom prst="rect">
            <a:avLst/>
          </a:prstGeom>
          <a:solidFill>
            <a:srgbClr val="845AD9">
              <a:alpha val="62660"/>
            </a:srgbClr>
          </a:solidFill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8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00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1" name="Google Shape;1741;p141"/>
          <p:cNvSpPr/>
          <p:nvPr/>
        </p:nvSpPr>
        <p:spPr>
          <a:xfrm>
            <a:off x="5769728" y="3239725"/>
            <a:ext cx="560100" cy="314400"/>
          </a:xfrm>
          <a:prstGeom prst="rect">
            <a:avLst/>
          </a:prstGeom>
          <a:solidFill>
            <a:srgbClr val="845AD9">
              <a:alpha val="62660"/>
            </a:srgbClr>
          </a:solidFill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40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2" name="Google Shape;1742;p141"/>
          <p:cNvSpPr/>
          <p:nvPr/>
        </p:nvSpPr>
        <p:spPr>
          <a:xfrm>
            <a:off x="6326127" y="3239725"/>
            <a:ext cx="511500" cy="314400"/>
          </a:xfrm>
          <a:prstGeom prst="rect">
            <a:avLst/>
          </a:prstGeom>
          <a:solidFill>
            <a:srgbClr val="845AD9">
              <a:alpha val="62660"/>
            </a:srgbClr>
          </a:solidFill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32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3" name="Google Shape;1743;p141"/>
          <p:cNvSpPr txBox="1"/>
          <p:nvPr/>
        </p:nvSpPr>
        <p:spPr>
          <a:xfrm>
            <a:off x="724625" y="2160000"/>
            <a:ext cx="1681500" cy="212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  </a:t>
            </a:r>
            <a:r>
              <a:rPr lang="en-GB" sz="5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60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00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+   300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+   240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+   800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+     40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+     32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744" name="Google Shape;1744;p141"/>
          <p:cNvCxnSpPr/>
          <p:nvPr/>
        </p:nvCxnSpPr>
        <p:spPr>
          <a:xfrm>
            <a:off x="831092" y="3929647"/>
            <a:ext cx="7563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45" name="Google Shape;1745;p141"/>
          <p:cNvSpPr txBox="1"/>
          <p:nvPr/>
        </p:nvSpPr>
        <p:spPr>
          <a:xfrm>
            <a:off x="731233" y="3964675"/>
            <a:ext cx="1148100" cy="51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7412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9" name="Shape 1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0" name="Google Shape;1750;p142"/>
          <p:cNvSpPr txBox="1"/>
          <p:nvPr>
            <p:ph idx="1" type="body"/>
          </p:nvPr>
        </p:nvSpPr>
        <p:spPr>
          <a:xfrm>
            <a:off x="324000" y="759300"/>
            <a:ext cx="82377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Often grids are not drawn showing scale at all.</a:t>
            </a:r>
            <a:endParaRPr/>
          </a:p>
        </p:txBody>
      </p:sp>
      <p:sp>
        <p:nvSpPr>
          <p:cNvPr id="1751" name="Google Shape;1751;p14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Securing understanding of multiplication</a:t>
            </a:r>
            <a:endParaRPr/>
          </a:p>
        </p:txBody>
      </p:sp>
      <p:grpSp>
        <p:nvGrpSpPr>
          <p:cNvPr id="1752" name="Google Shape;1752;p142"/>
          <p:cNvGrpSpPr/>
          <p:nvPr/>
        </p:nvGrpSpPr>
        <p:grpSpPr>
          <a:xfrm>
            <a:off x="2783700" y="1703700"/>
            <a:ext cx="3576600" cy="2844900"/>
            <a:chOff x="1694900" y="1623400"/>
            <a:chExt cx="3576600" cy="2844900"/>
          </a:xfrm>
        </p:grpSpPr>
        <p:sp>
          <p:nvSpPr>
            <p:cNvPr id="1753" name="Google Shape;1753;p142"/>
            <p:cNvSpPr/>
            <p:nvPr/>
          </p:nvSpPr>
          <p:spPr>
            <a:xfrm>
              <a:off x="1694900" y="1623400"/>
              <a:ext cx="1192200" cy="948300"/>
            </a:xfrm>
            <a:prstGeom prst="rect">
              <a:avLst/>
            </a:prstGeom>
            <a:noFill/>
            <a:ln cap="flat" cmpd="sng" w="381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54" name="Google Shape;1754;p142"/>
            <p:cNvSpPr/>
            <p:nvPr/>
          </p:nvSpPr>
          <p:spPr>
            <a:xfrm>
              <a:off x="2887100" y="1623400"/>
              <a:ext cx="1192200" cy="948300"/>
            </a:xfrm>
            <a:prstGeom prst="rect">
              <a:avLst/>
            </a:prstGeom>
            <a:noFill/>
            <a:ln cap="flat" cmpd="sng" w="381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55" name="Google Shape;1755;p142"/>
            <p:cNvSpPr/>
            <p:nvPr/>
          </p:nvSpPr>
          <p:spPr>
            <a:xfrm>
              <a:off x="4079300" y="1623400"/>
              <a:ext cx="1192200" cy="948300"/>
            </a:xfrm>
            <a:prstGeom prst="rect">
              <a:avLst/>
            </a:prstGeom>
            <a:noFill/>
            <a:ln cap="flat" cmpd="sng" w="381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56" name="Google Shape;1756;p142"/>
            <p:cNvSpPr/>
            <p:nvPr/>
          </p:nvSpPr>
          <p:spPr>
            <a:xfrm>
              <a:off x="1694900" y="2571700"/>
              <a:ext cx="1192200" cy="948300"/>
            </a:xfrm>
            <a:prstGeom prst="rect">
              <a:avLst/>
            </a:prstGeom>
            <a:noFill/>
            <a:ln cap="flat" cmpd="sng" w="381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57" name="Google Shape;1757;p142"/>
            <p:cNvSpPr/>
            <p:nvPr/>
          </p:nvSpPr>
          <p:spPr>
            <a:xfrm>
              <a:off x="2887100" y="2571700"/>
              <a:ext cx="1192200" cy="948300"/>
            </a:xfrm>
            <a:prstGeom prst="rect">
              <a:avLst/>
            </a:prstGeom>
            <a:noFill/>
            <a:ln cap="flat" cmpd="sng" w="381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58" name="Google Shape;1758;p142"/>
            <p:cNvSpPr/>
            <p:nvPr/>
          </p:nvSpPr>
          <p:spPr>
            <a:xfrm>
              <a:off x="4079300" y="2571700"/>
              <a:ext cx="1192200" cy="948300"/>
            </a:xfrm>
            <a:prstGeom prst="rect">
              <a:avLst/>
            </a:prstGeom>
            <a:noFill/>
            <a:ln cap="flat" cmpd="sng" w="381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59" name="Google Shape;1759;p142"/>
            <p:cNvSpPr/>
            <p:nvPr/>
          </p:nvSpPr>
          <p:spPr>
            <a:xfrm>
              <a:off x="1694900" y="3520000"/>
              <a:ext cx="1192200" cy="948300"/>
            </a:xfrm>
            <a:prstGeom prst="rect">
              <a:avLst/>
            </a:prstGeom>
            <a:noFill/>
            <a:ln cap="flat" cmpd="sng" w="381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60" name="Google Shape;1760;p142"/>
            <p:cNvSpPr/>
            <p:nvPr/>
          </p:nvSpPr>
          <p:spPr>
            <a:xfrm>
              <a:off x="2887100" y="3520000"/>
              <a:ext cx="1192200" cy="948300"/>
            </a:xfrm>
            <a:prstGeom prst="rect">
              <a:avLst/>
            </a:prstGeom>
            <a:noFill/>
            <a:ln cap="flat" cmpd="sng" w="381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61" name="Google Shape;1761;p142"/>
            <p:cNvSpPr/>
            <p:nvPr/>
          </p:nvSpPr>
          <p:spPr>
            <a:xfrm>
              <a:off x="4079300" y="3520000"/>
              <a:ext cx="1192200" cy="948300"/>
            </a:xfrm>
            <a:prstGeom prst="rect">
              <a:avLst/>
            </a:prstGeom>
            <a:noFill/>
            <a:ln cap="flat" cmpd="sng" w="381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762" name="Google Shape;1762;p142"/>
          <p:cNvSpPr txBox="1"/>
          <p:nvPr/>
        </p:nvSpPr>
        <p:spPr>
          <a:xfrm>
            <a:off x="3128550" y="1342800"/>
            <a:ext cx="616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200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63" name="Google Shape;1763;p142"/>
          <p:cNvSpPr txBox="1"/>
          <p:nvPr/>
        </p:nvSpPr>
        <p:spPr>
          <a:xfrm>
            <a:off x="4330950" y="1342800"/>
            <a:ext cx="482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4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0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64" name="Google Shape;1764;p142"/>
          <p:cNvSpPr txBox="1"/>
          <p:nvPr/>
        </p:nvSpPr>
        <p:spPr>
          <a:xfrm>
            <a:off x="5533350" y="1342800"/>
            <a:ext cx="482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5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65" name="Google Shape;1765;p142"/>
          <p:cNvSpPr txBox="1"/>
          <p:nvPr/>
        </p:nvSpPr>
        <p:spPr>
          <a:xfrm>
            <a:off x="2097875" y="2020325"/>
            <a:ext cx="616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3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00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66" name="Google Shape;1766;p142"/>
          <p:cNvSpPr txBox="1"/>
          <p:nvPr/>
        </p:nvSpPr>
        <p:spPr>
          <a:xfrm>
            <a:off x="2097875" y="2956800"/>
            <a:ext cx="482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20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67" name="Google Shape;1767;p142"/>
          <p:cNvSpPr txBox="1"/>
          <p:nvPr/>
        </p:nvSpPr>
        <p:spPr>
          <a:xfrm>
            <a:off x="2097875" y="3981300"/>
            <a:ext cx="482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4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68" name="Google Shape;1768;p142"/>
          <p:cNvSpPr txBox="1"/>
          <p:nvPr/>
        </p:nvSpPr>
        <p:spPr>
          <a:xfrm>
            <a:off x="2889241" y="2020325"/>
            <a:ext cx="1026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60 0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00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69" name="Google Shape;1769;p142"/>
          <p:cNvSpPr txBox="1"/>
          <p:nvPr/>
        </p:nvSpPr>
        <p:spPr>
          <a:xfrm>
            <a:off x="324000" y="1149000"/>
            <a:ext cx="1320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245 × 324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70" name="Google Shape;1770;p142"/>
          <p:cNvSpPr txBox="1"/>
          <p:nvPr/>
        </p:nvSpPr>
        <p:spPr>
          <a:xfrm>
            <a:off x="4058841" y="2019600"/>
            <a:ext cx="1026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12 000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71" name="Google Shape;1771;p142"/>
          <p:cNvSpPr txBox="1"/>
          <p:nvPr/>
        </p:nvSpPr>
        <p:spPr>
          <a:xfrm>
            <a:off x="5228441" y="2019600"/>
            <a:ext cx="1026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1500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72" name="Google Shape;1772;p142"/>
          <p:cNvSpPr txBox="1"/>
          <p:nvPr/>
        </p:nvSpPr>
        <p:spPr>
          <a:xfrm>
            <a:off x="2889241" y="3010925"/>
            <a:ext cx="1026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4000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73" name="Google Shape;1773;p142"/>
          <p:cNvSpPr txBox="1"/>
          <p:nvPr/>
        </p:nvSpPr>
        <p:spPr>
          <a:xfrm>
            <a:off x="4058841" y="3009600"/>
            <a:ext cx="1026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800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74" name="Google Shape;1774;p142"/>
          <p:cNvSpPr txBox="1"/>
          <p:nvPr/>
        </p:nvSpPr>
        <p:spPr>
          <a:xfrm>
            <a:off x="5228441" y="3009600"/>
            <a:ext cx="1026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100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75" name="Google Shape;1775;p142"/>
          <p:cNvSpPr txBox="1"/>
          <p:nvPr/>
        </p:nvSpPr>
        <p:spPr>
          <a:xfrm>
            <a:off x="2991591" y="3898800"/>
            <a:ext cx="1026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80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0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76" name="Google Shape;1776;p142"/>
          <p:cNvSpPr txBox="1"/>
          <p:nvPr/>
        </p:nvSpPr>
        <p:spPr>
          <a:xfrm>
            <a:off x="4161191" y="3900400"/>
            <a:ext cx="1026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16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0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77" name="Google Shape;1777;p142"/>
          <p:cNvSpPr txBox="1"/>
          <p:nvPr/>
        </p:nvSpPr>
        <p:spPr>
          <a:xfrm>
            <a:off x="5330791" y="3900400"/>
            <a:ext cx="1026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0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778" name="Google Shape;1778;p142"/>
          <p:cNvGrpSpPr/>
          <p:nvPr/>
        </p:nvGrpSpPr>
        <p:grpSpPr>
          <a:xfrm>
            <a:off x="524500" y="1650475"/>
            <a:ext cx="1164000" cy="3092475"/>
            <a:chOff x="524500" y="1650475"/>
            <a:chExt cx="1164000" cy="3092475"/>
          </a:xfrm>
        </p:grpSpPr>
        <p:sp>
          <p:nvSpPr>
            <p:cNvPr id="1779" name="Google Shape;1779;p142"/>
            <p:cNvSpPr txBox="1"/>
            <p:nvPr/>
          </p:nvSpPr>
          <p:spPr>
            <a:xfrm>
              <a:off x="796500" y="1650475"/>
              <a:ext cx="847800" cy="277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latin typeface="Lexend"/>
                  <a:ea typeface="Lexend"/>
                  <a:cs typeface="Lexend"/>
                  <a:sym typeface="Lexend"/>
                </a:rPr>
                <a:t>60000</a:t>
              </a:r>
              <a:endParaRPr sz="2000">
                <a:latin typeface="Lexend"/>
                <a:ea typeface="Lexend"/>
                <a:cs typeface="Lexend"/>
                <a:sym typeface="Lexend"/>
              </a:endParaRPr>
            </a:p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latin typeface="Lexend"/>
                  <a:ea typeface="Lexend"/>
                  <a:cs typeface="Lexend"/>
                  <a:sym typeface="Lexend"/>
                </a:rPr>
                <a:t>12000</a:t>
              </a:r>
              <a:endParaRPr sz="2000">
                <a:latin typeface="Lexend"/>
                <a:ea typeface="Lexend"/>
                <a:cs typeface="Lexend"/>
                <a:sym typeface="Lexend"/>
              </a:endParaRPr>
            </a:p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latin typeface="Lexend"/>
                  <a:ea typeface="Lexend"/>
                  <a:cs typeface="Lexend"/>
                  <a:sym typeface="Lexend"/>
                </a:rPr>
                <a:t>1500</a:t>
              </a:r>
              <a:endParaRPr sz="2000">
                <a:latin typeface="Lexend"/>
                <a:ea typeface="Lexend"/>
                <a:cs typeface="Lexend"/>
                <a:sym typeface="Lexend"/>
              </a:endParaRPr>
            </a:p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latin typeface="Lexend"/>
                  <a:ea typeface="Lexend"/>
                  <a:cs typeface="Lexend"/>
                  <a:sym typeface="Lexend"/>
                </a:rPr>
                <a:t>4000</a:t>
              </a:r>
              <a:endParaRPr sz="2000">
                <a:latin typeface="Lexend"/>
                <a:ea typeface="Lexend"/>
                <a:cs typeface="Lexend"/>
                <a:sym typeface="Lexend"/>
              </a:endParaRPr>
            </a:p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latin typeface="Lexend"/>
                  <a:ea typeface="Lexend"/>
                  <a:cs typeface="Lexend"/>
                  <a:sym typeface="Lexend"/>
                </a:rPr>
                <a:t>800</a:t>
              </a:r>
              <a:endParaRPr sz="2000">
                <a:latin typeface="Lexend"/>
                <a:ea typeface="Lexend"/>
                <a:cs typeface="Lexend"/>
                <a:sym typeface="Lexend"/>
              </a:endParaRPr>
            </a:p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latin typeface="Lexend"/>
                  <a:ea typeface="Lexend"/>
                  <a:cs typeface="Lexend"/>
                  <a:sym typeface="Lexend"/>
                </a:rPr>
                <a:t>100</a:t>
              </a:r>
              <a:endParaRPr sz="2000">
                <a:latin typeface="Lexend"/>
                <a:ea typeface="Lexend"/>
                <a:cs typeface="Lexend"/>
                <a:sym typeface="Lexend"/>
              </a:endParaRPr>
            </a:p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latin typeface="Lexend"/>
                  <a:ea typeface="Lexend"/>
                  <a:cs typeface="Lexend"/>
                  <a:sym typeface="Lexend"/>
                </a:rPr>
                <a:t>800</a:t>
              </a:r>
              <a:endParaRPr sz="2000">
                <a:latin typeface="Lexend"/>
                <a:ea typeface="Lexend"/>
                <a:cs typeface="Lexend"/>
                <a:sym typeface="Lexend"/>
              </a:endParaRPr>
            </a:p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latin typeface="Lexend"/>
                  <a:ea typeface="Lexend"/>
                  <a:cs typeface="Lexend"/>
                  <a:sym typeface="Lexend"/>
                </a:rPr>
                <a:t>160</a:t>
              </a:r>
              <a:endParaRPr sz="2000">
                <a:latin typeface="Lexend"/>
                <a:ea typeface="Lexend"/>
                <a:cs typeface="Lexend"/>
                <a:sym typeface="Lexend"/>
              </a:endParaRPr>
            </a:p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latin typeface="Lexend"/>
                  <a:ea typeface="Lexend"/>
                  <a:cs typeface="Lexend"/>
                  <a:sym typeface="Lexend"/>
                </a:rPr>
                <a:t>20</a:t>
              </a:r>
              <a:endParaRPr sz="20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80" name="Google Shape;1780;p142"/>
            <p:cNvSpPr txBox="1"/>
            <p:nvPr/>
          </p:nvSpPr>
          <p:spPr>
            <a:xfrm>
              <a:off x="586200" y="3981300"/>
              <a:ext cx="2103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+</a:t>
              </a:r>
              <a:endParaRPr sz="2200"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781" name="Google Shape;1781;p142"/>
            <p:cNvCxnSpPr/>
            <p:nvPr/>
          </p:nvCxnSpPr>
          <p:spPr>
            <a:xfrm>
              <a:off x="524500" y="4375450"/>
              <a:ext cx="1164000" cy="0"/>
            </a:xfrm>
            <a:prstGeom prst="straightConnector1">
              <a:avLst/>
            </a:prstGeom>
            <a:noFill/>
            <a:ln cap="flat" cmpd="sng" w="3810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82" name="Google Shape;1782;p142"/>
            <p:cNvCxnSpPr/>
            <p:nvPr/>
          </p:nvCxnSpPr>
          <p:spPr>
            <a:xfrm>
              <a:off x="524500" y="4742950"/>
              <a:ext cx="1164000" cy="0"/>
            </a:xfrm>
            <a:prstGeom prst="straightConnector1">
              <a:avLst/>
            </a:prstGeom>
            <a:noFill/>
            <a:ln cap="flat" cmpd="sng" w="3810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783" name="Google Shape;1783;p142"/>
          <p:cNvSpPr txBox="1"/>
          <p:nvPr/>
        </p:nvSpPr>
        <p:spPr>
          <a:xfrm>
            <a:off x="228875" y="4404250"/>
            <a:ext cx="1411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79380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7" name="Shape 17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8" name="Google Shape;1788;p143"/>
          <p:cNvSpPr txBox="1"/>
          <p:nvPr>
            <p:ph idx="1" type="subTitle"/>
          </p:nvPr>
        </p:nvSpPr>
        <p:spPr>
          <a:xfrm>
            <a:off x="337825" y="657600"/>
            <a:ext cx="3982200" cy="34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/>
              <a:t>37 × 86</a:t>
            </a:r>
            <a:endParaRPr sz="2200"/>
          </a:p>
        </p:txBody>
      </p:sp>
      <p:sp>
        <p:nvSpPr>
          <p:cNvPr id="1789" name="Google Shape;1789;p143"/>
          <p:cNvSpPr txBox="1"/>
          <p:nvPr>
            <p:ph type="title"/>
          </p:nvPr>
        </p:nvSpPr>
        <p:spPr>
          <a:xfrm>
            <a:off x="324000" y="0"/>
            <a:ext cx="74505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Securing understanding of multiplication</a:t>
            </a:r>
            <a:endParaRPr/>
          </a:p>
        </p:txBody>
      </p:sp>
      <p:sp>
        <p:nvSpPr>
          <p:cNvPr id="1790" name="Google Shape;1790;p143"/>
          <p:cNvSpPr txBox="1"/>
          <p:nvPr>
            <p:ph idx="2" type="subTitle"/>
          </p:nvPr>
        </p:nvSpPr>
        <p:spPr>
          <a:xfrm>
            <a:off x="4824000" y="670253"/>
            <a:ext cx="39822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/>
              <a:t>52 × 39</a:t>
            </a:r>
            <a:endParaRPr sz="2200"/>
          </a:p>
        </p:txBody>
      </p:sp>
      <p:graphicFrame>
        <p:nvGraphicFramePr>
          <p:cNvPr id="1791" name="Google Shape;1791;p143"/>
          <p:cNvGraphicFramePr/>
          <p:nvPr/>
        </p:nvGraphicFramePr>
        <p:xfrm>
          <a:off x="1042650" y="14246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{EA0F87A1-31AF-47F4-A80A-FE93CF6DF1AF}</a:tableStyleId>
              </a:tblPr>
              <a:tblGrid>
                <a:gridCol w="1286275"/>
                <a:gridCol w="1286275"/>
              </a:tblGrid>
              <a:tr h="675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75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792" name="Google Shape;1792;p143"/>
          <p:cNvSpPr txBox="1"/>
          <p:nvPr>
            <p:ph idx="1" type="subTitle"/>
          </p:nvPr>
        </p:nvSpPr>
        <p:spPr>
          <a:xfrm>
            <a:off x="1506300" y="1041138"/>
            <a:ext cx="357000" cy="34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/>
              <a:t>30</a:t>
            </a:r>
            <a:endParaRPr sz="2200"/>
          </a:p>
        </p:txBody>
      </p:sp>
      <p:sp>
        <p:nvSpPr>
          <p:cNvPr id="1793" name="Google Shape;1793;p143"/>
          <p:cNvSpPr txBox="1"/>
          <p:nvPr>
            <p:ph idx="1" type="subTitle"/>
          </p:nvPr>
        </p:nvSpPr>
        <p:spPr>
          <a:xfrm>
            <a:off x="2841775" y="1041125"/>
            <a:ext cx="357000" cy="34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/>
              <a:t>7</a:t>
            </a:r>
            <a:endParaRPr sz="2200"/>
          </a:p>
        </p:txBody>
      </p:sp>
      <p:sp>
        <p:nvSpPr>
          <p:cNvPr id="1794" name="Google Shape;1794;p143"/>
          <p:cNvSpPr txBox="1"/>
          <p:nvPr>
            <p:ph idx="1" type="subTitle"/>
          </p:nvPr>
        </p:nvSpPr>
        <p:spPr>
          <a:xfrm>
            <a:off x="583175" y="1592117"/>
            <a:ext cx="357000" cy="34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/>
              <a:t>8</a:t>
            </a:r>
            <a:r>
              <a:rPr lang="en-GB" sz="2200"/>
              <a:t>0</a:t>
            </a:r>
            <a:endParaRPr sz="2200"/>
          </a:p>
        </p:txBody>
      </p:sp>
      <p:sp>
        <p:nvSpPr>
          <p:cNvPr id="1795" name="Google Shape;1795;p143"/>
          <p:cNvSpPr txBox="1"/>
          <p:nvPr>
            <p:ph idx="1" type="subTitle"/>
          </p:nvPr>
        </p:nvSpPr>
        <p:spPr>
          <a:xfrm>
            <a:off x="583175" y="2248680"/>
            <a:ext cx="357000" cy="34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/>
              <a:t>6</a:t>
            </a:r>
            <a:endParaRPr sz="2200"/>
          </a:p>
        </p:txBody>
      </p:sp>
      <p:sp>
        <p:nvSpPr>
          <p:cNvPr id="1796" name="Google Shape;1796;p143"/>
          <p:cNvSpPr txBox="1"/>
          <p:nvPr>
            <p:ph idx="1" type="subTitle"/>
          </p:nvPr>
        </p:nvSpPr>
        <p:spPr>
          <a:xfrm>
            <a:off x="1343100" y="1592117"/>
            <a:ext cx="683400" cy="34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/>
              <a:t>240</a:t>
            </a:r>
            <a:r>
              <a:rPr lang="en-GB" sz="2200"/>
              <a:t>0</a:t>
            </a:r>
            <a:endParaRPr sz="2200"/>
          </a:p>
        </p:txBody>
      </p:sp>
      <p:sp>
        <p:nvSpPr>
          <p:cNvPr id="1797" name="Google Shape;1797;p143"/>
          <p:cNvSpPr txBox="1"/>
          <p:nvPr>
            <p:ph idx="1" type="subTitle"/>
          </p:nvPr>
        </p:nvSpPr>
        <p:spPr>
          <a:xfrm>
            <a:off x="2678575" y="1592117"/>
            <a:ext cx="520200" cy="34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/>
              <a:t>560</a:t>
            </a:r>
            <a:endParaRPr sz="2200"/>
          </a:p>
        </p:txBody>
      </p:sp>
      <p:sp>
        <p:nvSpPr>
          <p:cNvPr id="1798" name="Google Shape;1798;p143"/>
          <p:cNvSpPr txBox="1"/>
          <p:nvPr>
            <p:ph idx="1" type="subTitle"/>
          </p:nvPr>
        </p:nvSpPr>
        <p:spPr>
          <a:xfrm>
            <a:off x="1424700" y="2248680"/>
            <a:ext cx="520200" cy="34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/>
              <a:t>180</a:t>
            </a:r>
            <a:endParaRPr sz="2200"/>
          </a:p>
        </p:txBody>
      </p:sp>
      <p:sp>
        <p:nvSpPr>
          <p:cNvPr id="1799" name="Google Shape;1799;p143"/>
          <p:cNvSpPr txBox="1"/>
          <p:nvPr>
            <p:ph idx="1" type="subTitle"/>
          </p:nvPr>
        </p:nvSpPr>
        <p:spPr>
          <a:xfrm>
            <a:off x="2760175" y="2248680"/>
            <a:ext cx="357000" cy="34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/>
              <a:t>42</a:t>
            </a:r>
            <a:endParaRPr sz="2200"/>
          </a:p>
        </p:txBody>
      </p:sp>
      <p:sp>
        <p:nvSpPr>
          <p:cNvPr id="1800" name="Google Shape;1800;p143"/>
          <p:cNvSpPr txBox="1"/>
          <p:nvPr>
            <p:ph idx="1" type="subTitle"/>
          </p:nvPr>
        </p:nvSpPr>
        <p:spPr>
          <a:xfrm>
            <a:off x="1931900" y="2929850"/>
            <a:ext cx="683400" cy="1463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2400</a:t>
            </a:r>
            <a:endParaRPr/>
          </a:p>
          <a:p>
            <a:pPr indent="0" lvl="0" marL="0" rtl="0" algn="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560</a:t>
            </a:r>
            <a:endParaRPr/>
          </a:p>
          <a:p>
            <a:pPr indent="0" lvl="0" marL="0" rtl="0" algn="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180</a:t>
            </a:r>
            <a:endParaRPr/>
          </a:p>
          <a:p>
            <a:pPr indent="0" lvl="0" marL="0" rtl="0" algn="r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42</a:t>
            </a:r>
            <a:endParaRPr/>
          </a:p>
        </p:txBody>
      </p:sp>
      <p:cxnSp>
        <p:nvCxnSpPr>
          <p:cNvPr id="1801" name="Google Shape;1801;p143"/>
          <p:cNvCxnSpPr/>
          <p:nvPr/>
        </p:nvCxnSpPr>
        <p:spPr>
          <a:xfrm>
            <a:off x="1846750" y="4393250"/>
            <a:ext cx="9045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02" name="Google Shape;1802;p143"/>
          <p:cNvCxnSpPr/>
          <p:nvPr/>
        </p:nvCxnSpPr>
        <p:spPr>
          <a:xfrm>
            <a:off x="1846750" y="4748100"/>
            <a:ext cx="9045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03" name="Google Shape;1803;p143"/>
          <p:cNvSpPr txBox="1"/>
          <p:nvPr/>
        </p:nvSpPr>
        <p:spPr>
          <a:xfrm>
            <a:off x="1855700" y="4054550"/>
            <a:ext cx="210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+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04" name="Google Shape;1804;p143"/>
          <p:cNvSpPr txBox="1"/>
          <p:nvPr/>
        </p:nvSpPr>
        <p:spPr>
          <a:xfrm>
            <a:off x="2026496" y="4429550"/>
            <a:ext cx="579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3182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805" name="Google Shape;1805;p143"/>
          <p:cNvGraphicFramePr/>
          <p:nvPr/>
        </p:nvGraphicFramePr>
        <p:xfrm>
          <a:off x="5767050" y="14246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{EA0F87A1-31AF-47F4-A80A-FE93CF6DF1AF}</a:tableStyleId>
              </a:tblPr>
              <a:tblGrid>
                <a:gridCol w="1286275"/>
                <a:gridCol w="1286275"/>
              </a:tblGrid>
              <a:tr h="675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75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806" name="Google Shape;1806;p143"/>
          <p:cNvSpPr txBox="1"/>
          <p:nvPr>
            <p:ph idx="1" type="subTitle"/>
          </p:nvPr>
        </p:nvSpPr>
        <p:spPr>
          <a:xfrm>
            <a:off x="6230700" y="1041138"/>
            <a:ext cx="357000" cy="34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/>
              <a:t>5</a:t>
            </a:r>
            <a:r>
              <a:rPr lang="en-GB" sz="2200"/>
              <a:t>0</a:t>
            </a:r>
            <a:endParaRPr sz="2200"/>
          </a:p>
        </p:txBody>
      </p:sp>
      <p:sp>
        <p:nvSpPr>
          <p:cNvPr id="1807" name="Google Shape;1807;p143"/>
          <p:cNvSpPr txBox="1"/>
          <p:nvPr>
            <p:ph idx="1" type="subTitle"/>
          </p:nvPr>
        </p:nvSpPr>
        <p:spPr>
          <a:xfrm>
            <a:off x="7566175" y="1041125"/>
            <a:ext cx="357000" cy="34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/>
              <a:t>2</a:t>
            </a:r>
            <a:endParaRPr sz="2200"/>
          </a:p>
        </p:txBody>
      </p:sp>
      <p:sp>
        <p:nvSpPr>
          <p:cNvPr id="1808" name="Google Shape;1808;p143"/>
          <p:cNvSpPr txBox="1"/>
          <p:nvPr>
            <p:ph idx="1" type="subTitle"/>
          </p:nvPr>
        </p:nvSpPr>
        <p:spPr>
          <a:xfrm>
            <a:off x="5307575" y="1573138"/>
            <a:ext cx="357000" cy="34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/>
              <a:t>3</a:t>
            </a:r>
            <a:r>
              <a:rPr lang="en-GB" sz="2200"/>
              <a:t>0</a:t>
            </a:r>
            <a:endParaRPr sz="2200"/>
          </a:p>
        </p:txBody>
      </p:sp>
      <p:sp>
        <p:nvSpPr>
          <p:cNvPr id="1809" name="Google Shape;1809;p143"/>
          <p:cNvSpPr txBox="1"/>
          <p:nvPr>
            <p:ph idx="1" type="subTitle"/>
          </p:nvPr>
        </p:nvSpPr>
        <p:spPr>
          <a:xfrm>
            <a:off x="5307575" y="2246700"/>
            <a:ext cx="357000" cy="34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/>
              <a:t>9</a:t>
            </a:r>
            <a:endParaRPr sz="2200"/>
          </a:p>
        </p:txBody>
      </p:sp>
      <p:sp>
        <p:nvSpPr>
          <p:cNvPr id="1810" name="Google Shape;1810;p143"/>
          <p:cNvSpPr txBox="1"/>
          <p:nvPr>
            <p:ph idx="1" type="subTitle"/>
          </p:nvPr>
        </p:nvSpPr>
        <p:spPr>
          <a:xfrm>
            <a:off x="6067500" y="1599025"/>
            <a:ext cx="683400" cy="34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latin typeface="Kalam"/>
                <a:ea typeface="Kalam"/>
                <a:cs typeface="Kalam"/>
                <a:sym typeface="Kalam"/>
              </a:rPr>
              <a:t>15</a:t>
            </a:r>
            <a:r>
              <a:rPr lang="en-GB" sz="2200">
                <a:latin typeface="Kalam"/>
                <a:ea typeface="Kalam"/>
                <a:cs typeface="Kalam"/>
                <a:sym typeface="Kalam"/>
              </a:rPr>
              <a:t>00</a:t>
            </a:r>
            <a:endParaRPr sz="2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11" name="Google Shape;1811;p143"/>
          <p:cNvSpPr txBox="1"/>
          <p:nvPr>
            <p:ph idx="1" type="subTitle"/>
          </p:nvPr>
        </p:nvSpPr>
        <p:spPr>
          <a:xfrm>
            <a:off x="7484850" y="1599025"/>
            <a:ext cx="683400" cy="34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latin typeface="Kalam"/>
                <a:ea typeface="Kalam"/>
                <a:cs typeface="Kalam"/>
                <a:sym typeface="Kalam"/>
              </a:rPr>
              <a:t>60</a:t>
            </a:r>
            <a:endParaRPr sz="2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12" name="Google Shape;1812;p143"/>
          <p:cNvSpPr txBox="1"/>
          <p:nvPr>
            <p:ph idx="1" type="subTitle"/>
          </p:nvPr>
        </p:nvSpPr>
        <p:spPr>
          <a:xfrm>
            <a:off x="6107000" y="2246700"/>
            <a:ext cx="683400" cy="34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latin typeface="Kalam"/>
                <a:ea typeface="Kalam"/>
                <a:cs typeface="Kalam"/>
                <a:sym typeface="Kalam"/>
              </a:rPr>
              <a:t>450</a:t>
            </a:r>
            <a:endParaRPr sz="2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13" name="Google Shape;1813;p143"/>
          <p:cNvSpPr txBox="1"/>
          <p:nvPr>
            <p:ph idx="1" type="subTitle"/>
          </p:nvPr>
        </p:nvSpPr>
        <p:spPr>
          <a:xfrm>
            <a:off x="7475650" y="2246700"/>
            <a:ext cx="683400" cy="34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latin typeface="Kalam"/>
                <a:ea typeface="Kalam"/>
                <a:cs typeface="Kalam"/>
                <a:sym typeface="Kalam"/>
              </a:rPr>
              <a:t>18</a:t>
            </a:r>
            <a:endParaRPr sz="2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14" name="Google Shape;1814;p143"/>
          <p:cNvSpPr txBox="1"/>
          <p:nvPr>
            <p:ph idx="1" type="subTitle"/>
          </p:nvPr>
        </p:nvSpPr>
        <p:spPr>
          <a:xfrm>
            <a:off x="6656300" y="2853650"/>
            <a:ext cx="683400" cy="1463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15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00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60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450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r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18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1815" name="Google Shape;1815;p143"/>
          <p:cNvCxnSpPr/>
          <p:nvPr/>
        </p:nvCxnSpPr>
        <p:spPr>
          <a:xfrm>
            <a:off x="6571150" y="4393250"/>
            <a:ext cx="9045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16" name="Google Shape;1816;p143"/>
          <p:cNvCxnSpPr/>
          <p:nvPr/>
        </p:nvCxnSpPr>
        <p:spPr>
          <a:xfrm>
            <a:off x="6571150" y="4748100"/>
            <a:ext cx="9045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17" name="Google Shape;1817;p143"/>
          <p:cNvSpPr txBox="1"/>
          <p:nvPr/>
        </p:nvSpPr>
        <p:spPr>
          <a:xfrm>
            <a:off x="6580100" y="4054550"/>
            <a:ext cx="210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+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18" name="Google Shape;1818;p143"/>
          <p:cNvSpPr txBox="1"/>
          <p:nvPr/>
        </p:nvSpPr>
        <p:spPr>
          <a:xfrm>
            <a:off x="6750896" y="4429550"/>
            <a:ext cx="579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2028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2" name="Shape 18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3" name="Google Shape;1823;p144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Securing understanding of multiplication</a:t>
            </a:r>
            <a:endParaRPr/>
          </a:p>
        </p:txBody>
      </p:sp>
      <p:sp>
        <p:nvSpPr>
          <p:cNvPr id="1824" name="Google Shape;1824;p144"/>
          <p:cNvSpPr txBox="1"/>
          <p:nvPr>
            <p:ph idx="1" type="body"/>
          </p:nvPr>
        </p:nvSpPr>
        <p:spPr>
          <a:xfrm>
            <a:off x="324000" y="606900"/>
            <a:ext cx="8496300" cy="74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Use the area model to answer the following.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/>
              <a:t>Find the answer in the grid and then rearrange the letters to reveal a word.</a:t>
            </a:r>
            <a:endParaRPr sz="1800"/>
          </a:p>
        </p:txBody>
      </p:sp>
      <p:sp>
        <p:nvSpPr>
          <p:cNvPr id="1825" name="Google Shape;1825;p144"/>
          <p:cNvSpPr txBox="1"/>
          <p:nvPr>
            <p:ph idx="1" type="body"/>
          </p:nvPr>
        </p:nvSpPr>
        <p:spPr>
          <a:xfrm>
            <a:off x="400200" y="2598775"/>
            <a:ext cx="2901900" cy="2143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AutoNum type="arabicParenR"/>
            </a:pPr>
            <a:r>
              <a:rPr lang="en-GB" sz="2000"/>
              <a:t>29 × 52 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AutoNum type="arabicParenR"/>
            </a:pPr>
            <a:r>
              <a:rPr lang="en-GB" sz="2000"/>
              <a:t>37 × 58 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AutoNum type="arabicParenR"/>
            </a:pPr>
            <a:r>
              <a:rPr lang="en-GB" sz="2000"/>
              <a:t>82 × 16 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AutoNum type="arabicParenR"/>
            </a:pPr>
            <a:r>
              <a:rPr lang="en-GB" sz="2000"/>
              <a:t>214 × 23 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AutoNum type="arabicParenR"/>
            </a:pPr>
            <a:r>
              <a:rPr lang="en-GB" sz="2000"/>
              <a:t>116 × 13 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graphicFrame>
        <p:nvGraphicFramePr>
          <p:cNvPr id="1826" name="Google Shape;1826;p144"/>
          <p:cNvGraphicFramePr/>
          <p:nvPr/>
        </p:nvGraphicFramePr>
        <p:xfrm>
          <a:off x="323925" y="1352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{EA0F87A1-31AF-47F4-A80A-FE93CF6DF1AF}</a:tableStyleId>
              </a:tblPr>
              <a:tblGrid>
                <a:gridCol w="653550"/>
                <a:gridCol w="653550"/>
                <a:gridCol w="653550"/>
                <a:gridCol w="653550"/>
                <a:gridCol w="653550"/>
                <a:gridCol w="653550"/>
                <a:gridCol w="653550"/>
                <a:gridCol w="653550"/>
                <a:gridCol w="653550"/>
                <a:gridCol w="653550"/>
                <a:gridCol w="653550"/>
                <a:gridCol w="653550"/>
                <a:gridCol w="653550"/>
              </a:tblGrid>
              <a:tr h="2277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18000" marL="180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18000" marL="180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18000" marL="180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D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18000" marL="180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E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18000" marL="180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F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18000" marL="180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G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18000" marL="180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H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18000" marL="180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I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18000" marL="180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J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18000" marL="180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K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18000" marL="180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L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18000" marL="180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18000" marL="18000"/>
                </a:tc>
              </a:tr>
              <a:tr h="2277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4922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18000" marL="180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5487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18000" marL="180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3286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18000" marL="180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2968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18000" marL="180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8750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18000" marL="180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4899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18000" marL="180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3762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18000" marL="180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7593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18000" marL="180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1508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18000" marL="180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1265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18000" marL="180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3890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18000" marL="180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2206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18000" marL="180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6891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18000" marL="18000"/>
                </a:tc>
              </a:tr>
              <a:tr h="2277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N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18000" marL="180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O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18000" marL="180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P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18000" marL="180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Q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18000" marL="180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R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18000" marL="180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S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18000" marL="180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18000" marL="180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U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18000" marL="180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V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18000" marL="180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W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18000" marL="180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X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18000" marL="180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Y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18000" marL="180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Z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18000" marL="18000"/>
                </a:tc>
              </a:tr>
              <a:tr h="2277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4482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18000" marL="180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8975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18000" marL="180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1312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18000" marL="180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1102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18000" marL="180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9310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18000" marL="180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4628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18000" marL="180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2146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18000" marL="180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1006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18000" marL="180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5465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18000" marL="180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6870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18000" marL="180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7736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18000" marL="180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2547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18000" marL="180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5007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18000" marL="18000"/>
                </a:tc>
              </a:tr>
            </a:tbl>
          </a:graphicData>
        </a:graphic>
      </p:graphicFrame>
      <p:sp>
        <p:nvSpPr>
          <p:cNvPr id="1827" name="Google Shape;1827;p144"/>
          <p:cNvSpPr txBox="1"/>
          <p:nvPr>
            <p:ph idx="1" type="body"/>
          </p:nvPr>
        </p:nvSpPr>
        <p:spPr>
          <a:xfrm>
            <a:off x="4824000" y="2598775"/>
            <a:ext cx="2901900" cy="2221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6)  245 × 38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/>
              <a:t>7)  74 × 29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/>
              <a:t>8)  83 × 54 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/>
              <a:t>9)  359 × 25 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1" name="Shape 18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2" name="Google Shape;1832;p145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Securing understanding of multiplication</a:t>
            </a:r>
            <a:endParaRPr/>
          </a:p>
        </p:txBody>
      </p:sp>
      <p:sp>
        <p:nvSpPr>
          <p:cNvPr id="1833" name="Google Shape;1833;p145"/>
          <p:cNvSpPr txBox="1"/>
          <p:nvPr>
            <p:ph idx="1" type="body"/>
          </p:nvPr>
        </p:nvSpPr>
        <p:spPr>
          <a:xfrm>
            <a:off x="324000" y="606900"/>
            <a:ext cx="8496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Use the area model to answer the following.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/>
              <a:t>Find the answer in the grid and then rearrange the letters to reveal a word.</a:t>
            </a:r>
            <a:endParaRPr sz="1800"/>
          </a:p>
        </p:txBody>
      </p:sp>
      <p:sp>
        <p:nvSpPr>
          <p:cNvPr id="1834" name="Google Shape;1834;p145"/>
          <p:cNvSpPr txBox="1"/>
          <p:nvPr>
            <p:ph idx="1" type="body"/>
          </p:nvPr>
        </p:nvSpPr>
        <p:spPr>
          <a:xfrm>
            <a:off x="400200" y="2598775"/>
            <a:ext cx="2901900" cy="2143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AutoNum type="arabicParenR"/>
            </a:pPr>
            <a:r>
              <a:rPr lang="en-GB" sz="2000"/>
              <a:t>29 × 52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= 1508 I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AutoNum type="arabicParenR"/>
            </a:pPr>
            <a:r>
              <a:rPr lang="en-GB" sz="2000"/>
              <a:t>37</a:t>
            </a:r>
            <a:r>
              <a:rPr lang="en-GB" sz="2000"/>
              <a:t> × 58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= 2146 T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AutoNum type="arabicParenR"/>
            </a:pPr>
            <a:r>
              <a:rPr lang="en-GB" sz="2000"/>
              <a:t>82 × 16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= 1312 P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AutoNum type="arabicParenR"/>
            </a:pPr>
            <a:r>
              <a:rPr lang="en-GB" sz="2000"/>
              <a:t>214 × 23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= 4922 A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AutoNum type="arabicParenR"/>
            </a:pPr>
            <a:r>
              <a:rPr lang="en-GB" sz="2000"/>
              <a:t>116 × 13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= 1508 I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graphicFrame>
        <p:nvGraphicFramePr>
          <p:cNvPr id="1835" name="Google Shape;1835;p145"/>
          <p:cNvGraphicFramePr/>
          <p:nvPr/>
        </p:nvGraphicFramePr>
        <p:xfrm>
          <a:off x="323925" y="1352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{EA0F87A1-31AF-47F4-A80A-FE93CF6DF1AF}</a:tableStyleId>
              </a:tblPr>
              <a:tblGrid>
                <a:gridCol w="653550"/>
                <a:gridCol w="653550"/>
                <a:gridCol w="653550"/>
                <a:gridCol w="653550"/>
                <a:gridCol w="653550"/>
                <a:gridCol w="653550"/>
                <a:gridCol w="653550"/>
                <a:gridCol w="653550"/>
                <a:gridCol w="653550"/>
                <a:gridCol w="653550"/>
                <a:gridCol w="653550"/>
                <a:gridCol w="653550"/>
                <a:gridCol w="653550"/>
              </a:tblGrid>
              <a:tr h="2277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18000" marL="180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18000" marL="180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18000" marL="180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D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18000" marL="180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E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18000" marL="180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F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18000" marL="180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G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18000" marL="180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H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18000" marL="180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I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18000" marL="180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J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18000" marL="180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K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18000" marL="180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L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18000" marL="180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18000" marL="18000"/>
                </a:tc>
              </a:tr>
              <a:tr h="2277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4922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18000" marL="180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5487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18000" marL="180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3286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18000" marL="180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2968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18000" marL="180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8750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18000" marL="180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4899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18000" marL="180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3762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18000" marL="180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7593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18000" marL="180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1508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18000" marL="180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1265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18000" marL="180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3890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18000" marL="180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2206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18000" marL="180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6891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18000" marL="18000"/>
                </a:tc>
              </a:tr>
              <a:tr h="2277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N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18000" marL="180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O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18000" marL="180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P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18000" marL="180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Q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18000" marL="180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R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18000" marL="180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S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18000" marL="180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18000" marL="180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U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18000" marL="180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V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18000" marL="180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W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18000" marL="180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X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18000" marL="180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Y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18000" marL="180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Z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18000" marL="18000"/>
                </a:tc>
              </a:tr>
              <a:tr h="2277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4482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18000" marL="180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8975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18000" marL="180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1312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18000" marL="180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1102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18000" marL="180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9310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18000" marL="180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4628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18000" marL="180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2146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18000" marL="180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1006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18000" marL="180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5465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18000" marL="180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6870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18000" marL="180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7736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18000" marL="180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2547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18000" marL="180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5007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18000" marL="18000"/>
                </a:tc>
              </a:tr>
            </a:tbl>
          </a:graphicData>
        </a:graphic>
      </p:graphicFrame>
      <p:sp>
        <p:nvSpPr>
          <p:cNvPr id="1836" name="Google Shape;1836;p145"/>
          <p:cNvSpPr txBox="1"/>
          <p:nvPr>
            <p:ph idx="1" type="body"/>
          </p:nvPr>
        </p:nvSpPr>
        <p:spPr>
          <a:xfrm>
            <a:off x="4824000" y="2598775"/>
            <a:ext cx="2901900" cy="2221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6)  245 </a:t>
            </a:r>
            <a:r>
              <a:rPr lang="en-GB" sz="2000"/>
              <a:t>× 38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= 9310 R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/>
              <a:t>7)  74</a:t>
            </a:r>
            <a:r>
              <a:rPr lang="en-GB" sz="2000"/>
              <a:t> × 29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=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2146 T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/>
              <a:t>8)  83</a:t>
            </a:r>
            <a:r>
              <a:rPr lang="en-GB" sz="2000"/>
              <a:t> × 54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= 4482 N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/>
              <a:t>9)  359</a:t>
            </a:r>
            <a:r>
              <a:rPr lang="en-GB" sz="2000"/>
              <a:t> × 25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= 8975 O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The word is partition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0" name="Shape 18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1" name="Google Shape;1841;p146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Securing understanding of multiplication</a:t>
            </a:r>
            <a:endParaRPr/>
          </a:p>
        </p:txBody>
      </p:sp>
      <p:sp>
        <p:nvSpPr>
          <p:cNvPr id="1842" name="Google Shape;1842;p146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Securing understanding of division</a:t>
            </a:r>
            <a:endParaRPr/>
          </a:p>
        </p:txBody>
      </p:sp>
      <p:sp>
        <p:nvSpPr>
          <p:cNvPr id="1843" name="Google Shape;1843;p146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Checking and securing understanding of multiplication and division</a:t>
            </a:r>
            <a:endParaRPr/>
          </a:p>
        </p:txBody>
      </p:sp>
      <p:pic>
        <p:nvPicPr>
          <p:cNvPr id="1844" name="Google Shape;1844;p1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3550" y="2988375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8" name="Shape 18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9" name="Google Shape;1849;p147"/>
          <p:cNvSpPr txBox="1"/>
          <p:nvPr>
            <p:ph idx="1" type="body"/>
          </p:nvPr>
        </p:nvSpPr>
        <p:spPr>
          <a:xfrm>
            <a:off x="324000" y="606900"/>
            <a:ext cx="8496000" cy="1812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Lucas knows that multiplication and division are inverses of each other.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He wonders if he could use the area model to divide.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What do you think?</a:t>
            </a:r>
            <a:endParaRPr/>
          </a:p>
        </p:txBody>
      </p:sp>
      <p:sp>
        <p:nvSpPr>
          <p:cNvPr id="1850" name="Google Shape;1850;p14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Securing understanding of division</a:t>
            </a:r>
            <a:endParaRPr/>
          </a:p>
        </p:txBody>
      </p:sp>
      <p:sp>
        <p:nvSpPr>
          <p:cNvPr id="1851" name="Google Shape;1851;p147"/>
          <p:cNvSpPr/>
          <p:nvPr/>
        </p:nvSpPr>
        <p:spPr>
          <a:xfrm>
            <a:off x="2890625" y="3928800"/>
            <a:ext cx="1841100" cy="858300"/>
          </a:xfrm>
          <a:prstGeom prst="rect">
            <a:avLst/>
          </a:prstGeom>
          <a:solidFill>
            <a:schemeClr val="lt2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90 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2" name="Google Shape;1852;p147"/>
          <p:cNvSpPr txBox="1"/>
          <p:nvPr>
            <p:ph idx="1" type="body"/>
          </p:nvPr>
        </p:nvSpPr>
        <p:spPr>
          <a:xfrm>
            <a:off x="324000" y="2571900"/>
            <a:ext cx="3717000" cy="39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Let’s take a look at 90 ÷ 6</a:t>
            </a:r>
            <a:endParaRPr/>
          </a:p>
        </p:txBody>
      </p:sp>
      <p:sp>
        <p:nvSpPr>
          <p:cNvPr id="1853" name="Google Shape;1853;p147"/>
          <p:cNvSpPr txBox="1"/>
          <p:nvPr>
            <p:ph idx="1" type="body"/>
          </p:nvPr>
        </p:nvSpPr>
        <p:spPr>
          <a:xfrm>
            <a:off x="2638175" y="4172850"/>
            <a:ext cx="189300" cy="39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6</a:t>
            </a:r>
            <a:endParaRPr/>
          </a:p>
        </p:txBody>
      </p:sp>
      <p:cxnSp>
        <p:nvCxnSpPr>
          <p:cNvPr id="1854" name="Google Shape;1854;p147"/>
          <p:cNvCxnSpPr/>
          <p:nvPr/>
        </p:nvCxnSpPr>
        <p:spPr>
          <a:xfrm rot="10800000">
            <a:off x="2879050" y="3392550"/>
            <a:ext cx="18273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855" name="Google Shape;1855;p147"/>
          <p:cNvSpPr txBox="1"/>
          <p:nvPr>
            <p:ph idx="1" type="body"/>
          </p:nvPr>
        </p:nvSpPr>
        <p:spPr>
          <a:xfrm>
            <a:off x="3661555" y="3078970"/>
            <a:ext cx="189300" cy="39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?</a:t>
            </a:r>
            <a:endParaRPr/>
          </a:p>
        </p:txBody>
      </p:sp>
      <p:sp>
        <p:nvSpPr>
          <p:cNvPr id="1856" name="Google Shape;1856;p147"/>
          <p:cNvSpPr/>
          <p:nvPr/>
        </p:nvSpPr>
        <p:spPr>
          <a:xfrm>
            <a:off x="2890625" y="3928800"/>
            <a:ext cx="1841100" cy="858300"/>
          </a:xfrm>
          <a:prstGeom prst="rect">
            <a:avLst/>
          </a:prstGeom>
          <a:solidFill>
            <a:schemeClr val="lt2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90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857" name="Google Shape;1857;p147"/>
          <p:cNvCxnSpPr/>
          <p:nvPr/>
        </p:nvCxnSpPr>
        <p:spPr>
          <a:xfrm>
            <a:off x="4073700" y="3928800"/>
            <a:ext cx="0" cy="8520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858" name="Google Shape;1858;p147"/>
          <p:cNvCxnSpPr/>
          <p:nvPr/>
        </p:nvCxnSpPr>
        <p:spPr>
          <a:xfrm rot="10800000">
            <a:off x="2879100" y="3767525"/>
            <a:ext cx="11946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859" name="Google Shape;1859;p147"/>
          <p:cNvSpPr txBox="1"/>
          <p:nvPr>
            <p:ph idx="1" type="body"/>
          </p:nvPr>
        </p:nvSpPr>
        <p:spPr>
          <a:xfrm>
            <a:off x="3340370" y="3396725"/>
            <a:ext cx="440700" cy="39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10</a:t>
            </a:r>
            <a:endParaRPr/>
          </a:p>
        </p:txBody>
      </p:sp>
      <p:cxnSp>
        <p:nvCxnSpPr>
          <p:cNvPr id="1860" name="Google Shape;1860;p147"/>
          <p:cNvCxnSpPr/>
          <p:nvPr/>
        </p:nvCxnSpPr>
        <p:spPr>
          <a:xfrm rot="10800000">
            <a:off x="4034775" y="3765850"/>
            <a:ext cx="7032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861" name="Google Shape;1861;p147"/>
          <p:cNvSpPr txBox="1"/>
          <p:nvPr>
            <p:ph idx="1" type="body"/>
          </p:nvPr>
        </p:nvSpPr>
        <p:spPr>
          <a:xfrm>
            <a:off x="4277145" y="3395050"/>
            <a:ext cx="189300" cy="39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5</a:t>
            </a:r>
            <a:endParaRPr/>
          </a:p>
        </p:txBody>
      </p:sp>
      <p:sp>
        <p:nvSpPr>
          <p:cNvPr id="1862" name="Google Shape;1862;p147"/>
          <p:cNvSpPr txBox="1"/>
          <p:nvPr>
            <p:ph idx="1" type="body"/>
          </p:nvPr>
        </p:nvSpPr>
        <p:spPr>
          <a:xfrm>
            <a:off x="3322000" y="4432675"/>
            <a:ext cx="334200" cy="39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solidFill>
                  <a:schemeClr val="accent5"/>
                </a:solidFill>
              </a:rPr>
              <a:t>60</a:t>
            </a:r>
            <a:endParaRPr>
              <a:solidFill>
                <a:schemeClr val="accent5"/>
              </a:solidFill>
            </a:endParaRPr>
          </a:p>
        </p:txBody>
      </p:sp>
      <p:sp>
        <p:nvSpPr>
          <p:cNvPr id="1863" name="Google Shape;1863;p147"/>
          <p:cNvSpPr txBox="1"/>
          <p:nvPr>
            <p:ph idx="1" type="body"/>
          </p:nvPr>
        </p:nvSpPr>
        <p:spPr>
          <a:xfrm>
            <a:off x="4189300" y="4432675"/>
            <a:ext cx="334200" cy="39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solidFill>
                  <a:schemeClr val="accent5"/>
                </a:solidFill>
              </a:rPr>
              <a:t>30</a:t>
            </a:r>
            <a:endParaRPr>
              <a:solidFill>
                <a:schemeClr val="accent5"/>
              </a:solidFill>
            </a:endParaRPr>
          </a:p>
        </p:txBody>
      </p:sp>
      <p:sp>
        <p:nvSpPr>
          <p:cNvPr id="1864" name="Google Shape;1864;p147"/>
          <p:cNvSpPr txBox="1"/>
          <p:nvPr>
            <p:ph idx="1" type="body"/>
          </p:nvPr>
        </p:nvSpPr>
        <p:spPr>
          <a:xfrm>
            <a:off x="3610175" y="2959006"/>
            <a:ext cx="482400" cy="392400"/>
          </a:xfrm>
          <a:prstGeom prst="rect">
            <a:avLst/>
          </a:prstGeom>
          <a:solidFill>
            <a:schemeClr val="lt1"/>
          </a:solidFill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15</a:t>
            </a:r>
            <a:endParaRPr/>
          </a:p>
        </p:txBody>
      </p:sp>
      <p:sp>
        <p:nvSpPr>
          <p:cNvPr id="1865" name="Google Shape;1865;p147"/>
          <p:cNvSpPr txBox="1"/>
          <p:nvPr>
            <p:ph idx="1" type="body"/>
          </p:nvPr>
        </p:nvSpPr>
        <p:spPr>
          <a:xfrm>
            <a:off x="3914452" y="2571900"/>
            <a:ext cx="696900" cy="392400"/>
          </a:xfrm>
          <a:prstGeom prst="rect">
            <a:avLst/>
          </a:prstGeom>
          <a:solidFill>
            <a:schemeClr val="lt1"/>
          </a:solidFill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= </a:t>
            </a:r>
            <a:r>
              <a:rPr lang="en-GB"/>
              <a:t>15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9" name="Shape 18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0" name="Google Shape;1870;p148"/>
          <p:cNvSpPr txBox="1"/>
          <p:nvPr>
            <p:ph idx="1" type="body"/>
          </p:nvPr>
        </p:nvSpPr>
        <p:spPr>
          <a:xfrm>
            <a:off x="7916700" y="2927025"/>
            <a:ext cx="979500" cy="2598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70 + 28</a:t>
            </a:r>
            <a:endParaRPr sz="1800"/>
          </a:p>
        </p:txBody>
      </p:sp>
      <p:sp>
        <p:nvSpPr>
          <p:cNvPr id="1871" name="Google Shape;1871;p148"/>
          <p:cNvSpPr/>
          <p:nvPr/>
        </p:nvSpPr>
        <p:spPr>
          <a:xfrm>
            <a:off x="7896700" y="2940475"/>
            <a:ext cx="847800" cy="2658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72" name="Google Shape;1872;p148"/>
          <p:cNvSpPr txBox="1"/>
          <p:nvPr>
            <p:ph idx="1" type="body"/>
          </p:nvPr>
        </p:nvSpPr>
        <p:spPr>
          <a:xfrm>
            <a:off x="324000" y="606900"/>
            <a:ext cx="8237700" cy="68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Lucas has now decided that partitioning numbers could be a useful way to divide.</a:t>
            </a:r>
            <a:endParaRPr sz="1800"/>
          </a:p>
        </p:txBody>
      </p:sp>
      <p:sp>
        <p:nvSpPr>
          <p:cNvPr id="1873" name="Google Shape;1873;p14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Securing understanding of division</a:t>
            </a:r>
            <a:endParaRPr/>
          </a:p>
        </p:txBody>
      </p:sp>
      <p:sp>
        <p:nvSpPr>
          <p:cNvPr id="1874" name="Google Shape;1874;p148"/>
          <p:cNvSpPr txBox="1"/>
          <p:nvPr>
            <p:ph idx="1" type="body"/>
          </p:nvPr>
        </p:nvSpPr>
        <p:spPr>
          <a:xfrm>
            <a:off x="324000" y="1357650"/>
            <a:ext cx="5312400" cy="68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Here are some ways of </a:t>
            </a:r>
            <a:r>
              <a:rPr lang="en-GB" sz="1800"/>
              <a:t>partitioning</a:t>
            </a:r>
            <a:r>
              <a:rPr lang="en-GB" sz="1800"/>
              <a:t> 98.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/>
              <a:t>Can you think of any more?</a:t>
            </a:r>
            <a:endParaRPr sz="1800"/>
          </a:p>
        </p:txBody>
      </p:sp>
      <p:sp>
        <p:nvSpPr>
          <p:cNvPr id="1875" name="Google Shape;1875;p148"/>
          <p:cNvSpPr/>
          <p:nvPr/>
        </p:nvSpPr>
        <p:spPr>
          <a:xfrm>
            <a:off x="6498625" y="2383725"/>
            <a:ext cx="657900" cy="5433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98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876" name="Google Shape;1876;p148"/>
          <p:cNvCxnSpPr/>
          <p:nvPr/>
        </p:nvCxnSpPr>
        <p:spPr>
          <a:xfrm rot="10800000">
            <a:off x="5891250" y="2105325"/>
            <a:ext cx="657900" cy="278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77" name="Google Shape;1877;p148"/>
          <p:cNvCxnSpPr/>
          <p:nvPr/>
        </p:nvCxnSpPr>
        <p:spPr>
          <a:xfrm flipH="1" rot="10800000">
            <a:off x="7091375" y="2114625"/>
            <a:ext cx="632100" cy="259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78" name="Google Shape;1878;p148"/>
          <p:cNvCxnSpPr/>
          <p:nvPr/>
        </p:nvCxnSpPr>
        <p:spPr>
          <a:xfrm>
            <a:off x="7156525" y="2785275"/>
            <a:ext cx="696000" cy="231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79" name="Google Shape;1879;p148"/>
          <p:cNvCxnSpPr/>
          <p:nvPr/>
        </p:nvCxnSpPr>
        <p:spPr>
          <a:xfrm>
            <a:off x="6834513" y="2961713"/>
            <a:ext cx="196800" cy="525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80" name="Google Shape;1880;p148"/>
          <p:cNvCxnSpPr/>
          <p:nvPr/>
        </p:nvCxnSpPr>
        <p:spPr>
          <a:xfrm flipH="1">
            <a:off x="5857825" y="2589963"/>
            <a:ext cx="640800" cy="261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881" name="Google Shape;1881;p148"/>
          <p:cNvSpPr txBox="1"/>
          <p:nvPr>
            <p:ph idx="1" type="body"/>
          </p:nvPr>
        </p:nvSpPr>
        <p:spPr>
          <a:xfrm>
            <a:off x="5194350" y="1808875"/>
            <a:ext cx="696900" cy="2598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90 + 8</a:t>
            </a:r>
            <a:endParaRPr sz="1800"/>
          </a:p>
        </p:txBody>
      </p:sp>
      <p:sp>
        <p:nvSpPr>
          <p:cNvPr id="1882" name="Google Shape;1882;p148"/>
          <p:cNvSpPr txBox="1"/>
          <p:nvPr>
            <p:ph idx="1" type="body"/>
          </p:nvPr>
        </p:nvSpPr>
        <p:spPr>
          <a:xfrm>
            <a:off x="7751650" y="1889338"/>
            <a:ext cx="696900" cy="2598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95 + 3</a:t>
            </a:r>
            <a:endParaRPr sz="1800"/>
          </a:p>
        </p:txBody>
      </p:sp>
      <p:sp>
        <p:nvSpPr>
          <p:cNvPr id="1883" name="Google Shape;1883;p148"/>
          <p:cNvSpPr txBox="1"/>
          <p:nvPr>
            <p:ph idx="1" type="body"/>
          </p:nvPr>
        </p:nvSpPr>
        <p:spPr>
          <a:xfrm>
            <a:off x="6597150" y="3484450"/>
            <a:ext cx="979500" cy="2598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5</a:t>
            </a:r>
            <a:r>
              <a:rPr lang="en-GB" sz="1800"/>
              <a:t>0 + 48</a:t>
            </a:r>
            <a:endParaRPr sz="1800"/>
          </a:p>
        </p:txBody>
      </p:sp>
      <p:sp>
        <p:nvSpPr>
          <p:cNvPr id="1884" name="Google Shape;1884;p148"/>
          <p:cNvSpPr txBox="1"/>
          <p:nvPr>
            <p:ph idx="1" type="body"/>
          </p:nvPr>
        </p:nvSpPr>
        <p:spPr>
          <a:xfrm>
            <a:off x="5001825" y="2736363"/>
            <a:ext cx="979500" cy="2598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80 + 18</a:t>
            </a:r>
            <a:endParaRPr sz="1800"/>
          </a:p>
        </p:txBody>
      </p:sp>
      <p:sp>
        <p:nvSpPr>
          <p:cNvPr id="1885" name="Google Shape;1885;p148"/>
          <p:cNvSpPr txBox="1"/>
          <p:nvPr>
            <p:ph idx="1" type="body"/>
          </p:nvPr>
        </p:nvSpPr>
        <p:spPr>
          <a:xfrm>
            <a:off x="324000" y="2290000"/>
            <a:ext cx="3749700" cy="1519500"/>
          </a:xfrm>
          <a:prstGeom prst="rect">
            <a:avLst/>
          </a:prstGeom>
          <a:solidFill>
            <a:schemeClr val="lt1"/>
          </a:solidFill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Which method of partitioning is the most useful for calculating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/>
              <a:t>98 ÷ 7?  </a:t>
            </a:r>
            <a:endParaRPr sz="1800"/>
          </a:p>
        </p:txBody>
      </p:sp>
      <p:sp>
        <p:nvSpPr>
          <p:cNvPr id="1886" name="Google Shape;1886;p148"/>
          <p:cNvSpPr txBox="1"/>
          <p:nvPr>
            <p:ph idx="1" type="body"/>
          </p:nvPr>
        </p:nvSpPr>
        <p:spPr>
          <a:xfrm>
            <a:off x="324000" y="3452875"/>
            <a:ext cx="5505000" cy="1105200"/>
          </a:xfrm>
          <a:prstGeom prst="rect">
            <a:avLst/>
          </a:prstGeom>
          <a:solidFill>
            <a:schemeClr val="lt1"/>
          </a:solidFill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Lucas has decided that 70 + 28 is the most useful.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/>
              <a:t>Why do you think that is?</a:t>
            </a:r>
            <a:r>
              <a:rPr lang="en-GB" sz="1800"/>
              <a:t> </a:t>
            </a:r>
            <a:endParaRPr sz="1800"/>
          </a:p>
        </p:txBody>
      </p:sp>
      <p:sp>
        <p:nvSpPr>
          <p:cNvPr id="1887" name="Google Shape;1887;p148"/>
          <p:cNvSpPr txBox="1"/>
          <p:nvPr>
            <p:ph idx="1" type="body"/>
          </p:nvPr>
        </p:nvSpPr>
        <p:spPr>
          <a:xfrm>
            <a:off x="332539" y="4444925"/>
            <a:ext cx="4248000" cy="278400"/>
          </a:xfrm>
          <a:prstGeom prst="rect">
            <a:avLst/>
          </a:prstGeom>
          <a:solidFill>
            <a:schemeClr val="lt1"/>
          </a:solidFill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Both 70 and 28 are divisible by 7.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1" name="Shape 18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2" name="Google Shape;1892;p14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Securing understanding of division</a:t>
            </a:r>
            <a:endParaRPr/>
          </a:p>
        </p:txBody>
      </p:sp>
      <p:sp>
        <p:nvSpPr>
          <p:cNvPr id="1893" name="Google Shape;1893;p149"/>
          <p:cNvSpPr/>
          <p:nvPr/>
        </p:nvSpPr>
        <p:spPr>
          <a:xfrm>
            <a:off x="878775" y="2589800"/>
            <a:ext cx="1681500" cy="858300"/>
          </a:xfrm>
          <a:prstGeom prst="rect">
            <a:avLst/>
          </a:prstGeom>
          <a:solidFill>
            <a:schemeClr val="lt2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98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94" name="Google Shape;1894;p149"/>
          <p:cNvSpPr txBox="1"/>
          <p:nvPr>
            <p:ph idx="1" type="body"/>
          </p:nvPr>
        </p:nvSpPr>
        <p:spPr>
          <a:xfrm>
            <a:off x="324000" y="743100"/>
            <a:ext cx="1503900" cy="39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98 ÷ 7</a:t>
            </a:r>
            <a:endParaRPr/>
          </a:p>
        </p:txBody>
      </p:sp>
      <p:sp>
        <p:nvSpPr>
          <p:cNvPr id="1895" name="Google Shape;1895;p149"/>
          <p:cNvSpPr txBox="1"/>
          <p:nvPr>
            <p:ph idx="1" type="body"/>
          </p:nvPr>
        </p:nvSpPr>
        <p:spPr>
          <a:xfrm>
            <a:off x="626325" y="2833850"/>
            <a:ext cx="189300" cy="39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7</a:t>
            </a:r>
            <a:endParaRPr/>
          </a:p>
        </p:txBody>
      </p:sp>
      <p:cxnSp>
        <p:nvCxnSpPr>
          <p:cNvPr id="1896" name="Google Shape;1896;p149"/>
          <p:cNvCxnSpPr/>
          <p:nvPr/>
        </p:nvCxnSpPr>
        <p:spPr>
          <a:xfrm rot="10800000">
            <a:off x="867225" y="2053550"/>
            <a:ext cx="16881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897" name="Google Shape;1897;p149"/>
          <p:cNvSpPr txBox="1"/>
          <p:nvPr>
            <p:ph idx="1" type="body"/>
          </p:nvPr>
        </p:nvSpPr>
        <p:spPr>
          <a:xfrm>
            <a:off x="1649705" y="1739970"/>
            <a:ext cx="189300" cy="39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?</a:t>
            </a:r>
            <a:endParaRPr/>
          </a:p>
        </p:txBody>
      </p:sp>
      <p:sp>
        <p:nvSpPr>
          <p:cNvPr id="1898" name="Google Shape;1898;p149"/>
          <p:cNvSpPr/>
          <p:nvPr/>
        </p:nvSpPr>
        <p:spPr>
          <a:xfrm>
            <a:off x="878775" y="2589800"/>
            <a:ext cx="1681500" cy="858300"/>
          </a:xfrm>
          <a:prstGeom prst="rect">
            <a:avLst/>
          </a:prstGeom>
          <a:solidFill>
            <a:schemeClr val="lt2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98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899" name="Google Shape;1899;p149"/>
          <p:cNvCxnSpPr/>
          <p:nvPr/>
        </p:nvCxnSpPr>
        <p:spPr>
          <a:xfrm>
            <a:off x="2061850" y="2589800"/>
            <a:ext cx="0" cy="8520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900" name="Google Shape;1900;p149"/>
          <p:cNvCxnSpPr/>
          <p:nvPr/>
        </p:nvCxnSpPr>
        <p:spPr>
          <a:xfrm rot="10800000">
            <a:off x="867250" y="2428525"/>
            <a:ext cx="11946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901" name="Google Shape;1901;p149"/>
          <p:cNvSpPr txBox="1"/>
          <p:nvPr>
            <p:ph idx="1" type="body"/>
          </p:nvPr>
        </p:nvSpPr>
        <p:spPr>
          <a:xfrm>
            <a:off x="1328520" y="2057725"/>
            <a:ext cx="440700" cy="39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10</a:t>
            </a:r>
            <a:endParaRPr/>
          </a:p>
        </p:txBody>
      </p:sp>
      <p:cxnSp>
        <p:nvCxnSpPr>
          <p:cNvPr id="1902" name="Google Shape;1902;p149"/>
          <p:cNvCxnSpPr/>
          <p:nvPr/>
        </p:nvCxnSpPr>
        <p:spPr>
          <a:xfrm rot="10800000">
            <a:off x="2022800" y="2426850"/>
            <a:ext cx="5262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903" name="Google Shape;1903;p149"/>
          <p:cNvSpPr txBox="1"/>
          <p:nvPr>
            <p:ph idx="1" type="body"/>
          </p:nvPr>
        </p:nvSpPr>
        <p:spPr>
          <a:xfrm>
            <a:off x="2195703" y="2056050"/>
            <a:ext cx="189300" cy="39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4</a:t>
            </a:r>
            <a:endParaRPr/>
          </a:p>
        </p:txBody>
      </p:sp>
      <p:sp>
        <p:nvSpPr>
          <p:cNvPr id="1904" name="Google Shape;1904;p149"/>
          <p:cNvSpPr txBox="1"/>
          <p:nvPr>
            <p:ph idx="1" type="body"/>
          </p:nvPr>
        </p:nvSpPr>
        <p:spPr>
          <a:xfrm>
            <a:off x="1310150" y="3093675"/>
            <a:ext cx="334200" cy="39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solidFill>
                  <a:schemeClr val="accent5"/>
                </a:solidFill>
              </a:rPr>
              <a:t>70</a:t>
            </a:r>
            <a:endParaRPr>
              <a:solidFill>
                <a:schemeClr val="accent5"/>
              </a:solidFill>
            </a:endParaRPr>
          </a:p>
        </p:txBody>
      </p:sp>
      <p:sp>
        <p:nvSpPr>
          <p:cNvPr id="1905" name="Google Shape;1905;p149"/>
          <p:cNvSpPr txBox="1"/>
          <p:nvPr>
            <p:ph idx="1" type="body"/>
          </p:nvPr>
        </p:nvSpPr>
        <p:spPr>
          <a:xfrm>
            <a:off x="2177450" y="3093675"/>
            <a:ext cx="334200" cy="39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solidFill>
                  <a:schemeClr val="accent5"/>
                </a:solidFill>
              </a:rPr>
              <a:t>28</a:t>
            </a:r>
            <a:endParaRPr>
              <a:solidFill>
                <a:schemeClr val="accent5"/>
              </a:solidFill>
            </a:endParaRPr>
          </a:p>
        </p:txBody>
      </p:sp>
      <p:sp>
        <p:nvSpPr>
          <p:cNvPr id="1906" name="Google Shape;1906;p149"/>
          <p:cNvSpPr txBox="1"/>
          <p:nvPr>
            <p:ph idx="1" type="body"/>
          </p:nvPr>
        </p:nvSpPr>
        <p:spPr>
          <a:xfrm>
            <a:off x="1598325" y="1620006"/>
            <a:ext cx="482400" cy="392400"/>
          </a:xfrm>
          <a:prstGeom prst="rect">
            <a:avLst/>
          </a:prstGeom>
          <a:solidFill>
            <a:schemeClr val="lt1"/>
          </a:solidFill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14</a:t>
            </a:r>
            <a:endParaRPr/>
          </a:p>
        </p:txBody>
      </p:sp>
      <p:sp>
        <p:nvSpPr>
          <p:cNvPr id="1907" name="Google Shape;1907;p149"/>
          <p:cNvSpPr txBox="1"/>
          <p:nvPr>
            <p:ph idx="1" type="body"/>
          </p:nvPr>
        </p:nvSpPr>
        <p:spPr>
          <a:xfrm>
            <a:off x="1171252" y="743100"/>
            <a:ext cx="696900" cy="3924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= 14</a:t>
            </a:r>
            <a:endParaRPr/>
          </a:p>
        </p:txBody>
      </p:sp>
      <p:sp>
        <p:nvSpPr>
          <p:cNvPr id="1908" name="Google Shape;1908;p149"/>
          <p:cNvSpPr txBox="1"/>
          <p:nvPr/>
        </p:nvSpPr>
        <p:spPr>
          <a:xfrm>
            <a:off x="5075750" y="2815800"/>
            <a:ext cx="574200" cy="35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>
                <a:latin typeface="Lexend"/>
                <a:ea typeface="Lexend"/>
                <a:cs typeface="Lexend"/>
                <a:sym typeface="Lexend"/>
              </a:rPr>
              <a:t>7</a:t>
            </a:r>
            <a:endParaRPr sz="2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909" name="Google Shape;1909;p149"/>
          <p:cNvGrpSpPr/>
          <p:nvPr/>
        </p:nvGrpSpPr>
        <p:grpSpPr>
          <a:xfrm>
            <a:off x="5557579" y="2788414"/>
            <a:ext cx="974775" cy="537591"/>
            <a:chOff x="5726000" y="1634450"/>
            <a:chExt cx="1061500" cy="412200"/>
          </a:xfrm>
        </p:grpSpPr>
        <p:cxnSp>
          <p:nvCxnSpPr>
            <p:cNvPr id="1910" name="Google Shape;1910;p149"/>
            <p:cNvCxnSpPr/>
            <p:nvPr/>
          </p:nvCxnSpPr>
          <p:spPr>
            <a:xfrm flipH="1" rot="10800000">
              <a:off x="5726100" y="1644795"/>
              <a:ext cx="1061400" cy="36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11" name="Google Shape;1911;p149"/>
            <p:cNvCxnSpPr/>
            <p:nvPr/>
          </p:nvCxnSpPr>
          <p:spPr>
            <a:xfrm>
              <a:off x="5726000" y="1634450"/>
              <a:ext cx="0" cy="4122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912" name="Google Shape;1912;p149"/>
          <p:cNvSpPr txBox="1"/>
          <p:nvPr/>
        </p:nvSpPr>
        <p:spPr>
          <a:xfrm>
            <a:off x="5649950" y="2269935"/>
            <a:ext cx="1357200" cy="35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>
                <a:latin typeface="Lexend"/>
                <a:ea typeface="Lexend"/>
                <a:cs typeface="Lexend"/>
                <a:sym typeface="Lexend"/>
              </a:rPr>
              <a:t>1</a:t>
            </a:r>
            <a:r>
              <a:rPr lang="en-GB" sz="2800">
                <a:latin typeface="Lexend"/>
                <a:ea typeface="Lexend"/>
                <a:cs typeface="Lexend"/>
                <a:sym typeface="Lexend"/>
              </a:rPr>
              <a:t> 4</a:t>
            </a:r>
            <a:endParaRPr sz="2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13" name="Google Shape;1913;p149"/>
          <p:cNvSpPr txBox="1"/>
          <p:nvPr/>
        </p:nvSpPr>
        <p:spPr>
          <a:xfrm>
            <a:off x="5856737" y="2683800"/>
            <a:ext cx="367500" cy="41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14" name="Google Shape;1914;p149"/>
          <p:cNvSpPr txBox="1"/>
          <p:nvPr/>
        </p:nvSpPr>
        <p:spPr>
          <a:xfrm>
            <a:off x="5649950" y="2815800"/>
            <a:ext cx="1080000" cy="35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>
                <a:latin typeface="Lexend"/>
                <a:ea typeface="Lexend"/>
                <a:cs typeface="Lexend"/>
                <a:sym typeface="Lexend"/>
              </a:rPr>
              <a:t>9 8</a:t>
            </a:r>
            <a:endParaRPr sz="2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15" name="Google Shape;1915;p149"/>
          <p:cNvSpPr txBox="1"/>
          <p:nvPr/>
        </p:nvSpPr>
        <p:spPr>
          <a:xfrm>
            <a:off x="4572000" y="743100"/>
            <a:ext cx="4025100" cy="102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How does this 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compare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 to the short division method?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16" name="Google Shape;1916;p149"/>
          <p:cNvSpPr/>
          <p:nvPr/>
        </p:nvSpPr>
        <p:spPr>
          <a:xfrm>
            <a:off x="5675675" y="2398425"/>
            <a:ext cx="268200" cy="335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17" name="Google Shape;1917;p149"/>
          <p:cNvSpPr/>
          <p:nvPr/>
        </p:nvSpPr>
        <p:spPr>
          <a:xfrm>
            <a:off x="5988600" y="2403900"/>
            <a:ext cx="268200" cy="335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18" name="Google Shape;1918;p149"/>
          <p:cNvSpPr/>
          <p:nvPr/>
        </p:nvSpPr>
        <p:spPr>
          <a:xfrm>
            <a:off x="5943875" y="2826150"/>
            <a:ext cx="129900" cy="1761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19" name="Google Shape;1919;p149"/>
          <p:cNvSpPr txBox="1"/>
          <p:nvPr/>
        </p:nvSpPr>
        <p:spPr>
          <a:xfrm>
            <a:off x="4572000" y="4011900"/>
            <a:ext cx="4025100" cy="69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Which do you prefer?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3" name="Shape 19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4" name="Google Shape;1924;p15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Securing understanding of division</a:t>
            </a:r>
            <a:endParaRPr/>
          </a:p>
        </p:txBody>
      </p:sp>
      <p:sp>
        <p:nvSpPr>
          <p:cNvPr id="1925" name="Google Shape;1925;p150"/>
          <p:cNvSpPr/>
          <p:nvPr/>
        </p:nvSpPr>
        <p:spPr>
          <a:xfrm>
            <a:off x="793025" y="2219900"/>
            <a:ext cx="4315500" cy="858300"/>
          </a:xfrm>
          <a:prstGeom prst="rect">
            <a:avLst/>
          </a:prstGeom>
          <a:solidFill>
            <a:schemeClr val="lt2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259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26" name="Google Shape;1926;p150"/>
          <p:cNvSpPr txBox="1"/>
          <p:nvPr>
            <p:ph idx="1" type="body"/>
          </p:nvPr>
        </p:nvSpPr>
        <p:spPr>
          <a:xfrm>
            <a:off x="324000" y="743100"/>
            <a:ext cx="1012200" cy="39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259</a:t>
            </a:r>
            <a:r>
              <a:rPr lang="en-GB"/>
              <a:t> ÷ 7</a:t>
            </a:r>
            <a:endParaRPr/>
          </a:p>
        </p:txBody>
      </p:sp>
      <p:sp>
        <p:nvSpPr>
          <p:cNvPr id="1927" name="Google Shape;1927;p150"/>
          <p:cNvSpPr txBox="1"/>
          <p:nvPr>
            <p:ph idx="1" type="body"/>
          </p:nvPr>
        </p:nvSpPr>
        <p:spPr>
          <a:xfrm>
            <a:off x="540575" y="2452850"/>
            <a:ext cx="189300" cy="39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7</a:t>
            </a:r>
            <a:endParaRPr/>
          </a:p>
        </p:txBody>
      </p:sp>
      <p:cxnSp>
        <p:nvCxnSpPr>
          <p:cNvPr id="1928" name="Google Shape;1928;p150"/>
          <p:cNvCxnSpPr/>
          <p:nvPr/>
        </p:nvCxnSpPr>
        <p:spPr>
          <a:xfrm rot="10800000">
            <a:off x="781350" y="1672550"/>
            <a:ext cx="43299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929" name="Google Shape;1929;p150"/>
          <p:cNvSpPr txBox="1"/>
          <p:nvPr>
            <p:ph idx="1" type="body"/>
          </p:nvPr>
        </p:nvSpPr>
        <p:spPr>
          <a:xfrm>
            <a:off x="2953805" y="1327320"/>
            <a:ext cx="189300" cy="39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?</a:t>
            </a:r>
            <a:endParaRPr/>
          </a:p>
        </p:txBody>
      </p:sp>
      <p:sp>
        <p:nvSpPr>
          <p:cNvPr id="1930" name="Google Shape;1930;p150"/>
          <p:cNvSpPr/>
          <p:nvPr/>
        </p:nvSpPr>
        <p:spPr>
          <a:xfrm>
            <a:off x="785825" y="2222463"/>
            <a:ext cx="4329900" cy="858300"/>
          </a:xfrm>
          <a:prstGeom prst="rect">
            <a:avLst/>
          </a:prstGeom>
          <a:solidFill>
            <a:schemeClr val="lt2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931" name="Google Shape;1931;p150"/>
          <p:cNvCxnSpPr/>
          <p:nvPr/>
        </p:nvCxnSpPr>
        <p:spPr>
          <a:xfrm>
            <a:off x="1976100" y="2208800"/>
            <a:ext cx="0" cy="8520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932" name="Google Shape;1932;p150"/>
          <p:cNvCxnSpPr/>
          <p:nvPr/>
        </p:nvCxnSpPr>
        <p:spPr>
          <a:xfrm rot="10800000">
            <a:off x="781500" y="2047525"/>
            <a:ext cx="11946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933" name="Google Shape;1933;p150"/>
          <p:cNvSpPr txBox="1"/>
          <p:nvPr>
            <p:ph idx="1" type="body"/>
          </p:nvPr>
        </p:nvSpPr>
        <p:spPr>
          <a:xfrm>
            <a:off x="1242770" y="1676725"/>
            <a:ext cx="440700" cy="39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10</a:t>
            </a:r>
            <a:endParaRPr/>
          </a:p>
        </p:txBody>
      </p:sp>
      <p:cxnSp>
        <p:nvCxnSpPr>
          <p:cNvPr id="1934" name="Google Shape;1934;p150"/>
          <p:cNvCxnSpPr/>
          <p:nvPr/>
        </p:nvCxnSpPr>
        <p:spPr>
          <a:xfrm rot="10800000">
            <a:off x="4299125" y="2045850"/>
            <a:ext cx="8058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935" name="Google Shape;1935;p150"/>
          <p:cNvSpPr txBox="1"/>
          <p:nvPr>
            <p:ph idx="1" type="body"/>
          </p:nvPr>
        </p:nvSpPr>
        <p:spPr>
          <a:xfrm>
            <a:off x="4643533" y="1675050"/>
            <a:ext cx="189300" cy="39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7</a:t>
            </a:r>
            <a:endParaRPr/>
          </a:p>
        </p:txBody>
      </p:sp>
      <p:sp>
        <p:nvSpPr>
          <p:cNvPr id="1936" name="Google Shape;1936;p150"/>
          <p:cNvSpPr txBox="1"/>
          <p:nvPr>
            <p:ph idx="1" type="body"/>
          </p:nvPr>
        </p:nvSpPr>
        <p:spPr>
          <a:xfrm>
            <a:off x="1224400" y="2712675"/>
            <a:ext cx="334200" cy="39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solidFill>
                  <a:schemeClr val="accent5"/>
                </a:solidFill>
              </a:rPr>
              <a:t>7</a:t>
            </a:r>
            <a:r>
              <a:rPr lang="en-GB">
                <a:solidFill>
                  <a:schemeClr val="accent5"/>
                </a:solidFill>
              </a:rPr>
              <a:t>0</a:t>
            </a:r>
            <a:endParaRPr>
              <a:solidFill>
                <a:schemeClr val="accent5"/>
              </a:solidFill>
            </a:endParaRPr>
          </a:p>
        </p:txBody>
      </p:sp>
      <p:sp>
        <p:nvSpPr>
          <p:cNvPr id="1937" name="Google Shape;1937;p150"/>
          <p:cNvSpPr txBox="1"/>
          <p:nvPr>
            <p:ph idx="1" type="body"/>
          </p:nvPr>
        </p:nvSpPr>
        <p:spPr>
          <a:xfrm>
            <a:off x="2396500" y="2712675"/>
            <a:ext cx="334200" cy="39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solidFill>
                  <a:schemeClr val="accent5"/>
                </a:solidFill>
              </a:rPr>
              <a:t>70</a:t>
            </a:r>
            <a:endParaRPr>
              <a:solidFill>
                <a:schemeClr val="accent5"/>
              </a:solidFill>
            </a:endParaRPr>
          </a:p>
        </p:txBody>
      </p:sp>
      <p:sp>
        <p:nvSpPr>
          <p:cNvPr id="1938" name="Google Shape;1938;p150"/>
          <p:cNvSpPr txBox="1"/>
          <p:nvPr>
            <p:ph idx="1" type="body"/>
          </p:nvPr>
        </p:nvSpPr>
        <p:spPr>
          <a:xfrm>
            <a:off x="2876842" y="1255727"/>
            <a:ext cx="482400" cy="392400"/>
          </a:xfrm>
          <a:prstGeom prst="rect">
            <a:avLst/>
          </a:prstGeom>
          <a:solidFill>
            <a:schemeClr val="lt1"/>
          </a:solidFill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37</a:t>
            </a:r>
            <a:endParaRPr/>
          </a:p>
        </p:txBody>
      </p:sp>
      <p:sp>
        <p:nvSpPr>
          <p:cNvPr id="1939" name="Google Shape;1939;p150"/>
          <p:cNvSpPr txBox="1"/>
          <p:nvPr>
            <p:ph idx="1" type="body"/>
          </p:nvPr>
        </p:nvSpPr>
        <p:spPr>
          <a:xfrm>
            <a:off x="1336352" y="743100"/>
            <a:ext cx="696900" cy="3924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= 37</a:t>
            </a:r>
            <a:endParaRPr/>
          </a:p>
        </p:txBody>
      </p:sp>
      <p:cxnSp>
        <p:nvCxnSpPr>
          <p:cNvPr id="1940" name="Google Shape;1940;p150"/>
          <p:cNvCxnSpPr/>
          <p:nvPr/>
        </p:nvCxnSpPr>
        <p:spPr>
          <a:xfrm>
            <a:off x="3143100" y="2208789"/>
            <a:ext cx="0" cy="8520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941" name="Google Shape;1941;p150"/>
          <p:cNvCxnSpPr/>
          <p:nvPr/>
        </p:nvCxnSpPr>
        <p:spPr>
          <a:xfrm>
            <a:off x="4320000" y="2208789"/>
            <a:ext cx="0" cy="8520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942" name="Google Shape;1942;p150"/>
          <p:cNvCxnSpPr/>
          <p:nvPr/>
        </p:nvCxnSpPr>
        <p:spPr>
          <a:xfrm rot="10800000">
            <a:off x="1966300" y="2048789"/>
            <a:ext cx="11946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943" name="Google Shape;1943;p150"/>
          <p:cNvSpPr txBox="1"/>
          <p:nvPr>
            <p:ph idx="1" type="body"/>
          </p:nvPr>
        </p:nvSpPr>
        <p:spPr>
          <a:xfrm>
            <a:off x="2427570" y="1677989"/>
            <a:ext cx="440700" cy="39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10</a:t>
            </a:r>
            <a:endParaRPr/>
          </a:p>
        </p:txBody>
      </p:sp>
      <p:sp>
        <p:nvSpPr>
          <p:cNvPr id="1944" name="Google Shape;1944;p150"/>
          <p:cNvSpPr txBox="1"/>
          <p:nvPr>
            <p:ph idx="1" type="body"/>
          </p:nvPr>
        </p:nvSpPr>
        <p:spPr>
          <a:xfrm>
            <a:off x="3564450" y="2712675"/>
            <a:ext cx="334200" cy="39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solidFill>
                  <a:schemeClr val="accent5"/>
                </a:solidFill>
              </a:rPr>
              <a:t>70</a:t>
            </a:r>
            <a:endParaRPr>
              <a:solidFill>
                <a:schemeClr val="accent5"/>
              </a:solidFill>
            </a:endParaRPr>
          </a:p>
        </p:txBody>
      </p:sp>
      <p:cxnSp>
        <p:nvCxnSpPr>
          <p:cNvPr id="1945" name="Google Shape;1945;p150"/>
          <p:cNvCxnSpPr/>
          <p:nvPr/>
        </p:nvCxnSpPr>
        <p:spPr>
          <a:xfrm rot="10800000">
            <a:off x="3134250" y="2043391"/>
            <a:ext cx="11946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946" name="Google Shape;1946;p150"/>
          <p:cNvSpPr txBox="1"/>
          <p:nvPr>
            <p:ph idx="1" type="body"/>
          </p:nvPr>
        </p:nvSpPr>
        <p:spPr>
          <a:xfrm>
            <a:off x="3595520" y="1672591"/>
            <a:ext cx="440700" cy="39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10</a:t>
            </a:r>
            <a:endParaRPr/>
          </a:p>
        </p:txBody>
      </p:sp>
      <p:sp>
        <p:nvSpPr>
          <p:cNvPr id="1947" name="Google Shape;1947;p150"/>
          <p:cNvSpPr txBox="1"/>
          <p:nvPr>
            <p:ph idx="1" type="body"/>
          </p:nvPr>
        </p:nvSpPr>
        <p:spPr>
          <a:xfrm>
            <a:off x="2330401" y="2266913"/>
            <a:ext cx="556800" cy="39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solidFill>
                  <a:schemeClr val="accent5"/>
                </a:solidFill>
              </a:rPr>
              <a:t>2</a:t>
            </a:r>
            <a:r>
              <a:rPr lang="en-GB">
                <a:solidFill>
                  <a:schemeClr val="accent5"/>
                </a:solidFill>
              </a:rPr>
              <a:t>10</a:t>
            </a:r>
            <a:endParaRPr>
              <a:solidFill>
                <a:schemeClr val="accent5"/>
              </a:solidFill>
            </a:endParaRPr>
          </a:p>
        </p:txBody>
      </p:sp>
      <p:sp>
        <p:nvSpPr>
          <p:cNvPr id="1948" name="Google Shape;1948;p150"/>
          <p:cNvSpPr txBox="1"/>
          <p:nvPr>
            <p:ph idx="1" type="body"/>
          </p:nvPr>
        </p:nvSpPr>
        <p:spPr>
          <a:xfrm>
            <a:off x="4534925" y="2712675"/>
            <a:ext cx="334200" cy="39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solidFill>
                  <a:schemeClr val="accent5"/>
                </a:solidFill>
              </a:rPr>
              <a:t>49</a:t>
            </a:r>
            <a:endParaRPr>
              <a:solidFill>
                <a:schemeClr val="accent5"/>
              </a:solidFill>
            </a:endParaRPr>
          </a:p>
        </p:txBody>
      </p:sp>
      <p:sp>
        <p:nvSpPr>
          <p:cNvPr id="1949" name="Google Shape;1949;p150"/>
          <p:cNvSpPr txBox="1"/>
          <p:nvPr/>
        </p:nvSpPr>
        <p:spPr>
          <a:xfrm>
            <a:off x="324000" y="3791750"/>
            <a:ext cx="4025100" cy="102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This is only one way to partition 259, could you have done it differently?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50" name="Google Shape;1950;p150"/>
          <p:cNvSpPr txBox="1"/>
          <p:nvPr/>
        </p:nvSpPr>
        <p:spPr>
          <a:xfrm>
            <a:off x="5943875" y="2335050"/>
            <a:ext cx="574200" cy="35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>
                <a:latin typeface="Lexend"/>
                <a:ea typeface="Lexend"/>
                <a:cs typeface="Lexend"/>
                <a:sym typeface="Lexend"/>
              </a:rPr>
              <a:t>7</a:t>
            </a:r>
            <a:endParaRPr sz="2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951" name="Google Shape;1951;p150"/>
          <p:cNvGrpSpPr/>
          <p:nvPr/>
        </p:nvGrpSpPr>
        <p:grpSpPr>
          <a:xfrm>
            <a:off x="6425704" y="2307664"/>
            <a:ext cx="974775" cy="537591"/>
            <a:chOff x="5726000" y="1634450"/>
            <a:chExt cx="1061500" cy="412200"/>
          </a:xfrm>
        </p:grpSpPr>
        <p:cxnSp>
          <p:nvCxnSpPr>
            <p:cNvPr id="1952" name="Google Shape;1952;p150"/>
            <p:cNvCxnSpPr/>
            <p:nvPr/>
          </p:nvCxnSpPr>
          <p:spPr>
            <a:xfrm flipH="1" rot="10800000">
              <a:off x="5726100" y="1644795"/>
              <a:ext cx="1061400" cy="36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53" name="Google Shape;1953;p150"/>
            <p:cNvCxnSpPr/>
            <p:nvPr/>
          </p:nvCxnSpPr>
          <p:spPr>
            <a:xfrm>
              <a:off x="5726000" y="1634450"/>
              <a:ext cx="0" cy="4122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954" name="Google Shape;1954;p150"/>
          <p:cNvSpPr txBox="1"/>
          <p:nvPr/>
        </p:nvSpPr>
        <p:spPr>
          <a:xfrm>
            <a:off x="6822875" y="1789175"/>
            <a:ext cx="710100" cy="35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>
                <a:latin typeface="Lexend"/>
                <a:ea typeface="Lexend"/>
                <a:cs typeface="Lexend"/>
                <a:sym typeface="Lexend"/>
              </a:rPr>
              <a:t>3</a:t>
            </a:r>
            <a:r>
              <a:rPr lang="en-GB" sz="2800">
                <a:latin typeface="Lexend"/>
                <a:ea typeface="Lexend"/>
                <a:cs typeface="Lexend"/>
                <a:sym typeface="Lexend"/>
              </a:rPr>
              <a:t> 7</a:t>
            </a:r>
            <a:endParaRPr sz="2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55" name="Google Shape;1955;p150"/>
          <p:cNvSpPr txBox="1"/>
          <p:nvPr/>
        </p:nvSpPr>
        <p:spPr>
          <a:xfrm>
            <a:off x="6518075" y="2335050"/>
            <a:ext cx="1080000" cy="35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>
                <a:latin typeface="Lexend"/>
                <a:ea typeface="Lexend"/>
                <a:cs typeface="Lexend"/>
                <a:sym typeface="Lexend"/>
              </a:rPr>
              <a:t>2 5</a:t>
            </a:r>
            <a:r>
              <a:rPr lang="en-GB" sz="2800">
                <a:latin typeface="Lexend"/>
                <a:ea typeface="Lexend"/>
                <a:cs typeface="Lexend"/>
                <a:sym typeface="Lexend"/>
              </a:rPr>
              <a:t> 9</a:t>
            </a:r>
            <a:endParaRPr sz="2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56" name="Google Shape;1956;p150"/>
          <p:cNvSpPr txBox="1"/>
          <p:nvPr/>
        </p:nvSpPr>
        <p:spPr>
          <a:xfrm>
            <a:off x="6712327" y="2208800"/>
            <a:ext cx="734700" cy="41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2   4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57" name="Google Shape;1957;p150"/>
          <p:cNvSpPr txBox="1"/>
          <p:nvPr/>
        </p:nvSpPr>
        <p:spPr>
          <a:xfrm>
            <a:off x="5440125" y="719550"/>
            <a:ext cx="3379800" cy="102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Let’s compare methods again.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58" name="Google Shape;1958;p150"/>
          <p:cNvSpPr txBox="1"/>
          <p:nvPr/>
        </p:nvSpPr>
        <p:spPr>
          <a:xfrm>
            <a:off x="5440125" y="3988350"/>
            <a:ext cx="4025100" cy="69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Which do you prefer?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59" name="Google Shape;1959;p150"/>
          <p:cNvSpPr/>
          <p:nvPr/>
        </p:nvSpPr>
        <p:spPr>
          <a:xfrm>
            <a:off x="6867925" y="1931225"/>
            <a:ext cx="268200" cy="335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60" name="Google Shape;1960;p150"/>
          <p:cNvSpPr/>
          <p:nvPr/>
        </p:nvSpPr>
        <p:spPr>
          <a:xfrm>
            <a:off x="7178825" y="1910913"/>
            <a:ext cx="268200" cy="335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61" name="Google Shape;1961;p150"/>
          <p:cNvSpPr/>
          <p:nvPr/>
        </p:nvSpPr>
        <p:spPr>
          <a:xfrm>
            <a:off x="6810500" y="2345400"/>
            <a:ext cx="116400" cy="179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62" name="Google Shape;1962;p150"/>
          <p:cNvSpPr/>
          <p:nvPr/>
        </p:nvSpPr>
        <p:spPr>
          <a:xfrm>
            <a:off x="7127875" y="2345400"/>
            <a:ext cx="129000" cy="179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63" name="Google Shape;1963;p150"/>
          <p:cNvSpPr/>
          <p:nvPr/>
        </p:nvSpPr>
        <p:spPr>
          <a:xfrm rot="10800000">
            <a:off x="1177498" y="2654725"/>
            <a:ext cx="2782677" cy="154875"/>
          </a:xfrm>
          <a:custGeom>
            <a:rect b="b" l="l" r="r" t="t"/>
            <a:pathLst>
              <a:path extrusionOk="0" h="6195" w="67631">
                <a:moveTo>
                  <a:pt x="0" y="103"/>
                </a:moveTo>
                <a:lnTo>
                  <a:pt x="0" y="6195"/>
                </a:lnTo>
                <a:lnTo>
                  <a:pt x="67631" y="6195"/>
                </a:lnTo>
                <a:lnTo>
                  <a:pt x="67631" y="0"/>
                </a:lnTo>
              </a:path>
            </a:pathLst>
          </a:custGeom>
          <a:noFill/>
          <a:ln cap="flat" cmpd="sng" w="1905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967" name="Shape 19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8" name="Google Shape;1968;p15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Securing understanding of division</a:t>
            </a:r>
            <a:endParaRPr/>
          </a:p>
        </p:txBody>
      </p:sp>
      <p:sp>
        <p:nvSpPr>
          <p:cNvPr id="1969" name="Google Shape;1969;p151"/>
          <p:cNvSpPr/>
          <p:nvPr/>
        </p:nvSpPr>
        <p:spPr>
          <a:xfrm>
            <a:off x="793025" y="2219900"/>
            <a:ext cx="4315500" cy="858300"/>
          </a:xfrm>
          <a:prstGeom prst="rect">
            <a:avLst/>
          </a:prstGeom>
          <a:solidFill>
            <a:schemeClr val="lt2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259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70" name="Google Shape;1970;p151"/>
          <p:cNvSpPr txBox="1"/>
          <p:nvPr>
            <p:ph idx="1" type="body"/>
          </p:nvPr>
        </p:nvSpPr>
        <p:spPr>
          <a:xfrm>
            <a:off x="324000" y="743100"/>
            <a:ext cx="1012200" cy="39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259 ÷ 7</a:t>
            </a:r>
            <a:endParaRPr/>
          </a:p>
        </p:txBody>
      </p:sp>
      <p:sp>
        <p:nvSpPr>
          <p:cNvPr id="1971" name="Google Shape;1971;p151"/>
          <p:cNvSpPr txBox="1"/>
          <p:nvPr>
            <p:ph idx="1" type="body"/>
          </p:nvPr>
        </p:nvSpPr>
        <p:spPr>
          <a:xfrm>
            <a:off x="540575" y="2452850"/>
            <a:ext cx="189300" cy="39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7</a:t>
            </a:r>
            <a:endParaRPr/>
          </a:p>
        </p:txBody>
      </p:sp>
      <p:cxnSp>
        <p:nvCxnSpPr>
          <p:cNvPr id="1972" name="Google Shape;1972;p151"/>
          <p:cNvCxnSpPr/>
          <p:nvPr/>
        </p:nvCxnSpPr>
        <p:spPr>
          <a:xfrm rot="10800000">
            <a:off x="781350" y="1672550"/>
            <a:ext cx="43299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973" name="Google Shape;1973;p151"/>
          <p:cNvSpPr txBox="1"/>
          <p:nvPr>
            <p:ph idx="1" type="body"/>
          </p:nvPr>
        </p:nvSpPr>
        <p:spPr>
          <a:xfrm>
            <a:off x="2953805" y="1327320"/>
            <a:ext cx="189300" cy="39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?</a:t>
            </a:r>
            <a:endParaRPr/>
          </a:p>
        </p:txBody>
      </p:sp>
      <p:sp>
        <p:nvSpPr>
          <p:cNvPr id="1974" name="Google Shape;1974;p151"/>
          <p:cNvSpPr/>
          <p:nvPr/>
        </p:nvSpPr>
        <p:spPr>
          <a:xfrm>
            <a:off x="785825" y="2222463"/>
            <a:ext cx="4329900" cy="858300"/>
          </a:xfrm>
          <a:prstGeom prst="rect">
            <a:avLst/>
          </a:prstGeom>
          <a:solidFill>
            <a:schemeClr val="lt2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259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975" name="Google Shape;1975;p151"/>
          <p:cNvCxnSpPr/>
          <p:nvPr/>
        </p:nvCxnSpPr>
        <p:spPr>
          <a:xfrm>
            <a:off x="1976100" y="2208800"/>
            <a:ext cx="0" cy="8520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976" name="Google Shape;1976;p151"/>
          <p:cNvCxnSpPr/>
          <p:nvPr/>
        </p:nvCxnSpPr>
        <p:spPr>
          <a:xfrm rot="10800000">
            <a:off x="781500" y="2047525"/>
            <a:ext cx="11946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977" name="Google Shape;1977;p151"/>
          <p:cNvSpPr txBox="1"/>
          <p:nvPr>
            <p:ph idx="1" type="body"/>
          </p:nvPr>
        </p:nvSpPr>
        <p:spPr>
          <a:xfrm>
            <a:off x="1242770" y="1676725"/>
            <a:ext cx="440700" cy="39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10</a:t>
            </a:r>
            <a:endParaRPr/>
          </a:p>
        </p:txBody>
      </p:sp>
      <p:cxnSp>
        <p:nvCxnSpPr>
          <p:cNvPr id="1978" name="Google Shape;1978;p151"/>
          <p:cNvCxnSpPr/>
          <p:nvPr/>
        </p:nvCxnSpPr>
        <p:spPr>
          <a:xfrm rot="10800000">
            <a:off x="4299125" y="2045850"/>
            <a:ext cx="8058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979" name="Google Shape;1979;p151"/>
          <p:cNvSpPr txBox="1"/>
          <p:nvPr>
            <p:ph idx="1" type="body"/>
          </p:nvPr>
        </p:nvSpPr>
        <p:spPr>
          <a:xfrm>
            <a:off x="4643533" y="1675050"/>
            <a:ext cx="189300" cy="39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7</a:t>
            </a:r>
            <a:endParaRPr/>
          </a:p>
        </p:txBody>
      </p:sp>
      <p:sp>
        <p:nvSpPr>
          <p:cNvPr id="1980" name="Google Shape;1980;p151"/>
          <p:cNvSpPr txBox="1"/>
          <p:nvPr>
            <p:ph idx="1" type="body"/>
          </p:nvPr>
        </p:nvSpPr>
        <p:spPr>
          <a:xfrm>
            <a:off x="1224400" y="2712675"/>
            <a:ext cx="334200" cy="39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solidFill>
                  <a:schemeClr val="accent5"/>
                </a:solidFill>
              </a:rPr>
              <a:t>70</a:t>
            </a:r>
            <a:endParaRPr>
              <a:solidFill>
                <a:schemeClr val="accent5"/>
              </a:solidFill>
            </a:endParaRPr>
          </a:p>
        </p:txBody>
      </p:sp>
      <p:sp>
        <p:nvSpPr>
          <p:cNvPr id="1981" name="Google Shape;1981;p151"/>
          <p:cNvSpPr txBox="1"/>
          <p:nvPr>
            <p:ph idx="1" type="body"/>
          </p:nvPr>
        </p:nvSpPr>
        <p:spPr>
          <a:xfrm>
            <a:off x="2396500" y="2712675"/>
            <a:ext cx="334200" cy="39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solidFill>
                  <a:schemeClr val="accent5"/>
                </a:solidFill>
              </a:rPr>
              <a:t>70</a:t>
            </a:r>
            <a:endParaRPr>
              <a:solidFill>
                <a:schemeClr val="accent5"/>
              </a:solidFill>
            </a:endParaRPr>
          </a:p>
        </p:txBody>
      </p:sp>
      <p:sp>
        <p:nvSpPr>
          <p:cNvPr id="1982" name="Google Shape;1982;p151"/>
          <p:cNvSpPr txBox="1"/>
          <p:nvPr>
            <p:ph idx="1" type="body"/>
          </p:nvPr>
        </p:nvSpPr>
        <p:spPr>
          <a:xfrm>
            <a:off x="2876842" y="1255727"/>
            <a:ext cx="482400" cy="392400"/>
          </a:xfrm>
          <a:prstGeom prst="rect">
            <a:avLst/>
          </a:prstGeom>
          <a:solidFill>
            <a:schemeClr val="lt1"/>
          </a:solidFill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37</a:t>
            </a:r>
            <a:endParaRPr/>
          </a:p>
        </p:txBody>
      </p:sp>
      <p:sp>
        <p:nvSpPr>
          <p:cNvPr id="1983" name="Google Shape;1983;p151"/>
          <p:cNvSpPr txBox="1"/>
          <p:nvPr>
            <p:ph idx="1" type="body"/>
          </p:nvPr>
        </p:nvSpPr>
        <p:spPr>
          <a:xfrm>
            <a:off x="1336352" y="743100"/>
            <a:ext cx="696900" cy="3924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= 37</a:t>
            </a:r>
            <a:endParaRPr/>
          </a:p>
        </p:txBody>
      </p:sp>
      <p:cxnSp>
        <p:nvCxnSpPr>
          <p:cNvPr id="1984" name="Google Shape;1984;p151"/>
          <p:cNvCxnSpPr/>
          <p:nvPr/>
        </p:nvCxnSpPr>
        <p:spPr>
          <a:xfrm>
            <a:off x="3143100" y="2208789"/>
            <a:ext cx="0" cy="8520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985" name="Google Shape;1985;p151"/>
          <p:cNvCxnSpPr/>
          <p:nvPr/>
        </p:nvCxnSpPr>
        <p:spPr>
          <a:xfrm>
            <a:off x="4320000" y="2208789"/>
            <a:ext cx="0" cy="8520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986" name="Google Shape;1986;p151"/>
          <p:cNvCxnSpPr/>
          <p:nvPr/>
        </p:nvCxnSpPr>
        <p:spPr>
          <a:xfrm rot="10800000">
            <a:off x="1966300" y="2048789"/>
            <a:ext cx="11946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987" name="Google Shape;1987;p151"/>
          <p:cNvSpPr txBox="1"/>
          <p:nvPr>
            <p:ph idx="1" type="body"/>
          </p:nvPr>
        </p:nvSpPr>
        <p:spPr>
          <a:xfrm>
            <a:off x="2427570" y="1677989"/>
            <a:ext cx="440700" cy="39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10</a:t>
            </a:r>
            <a:endParaRPr/>
          </a:p>
        </p:txBody>
      </p:sp>
      <p:sp>
        <p:nvSpPr>
          <p:cNvPr id="1988" name="Google Shape;1988;p151"/>
          <p:cNvSpPr txBox="1"/>
          <p:nvPr>
            <p:ph idx="1" type="body"/>
          </p:nvPr>
        </p:nvSpPr>
        <p:spPr>
          <a:xfrm>
            <a:off x="3564450" y="2712675"/>
            <a:ext cx="334200" cy="39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solidFill>
                  <a:schemeClr val="accent5"/>
                </a:solidFill>
              </a:rPr>
              <a:t>70</a:t>
            </a:r>
            <a:endParaRPr>
              <a:solidFill>
                <a:schemeClr val="accent5"/>
              </a:solidFill>
            </a:endParaRPr>
          </a:p>
        </p:txBody>
      </p:sp>
      <p:cxnSp>
        <p:nvCxnSpPr>
          <p:cNvPr id="1989" name="Google Shape;1989;p151"/>
          <p:cNvCxnSpPr/>
          <p:nvPr/>
        </p:nvCxnSpPr>
        <p:spPr>
          <a:xfrm rot="10800000">
            <a:off x="3134250" y="2043391"/>
            <a:ext cx="11946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990" name="Google Shape;1990;p151"/>
          <p:cNvSpPr txBox="1"/>
          <p:nvPr>
            <p:ph idx="1" type="body"/>
          </p:nvPr>
        </p:nvSpPr>
        <p:spPr>
          <a:xfrm>
            <a:off x="3595520" y="1672591"/>
            <a:ext cx="440700" cy="39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10</a:t>
            </a:r>
            <a:endParaRPr/>
          </a:p>
        </p:txBody>
      </p:sp>
      <p:cxnSp>
        <p:nvCxnSpPr>
          <p:cNvPr id="1991" name="Google Shape;1991;p151"/>
          <p:cNvCxnSpPr/>
          <p:nvPr/>
        </p:nvCxnSpPr>
        <p:spPr>
          <a:xfrm rot="10800000">
            <a:off x="781325" y="3235775"/>
            <a:ext cx="35391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992" name="Google Shape;1992;p151"/>
          <p:cNvSpPr txBox="1"/>
          <p:nvPr>
            <p:ph idx="1" type="body"/>
          </p:nvPr>
        </p:nvSpPr>
        <p:spPr>
          <a:xfrm>
            <a:off x="2330526" y="3298150"/>
            <a:ext cx="556800" cy="39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210</a:t>
            </a:r>
            <a:endParaRPr/>
          </a:p>
        </p:txBody>
      </p:sp>
      <p:sp>
        <p:nvSpPr>
          <p:cNvPr id="1993" name="Google Shape;1993;p151"/>
          <p:cNvSpPr txBox="1"/>
          <p:nvPr>
            <p:ph idx="1" type="body"/>
          </p:nvPr>
        </p:nvSpPr>
        <p:spPr>
          <a:xfrm>
            <a:off x="4534925" y="2712675"/>
            <a:ext cx="334200" cy="39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solidFill>
                  <a:schemeClr val="accent5"/>
                </a:solidFill>
              </a:rPr>
              <a:t>49</a:t>
            </a:r>
            <a:endParaRPr>
              <a:solidFill>
                <a:schemeClr val="accent5"/>
              </a:solidFill>
            </a:endParaRPr>
          </a:p>
        </p:txBody>
      </p:sp>
      <p:sp>
        <p:nvSpPr>
          <p:cNvPr id="1994" name="Google Shape;1994;p151"/>
          <p:cNvSpPr txBox="1"/>
          <p:nvPr/>
        </p:nvSpPr>
        <p:spPr>
          <a:xfrm>
            <a:off x="324000" y="3791750"/>
            <a:ext cx="4025100" cy="102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This is only one way to partition 259, could you have done it differently?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95" name="Google Shape;1995;p151"/>
          <p:cNvSpPr txBox="1"/>
          <p:nvPr/>
        </p:nvSpPr>
        <p:spPr>
          <a:xfrm>
            <a:off x="5943875" y="2335050"/>
            <a:ext cx="574200" cy="35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>
                <a:latin typeface="Lexend"/>
                <a:ea typeface="Lexend"/>
                <a:cs typeface="Lexend"/>
                <a:sym typeface="Lexend"/>
              </a:rPr>
              <a:t>7</a:t>
            </a:r>
            <a:endParaRPr sz="2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996" name="Google Shape;1996;p151"/>
          <p:cNvGrpSpPr/>
          <p:nvPr/>
        </p:nvGrpSpPr>
        <p:grpSpPr>
          <a:xfrm>
            <a:off x="6425704" y="2307664"/>
            <a:ext cx="974775" cy="537591"/>
            <a:chOff x="5726000" y="1634450"/>
            <a:chExt cx="1061500" cy="412200"/>
          </a:xfrm>
        </p:grpSpPr>
        <p:cxnSp>
          <p:nvCxnSpPr>
            <p:cNvPr id="1997" name="Google Shape;1997;p151"/>
            <p:cNvCxnSpPr/>
            <p:nvPr/>
          </p:nvCxnSpPr>
          <p:spPr>
            <a:xfrm flipH="1" rot="10800000">
              <a:off x="5726100" y="1644795"/>
              <a:ext cx="1061400" cy="36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98" name="Google Shape;1998;p151"/>
            <p:cNvCxnSpPr/>
            <p:nvPr/>
          </p:nvCxnSpPr>
          <p:spPr>
            <a:xfrm>
              <a:off x="5726000" y="1634450"/>
              <a:ext cx="0" cy="4122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999" name="Google Shape;1999;p151"/>
          <p:cNvSpPr txBox="1"/>
          <p:nvPr/>
        </p:nvSpPr>
        <p:spPr>
          <a:xfrm>
            <a:off x="6822875" y="1789175"/>
            <a:ext cx="710100" cy="35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>
                <a:latin typeface="Lexend"/>
                <a:ea typeface="Lexend"/>
                <a:cs typeface="Lexend"/>
                <a:sym typeface="Lexend"/>
              </a:rPr>
              <a:t>3 7</a:t>
            </a:r>
            <a:endParaRPr sz="2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00" name="Google Shape;2000;p151"/>
          <p:cNvSpPr txBox="1"/>
          <p:nvPr/>
        </p:nvSpPr>
        <p:spPr>
          <a:xfrm>
            <a:off x="6518075" y="2335050"/>
            <a:ext cx="1080000" cy="35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>
                <a:latin typeface="Lexend"/>
                <a:ea typeface="Lexend"/>
                <a:cs typeface="Lexend"/>
                <a:sym typeface="Lexend"/>
              </a:rPr>
              <a:t>2 5 9</a:t>
            </a:r>
            <a:endParaRPr sz="2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01" name="Google Shape;2001;p151"/>
          <p:cNvSpPr txBox="1"/>
          <p:nvPr/>
        </p:nvSpPr>
        <p:spPr>
          <a:xfrm>
            <a:off x="6712327" y="2208800"/>
            <a:ext cx="734700" cy="41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2   4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02" name="Google Shape;2002;p151"/>
          <p:cNvSpPr txBox="1"/>
          <p:nvPr/>
        </p:nvSpPr>
        <p:spPr>
          <a:xfrm>
            <a:off x="5440125" y="719550"/>
            <a:ext cx="3379800" cy="102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Let’s compare methods again.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03" name="Google Shape;2003;p151"/>
          <p:cNvSpPr txBox="1"/>
          <p:nvPr/>
        </p:nvSpPr>
        <p:spPr>
          <a:xfrm>
            <a:off x="5440125" y="3988350"/>
            <a:ext cx="4025100" cy="69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Which do you prefer?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04" name="Google Shape;2004;p151"/>
          <p:cNvSpPr/>
          <p:nvPr/>
        </p:nvSpPr>
        <p:spPr>
          <a:xfrm>
            <a:off x="6867925" y="1931225"/>
            <a:ext cx="268200" cy="335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05" name="Google Shape;2005;p151"/>
          <p:cNvSpPr/>
          <p:nvPr/>
        </p:nvSpPr>
        <p:spPr>
          <a:xfrm>
            <a:off x="7178825" y="1910913"/>
            <a:ext cx="268200" cy="335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06" name="Google Shape;2006;p151"/>
          <p:cNvSpPr/>
          <p:nvPr/>
        </p:nvSpPr>
        <p:spPr>
          <a:xfrm>
            <a:off x="6810500" y="2345400"/>
            <a:ext cx="116400" cy="179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07" name="Google Shape;2007;p151"/>
          <p:cNvSpPr/>
          <p:nvPr/>
        </p:nvSpPr>
        <p:spPr>
          <a:xfrm>
            <a:off x="7127875" y="2345400"/>
            <a:ext cx="129000" cy="179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1" name="Shape 20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2" name="Google Shape;2012;p15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Securing understanding of division</a:t>
            </a:r>
            <a:endParaRPr/>
          </a:p>
        </p:txBody>
      </p:sp>
      <p:sp>
        <p:nvSpPr>
          <p:cNvPr id="2013" name="Google Shape;2013;p152"/>
          <p:cNvSpPr txBox="1"/>
          <p:nvPr>
            <p:ph idx="1" type="body"/>
          </p:nvPr>
        </p:nvSpPr>
        <p:spPr>
          <a:xfrm>
            <a:off x="324000" y="759300"/>
            <a:ext cx="10122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294 ÷ 6</a:t>
            </a:r>
            <a:endParaRPr/>
          </a:p>
        </p:txBody>
      </p:sp>
      <p:sp>
        <p:nvSpPr>
          <p:cNvPr id="2014" name="Google Shape;2014;p152"/>
          <p:cNvSpPr txBox="1"/>
          <p:nvPr>
            <p:ph idx="1" type="body"/>
          </p:nvPr>
        </p:nvSpPr>
        <p:spPr>
          <a:xfrm>
            <a:off x="735450" y="2303025"/>
            <a:ext cx="189300" cy="39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6</a:t>
            </a:r>
            <a:endParaRPr/>
          </a:p>
        </p:txBody>
      </p:sp>
      <p:cxnSp>
        <p:nvCxnSpPr>
          <p:cNvPr id="2015" name="Google Shape;2015;p152"/>
          <p:cNvCxnSpPr/>
          <p:nvPr/>
        </p:nvCxnSpPr>
        <p:spPr>
          <a:xfrm rot="10800000">
            <a:off x="1036925" y="1520150"/>
            <a:ext cx="57825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2016" name="Google Shape;2016;p152"/>
          <p:cNvSpPr txBox="1"/>
          <p:nvPr>
            <p:ph idx="1" type="body"/>
          </p:nvPr>
        </p:nvSpPr>
        <p:spPr>
          <a:xfrm>
            <a:off x="3715805" y="1174920"/>
            <a:ext cx="189300" cy="39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e</a:t>
            </a:r>
            <a:endParaRPr/>
          </a:p>
        </p:txBody>
      </p:sp>
      <p:sp>
        <p:nvSpPr>
          <p:cNvPr id="2017" name="Google Shape;2017;p152"/>
          <p:cNvSpPr/>
          <p:nvPr/>
        </p:nvSpPr>
        <p:spPr>
          <a:xfrm>
            <a:off x="1062300" y="2070075"/>
            <a:ext cx="5776200" cy="858300"/>
          </a:xfrm>
          <a:prstGeom prst="rect">
            <a:avLst/>
          </a:prstGeom>
          <a:solidFill>
            <a:schemeClr val="lt2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a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018" name="Google Shape;2018;p152"/>
          <p:cNvCxnSpPr/>
          <p:nvPr/>
        </p:nvCxnSpPr>
        <p:spPr>
          <a:xfrm>
            <a:off x="3423900" y="2056400"/>
            <a:ext cx="0" cy="8520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2019" name="Google Shape;2019;p152"/>
          <p:cNvCxnSpPr/>
          <p:nvPr/>
        </p:nvCxnSpPr>
        <p:spPr>
          <a:xfrm rot="10800000">
            <a:off x="2229300" y="1895125"/>
            <a:ext cx="11946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2020" name="Google Shape;2020;p152"/>
          <p:cNvSpPr txBox="1"/>
          <p:nvPr>
            <p:ph idx="1" type="body"/>
          </p:nvPr>
        </p:nvSpPr>
        <p:spPr>
          <a:xfrm>
            <a:off x="2690570" y="1524325"/>
            <a:ext cx="440700" cy="39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10</a:t>
            </a:r>
            <a:endParaRPr/>
          </a:p>
        </p:txBody>
      </p:sp>
      <p:cxnSp>
        <p:nvCxnSpPr>
          <p:cNvPr id="2021" name="Google Shape;2021;p152"/>
          <p:cNvCxnSpPr/>
          <p:nvPr/>
        </p:nvCxnSpPr>
        <p:spPr>
          <a:xfrm rot="10800000">
            <a:off x="5746950" y="1893450"/>
            <a:ext cx="10788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2022" name="Google Shape;2022;p152"/>
          <p:cNvSpPr txBox="1"/>
          <p:nvPr>
            <p:ph idx="1" type="body"/>
          </p:nvPr>
        </p:nvSpPr>
        <p:spPr>
          <a:xfrm>
            <a:off x="6186513" y="1522650"/>
            <a:ext cx="189300" cy="39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d</a:t>
            </a:r>
            <a:endParaRPr/>
          </a:p>
        </p:txBody>
      </p:sp>
      <p:sp>
        <p:nvSpPr>
          <p:cNvPr id="2023" name="Google Shape;2023;p152"/>
          <p:cNvSpPr txBox="1"/>
          <p:nvPr>
            <p:ph idx="1" type="body"/>
          </p:nvPr>
        </p:nvSpPr>
        <p:spPr>
          <a:xfrm>
            <a:off x="2672200" y="2560275"/>
            <a:ext cx="334200" cy="39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b</a:t>
            </a:r>
            <a:endParaRPr/>
          </a:p>
        </p:txBody>
      </p:sp>
      <p:sp>
        <p:nvSpPr>
          <p:cNvPr id="2024" name="Google Shape;2024;p152"/>
          <p:cNvSpPr txBox="1"/>
          <p:nvPr>
            <p:ph idx="1" type="body"/>
          </p:nvPr>
        </p:nvSpPr>
        <p:spPr>
          <a:xfrm>
            <a:off x="3844300" y="2560275"/>
            <a:ext cx="334200" cy="39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b</a:t>
            </a:r>
            <a:endParaRPr/>
          </a:p>
        </p:txBody>
      </p:sp>
      <p:cxnSp>
        <p:nvCxnSpPr>
          <p:cNvPr id="2025" name="Google Shape;2025;p152"/>
          <p:cNvCxnSpPr/>
          <p:nvPr/>
        </p:nvCxnSpPr>
        <p:spPr>
          <a:xfrm>
            <a:off x="4590900" y="2056389"/>
            <a:ext cx="0" cy="8520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2026" name="Google Shape;2026;p152"/>
          <p:cNvCxnSpPr/>
          <p:nvPr/>
        </p:nvCxnSpPr>
        <p:spPr>
          <a:xfrm>
            <a:off x="5767800" y="2056389"/>
            <a:ext cx="0" cy="8520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2027" name="Google Shape;2027;p152"/>
          <p:cNvCxnSpPr/>
          <p:nvPr/>
        </p:nvCxnSpPr>
        <p:spPr>
          <a:xfrm rot="10800000">
            <a:off x="3414100" y="1896389"/>
            <a:ext cx="11946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2028" name="Google Shape;2028;p152"/>
          <p:cNvSpPr txBox="1"/>
          <p:nvPr>
            <p:ph idx="1" type="body"/>
          </p:nvPr>
        </p:nvSpPr>
        <p:spPr>
          <a:xfrm>
            <a:off x="3875370" y="1525589"/>
            <a:ext cx="440700" cy="39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10</a:t>
            </a:r>
            <a:endParaRPr/>
          </a:p>
        </p:txBody>
      </p:sp>
      <p:sp>
        <p:nvSpPr>
          <p:cNvPr id="2029" name="Google Shape;2029;p152"/>
          <p:cNvSpPr txBox="1"/>
          <p:nvPr>
            <p:ph idx="1" type="body"/>
          </p:nvPr>
        </p:nvSpPr>
        <p:spPr>
          <a:xfrm>
            <a:off x="5012250" y="2560275"/>
            <a:ext cx="334200" cy="39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b</a:t>
            </a:r>
            <a:endParaRPr/>
          </a:p>
        </p:txBody>
      </p:sp>
      <p:cxnSp>
        <p:nvCxnSpPr>
          <p:cNvPr id="2030" name="Google Shape;2030;p152"/>
          <p:cNvCxnSpPr/>
          <p:nvPr/>
        </p:nvCxnSpPr>
        <p:spPr>
          <a:xfrm rot="10800000">
            <a:off x="4582050" y="1890991"/>
            <a:ext cx="11946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2031" name="Google Shape;2031;p152"/>
          <p:cNvSpPr txBox="1"/>
          <p:nvPr>
            <p:ph idx="1" type="body"/>
          </p:nvPr>
        </p:nvSpPr>
        <p:spPr>
          <a:xfrm>
            <a:off x="5043320" y="1520191"/>
            <a:ext cx="440700" cy="39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10</a:t>
            </a:r>
            <a:endParaRPr/>
          </a:p>
        </p:txBody>
      </p:sp>
      <p:sp>
        <p:nvSpPr>
          <p:cNvPr id="2032" name="Google Shape;2032;p152"/>
          <p:cNvSpPr txBox="1"/>
          <p:nvPr>
            <p:ph idx="1" type="body"/>
          </p:nvPr>
        </p:nvSpPr>
        <p:spPr>
          <a:xfrm>
            <a:off x="6223697" y="2560275"/>
            <a:ext cx="482400" cy="39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c</a:t>
            </a:r>
            <a:endParaRPr/>
          </a:p>
        </p:txBody>
      </p:sp>
      <p:cxnSp>
        <p:nvCxnSpPr>
          <p:cNvPr id="2033" name="Google Shape;2033;p152"/>
          <p:cNvCxnSpPr/>
          <p:nvPr/>
        </p:nvCxnSpPr>
        <p:spPr>
          <a:xfrm>
            <a:off x="2254700" y="2063250"/>
            <a:ext cx="0" cy="8520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2034" name="Google Shape;2034;p152"/>
          <p:cNvSpPr txBox="1"/>
          <p:nvPr>
            <p:ph idx="1" type="body"/>
          </p:nvPr>
        </p:nvSpPr>
        <p:spPr>
          <a:xfrm>
            <a:off x="1517700" y="2560275"/>
            <a:ext cx="334200" cy="39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b</a:t>
            </a:r>
            <a:endParaRPr/>
          </a:p>
        </p:txBody>
      </p:sp>
      <p:cxnSp>
        <p:nvCxnSpPr>
          <p:cNvPr id="2035" name="Google Shape;2035;p152"/>
          <p:cNvCxnSpPr/>
          <p:nvPr/>
        </p:nvCxnSpPr>
        <p:spPr>
          <a:xfrm rot="10800000">
            <a:off x="1062300" y="1896400"/>
            <a:ext cx="11946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2036" name="Google Shape;2036;p152"/>
          <p:cNvSpPr txBox="1"/>
          <p:nvPr>
            <p:ph idx="1" type="body"/>
          </p:nvPr>
        </p:nvSpPr>
        <p:spPr>
          <a:xfrm>
            <a:off x="1523570" y="1525600"/>
            <a:ext cx="440700" cy="39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10</a:t>
            </a:r>
            <a:endParaRPr/>
          </a:p>
        </p:txBody>
      </p:sp>
      <p:sp>
        <p:nvSpPr>
          <p:cNvPr id="2037" name="Google Shape;2037;p152"/>
          <p:cNvSpPr txBox="1"/>
          <p:nvPr>
            <p:ph idx="1" type="body"/>
          </p:nvPr>
        </p:nvSpPr>
        <p:spPr>
          <a:xfrm>
            <a:off x="324000" y="3240000"/>
            <a:ext cx="3992100" cy="39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Find the value of each letter. </a:t>
            </a:r>
            <a:endParaRPr/>
          </a:p>
        </p:txBody>
      </p:sp>
      <p:sp>
        <p:nvSpPr>
          <p:cNvPr id="2038" name="Google Shape;2038;p152"/>
          <p:cNvSpPr txBox="1"/>
          <p:nvPr>
            <p:ph idx="1" type="body"/>
          </p:nvPr>
        </p:nvSpPr>
        <p:spPr>
          <a:xfrm>
            <a:off x="552600" y="3780000"/>
            <a:ext cx="1111500" cy="85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a = 294</a:t>
            </a:r>
            <a:endParaRPr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b = 60</a:t>
            </a:r>
            <a:r>
              <a:rPr lang="en-GB"/>
              <a:t> </a:t>
            </a:r>
            <a:endParaRPr/>
          </a:p>
        </p:txBody>
      </p:sp>
      <p:sp>
        <p:nvSpPr>
          <p:cNvPr id="2039" name="Google Shape;2039;p152"/>
          <p:cNvSpPr txBox="1"/>
          <p:nvPr>
            <p:ph idx="1" type="body"/>
          </p:nvPr>
        </p:nvSpPr>
        <p:spPr>
          <a:xfrm>
            <a:off x="2123500" y="3773975"/>
            <a:ext cx="1111500" cy="85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c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 = 54</a:t>
            </a:r>
            <a:endParaRPr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d = 9</a:t>
            </a:r>
            <a:r>
              <a:rPr lang="en-GB"/>
              <a:t> </a:t>
            </a:r>
            <a:endParaRPr/>
          </a:p>
        </p:txBody>
      </p:sp>
      <p:sp>
        <p:nvSpPr>
          <p:cNvPr id="2040" name="Google Shape;2040;p152"/>
          <p:cNvSpPr txBox="1"/>
          <p:nvPr>
            <p:ph idx="1" type="body"/>
          </p:nvPr>
        </p:nvSpPr>
        <p:spPr>
          <a:xfrm>
            <a:off x="3694400" y="3780000"/>
            <a:ext cx="1111500" cy="85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e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 = 49</a:t>
            </a:r>
            <a:endParaRPr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4" name="Shape 20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5" name="Google Shape;2045;p153"/>
          <p:cNvSpPr txBox="1"/>
          <p:nvPr>
            <p:ph idx="1" type="body"/>
          </p:nvPr>
        </p:nvSpPr>
        <p:spPr>
          <a:xfrm>
            <a:off x="324000" y="759300"/>
            <a:ext cx="41421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Which method of </a:t>
            </a:r>
            <a:r>
              <a:rPr lang="en-GB"/>
              <a:t>partitioning</a:t>
            </a:r>
            <a:r>
              <a:rPr lang="en-GB"/>
              <a:t> is the most useful for each of these calculations?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98 ÷ 2</a:t>
            </a:r>
            <a:endParaRPr/>
          </a:p>
          <a:p>
            <a:pPr indent="0" lvl="0" marL="45720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2046" name="Google Shape;2046;p15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Securing understanding of division</a:t>
            </a:r>
            <a:endParaRPr/>
          </a:p>
        </p:txBody>
      </p:sp>
      <p:sp>
        <p:nvSpPr>
          <p:cNvPr id="2047" name="Google Shape;2047;p153"/>
          <p:cNvSpPr txBox="1"/>
          <p:nvPr>
            <p:ph idx="1" type="body"/>
          </p:nvPr>
        </p:nvSpPr>
        <p:spPr>
          <a:xfrm>
            <a:off x="7582200" y="2334650"/>
            <a:ext cx="979500" cy="2598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70 + 28</a:t>
            </a:r>
            <a:endParaRPr sz="1800"/>
          </a:p>
        </p:txBody>
      </p:sp>
      <p:sp>
        <p:nvSpPr>
          <p:cNvPr id="2048" name="Google Shape;2048;p153"/>
          <p:cNvSpPr/>
          <p:nvPr/>
        </p:nvSpPr>
        <p:spPr>
          <a:xfrm>
            <a:off x="6164125" y="1791350"/>
            <a:ext cx="657900" cy="5433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98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049" name="Google Shape;2049;p153"/>
          <p:cNvCxnSpPr/>
          <p:nvPr/>
        </p:nvCxnSpPr>
        <p:spPr>
          <a:xfrm rot="10800000">
            <a:off x="5556750" y="1512950"/>
            <a:ext cx="657900" cy="278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050" name="Google Shape;2050;p153"/>
          <p:cNvCxnSpPr/>
          <p:nvPr/>
        </p:nvCxnSpPr>
        <p:spPr>
          <a:xfrm flipH="1" rot="10800000">
            <a:off x="6756875" y="1522250"/>
            <a:ext cx="632100" cy="259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051" name="Google Shape;2051;p153"/>
          <p:cNvCxnSpPr/>
          <p:nvPr/>
        </p:nvCxnSpPr>
        <p:spPr>
          <a:xfrm>
            <a:off x="6822025" y="2192900"/>
            <a:ext cx="696000" cy="231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052" name="Google Shape;2052;p153"/>
          <p:cNvCxnSpPr/>
          <p:nvPr/>
        </p:nvCxnSpPr>
        <p:spPr>
          <a:xfrm>
            <a:off x="6500013" y="2369338"/>
            <a:ext cx="196800" cy="525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053" name="Google Shape;2053;p153"/>
          <p:cNvCxnSpPr/>
          <p:nvPr/>
        </p:nvCxnSpPr>
        <p:spPr>
          <a:xfrm flipH="1">
            <a:off x="5523325" y="1997588"/>
            <a:ext cx="640800" cy="261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054" name="Google Shape;2054;p153"/>
          <p:cNvSpPr txBox="1"/>
          <p:nvPr>
            <p:ph idx="1" type="body"/>
          </p:nvPr>
        </p:nvSpPr>
        <p:spPr>
          <a:xfrm>
            <a:off x="4859850" y="1216500"/>
            <a:ext cx="696900" cy="2598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90 + 8</a:t>
            </a:r>
            <a:endParaRPr sz="1800"/>
          </a:p>
        </p:txBody>
      </p:sp>
      <p:sp>
        <p:nvSpPr>
          <p:cNvPr id="2055" name="Google Shape;2055;p153"/>
          <p:cNvSpPr txBox="1"/>
          <p:nvPr>
            <p:ph idx="1" type="body"/>
          </p:nvPr>
        </p:nvSpPr>
        <p:spPr>
          <a:xfrm>
            <a:off x="7417150" y="1296963"/>
            <a:ext cx="696900" cy="2598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95 + 3</a:t>
            </a:r>
            <a:endParaRPr sz="1800"/>
          </a:p>
        </p:txBody>
      </p:sp>
      <p:sp>
        <p:nvSpPr>
          <p:cNvPr id="2056" name="Google Shape;2056;p153"/>
          <p:cNvSpPr txBox="1"/>
          <p:nvPr>
            <p:ph idx="1" type="body"/>
          </p:nvPr>
        </p:nvSpPr>
        <p:spPr>
          <a:xfrm>
            <a:off x="6262650" y="2892075"/>
            <a:ext cx="979500" cy="2598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50 + 48</a:t>
            </a:r>
            <a:endParaRPr sz="1800"/>
          </a:p>
        </p:txBody>
      </p:sp>
      <p:sp>
        <p:nvSpPr>
          <p:cNvPr id="2057" name="Google Shape;2057;p153"/>
          <p:cNvSpPr txBox="1"/>
          <p:nvPr>
            <p:ph idx="1" type="body"/>
          </p:nvPr>
        </p:nvSpPr>
        <p:spPr>
          <a:xfrm>
            <a:off x="4667325" y="2143988"/>
            <a:ext cx="979500" cy="2598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80 + 18</a:t>
            </a:r>
            <a:endParaRPr sz="1800"/>
          </a:p>
        </p:txBody>
      </p:sp>
      <p:sp>
        <p:nvSpPr>
          <p:cNvPr id="2058" name="Google Shape;2058;p153"/>
          <p:cNvSpPr txBox="1"/>
          <p:nvPr/>
        </p:nvSpPr>
        <p:spPr>
          <a:xfrm>
            <a:off x="324000" y="3070650"/>
            <a:ext cx="5261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Kalam"/>
                <a:ea typeface="Kalam"/>
                <a:cs typeface="Kalam"/>
                <a:sym typeface="Kalam"/>
              </a:rPr>
              <a:t>Any of the partitions with even numbers.</a:t>
            </a:r>
            <a:endParaRPr sz="2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59" name="Google Shape;2059;p153"/>
          <p:cNvSpPr/>
          <p:nvPr/>
        </p:nvSpPr>
        <p:spPr>
          <a:xfrm>
            <a:off x="7550025" y="2331650"/>
            <a:ext cx="847800" cy="2658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60" name="Google Shape;2060;p153"/>
          <p:cNvSpPr/>
          <p:nvPr/>
        </p:nvSpPr>
        <p:spPr>
          <a:xfrm>
            <a:off x="6256800" y="2889075"/>
            <a:ext cx="847800" cy="2658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61" name="Google Shape;2061;p153"/>
          <p:cNvSpPr/>
          <p:nvPr/>
        </p:nvSpPr>
        <p:spPr>
          <a:xfrm>
            <a:off x="4642019" y="2140575"/>
            <a:ext cx="847800" cy="2658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62" name="Google Shape;2062;p153"/>
          <p:cNvSpPr/>
          <p:nvPr/>
        </p:nvSpPr>
        <p:spPr>
          <a:xfrm>
            <a:off x="4784394" y="1210500"/>
            <a:ext cx="847800" cy="2658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6" name="Shape 20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7" name="Google Shape;2067;p154"/>
          <p:cNvSpPr txBox="1"/>
          <p:nvPr>
            <p:ph idx="1" type="body"/>
          </p:nvPr>
        </p:nvSpPr>
        <p:spPr>
          <a:xfrm>
            <a:off x="324000" y="759300"/>
            <a:ext cx="41421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Which method of partitioning is the most useful for each of these calculations?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98 ÷ 4</a:t>
            </a:r>
            <a:endParaRPr/>
          </a:p>
          <a:p>
            <a:pPr indent="0" lvl="0" marL="45720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2068" name="Google Shape;2068;p15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Securing understanding of division</a:t>
            </a:r>
            <a:endParaRPr/>
          </a:p>
        </p:txBody>
      </p:sp>
      <p:sp>
        <p:nvSpPr>
          <p:cNvPr id="2069" name="Google Shape;2069;p154"/>
          <p:cNvSpPr txBox="1"/>
          <p:nvPr>
            <p:ph idx="1" type="body"/>
          </p:nvPr>
        </p:nvSpPr>
        <p:spPr>
          <a:xfrm>
            <a:off x="7582200" y="2334650"/>
            <a:ext cx="979500" cy="2598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70 + 28</a:t>
            </a:r>
            <a:endParaRPr sz="1800"/>
          </a:p>
        </p:txBody>
      </p:sp>
      <p:sp>
        <p:nvSpPr>
          <p:cNvPr id="2070" name="Google Shape;2070;p154"/>
          <p:cNvSpPr/>
          <p:nvPr/>
        </p:nvSpPr>
        <p:spPr>
          <a:xfrm>
            <a:off x="6164125" y="1791350"/>
            <a:ext cx="657900" cy="5433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98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071" name="Google Shape;2071;p154"/>
          <p:cNvCxnSpPr/>
          <p:nvPr/>
        </p:nvCxnSpPr>
        <p:spPr>
          <a:xfrm rot="10800000">
            <a:off x="5556750" y="1512950"/>
            <a:ext cx="657900" cy="278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072" name="Google Shape;2072;p154"/>
          <p:cNvCxnSpPr/>
          <p:nvPr/>
        </p:nvCxnSpPr>
        <p:spPr>
          <a:xfrm flipH="1" rot="10800000">
            <a:off x="6756875" y="1522250"/>
            <a:ext cx="632100" cy="259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073" name="Google Shape;2073;p154"/>
          <p:cNvCxnSpPr/>
          <p:nvPr/>
        </p:nvCxnSpPr>
        <p:spPr>
          <a:xfrm>
            <a:off x="6822025" y="2192900"/>
            <a:ext cx="696000" cy="231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074" name="Google Shape;2074;p154"/>
          <p:cNvCxnSpPr/>
          <p:nvPr/>
        </p:nvCxnSpPr>
        <p:spPr>
          <a:xfrm>
            <a:off x="6500013" y="2369338"/>
            <a:ext cx="196800" cy="525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075" name="Google Shape;2075;p154"/>
          <p:cNvCxnSpPr/>
          <p:nvPr/>
        </p:nvCxnSpPr>
        <p:spPr>
          <a:xfrm flipH="1">
            <a:off x="5523325" y="1997588"/>
            <a:ext cx="640800" cy="261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076" name="Google Shape;2076;p154"/>
          <p:cNvSpPr txBox="1"/>
          <p:nvPr>
            <p:ph idx="1" type="body"/>
          </p:nvPr>
        </p:nvSpPr>
        <p:spPr>
          <a:xfrm>
            <a:off x="4859850" y="1216500"/>
            <a:ext cx="696900" cy="2598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90 + 8</a:t>
            </a:r>
            <a:endParaRPr sz="1800"/>
          </a:p>
        </p:txBody>
      </p:sp>
      <p:sp>
        <p:nvSpPr>
          <p:cNvPr id="2077" name="Google Shape;2077;p154"/>
          <p:cNvSpPr txBox="1"/>
          <p:nvPr>
            <p:ph idx="1" type="body"/>
          </p:nvPr>
        </p:nvSpPr>
        <p:spPr>
          <a:xfrm>
            <a:off x="7417150" y="1296963"/>
            <a:ext cx="696900" cy="2598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95 + 3</a:t>
            </a:r>
            <a:endParaRPr sz="1800"/>
          </a:p>
        </p:txBody>
      </p:sp>
      <p:sp>
        <p:nvSpPr>
          <p:cNvPr id="2078" name="Google Shape;2078;p154"/>
          <p:cNvSpPr txBox="1"/>
          <p:nvPr>
            <p:ph idx="1" type="body"/>
          </p:nvPr>
        </p:nvSpPr>
        <p:spPr>
          <a:xfrm>
            <a:off x="6262650" y="2892075"/>
            <a:ext cx="979500" cy="2598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50 + 48</a:t>
            </a:r>
            <a:endParaRPr sz="1800"/>
          </a:p>
        </p:txBody>
      </p:sp>
      <p:sp>
        <p:nvSpPr>
          <p:cNvPr id="2079" name="Google Shape;2079;p154"/>
          <p:cNvSpPr txBox="1"/>
          <p:nvPr>
            <p:ph idx="1" type="body"/>
          </p:nvPr>
        </p:nvSpPr>
        <p:spPr>
          <a:xfrm>
            <a:off x="4667325" y="2143988"/>
            <a:ext cx="979500" cy="2598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80 + 18</a:t>
            </a:r>
            <a:endParaRPr sz="1800"/>
          </a:p>
        </p:txBody>
      </p:sp>
      <p:sp>
        <p:nvSpPr>
          <p:cNvPr id="2080" name="Google Shape;2080;p154"/>
          <p:cNvSpPr txBox="1"/>
          <p:nvPr/>
        </p:nvSpPr>
        <p:spPr>
          <a:xfrm>
            <a:off x="324000" y="2613450"/>
            <a:ext cx="52617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Kalam"/>
                <a:ea typeface="Kalam"/>
                <a:cs typeface="Kalam"/>
                <a:sym typeface="Kalam"/>
              </a:rPr>
              <a:t>The divisibility test for 4 is the last 2 digits must by a multiple of 4, so…</a:t>
            </a:r>
            <a:endParaRPr sz="22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Kalam"/>
                <a:ea typeface="Kalam"/>
                <a:cs typeface="Kalam"/>
                <a:sym typeface="Kalam"/>
              </a:rPr>
              <a:t>Maybe none of those partitions.</a:t>
            </a:r>
            <a:endParaRPr sz="2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81" name="Google Shape;2081;p154"/>
          <p:cNvSpPr txBox="1"/>
          <p:nvPr/>
        </p:nvSpPr>
        <p:spPr>
          <a:xfrm>
            <a:off x="324000" y="3734325"/>
            <a:ext cx="84960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98 is not 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divisible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 by 4, this means the answer would be decimal.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82" name="Google Shape;2082;p154"/>
          <p:cNvSpPr txBox="1"/>
          <p:nvPr/>
        </p:nvSpPr>
        <p:spPr>
          <a:xfrm>
            <a:off x="324000" y="4451350"/>
            <a:ext cx="7259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Kalam"/>
                <a:ea typeface="Kalam"/>
                <a:cs typeface="Kalam"/>
                <a:sym typeface="Kalam"/>
              </a:rPr>
              <a:t>The best partitions would be those with one multiple of 4.</a:t>
            </a:r>
            <a:endParaRPr sz="2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83" name="Google Shape;2083;p154"/>
          <p:cNvSpPr/>
          <p:nvPr/>
        </p:nvSpPr>
        <p:spPr>
          <a:xfrm>
            <a:off x="7550025" y="2331650"/>
            <a:ext cx="847800" cy="2658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84" name="Google Shape;2084;p154"/>
          <p:cNvSpPr/>
          <p:nvPr/>
        </p:nvSpPr>
        <p:spPr>
          <a:xfrm>
            <a:off x="6256323" y="2901588"/>
            <a:ext cx="847800" cy="2658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85" name="Google Shape;2085;p154"/>
          <p:cNvSpPr/>
          <p:nvPr/>
        </p:nvSpPr>
        <p:spPr>
          <a:xfrm>
            <a:off x="4642017" y="2156508"/>
            <a:ext cx="847800" cy="2658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86" name="Google Shape;2086;p154"/>
          <p:cNvSpPr/>
          <p:nvPr/>
        </p:nvSpPr>
        <p:spPr>
          <a:xfrm>
            <a:off x="4784392" y="1220552"/>
            <a:ext cx="847800" cy="2658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0" name="Shape 20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1" name="Google Shape;2091;p155"/>
          <p:cNvSpPr txBox="1"/>
          <p:nvPr>
            <p:ph idx="1" type="body"/>
          </p:nvPr>
        </p:nvSpPr>
        <p:spPr>
          <a:xfrm>
            <a:off x="324000" y="759300"/>
            <a:ext cx="41421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Which method of partitioning is the most useful for each of these calculations?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98 ÷ 5</a:t>
            </a:r>
            <a:endParaRPr/>
          </a:p>
          <a:p>
            <a:pPr indent="0" lvl="0" marL="45720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2092" name="Google Shape;2092;p15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Securing understanding of division</a:t>
            </a:r>
            <a:endParaRPr/>
          </a:p>
        </p:txBody>
      </p:sp>
      <p:sp>
        <p:nvSpPr>
          <p:cNvPr id="2093" name="Google Shape;2093;p155"/>
          <p:cNvSpPr txBox="1"/>
          <p:nvPr>
            <p:ph idx="1" type="body"/>
          </p:nvPr>
        </p:nvSpPr>
        <p:spPr>
          <a:xfrm>
            <a:off x="7582200" y="2334650"/>
            <a:ext cx="979500" cy="2598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70 + 28</a:t>
            </a:r>
            <a:endParaRPr sz="1800"/>
          </a:p>
        </p:txBody>
      </p:sp>
      <p:sp>
        <p:nvSpPr>
          <p:cNvPr id="2094" name="Google Shape;2094;p155"/>
          <p:cNvSpPr/>
          <p:nvPr/>
        </p:nvSpPr>
        <p:spPr>
          <a:xfrm>
            <a:off x="6164125" y="1791350"/>
            <a:ext cx="657900" cy="5433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98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095" name="Google Shape;2095;p155"/>
          <p:cNvCxnSpPr/>
          <p:nvPr/>
        </p:nvCxnSpPr>
        <p:spPr>
          <a:xfrm rot="10800000">
            <a:off x="5556750" y="1512950"/>
            <a:ext cx="657900" cy="278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096" name="Google Shape;2096;p155"/>
          <p:cNvCxnSpPr/>
          <p:nvPr/>
        </p:nvCxnSpPr>
        <p:spPr>
          <a:xfrm flipH="1" rot="10800000">
            <a:off x="6756875" y="1522250"/>
            <a:ext cx="632100" cy="259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097" name="Google Shape;2097;p155"/>
          <p:cNvCxnSpPr/>
          <p:nvPr/>
        </p:nvCxnSpPr>
        <p:spPr>
          <a:xfrm>
            <a:off x="6822025" y="2192900"/>
            <a:ext cx="696000" cy="231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098" name="Google Shape;2098;p155"/>
          <p:cNvCxnSpPr/>
          <p:nvPr/>
        </p:nvCxnSpPr>
        <p:spPr>
          <a:xfrm>
            <a:off x="6500013" y="2369338"/>
            <a:ext cx="196800" cy="525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099" name="Google Shape;2099;p155"/>
          <p:cNvCxnSpPr/>
          <p:nvPr/>
        </p:nvCxnSpPr>
        <p:spPr>
          <a:xfrm flipH="1">
            <a:off x="5523325" y="1997588"/>
            <a:ext cx="640800" cy="261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100" name="Google Shape;2100;p155"/>
          <p:cNvSpPr txBox="1"/>
          <p:nvPr>
            <p:ph idx="1" type="body"/>
          </p:nvPr>
        </p:nvSpPr>
        <p:spPr>
          <a:xfrm>
            <a:off x="4859850" y="1216500"/>
            <a:ext cx="696900" cy="2598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90 + 8</a:t>
            </a:r>
            <a:endParaRPr sz="1800"/>
          </a:p>
        </p:txBody>
      </p:sp>
      <p:sp>
        <p:nvSpPr>
          <p:cNvPr id="2101" name="Google Shape;2101;p155"/>
          <p:cNvSpPr txBox="1"/>
          <p:nvPr>
            <p:ph idx="1" type="body"/>
          </p:nvPr>
        </p:nvSpPr>
        <p:spPr>
          <a:xfrm>
            <a:off x="7417150" y="1296963"/>
            <a:ext cx="696900" cy="2598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95 + 3</a:t>
            </a:r>
            <a:endParaRPr sz="1800"/>
          </a:p>
        </p:txBody>
      </p:sp>
      <p:sp>
        <p:nvSpPr>
          <p:cNvPr id="2102" name="Google Shape;2102;p155"/>
          <p:cNvSpPr txBox="1"/>
          <p:nvPr>
            <p:ph idx="1" type="body"/>
          </p:nvPr>
        </p:nvSpPr>
        <p:spPr>
          <a:xfrm>
            <a:off x="6262650" y="2892075"/>
            <a:ext cx="979500" cy="2598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50 + 48</a:t>
            </a:r>
            <a:endParaRPr sz="1800"/>
          </a:p>
        </p:txBody>
      </p:sp>
      <p:sp>
        <p:nvSpPr>
          <p:cNvPr id="2103" name="Google Shape;2103;p155"/>
          <p:cNvSpPr txBox="1"/>
          <p:nvPr>
            <p:ph idx="1" type="body"/>
          </p:nvPr>
        </p:nvSpPr>
        <p:spPr>
          <a:xfrm>
            <a:off x="4667325" y="2143988"/>
            <a:ext cx="979500" cy="2598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80 + 18</a:t>
            </a:r>
            <a:endParaRPr sz="1800"/>
          </a:p>
        </p:txBody>
      </p:sp>
      <p:sp>
        <p:nvSpPr>
          <p:cNvPr id="2104" name="Google Shape;2104;p155"/>
          <p:cNvSpPr txBox="1"/>
          <p:nvPr/>
        </p:nvSpPr>
        <p:spPr>
          <a:xfrm>
            <a:off x="324000" y="3070650"/>
            <a:ext cx="5261700" cy="169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Kalam"/>
                <a:ea typeface="Kalam"/>
                <a:cs typeface="Kalam"/>
                <a:sym typeface="Kalam"/>
              </a:rPr>
              <a:t>98 is not divisible by 5 as it doesn’t end in a 0 or 5</a:t>
            </a:r>
            <a:r>
              <a:rPr lang="en-GB" sz="2200">
                <a:latin typeface="Kalam"/>
                <a:ea typeface="Kalam"/>
                <a:cs typeface="Kalam"/>
                <a:sym typeface="Kalam"/>
              </a:rPr>
              <a:t>.</a:t>
            </a:r>
            <a:endParaRPr sz="22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Kalam"/>
                <a:ea typeface="Kalam"/>
                <a:cs typeface="Kalam"/>
                <a:sym typeface="Kalam"/>
              </a:rPr>
              <a:t>The most useful would be those with one number that is a multiple of 5.</a:t>
            </a:r>
            <a:endParaRPr sz="22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Kalam"/>
                <a:ea typeface="Kalam"/>
                <a:cs typeface="Kalam"/>
                <a:sym typeface="Kalam"/>
              </a:rPr>
              <a:t>This would be all of them.</a:t>
            </a:r>
            <a:endParaRPr sz="22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8" name="Shape 2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9" name="Google Shape;2109;p156"/>
          <p:cNvSpPr txBox="1"/>
          <p:nvPr>
            <p:ph idx="1" type="body"/>
          </p:nvPr>
        </p:nvSpPr>
        <p:spPr>
          <a:xfrm>
            <a:off x="324000" y="759300"/>
            <a:ext cx="41421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Which method of partitioning is the most useful for each of these calculations?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98 ÷ 3</a:t>
            </a:r>
            <a:endParaRPr/>
          </a:p>
          <a:p>
            <a:pPr indent="0" lvl="0" marL="45720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2110" name="Google Shape;2110;p15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Securing understanding of division</a:t>
            </a:r>
            <a:endParaRPr/>
          </a:p>
        </p:txBody>
      </p:sp>
      <p:sp>
        <p:nvSpPr>
          <p:cNvPr id="2111" name="Google Shape;2111;p156"/>
          <p:cNvSpPr txBox="1"/>
          <p:nvPr>
            <p:ph idx="1" type="body"/>
          </p:nvPr>
        </p:nvSpPr>
        <p:spPr>
          <a:xfrm>
            <a:off x="7582200" y="2334650"/>
            <a:ext cx="979500" cy="2598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70 + 28</a:t>
            </a:r>
            <a:endParaRPr sz="1800"/>
          </a:p>
        </p:txBody>
      </p:sp>
      <p:sp>
        <p:nvSpPr>
          <p:cNvPr id="2112" name="Google Shape;2112;p156"/>
          <p:cNvSpPr/>
          <p:nvPr/>
        </p:nvSpPr>
        <p:spPr>
          <a:xfrm>
            <a:off x="6164125" y="1791350"/>
            <a:ext cx="657900" cy="5433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98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113" name="Google Shape;2113;p156"/>
          <p:cNvCxnSpPr/>
          <p:nvPr/>
        </p:nvCxnSpPr>
        <p:spPr>
          <a:xfrm rot="10800000">
            <a:off x="5556750" y="1512950"/>
            <a:ext cx="657900" cy="278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114" name="Google Shape;2114;p156"/>
          <p:cNvCxnSpPr/>
          <p:nvPr/>
        </p:nvCxnSpPr>
        <p:spPr>
          <a:xfrm flipH="1" rot="10800000">
            <a:off x="6756875" y="1522250"/>
            <a:ext cx="632100" cy="259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115" name="Google Shape;2115;p156"/>
          <p:cNvCxnSpPr/>
          <p:nvPr/>
        </p:nvCxnSpPr>
        <p:spPr>
          <a:xfrm>
            <a:off x="6822025" y="2192900"/>
            <a:ext cx="696000" cy="231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116" name="Google Shape;2116;p156"/>
          <p:cNvCxnSpPr/>
          <p:nvPr/>
        </p:nvCxnSpPr>
        <p:spPr>
          <a:xfrm>
            <a:off x="6500013" y="2369338"/>
            <a:ext cx="196800" cy="525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117" name="Google Shape;2117;p156"/>
          <p:cNvCxnSpPr/>
          <p:nvPr/>
        </p:nvCxnSpPr>
        <p:spPr>
          <a:xfrm flipH="1">
            <a:off x="5523325" y="1997588"/>
            <a:ext cx="640800" cy="261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118" name="Google Shape;2118;p156"/>
          <p:cNvSpPr txBox="1"/>
          <p:nvPr>
            <p:ph idx="1" type="body"/>
          </p:nvPr>
        </p:nvSpPr>
        <p:spPr>
          <a:xfrm>
            <a:off x="4859850" y="1216500"/>
            <a:ext cx="696900" cy="2598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90 + 8</a:t>
            </a:r>
            <a:endParaRPr sz="1800"/>
          </a:p>
        </p:txBody>
      </p:sp>
      <p:sp>
        <p:nvSpPr>
          <p:cNvPr id="2119" name="Google Shape;2119;p156"/>
          <p:cNvSpPr txBox="1"/>
          <p:nvPr>
            <p:ph idx="1" type="body"/>
          </p:nvPr>
        </p:nvSpPr>
        <p:spPr>
          <a:xfrm>
            <a:off x="7417150" y="1296963"/>
            <a:ext cx="696900" cy="2598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95 + 3</a:t>
            </a:r>
            <a:endParaRPr sz="1800"/>
          </a:p>
        </p:txBody>
      </p:sp>
      <p:sp>
        <p:nvSpPr>
          <p:cNvPr id="2120" name="Google Shape;2120;p156"/>
          <p:cNvSpPr txBox="1"/>
          <p:nvPr>
            <p:ph idx="1" type="body"/>
          </p:nvPr>
        </p:nvSpPr>
        <p:spPr>
          <a:xfrm>
            <a:off x="6262650" y="2892075"/>
            <a:ext cx="979500" cy="2598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50 + 48</a:t>
            </a:r>
            <a:endParaRPr sz="1800"/>
          </a:p>
        </p:txBody>
      </p:sp>
      <p:sp>
        <p:nvSpPr>
          <p:cNvPr id="2121" name="Google Shape;2121;p156"/>
          <p:cNvSpPr txBox="1"/>
          <p:nvPr>
            <p:ph idx="1" type="body"/>
          </p:nvPr>
        </p:nvSpPr>
        <p:spPr>
          <a:xfrm>
            <a:off x="4667325" y="2143988"/>
            <a:ext cx="979500" cy="2598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80 + 18</a:t>
            </a:r>
            <a:endParaRPr sz="1800"/>
          </a:p>
        </p:txBody>
      </p:sp>
      <p:sp>
        <p:nvSpPr>
          <p:cNvPr id="2122" name="Google Shape;2122;p156"/>
          <p:cNvSpPr txBox="1"/>
          <p:nvPr/>
        </p:nvSpPr>
        <p:spPr>
          <a:xfrm>
            <a:off x="324000" y="2842050"/>
            <a:ext cx="5736300" cy="135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Kalam"/>
                <a:ea typeface="Kalam"/>
                <a:cs typeface="Kalam"/>
                <a:sym typeface="Kalam"/>
              </a:rPr>
              <a:t>Any of the partitions containing multiples of 3.</a:t>
            </a:r>
            <a:endParaRPr sz="22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Kalam"/>
                <a:ea typeface="Kalam"/>
                <a:cs typeface="Kalam"/>
                <a:sym typeface="Kalam"/>
              </a:rPr>
              <a:t>The </a:t>
            </a:r>
            <a:r>
              <a:rPr lang="en-GB" sz="2200">
                <a:latin typeface="Kalam"/>
                <a:ea typeface="Kalam"/>
                <a:cs typeface="Kalam"/>
                <a:sym typeface="Kalam"/>
              </a:rPr>
              <a:t>divisibility</a:t>
            </a:r>
            <a:r>
              <a:rPr lang="en-GB" sz="2200">
                <a:latin typeface="Kalam"/>
                <a:ea typeface="Kalam"/>
                <a:cs typeface="Kalam"/>
                <a:sym typeface="Kalam"/>
              </a:rPr>
              <a:t> test for 3 is the sum of the digits is a multiple of 3.</a:t>
            </a:r>
            <a:endParaRPr sz="22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Kalam"/>
                <a:ea typeface="Kalam"/>
                <a:cs typeface="Kalam"/>
                <a:sym typeface="Kalam"/>
              </a:rPr>
              <a:t>So the most useful would be …</a:t>
            </a:r>
            <a:endParaRPr sz="2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23" name="Google Shape;2123;p156"/>
          <p:cNvSpPr/>
          <p:nvPr/>
        </p:nvSpPr>
        <p:spPr>
          <a:xfrm>
            <a:off x="6244147" y="2889075"/>
            <a:ext cx="847800" cy="2658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24" name="Google Shape;2124;p156"/>
          <p:cNvSpPr/>
          <p:nvPr/>
        </p:nvSpPr>
        <p:spPr>
          <a:xfrm>
            <a:off x="4624550" y="2136750"/>
            <a:ext cx="847800" cy="2658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25" name="Google Shape;2125;p156"/>
          <p:cNvSpPr/>
          <p:nvPr/>
        </p:nvSpPr>
        <p:spPr>
          <a:xfrm>
            <a:off x="4822350" y="1213500"/>
            <a:ext cx="734400" cy="2658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26" name="Google Shape;2126;p156"/>
          <p:cNvSpPr txBox="1"/>
          <p:nvPr>
            <p:ph idx="1" type="body"/>
          </p:nvPr>
        </p:nvSpPr>
        <p:spPr>
          <a:xfrm>
            <a:off x="324000" y="4460950"/>
            <a:ext cx="8153100" cy="2598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For all of these there may be a more useful </a:t>
            </a:r>
            <a:r>
              <a:rPr lang="en-GB" sz="1800"/>
              <a:t>partition not shown</a:t>
            </a:r>
            <a:r>
              <a:rPr lang="en-GB" sz="1800"/>
              <a:t>.</a:t>
            </a:r>
            <a:endParaRPr sz="18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0" name="Shape 2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1" name="Google Shape;2131;p15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rabicParenR"/>
            </a:pPr>
            <a:r>
              <a:rPr lang="en-GB"/>
              <a:t>Partition 52 to answer the following:</a:t>
            </a:r>
            <a:endParaRPr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lphaLcParenR"/>
            </a:pPr>
            <a:r>
              <a:rPr lang="en-GB"/>
              <a:t>52 ÷ 4  </a:t>
            </a:r>
            <a:endParaRPr>
              <a:latin typeface="Kalam"/>
              <a:ea typeface="Kalam"/>
              <a:cs typeface="Kalam"/>
              <a:sym typeface="Kalam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lphaLcParenR"/>
            </a:pPr>
            <a:r>
              <a:rPr lang="en-GB"/>
              <a:t>52 ÷ 2  </a:t>
            </a:r>
            <a:endParaRPr>
              <a:latin typeface="Kalam"/>
              <a:ea typeface="Kalam"/>
              <a:cs typeface="Kalam"/>
              <a:sym typeface="Kalam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lphaLcParenR"/>
            </a:pPr>
            <a:r>
              <a:rPr lang="en-GB"/>
              <a:t>52 ÷ 5 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2)   Use the area model to complete the following:</a:t>
            </a:r>
            <a:endParaRPr/>
          </a:p>
          <a:p>
            <a:pPr indent="-368300" lvl="0" marL="457200" rtl="0" algn="l">
              <a:spcBef>
                <a:spcPts val="1000"/>
              </a:spcBef>
              <a:spcAft>
                <a:spcPts val="0"/>
              </a:spcAft>
              <a:buSzPts val="2200"/>
              <a:buAutoNum type="alphaLcParenR"/>
            </a:pPr>
            <a:r>
              <a:rPr lang="en-GB"/>
              <a:t>138 ÷ 3 </a:t>
            </a:r>
            <a:endParaRPr>
              <a:latin typeface="Kalam"/>
              <a:ea typeface="Kalam"/>
              <a:cs typeface="Kalam"/>
              <a:sym typeface="Kalam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lphaLcParenR"/>
            </a:pPr>
            <a:r>
              <a:rPr lang="en-GB"/>
              <a:t>441 ÷ 7 </a:t>
            </a:r>
            <a:endParaRPr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lphaLcParenR"/>
            </a:pPr>
            <a:r>
              <a:rPr lang="en-GB"/>
              <a:t>456 ÷ 6 </a:t>
            </a:r>
            <a:endParaRPr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lphaLcParenR"/>
            </a:pPr>
            <a:r>
              <a:rPr lang="en-GB"/>
              <a:t>949 ÷ 13 </a:t>
            </a:r>
            <a:endParaRPr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lphaLcParenR"/>
            </a:pPr>
            <a:r>
              <a:rPr lang="en-GB"/>
              <a:t>5552 ÷ 16</a:t>
            </a:r>
            <a:endParaRPr/>
          </a:p>
        </p:txBody>
      </p:sp>
      <p:sp>
        <p:nvSpPr>
          <p:cNvPr id="2132" name="Google Shape;2132;p157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Securing understanding of division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6" name="Shape 2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7" name="Google Shape;2137;p158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3)	Sam is doing a calculation involving division and has chosen to partition their dividend into 40 + 16.  What might their divisor be?  </a:t>
            </a:r>
            <a:endParaRPr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4)	</a:t>
            </a:r>
            <a:r>
              <a:rPr lang="en-GB"/>
              <a:t>Sofia </a:t>
            </a:r>
            <a:r>
              <a:rPr lang="en-GB"/>
              <a:t>is doing a calculation involving division and has chosen to partition her dividend into 50 + 6.  What might her divisor be?  </a:t>
            </a:r>
            <a:endParaRPr/>
          </a:p>
        </p:txBody>
      </p:sp>
      <p:sp>
        <p:nvSpPr>
          <p:cNvPr id="2138" name="Google Shape;2138;p158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Securing understanding of division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2" name="Shape 2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3" name="Google Shape;2143;p159"/>
          <p:cNvSpPr txBox="1"/>
          <p:nvPr>
            <p:ph idx="1" type="body"/>
          </p:nvPr>
        </p:nvSpPr>
        <p:spPr>
          <a:xfrm>
            <a:off x="324000" y="759300"/>
            <a:ext cx="8237700" cy="406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rabicParenR"/>
            </a:pPr>
            <a:r>
              <a:rPr lang="en-GB"/>
              <a:t>Partition 52 to answer the following:</a:t>
            </a:r>
            <a:endParaRPr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lphaLcParenR"/>
            </a:pPr>
            <a:r>
              <a:rPr lang="en-GB"/>
              <a:t>52 ÷ 4  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e.g. 40 ÷ 4 = 10 &amp; 12 ÷ 4 = 3, 52 ÷ 4 = 13</a:t>
            </a:r>
            <a:endParaRPr>
              <a:latin typeface="Kalam"/>
              <a:ea typeface="Kalam"/>
              <a:cs typeface="Kalam"/>
              <a:sym typeface="Kalam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lphaLcParenR"/>
            </a:pPr>
            <a:r>
              <a:rPr lang="en-GB"/>
              <a:t>52 ÷ 2  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e.g. 50 ÷ 2 = 25 &amp; 2 ÷ 2 = 1, 52 ÷ 2 = 26</a:t>
            </a:r>
            <a:endParaRPr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lphaLcParenR"/>
            </a:pPr>
            <a:r>
              <a:rPr lang="en-GB"/>
              <a:t>52 ÷ 5  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e.g. 30 ÷ 5 = 6 &amp; 22 ÷ 5 = 4.4, 52 ÷ 5 = 10.4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2)   Use the area model to complete the following:</a:t>
            </a:r>
            <a:endParaRPr/>
          </a:p>
          <a:p>
            <a:pPr indent="-368300" lvl="0" marL="457200" rtl="0" algn="l">
              <a:spcBef>
                <a:spcPts val="1000"/>
              </a:spcBef>
              <a:spcAft>
                <a:spcPts val="0"/>
              </a:spcAft>
              <a:buSzPts val="2200"/>
              <a:buAutoNum type="alphaLcParenR"/>
            </a:pPr>
            <a:r>
              <a:rPr lang="en-GB"/>
              <a:t>138 ÷ 3 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= 46</a:t>
            </a:r>
            <a:endParaRPr>
              <a:latin typeface="Kalam"/>
              <a:ea typeface="Kalam"/>
              <a:cs typeface="Kalam"/>
              <a:sym typeface="Kalam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lphaLcParenR"/>
            </a:pPr>
            <a:r>
              <a:rPr lang="en-GB"/>
              <a:t>441 ÷ 7 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= 63</a:t>
            </a:r>
            <a:endParaRPr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lphaLcParenR"/>
            </a:pPr>
            <a:r>
              <a:rPr lang="en-GB"/>
              <a:t>456 ÷ 6 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= 76</a:t>
            </a:r>
            <a:endParaRPr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lphaLcParenR"/>
            </a:pPr>
            <a:r>
              <a:rPr lang="en-GB"/>
              <a:t>949 ÷ 13 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= 73</a:t>
            </a:r>
            <a:endParaRPr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lphaLcParenR"/>
            </a:pPr>
            <a:r>
              <a:rPr lang="en-GB"/>
              <a:t>5552 ÷ 16 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= 347</a:t>
            </a:r>
            <a:endParaRPr/>
          </a:p>
        </p:txBody>
      </p:sp>
      <p:sp>
        <p:nvSpPr>
          <p:cNvPr id="2144" name="Google Shape;2144;p159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Securing understanding of division</a:t>
            </a:r>
            <a:endParaRPr/>
          </a:p>
        </p:txBody>
      </p:sp>
      <p:sp>
        <p:nvSpPr>
          <p:cNvPr id="2145" name="Google Shape;2145;p159"/>
          <p:cNvSpPr txBox="1"/>
          <p:nvPr>
            <p:ph idx="4294967295" type="body"/>
          </p:nvPr>
        </p:nvSpPr>
        <p:spPr>
          <a:xfrm>
            <a:off x="5069375" y="4015775"/>
            <a:ext cx="189300" cy="39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>
                <a:latin typeface="Kalam"/>
                <a:ea typeface="Kalam"/>
                <a:cs typeface="Kalam"/>
                <a:sym typeface="Kalam"/>
              </a:rPr>
              <a:t>3</a:t>
            </a:r>
            <a:endParaRPr sz="2400"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2146" name="Google Shape;2146;p159"/>
          <p:cNvCxnSpPr/>
          <p:nvPr/>
        </p:nvCxnSpPr>
        <p:spPr>
          <a:xfrm rot="10800000">
            <a:off x="5310250" y="3235475"/>
            <a:ext cx="31158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2147" name="Google Shape;2147;p159"/>
          <p:cNvSpPr/>
          <p:nvPr/>
        </p:nvSpPr>
        <p:spPr>
          <a:xfrm>
            <a:off x="5314625" y="3785400"/>
            <a:ext cx="3112800" cy="858300"/>
          </a:xfrm>
          <a:prstGeom prst="rect">
            <a:avLst/>
          </a:prstGeom>
          <a:solidFill>
            <a:schemeClr val="lt2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148" name="Google Shape;2148;p159"/>
          <p:cNvCxnSpPr/>
          <p:nvPr/>
        </p:nvCxnSpPr>
        <p:spPr>
          <a:xfrm>
            <a:off x="6504900" y="3771725"/>
            <a:ext cx="0" cy="8520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2149" name="Google Shape;2149;p159"/>
          <p:cNvCxnSpPr/>
          <p:nvPr/>
        </p:nvCxnSpPr>
        <p:spPr>
          <a:xfrm rot="10800000">
            <a:off x="5310300" y="3610450"/>
            <a:ext cx="11946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2150" name="Google Shape;2150;p159"/>
          <p:cNvSpPr txBox="1"/>
          <p:nvPr>
            <p:ph idx="4294967295" type="body"/>
          </p:nvPr>
        </p:nvSpPr>
        <p:spPr>
          <a:xfrm>
            <a:off x="5771570" y="3239650"/>
            <a:ext cx="440700" cy="39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>
                <a:latin typeface="Kalam"/>
                <a:ea typeface="Kalam"/>
                <a:cs typeface="Kalam"/>
                <a:sym typeface="Kalam"/>
              </a:rPr>
              <a:t>2</a:t>
            </a:r>
            <a:r>
              <a:rPr lang="en-GB" sz="2400">
                <a:latin typeface="Kalam"/>
                <a:ea typeface="Kalam"/>
                <a:cs typeface="Kalam"/>
                <a:sym typeface="Kalam"/>
              </a:rPr>
              <a:t>0</a:t>
            </a:r>
            <a:endParaRPr sz="2400"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2151" name="Google Shape;2151;p159"/>
          <p:cNvCxnSpPr/>
          <p:nvPr/>
        </p:nvCxnSpPr>
        <p:spPr>
          <a:xfrm rot="10800000">
            <a:off x="7689575" y="3610450"/>
            <a:ext cx="7566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2152" name="Google Shape;2152;p159"/>
          <p:cNvSpPr txBox="1"/>
          <p:nvPr>
            <p:ph idx="4294967295" type="body"/>
          </p:nvPr>
        </p:nvSpPr>
        <p:spPr>
          <a:xfrm>
            <a:off x="7972533" y="3235475"/>
            <a:ext cx="189300" cy="39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>
                <a:latin typeface="Kalam"/>
                <a:ea typeface="Kalam"/>
                <a:cs typeface="Kalam"/>
                <a:sym typeface="Kalam"/>
              </a:rPr>
              <a:t>6</a:t>
            </a:r>
            <a:endParaRPr sz="24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53" name="Google Shape;2153;p159"/>
          <p:cNvSpPr txBox="1"/>
          <p:nvPr>
            <p:ph idx="4294967295" type="body"/>
          </p:nvPr>
        </p:nvSpPr>
        <p:spPr>
          <a:xfrm>
            <a:off x="5753200" y="4275600"/>
            <a:ext cx="334200" cy="39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>
                <a:solidFill>
                  <a:schemeClr val="accent5"/>
                </a:solidFill>
                <a:latin typeface="Kalam"/>
                <a:ea typeface="Kalam"/>
                <a:cs typeface="Kalam"/>
                <a:sym typeface="Kalam"/>
              </a:rPr>
              <a:t>6</a:t>
            </a:r>
            <a:r>
              <a:rPr lang="en-GB" sz="2400">
                <a:solidFill>
                  <a:schemeClr val="accent5"/>
                </a:solidFill>
                <a:latin typeface="Kalam"/>
                <a:ea typeface="Kalam"/>
                <a:cs typeface="Kalam"/>
                <a:sym typeface="Kalam"/>
              </a:rPr>
              <a:t>0</a:t>
            </a:r>
            <a:endParaRPr sz="2400">
              <a:solidFill>
                <a:schemeClr val="accent5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54" name="Google Shape;2154;p159"/>
          <p:cNvSpPr txBox="1"/>
          <p:nvPr>
            <p:ph idx="4294967295" type="body"/>
          </p:nvPr>
        </p:nvSpPr>
        <p:spPr>
          <a:xfrm>
            <a:off x="6925300" y="4275600"/>
            <a:ext cx="334200" cy="39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>
                <a:solidFill>
                  <a:schemeClr val="accent5"/>
                </a:solidFill>
                <a:latin typeface="Kalam"/>
                <a:ea typeface="Kalam"/>
                <a:cs typeface="Kalam"/>
                <a:sym typeface="Kalam"/>
              </a:rPr>
              <a:t>6</a:t>
            </a:r>
            <a:r>
              <a:rPr lang="en-GB" sz="2400">
                <a:solidFill>
                  <a:schemeClr val="accent5"/>
                </a:solidFill>
                <a:latin typeface="Kalam"/>
                <a:ea typeface="Kalam"/>
                <a:cs typeface="Kalam"/>
                <a:sym typeface="Kalam"/>
              </a:rPr>
              <a:t>0</a:t>
            </a:r>
            <a:endParaRPr sz="2400">
              <a:solidFill>
                <a:schemeClr val="accent5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55" name="Google Shape;2155;p159"/>
          <p:cNvSpPr txBox="1"/>
          <p:nvPr>
            <p:ph idx="4294967295" type="body"/>
          </p:nvPr>
        </p:nvSpPr>
        <p:spPr>
          <a:xfrm>
            <a:off x="6626942" y="2847252"/>
            <a:ext cx="482400" cy="3924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>
                <a:latin typeface="Kalam"/>
                <a:ea typeface="Kalam"/>
                <a:cs typeface="Kalam"/>
                <a:sym typeface="Kalam"/>
              </a:rPr>
              <a:t>46</a:t>
            </a:r>
            <a:endParaRPr sz="2400"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2156" name="Google Shape;2156;p159"/>
          <p:cNvCxnSpPr/>
          <p:nvPr/>
        </p:nvCxnSpPr>
        <p:spPr>
          <a:xfrm>
            <a:off x="7671900" y="3771714"/>
            <a:ext cx="0" cy="8520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2157" name="Google Shape;2157;p159"/>
          <p:cNvCxnSpPr/>
          <p:nvPr/>
        </p:nvCxnSpPr>
        <p:spPr>
          <a:xfrm rot="10800000">
            <a:off x="6495100" y="3611714"/>
            <a:ext cx="11946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2158" name="Google Shape;2158;p159"/>
          <p:cNvSpPr txBox="1"/>
          <p:nvPr>
            <p:ph idx="4294967295" type="body"/>
          </p:nvPr>
        </p:nvSpPr>
        <p:spPr>
          <a:xfrm>
            <a:off x="6956370" y="3240914"/>
            <a:ext cx="440700" cy="39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>
                <a:latin typeface="Kalam"/>
                <a:ea typeface="Kalam"/>
                <a:cs typeface="Kalam"/>
                <a:sym typeface="Kalam"/>
              </a:rPr>
              <a:t>2</a:t>
            </a:r>
            <a:r>
              <a:rPr lang="en-GB" sz="2400">
                <a:latin typeface="Kalam"/>
                <a:ea typeface="Kalam"/>
                <a:cs typeface="Kalam"/>
                <a:sym typeface="Kalam"/>
              </a:rPr>
              <a:t>0</a:t>
            </a:r>
            <a:endParaRPr sz="24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59" name="Google Shape;2159;p159"/>
          <p:cNvSpPr txBox="1"/>
          <p:nvPr>
            <p:ph idx="4294967295" type="body"/>
          </p:nvPr>
        </p:nvSpPr>
        <p:spPr>
          <a:xfrm>
            <a:off x="7851875" y="4275600"/>
            <a:ext cx="334200" cy="39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>
                <a:solidFill>
                  <a:schemeClr val="accent5"/>
                </a:solidFill>
                <a:latin typeface="Kalam"/>
                <a:ea typeface="Kalam"/>
                <a:cs typeface="Kalam"/>
                <a:sym typeface="Kalam"/>
              </a:rPr>
              <a:t>18</a:t>
            </a:r>
            <a:endParaRPr sz="2400">
              <a:solidFill>
                <a:schemeClr val="accent5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60" name="Google Shape;2160;p159"/>
          <p:cNvSpPr txBox="1"/>
          <p:nvPr>
            <p:ph idx="4294967295" type="body"/>
          </p:nvPr>
        </p:nvSpPr>
        <p:spPr>
          <a:xfrm>
            <a:off x="6272301" y="3825238"/>
            <a:ext cx="556800" cy="39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>
                <a:solidFill>
                  <a:schemeClr val="accent5"/>
                </a:solidFill>
                <a:latin typeface="Kalam"/>
                <a:ea typeface="Kalam"/>
                <a:cs typeface="Kalam"/>
                <a:sym typeface="Kalam"/>
              </a:rPr>
              <a:t>120</a:t>
            </a:r>
            <a:endParaRPr sz="2400">
              <a:solidFill>
                <a:schemeClr val="accent5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61" name="Google Shape;2161;p159"/>
          <p:cNvSpPr/>
          <p:nvPr/>
        </p:nvSpPr>
        <p:spPr>
          <a:xfrm rot="10800000">
            <a:off x="5706307" y="4217650"/>
            <a:ext cx="1648167" cy="154875"/>
          </a:xfrm>
          <a:custGeom>
            <a:rect b="b" l="l" r="r" t="t"/>
            <a:pathLst>
              <a:path extrusionOk="0" h="6195" w="67631">
                <a:moveTo>
                  <a:pt x="0" y="103"/>
                </a:moveTo>
                <a:lnTo>
                  <a:pt x="0" y="6195"/>
                </a:lnTo>
                <a:lnTo>
                  <a:pt x="67631" y="6195"/>
                </a:lnTo>
                <a:lnTo>
                  <a:pt x="67631" y="0"/>
                </a:lnTo>
              </a:path>
            </a:pathLst>
          </a:custGeom>
          <a:noFill/>
          <a:ln cap="flat" cmpd="sng" w="1905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2162" name="Google Shape;2162;p159"/>
          <p:cNvSpPr txBox="1"/>
          <p:nvPr/>
        </p:nvSpPr>
        <p:spPr>
          <a:xfrm>
            <a:off x="3889775" y="2801850"/>
            <a:ext cx="1329300" cy="4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E.g. 2) a) 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6" name="Shape 2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7" name="Google Shape;2167;p16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3)	Sam is doing a calculation involving division and has chosen to partition their dividend into 40 + 16.  What might their divisor be?  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e.g. 4 or 8</a:t>
            </a:r>
            <a:endParaRPr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4)	Sofia is doing a calculation involving division and has chosen to partition her dividend into 50 + 6.  What might her divisor be?  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e.g. 2, 5 or 10</a:t>
            </a:r>
            <a:endParaRPr/>
          </a:p>
        </p:txBody>
      </p:sp>
      <p:sp>
        <p:nvSpPr>
          <p:cNvPr id="2168" name="Google Shape;2168;p160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Securing understanding of division</a:t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2" name="Shape 2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3" name="Google Shape;2173;p161"/>
          <p:cNvSpPr txBox="1"/>
          <p:nvPr>
            <p:ph idx="1" type="body"/>
          </p:nvPr>
        </p:nvSpPr>
        <p:spPr>
          <a:xfrm>
            <a:off x="324000" y="908500"/>
            <a:ext cx="8113800" cy="391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/>
              <a:t>Multiplication can be made easier by partitioning.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/>
              <a:t>E.g.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/>
              <a:t>Any multiplication can be represented using the area model.  The grid method is an unscaled version of the area model.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/>
              <a:t>E.g. 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/>
              <a:t>Divis</a:t>
            </a:r>
            <a:r>
              <a:rPr lang="en-GB" sz="2000"/>
              <a:t>ion can be made easier by partitioning.  E.g. 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/>
          </a:p>
        </p:txBody>
      </p:sp>
      <p:sp>
        <p:nvSpPr>
          <p:cNvPr id="2174" name="Google Shape;2174;p161"/>
          <p:cNvSpPr txBox="1"/>
          <p:nvPr>
            <p:ph type="title"/>
          </p:nvPr>
        </p:nvSpPr>
        <p:spPr>
          <a:xfrm>
            <a:off x="1684800" y="157525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Checking and securing understanding of multiplication and division</a:t>
            </a:r>
            <a:endParaRPr/>
          </a:p>
        </p:txBody>
      </p:sp>
      <p:pic>
        <p:nvPicPr>
          <p:cNvPr id="2175" name="Google Shape;2175;p1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10525" y="1378050"/>
            <a:ext cx="1348541" cy="928209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6" name="Google Shape;2176;p16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15625" y="3169713"/>
            <a:ext cx="1387476" cy="819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7" name="Google Shape;2177;p16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539950" y="3811623"/>
            <a:ext cx="1057550" cy="956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1" name="Shape 2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2" name="Google Shape;2182;p162"/>
          <p:cNvSpPr txBox="1"/>
          <p:nvPr>
            <p:ph idx="1" type="subTitle"/>
          </p:nvPr>
        </p:nvSpPr>
        <p:spPr>
          <a:xfrm>
            <a:off x="661775" y="1129425"/>
            <a:ext cx="7351200" cy="2358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© Oak National Academy 2023.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Produced in partnership with </a:t>
            </a:r>
            <a:r>
              <a:rPr lang="en-GB"/>
              <a:t>Mathematics in Education and Industry.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Licensed on the </a:t>
            </a:r>
            <a:r>
              <a:rPr lang="en-GB" u="sng">
                <a:solidFill>
                  <a:schemeClr val="hlink"/>
                </a:solidFill>
                <a:hlinkClick r:id="rId3"/>
              </a:rPr>
              <a:t>Open Government Licence v3.0</a:t>
            </a:r>
            <a:r>
              <a:rPr lang="en-GB"/>
              <a:t>, except where otherwise stated. See </a:t>
            </a:r>
            <a:r>
              <a:rPr lang="en-GB" u="sng">
                <a:solidFill>
                  <a:schemeClr val="accent2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and conditions</a:t>
            </a:r>
            <a:r>
              <a:rPr lang="en-GB"/>
              <a:t>.</a:t>
            </a:r>
            <a:endParaRPr/>
          </a:p>
        </p:txBody>
      </p:sp>
      <p:pic>
        <p:nvPicPr>
          <p:cNvPr id="2183" name="Google Shape;2183;p16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42100" y="3453600"/>
            <a:ext cx="652800" cy="32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ak theme - September 2023">
  <a:themeElements>
    <a:clrScheme name="Simple Light">
      <a:dk1>
        <a:srgbClr val="000000"/>
      </a:dk1>
      <a:lt1>
        <a:srgbClr val="FFFFFF"/>
      </a:lt1>
      <a:dk2>
        <a:srgbClr val="808080"/>
      </a:dk2>
      <a:lt2>
        <a:srgbClr val="F0F0F0"/>
      </a:lt2>
      <a:accent1>
        <a:srgbClr val="BEF2BD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C63D01"/>
      </a:accent6>
      <a:hlink>
        <a:srgbClr val="374CF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ak theme - September 2023">
  <a:themeElements>
    <a:clrScheme name="Simple Light">
      <a:dk1>
        <a:srgbClr val="000000"/>
      </a:dk1>
      <a:lt1>
        <a:srgbClr val="FFFFFF"/>
      </a:lt1>
      <a:dk2>
        <a:srgbClr val="808080"/>
      </a:dk2>
      <a:lt2>
        <a:srgbClr val="F0F0F0"/>
      </a:lt2>
      <a:accent1>
        <a:srgbClr val="BEF2BD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C63D01"/>
      </a:accent6>
      <a:hlink>
        <a:srgbClr val="374CF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