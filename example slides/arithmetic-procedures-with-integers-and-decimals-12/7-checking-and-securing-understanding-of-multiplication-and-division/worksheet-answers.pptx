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A7164F8-8841-439F-A22D-DC3F5FE971BE}">
  <a:tblStyle styleId="{5A7164F8-8841-439F-A22D-DC3F5FE971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" name="Shape 179"/>
        <p:cNvGrpSpPr/>
        <p:nvPr/>
      </p:nvGrpSpPr>
      <p:grpSpPr>
        <a:xfrm>
          <a:off x="0" y="0"/>
          <a:ext cx="0" cy="0"/>
        </a:xfrm>
      </p:grpSpPr>
      <p:sp>
        <p:nvSpPr>
          <p:cNvPr id="180" name="Google Shape;18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656558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and securing understanding of multiplication and division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86750" y="1517075"/>
            <a:ext cx="6586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Securing understanding of multiplication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75" y="1833600"/>
            <a:ext cx="8496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area model to answer the following.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answer in the grid and then rearrange the letters to reveal a word.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7150" y="3492300"/>
            <a:ext cx="2901900" cy="47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 × 52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1508 I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 × 58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2146 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82 × 16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1312 P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214 × 23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4922 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116 × 13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1508 I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468000" y="2579250"/>
          <a:ext cx="6624150" cy="731520"/>
        </p:xfrm>
        <a:graphic>
          <a:graphicData uri="http://schemas.openxmlformats.org/drawingml/2006/table">
            <a:tbl>
              <a:tblPr>
                <a:noFill/>
                <a:tableStyleId>{5A7164F8-8841-439F-A22D-DC3F5FE971BE}</a:tableStyleId>
              </a:tblPr>
              <a:tblGrid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</a:tblGrid>
              <a:tr h="138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</a:tr>
              <a:tr h="138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4922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3286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3762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6891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</a:tr>
              <a:tr h="138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</a:tr>
              <a:tr h="138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4482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2146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4140000" y="3453450"/>
            <a:ext cx="2901900" cy="36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  245 × 38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9310 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endParaRPr sz="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7)  74 × 29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2146 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8)  83 × 54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4482 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9)  359 × 25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8975 O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word is partition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sp>
        <p:nvSpPr>
          <p:cNvPr id="183" name="Google Shape;18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4" name="Google Shape;18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multiplication and division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468000" y="727500"/>
            <a:ext cx="660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Securing understanding of division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68000" y="1077325"/>
            <a:ext cx="6632400" cy="25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Partition 52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 ÷ 4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40 ÷ 4 = 10 &amp; 12 ÷ 4 = 3, 52 ÷ 4 = 13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 ÷ 2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50 ÷ 2 = 25 &amp; 2 ÷ 2 = 1, 52 ÷ 2 = 26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 ÷ 5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30 ÷ 5 = 6 &amp; 22 ÷ 5 = 4.4, 52 ÷ 5 = 10.4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Use the area model to complete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138 ÷ 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441 ÷ 7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63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456 ÷ 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76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949 ÷ 13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73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5552 ÷ 16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347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353464" y="3103941"/>
            <a:ext cx="1275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0" name="Google Shape;190;p21"/>
          <p:cNvCxnSpPr/>
          <p:nvPr/>
        </p:nvCxnSpPr>
        <p:spPr>
          <a:xfrm rot="10800000">
            <a:off x="4515630" y="2578771"/>
            <a:ext cx="209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1" name="Google Shape;191;p21"/>
          <p:cNvSpPr/>
          <p:nvPr/>
        </p:nvSpPr>
        <p:spPr>
          <a:xfrm>
            <a:off x="4518527" y="2948890"/>
            <a:ext cx="2094900" cy="577800"/>
          </a:xfrm>
          <a:prstGeom prst="rect">
            <a:avLst/>
          </a:prstGeom>
          <a:solidFill>
            <a:srgbClr val="F0F0F0"/>
          </a:solidFill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1"/>
          <p:cNvCxnSpPr/>
          <p:nvPr/>
        </p:nvCxnSpPr>
        <p:spPr>
          <a:xfrm flipH="1">
            <a:off x="5319625" y="2939687"/>
            <a:ext cx="0" cy="573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1"/>
          <p:cNvCxnSpPr/>
          <p:nvPr/>
        </p:nvCxnSpPr>
        <p:spPr>
          <a:xfrm rot="10800000">
            <a:off x="4515625" y="2831143"/>
            <a:ext cx="80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4" name="Google Shape;194;p21"/>
          <p:cNvSpPr txBox="1"/>
          <p:nvPr/>
        </p:nvSpPr>
        <p:spPr>
          <a:xfrm>
            <a:off x="4826068" y="2581581"/>
            <a:ext cx="2967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5" name="Google Shape;195;p21"/>
          <p:cNvCxnSpPr/>
          <p:nvPr/>
        </p:nvCxnSpPr>
        <p:spPr>
          <a:xfrm rot="10800000">
            <a:off x="6117075" y="2831143"/>
            <a:ext cx="50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6" name="Google Shape;196;p21"/>
          <p:cNvSpPr txBox="1"/>
          <p:nvPr/>
        </p:nvSpPr>
        <p:spPr>
          <a:xfrm>
            <a:off x="6307396" y="2578771"/>
            <a:ext cx="1275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813704" y="3278813"/>
            <a:ext cx="2250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 sz="12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602570" y="3278813"/>
            <a:ext cx="2250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 sz="12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5401764" y="2317482"/>
            <a:ext cx="324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0" name="Google Shape;200;p21"/>
          <p:cNvCxnSpPr/>
          <p:nvPr/>
        </p:nvCxnSpPr>
        <p:spPr>
          <a:xfrm flipH="1">
            <a:off x="6105059" y="2939679"/>
            <a:ext cx="0" cy="573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1"/>
          <p:cNvCxnSpPr/>
          <p:nvPr/>
        </p:nvCxnSpPr>
        <p:spPr>
          <a:xfrm rot="10800000">
            <a:off x="5313039" y="2831993"/>
            <a:ext cx="80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2" name="Google Shape;202;p21"/>
          <p:cNvSpPr txBox="1"/>
          <p:nvPr/>
        </p:nvSpPr>
        <p:spPr>
          <a:xfrm>
            <a:off x="5623482" y="2582431"/>
            <a:ext cx="2967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6226189" y="3278813"/>
            <a:ext cx="2250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12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163078" y="2975702"/>
            <a:ext cx="3747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120</a:t>
            </a:r>
            <a:endParaRPr sz="1200">
              <a:solidFill>
                <a:srgbClr val="037B7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1"/>
          <p:cNvSpPr/>
          <p:nvPr/>
        </p:nvSpPr>
        <p:spPr>
          <a:xfrm rot="10800000">
            <a:off x="4782103" y="3239816"/>
            <a:ext cx="1109317" cy="104231"/>
          </a:xfrm>
          <a:custGeom>
            <a:rect l="l" t="t" r="r" b="b"/>
            <a:pathLst>
              <a:path w="67631" h="6195" extrusionOk="0">
                <a:moveTo>
                  <a:pt x="0" y="103"/>
                </a:moveTo>
                <a:lnTo>
                  <a:pt x="0" y="6195"/>
                </a:lnTo>
                <a:lnTo>
                  <a:pt x="67631" y="6195"/>
                </a:lnTo>
                <a:lnTo>
                  <a:pt x="67631" y="0"/>
                </a:lnTo>
              </a:path>
            </a:pathLst>
          </a:custGeom>
          <a:noFill/>
          <a:ln w="1905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06" name="Google Shape;206;p21"/>
          <p:cNvSpPr txBox="1"/>
          <p:nvPr/>
        </p:nvSpPr>
        <p:spPr>
          <a:xfrm>
            <a:off x="3559550" y="2286925"/>
            <a:ext cx="8946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2) a)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3976075"/>
            <a:ext cx="6632400" cy="12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	Sam is doing a calculation involving division and has chosen to partition their dividend into 40 + 16.  What might their divisor be?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4 or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	Sofia is doing a calculation involving division and has chosen to partition her dividend into 50 + 6.  What might her divisor be?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2, 5 or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2023-12-08T09:00:13.330</cp:lastPrinted>
  <dcterms:created xsi:type="dcterms:W3CDTF">2023-12-08T09:00:13Z</dcterms:created>
  <dcterms:modified xsi:type="dcterms:W3CDTF">2023-12-08T08:57:31Z</dcterms:modified>
</cp:coreProperties>
</file>