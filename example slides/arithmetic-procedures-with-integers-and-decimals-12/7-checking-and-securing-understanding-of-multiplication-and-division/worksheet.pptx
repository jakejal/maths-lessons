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9CA4226-6453-424B-A65E-DE0FC052BEDB}">
  <a:tblStyle styleId="{49CA4226-6453-424B-A65E-DE0FC052BE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" name="Shape 169"/>
        <p:cNvGrpSpPr/>
        <p:nvPr/>
      </p:nvGrpSpPr>
      <p:grpSpPr>
        <a:xfrm>
          <a:off x="0" y="0"/>
          <a:ext cx="0" cy="0"/>
        </a:xfrm>
      </p:grpSpPr>
      <p:sp>
        <p:nvSpPr>
          <p:cNvPr id="170" name="Google Shape;17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56558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86750" y="1517075"/>
            <a:ext cx="6586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Securing understanding of multiplication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75" y="1833600"/>
            <a:ext cx="8496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area model to answer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answer in the grid and then rearrange the letters to reveal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7150" y="3492300"/>
            <a:ext cx="2901900" cy="4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× 52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 × 58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82 × 16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214 × 23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 × 13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468000" y="2579250"/>
          <a:ext cx="6624150" cy="731520"/>
        </p:xfrm>
        <a:graphic>
          <a:graphicData uri="http://schemas.openxmlformats.org/drawingml/2006/table">
            <a:tbl>
              <a:tblPr>
                <a:noFill/>
                <a:tableStyleId>{49CA4226-6453-424B-A65E-DE0FC052BEDB}</a:tableStyleId>
              </a:tblPr>
              <a:tblGrid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</a:tblGrid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6891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  <a:tr h="138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/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4140000" y="3453450"/>
            <a:ext cx="2901900" cy="3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 245 × 38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 74 × 29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  83 × 54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  359 × 25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" name="Shape 172"/>
        <p:cNvGrpSpPr/>
        <p:nvPr/>
      </p:nvGrpSpPr>
      <p:grpSpPr>
        <a:xfrm>
          <a:off x="0" y="0"/>
          <a:ext cx="0" cy="0"/>
        </a:xfrm>
      </p:grpSpPr>
      <p:sp>
        <p:nvSpPr>
          <p:cNvPr id="173" name="Google Shape;17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4" name="Google Shape;17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multiplication and division</a:t>
            </a:r>
            <a:endParaRPr/>
          </a:p>
        </p:txBody>
      </p:sp>
      <p:sp>
        <p:nvSpPr>
          <p:cNvPr id="175" name="Google Shape;17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727500"/>
            <a:ext cx="660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Securing understanding of division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68000" y="1077325"/>
            <a:ext cx="6632400" cy="6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Partition 52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 ÷ 4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 ÷ 2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 ÷ 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Use the area model to complete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138 ÷ 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441 ÷ 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456 ÷ 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949 ÷ 13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5552 ÷ 16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8390250"/>
            <a:ext cx="66324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Sam is doing a calculation involving division and has chosen to partition their dividend into 40 + 16.  What might their divisor be?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	Sofia is doing a calculation involving division and has chosen to partition her dividend into 50 + 6.  What might her divisor be?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and securing understanding of multiplication and division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2023-12-08T09:00:10.928</cp:lastPrinted>
  <dcterms:created xsi:type="dcterms:W3CDTF">2023-12-08T09:00:10Z</dcterms:created>
  <dcterms:modified xsi:type="dcterms:W3CDTF">2023-12-08T09:00:18Z</dcterms:modified>
</cp:coreProperties>
</file>