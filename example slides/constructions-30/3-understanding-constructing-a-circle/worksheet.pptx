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constructing a circle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817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Properties of a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8684100"/>
            <a:ext cx="3663600" cy="1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could you use a pair of compasses to check whether everyone’s point is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correct distance away from the cross?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Whose point is too close to the cross?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Whose point is too far from the cross?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4493100"/>
            <a:ext cx="66156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marks a cross on a piece of paper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marks a point exactly 5 units away from it.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asks everyone else to mark a point 5 units away from the cross.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" name="Google Shape;164;p20"/>
          <p:cNvGrpSpPr/>
          <p:nvPr/>
        </p:nvGrpSpPr>
        <p:grpSpPr>
          <a:xfrm>
            <a:off x="3733206" y="6876451"/>
            <a:ext cx="92598" cy="108884"/>
            <a:chOff x="1514525" y="2733525"/>
            <a:chExt cx="76800" cy="90300"/>
          </a:xfrm>
        </p:grpSpPr>
        <p:cxnSp>
          <p:nvCxnSpPr>
            <p:cNvPr id="165" name="Google Shape;165;p2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2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58" y="6934332"/>
            <a:ext cx="275195" cy="34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7881" y="6384950"/>
            <a:ext cx="235902" cy="445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3232" y="7365449"/>
            <a:ext cx="302119" cy="339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9713" y="7773739"/>
            <a:ext cx="305689" cy="4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8979" y="7822259"/>
            <a:ext cx="267160" cy="384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3522020" y="5033351"/>
            <a:ext cx="421683" cy="408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2656850" y="5454937"/>
            <a:ext cx="298347" cy="384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4346040" y="5514271"/>
            <a:ext cx="275196" cy="338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4869440" y="6029674"/>
            <a:ext cx="294054" cy="339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4697348" y="7775275"/>
            <a:ext cx="305690" cy="33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>
            <a:off x="2353435" y="6857842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806615" y="5857947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737574" y="5502945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431861" y="5889801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017945" y="6388257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040909" y="7300854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842514" y="8144443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006166" y="8228428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207629" y="8144447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656843" y="7738253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153012" y="6916097"/>
            <a:ext cx="7212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499596" y="5924674"/>
            <a:ext cx="9012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567774" y="5547845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892371" y="8295355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664246" y="8198872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912119" y="7352339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852577" y="6443912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215874" y="5950303"/>
            <a:ext cx="8289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009786" y="8195981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457495" y="7781764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76400" y="1673700"/>
            <a:ext cx="6545400" cy="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You will need a blank piece of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A4 paper for question 1. It will not fit on this sheet. Mark a cross in the middle of your plain piece of paper.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Mark 8 points that are exactly 7 cm away from the cross.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Draw a circle with radius 7 cm and with the centre at the cross.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do you notice about the points from part (a) and the circle from part (b)?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3" name="Google Shape;20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Understanding constructing a circle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cxnSp>
        <p:nvCxnSpPr>
          <p:cNvPr id="206" name="Google Shape;206;p21"/>
          <p:cNvCxnSpPr/>
          <p:nvPr/>
        </p:nvCxnSpPr>
        <p:spPr>
          <a:xfrm>
            <a:off x="474750" y="574098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1"/>
          <p:cNvSpPr txBox="1"/>
          <p:nvPr/>
        </p:nvSpPr>
        <p:spPr>
          <a:xfrm>
            <a:off x="468000" y="58013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Properties of an arc of a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3700" y="6093300"/>
            <a:ext cx="65112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W, X, Y and Z are arcs from four circles.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A, B, C and D are four possible centres for these circles.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arcs to their centres.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986200" y="6332750"/>
            <a:ext cx="4201500" cy="4201500"/>
          </a:xfrm>
          <a:prstGeom prst="arc">
            <a:avLst>
              <a:gd name="adj1" fmla="val 19375849"/>
              <a:gd name="adj2" fmla="val 1311329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1"/>
          <p:cNvGrpSpPr/>
          <p:nvPr/>
        </p:nvGrpSpPr>
        <p:grpSpPr>
          <a:xfrm>
            <a:off x="3458463" y="8034226"/>
            <a:ext cx="78305" cy="92079"/>
            <a:chOff x="1514525" y="2733525"/>
            <a:chExt cx="76800" cy="90300"/>
          </a:xfrm>
        </p:grpSpPr>
        <p:cxnSp>
          <p:nvCxnSpPr>
            <p:cNvPr id="211" name="Google Shape;211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3" name="Google Shape;213;p21"/>
          <p:cNvGrpSpPr/>
          <p:nvPr/>
        </p:nvGrpSpPr>
        <p:grpSpPr>
          <a:xfrm>
            <a:off x="3846313" y="7796126"/>
            <a:ext cx="78305" cy="92079"/>
            <a:chOff x="1514525" y="2733525"/>
            <a:chExt cx="76800" cy="90300"/>
          </a:xfrm>
        </p:grpSpPr>
        <p:cxnSp>
          <p:nvCxnSpPr>
            <p:cNvPr id="214" name="Google Shape;214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6" name="Google Shape;216;p21"/>
          <p:cNvGrpSpPr/>
          <p:nvPr/>
        </p:nvGrpSpPr>
        <p:grpSpPr>
          <a:xfrm>
            <a:off x="4052238" y="8382163"/>
            <a:ext cx="78305" cy="92079"/>
            <a:chOff x="1514525" y="2733525"/>
            <a:chExt cx="76800" cy="90300"/>
          </a:xfrm>
        </p:grpSpPr>
        <p:cxnSp>
          <p:nvCxnSpPr>
            <p:cNvPr id="217" name="Google Shape;217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9" name="Google Shape;219;p21"/>
          <p:cNvGrpSpPr/>
          <p:nvPr/>
        </p:nvGrpSpPr>
        <p:grpSpPr>
          <a:xfrm>
            <a:off x="3536763" y="8593413"/>
            <a:ext cx="78305" cy="92079"/>
            <a:chOff x="1514525" y="2733525"/>
            <a:chExt cx="76800" cy="90300"/>
          </a:xfrm>
        </p:grpSpPr>
        <p:cxnSp>
          <p:nvCxnSpPr>
            <p:cNvPr id="220" name="Google Shape;220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2" name="Google Shape;222;p21"/>
          <p:cNvSpPr/>
          <p:nvPr/>
        </p:nvSpPr>
        <p:spPr>
          <a:xfrm>
            <a:off x="2362150" y="6318404"/>
            <a:ext cx="3045600" cy="3046200"/>
          </a:xfrm>
          <a:prstGeom prst="arc">
            <a:avLst>
              <a:gd name="adj1" fmla="val 3018613"/>
              <a:gd name="adj2" fmla="val 758566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814218" y="7564679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59094" y="9149404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020129" y="8130186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508134" y="8358786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431934" y="7749186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605850" y="7171901"/>
            <a:ext cx="1796400" cy="1796400"/>
          </a:xfrm>
          <a:prstGeom prst="arc">
            <a:avLst>
              <a:gd name="adj1" fmla="val 10421236"/>
              <a:gd name="adj2" fmla="val 16173505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031019" y="7012679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772925" y="6833550"/>
            <a:ext cx="3614700" cy="3614700"/>
          </a:xfrm>
          <a:prstGeom prst="arc">
            <a:avLst>
              <a:gd name="adj1" fmla="val 16684535"/>
              <a:gd name="adj2" fmla="val 1012089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020119" y="6663604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862094" y="7065604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76400" y="886300"/>
            <a:ext cx="66156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Find the coordinates of 12 points which are exactly 10 units from the origin.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75" y="1232400"/>
            <a:ext cx="4127849" cy="415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Understanding constructing a circle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2024-02-06T10:15:35.772</cp:lastPrinted>
  <dcterms:created xsi:type="dcterms:W3CDTF">2024-02-06T10:15:35Z</dcterms:created>
  <dcterms:modified xsi:type="dcterms:W3CDTF">2024-02-06T10:15:45Z</dcterms:modified>
</cp:coreProperties>
</file>