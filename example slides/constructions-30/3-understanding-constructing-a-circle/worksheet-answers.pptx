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35" name="Shape 235"/>
        <p:cNvGrpSpPr/>
        <p:nvPr/>
      </p:nvGrpSpPr>
      <p:grpSpPr>
        <a:xfrm>
          <a:off x="0" y="0"/>
          <a:ext cx="0" cy="0"/>
        </a:xfrm>
      </p:grpSpPr>
      <p:sp>
        <p:nvSpPr>
          <p:cNvPr id="236" name="Google Shape;236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image" Target="../media/image14.png" /><Relationship Id="rId11" Type="http://schemas.openxmlformats.org/officeDocument/2006/relationships/image" Target="../media/image15.png" /><Relationship Id="rId12" Type="http://schemas.openxmlformats.org/officeDocument/2006/relationships/image" Target="../media/image16.png" /><Relationship Id="rId13" Type="http://schemas.openxmlformats.org/officeDocument/2006/relationships/image" Target="../media/image17.png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Relationship Id="rId9" Type="http://schemas.openxmlformats.org/officeDocument/2006/relationships/image" Target="../media/image13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8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constructing a circle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381750"/>
            <a:ext cx="4761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Properties of a circle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76400" y="8684100"/>
            <a:ext cx="3663600" cy="10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How could you use a pair of compasses to check whether everyone’s point is the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correct distance away from the cross?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Whose point is too close to the cross?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Whose point is too far from the cross?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76400" y="4493100"/>
            <a:ext cx="66156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Aisha marks a cross on a piece of paper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 marks a point exactly 5 units away from it.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 asks everyone else to mark a point 5 units away from the cross.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6" name="Google Shape;176;p20"/>
          <p:cNvGrpSpPr/>
          <p:nvPr/>
        </p:nvGrpSpPr>
        <p:grpSpPr>
          <a:xfrm>
            <a:off x="3733206" y="6876451"/>
            <a:ext cx="92598" cy="108884"/>
            <a:chOff x="1514525" y="2733525"/>
            <a:chExt cx="76800" cy="90300"/>
          </a:xfrm>
        </p:grpSpPr>
        <p:cxnSp>
          <p:nvCxnSpPr>
            <p:cNvPr id="177" name="Google Shape;177;p20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8" name="Google Shape;178;p20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79" name="Google Shape;179;p20"/>
          <p:cNvSpPr/>
          <p:nvPr/>
        </p:nvSpPr>
        <p:spPr>
          <a:xfrm>
            <a:off x="2397273" y="5540171"/>
            <a:ext cx="2752800" cy="27570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0" name="Google Shape;18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0758" y="6934332"/>
            <a:ext cx="275195" cy="3441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47881" y="6384950"/>
            <a:ext cx="235902" cy="445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33232" y="7365449"/>
            <a:ext cx="302119" cy="339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99713" y="7773739"/>
            <a:ext cx="305689" cy="400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78979" y="7822259"/>
            <a:ext cx="267160" cy="384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>
            <a:off x="3522020" y="5033351"/>
            <a:ext cx="421683" cy="408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>
            <a:off x="2656850" y="5454937"/>
            <a:ext cx="298347" cy="384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flipH="1">
            <a:off x="4346040" y="5514271"/>
            <a:ext cx="275196" cy="338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flipH="1">
            <a:off x="4869440" y="6029674"/>
            <a:ext cx="294054" cy="3391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 flipH="1">
            <a:off x="4697348" y="7775275"/>
            <a:ext cx="305690" cy="33912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/>
          <p:nvPr/>
        </p:nvSpPr>
        <p:spPr>
          <a:xfrm>
            <a:off x="2353435" y="6857842"/>
            <a:ext cx="84000" cy="84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2806615" y="5857947"/>
            <a:ext cx="84000" cy="84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3737574" y="5502945"/>
            <a:ext cx="84000" cy="84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4431861" y="5889801"/>
            <a:ext cx="84000" cy="84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5017945" y="6388257"/>
            <a:ext cx="84000" cy="84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5040909" y="7300854"/>
            <a:ext cx="84000" cy="84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4842514" y="8144443"/>
            <a:ext cx="84000" cy="84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4006166" y="8228428"/>
            <a:ext cx="84000" cy="84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3207629" y="8144447"/>
            <a:ext cx="84000" cy="84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2656843" y="7738253"/>
            <a:ext cx="84000" cy="84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2153012" y="6916097"/>
            <a:ext cx="7212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Aisha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2499596" y="5924674"/>
            <a:ext cx="9012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Andeep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3567774" y="5547845"/>
            <a:ext cx="5751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Izzy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3892371" y="8295355"/>
            <a:ext cx="5751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4664246" y="8198872"/>
            <a:ext cx="5751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Sofia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4912119" y="7352339"/>
            <a:ext cx="5487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Jun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4852577" y="6443912"/>
            <a:ext cx="5487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Alex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4215874" y="5950303"/>
            <a:ext cx="8289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Jacob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3009786" y="8195981"/>
            <a:ext cx="5751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Laura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2457495" y="7781764"/>
            <a:ext cx="5751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Lucas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0" name="Google Shape;210;p20"/>
          <p:cNvGrpSpPr/>
          <p:nvPr/>
        </p:nvGrpSpPr>
        <p:grpSpPr>
          <a:xfrm flipH="1">
            <a:off x="2095121" y="5029206"/>
            <a:ext cx="1752281" cy="2024744"/>
            <a:chOff x="4524154" y="1447627"/>
            <a:chExt cx="1459504" cy="1724948"/>
          </a:xfrm>
        </p:grpSpPr>
        <p:pic>
          <p:nvPicPr>
            <p:cNvPr id="211" name="Google Shape;211;p20"/>
            <p:cNvPicPr preferRelativeResize="0"/>
            <p:nvPr/>
          </p:nvPicPr>
          <p:blipFill>
            <a:blip r:embed="rId13">
              <a:alphaModFix/>
            </a:blip>
            <a:srcRect l="11816" t="29502" r="66857" b="8412"/>
            <a:stretch>
              <a:fillRect/>
            </a:stretch>
          </p:blipFill>
          <p:spPr>
            <a:xfrm rot="-991782" flipH="1">
              <a:off x="5273086" y="1877432"/>
              <a:ext cx="544965" cy="12433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2" name="Google Shape;212;p20"/>
            <p:cNvPicPr preferRelativeResize="0"/>
            <p:nvPr/>
          </p:nvPicPr>
          <p:blipFill>
            <a:blip r:embed="rId13">
              <a:alphaModFix/>
            </a:blip>
            <a:srcRect l="63467" t="30883" r="20736" b="10458"/>
            <a:stretch>
              <a:fillRect/>
            </a:stretch>
          </p:blipFill>
          <p:spPr>
            <a:xfrm rot="679646" flipH="1">
              <a:off x="4635584" y="1950136"/>
              <a:ext cx="403677" cy="11746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3" name="Google Shape;213;p20"/>
            <p:cNvPicPr preferRelativeResize="0"/>
            <p:nvPr/>
          </p:nvPicPr>
          <p:blipFill>
            <a:blip r:embed="rId13">
              <a:alphaModFix/>
            </a:blip>
            <a:srcRect l="45144" t="7144" r="46324" b="60199"/>
            <a:stretch>
              <a:fillRect/>
            </a:stretch>
          </p:blipFill>
          <p:spPr>
            <a:xfrm flipH="1">
              <a:off x="5018272" y="1447627"/>
              <a:ext cx="217992" cy="6539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4" name="Google Shape;214;p20"/>
          <p:cNvSpPr txBox="1"/>
          <p:nvPr/>
        </p:nvSpPr>
        <p:spPr>
          <a:xfrm>
            <a:off x="4148050" y="9454550"/>
            <a:ext cx="5487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Jacob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4141925" y="9769850"/>
            <a:ext cx="4218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Sofia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4146025" y="8665900"/>
            <a:ext cx="2946000" cy="4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Draw a circle with the cross at the centre and Aisha’s point on the circle.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476400" y="1673700"/>
            <a:ext cx="6545400" cy="8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You will need a blank piece of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A4 paper for question 1. It will not fit on this sheet.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Mark a cross in the middle of your plain piece of paper.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Mark 8 points that are exactly 7 cm away from the cross.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Draw a circle with radius 7 cm and with the centre at the cross.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What do you notice about the points from part (a) and the circle from part (b)?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3328963" y="2720017"/>
            <a:ext cx="1614600" cy="16173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9" name="Google Shape;219;p20"/>
          <p:cNvGrpSpPr/>
          <p:nvPr/>
        </p:nvGrpSpPr>
        <p:grpSpPr>
          <a:xfrm>
            <a:off x="4112522" y="3504067"/>
            <a:ext cx="54313" cy="63878"/>
            <a:chOff x="1514525" y="2733525"/>
            <a:chExt cx="76800" cy="90300"/>
          </a:xfrm>
        </p:grpSpPr>
        <p:cxnSp>
          <p:nvCxnSpPr>
            <p:cNvPr id="220" name="Google Shape;220;p20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1" name="Google Shape;221;p20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22" name="Google Shape;222;p20"/>
          <p:cNvGrpSpPr/>
          <p:nvPr/>
        </p:nvGrpSpPr>
        <p:grpSpPr>
          <a:xfrm>
            <a:off x="3303290" y="2701931"/>
            <a:ext cx="1667393" cy="1661981"/>
            <a:chOff x="655436" y="1127031"/>
            <a:chExt cx="3649360" cy="3637516"/>
          </a:xfrm>
        </p:grpSpPr>
        <p:sp>
          <p:nvSpPr>
            <p:cNvPr id="223" name="Google Shape;223;p20"/>
            <p:cNvSpPr/>
            <p:nvPr/>
          </p:nvSpPr>
          <p:spPr>
            <a:xfrm>
              <a:off x="4197396" y="2880381"/>
              <a:ext cx="107400" cy="107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4" name="Google Shape;224;p20"/>
            <p:cNvSpPr/>
            <p:nvPr/>
          </p:nvSpPr>
          <p:spPr>
            <a:xfrm>
              <a:off x="3830719" y="1817856"/>
              <a:ext cx="107400" cy="107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5" name="Google Shape;225;p20"/>
            <p:cNvSpPr/>
            <p:nvPr/>
          </p:nvSpPr>
          <p:spPr>
            <a:xfrm>
              <a:off x="2439756" y="1127031"/>
              <a:ext cx="107400" cy="107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6" name="Google Shape;226;p20"/>
            <p:cNvSpPr/>
            <p:nvPr/>
          </p:nvSpPr>
          <p:spPr>
            <a:xfrm>
              <a:off x="1107292" y="1706195"/>
              <a:ext cx="107400" cy="107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7" name="Google Shape;227;p20"/>
            <p:cNvSpPr/>
            <p:nvPr/>
          </p:nvSpPr>
          <p:spPr>
            <a:xfrm>
              <a:off x="655436" y="2875030"/>
              <a:ext cx="107400" cy="107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8" name="Google Shape;228;p20"/>
            <p:cNvSpPr/>
            <p:nvPr/>
          </p:nvSpPr>
          <p:spPr>
            <a:xfrm>
              <a:off x="1020384" y="3931105"/>
              <a:ext cx="107400" cy="107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9" name="Google Shape;229;p20"/>
            <p:cNvSpPr/>
            <p:nvPr/>
          </p:nvSpPr>
          <p:spPr>
            <a:xfrm>
              <a:off x="2429816" y="4657147"/>
              <a:ext cx="107400" cy="107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0" name="Google Shape;230;p20"/>
            <p:cNvSpPr/>
            <p:nvPr/>
          </p:nvSpPr>
          <p:spPr>
            <a:xfrm>
              <a:off x="3481966" y="4285372"/>
              <a:ext cx="107400" cy="107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1" name="Google Shape;231;p20"/>
          <p:cNvSpPr txBox="1"/>
          <p:nvPr/>
        </p:nvSpPr>
        <p:spPr>
          <a:xfrm>
            <a:off x="1545675" y="3690518"/>
            <a:ext cx="1555500" cy="2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All of the points lie on the circle.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1390100" y="2805000"/>
            <a:ext cx="2247000" cy="2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Not d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rawn to scale.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33" name="Google Shape;233;p20"/>
          <p:cNvCxnSpPr/>
          <p:nvPr/>
        </p:nvCxnSpPr>
        <p:spPr>
          <a:xfrm rot="10800000">
            <a:off x="4176675" y="3529935"/>
            <a:ext cx="749700" cy="2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34" name="Google Shape;234;p20"/>
          <p:cNvSpPr txBox="1"/>
          <p:nvPr/>
        </p:nvSpPr>
        <p:spPr>
          <a:xfrm>
            <a:off x="4366075" y="3318025"/>
            <a:ext cx="4218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 cm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38" name="Shape 238"/>
        <p:cNvGrpSpPr/>
        <p:nvPr/>
      </p:nvGrpSpPr>
      <p:grpSpPr>
        <a:xfrm>
          <a:off x="0" y="0"/>
          <a:ext cx="0" cy="0"/>
        </a:xfrm>
      </p:grpSpPr>
      <p:sp>
        <p:nvSpPr>
          <p:cNvPr id="239" name="Google Shape;239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40" name="Google Shape;240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constructing a circle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cxnSp>
        <p:nvCxnSpPr>
          <p:cNvPr id="243" name="Google Shape;243;p21"/>
          <p:cNvCxnSpPr/>
          <p:nvPr/>
        </p:nvCxnSpPr>
        <p:spPr>
          <a:xfrm>
            <a:off x="474750" y="5740985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4" name="Google Shape;244;p21"/>
          <p:cNvSpPr txBox="1"/>
          <p:nvPr/>
        </p:nvSpPr>
        <p:spPr>
          <a:xfrm>
            <a:off x="468000" y="5801350"/>
            <a:ext cx="4761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Properties of an arc of a circle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463700" y="6093300"/>
            <a:ext cx="6511200" cy="6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W, X, Y and Z are arcs from four circles.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A, B, C and D are four possible centres for these circles.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Match the arcs to their centres.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1"/>
          <p:cNvSpPr/>
          <p:nvPr/>
        </p:nvSpPr>
        <p:spPr>
          <a:xfrm>
            <a:off x="1986200" y="6332750"/>
            <a:ext cx="4201500" cy="4201500"/>
          </a:xfrm>
          <a:prstGeom prst="arc">
            <a:avLst>
              <a:gd name="adj1" fmla="val 19375849"/>
              <a:gd name="adj2" fmla="val 1311329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7" name="Google Shape;247;p21"/>
          <p:cNvGrpSpPr/>
          <p:nvPr/>
        </p:nvGrpSpPr>
        <p:grpSpPr>
          <a:xfrm>
            <a:off x="3458463" y="8034226"/>
            <a:ext cx="78305" cy="92079"/>
            <a:chOff x="1514525" y="2733525"/>
            <a:chExt cx="76800" cy="90300"/>
          </a:xfrm>
        </p:grpSpPr>
        <p:cxnSp>
          <p:nvCxnSpPr>
            <p:cNvPr id="248" name="Google Shape;248;p21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" name="Google Shape;249;p21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50" name="Google Shape;250;p21"/>
          <p:cNvGrpSpPr/>
          <p:nvPr/>
        </p:nvGrpSpPr>
        <p:grpSpPr>
          <a:xfrm>
            <a:off x="3846313" y="7796126"/>
            <a:ext cx="78305" cy="92079"/>
            <a:chOff x="1514525" y="2733525"/>
            <a:chExt cx="76800" cy="90300"/>
          </a:xfrm>
        </p:grpSpPr>
        <p:cxnSp>
          <p:nvCxnSpPr>
            <p:cNvPr id="251" name="Google Shape;251;p21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2" name="Google Shape;252;p21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53" name="Google Shape;253;p21"/>
          <p:cNvGrpSpPr/>
          <p:nvPr/>
        </p:nvGrpSpPr>
        <p:grpSpPr>
          <a:xfrm>
            <a:off x="4052238" y="8382163"/>
            <a:ext cx="78305" cy="92079"/>
            <a:chOff x="1514525" y="2733525"/>
            <a:chExt cx="76800" cy="90300"/>
          </a:xfrm>
        </p:grpSpPr>
        <p:cxnSp>
          <p:nvCxnSpPr>
            <p:cNvPr id="254" name="Google Shape;254;p21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5" name="Google Shape;255;p21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56" name="Google Shape;256;p21"/>
          <p:cNvGrpSpPr/>
          <p:nvPr/>
        </p:nvGrpSpPr>
        <p:grpSpPr>
          <a:xfrm>
            <a:off x="3536763" y="8593413"/>
            <a:ext cx="78305" cy="92079"/>
            <a:chOff x="1514525" y="2733525"/>
            <a:chExt cx="76800" cy="90300"/>
          </a:xfrm>
        </p:grpSpPr>
        <p:cxnSp>
          <p:nvCxnSpPr>
            <p:cNvPr id="257" name="Google Shape;257;p21"/>
            <p:cNvCxnSpPr/>
            <p:nvPr/>
          </p:nvCxnSpPr>
          <p:spPr>
            <a:xfrm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8" name="Google Shape;258;p21"/>
            <p:cNvCxnSpPr/>
            <p:nvPr/>
          </p:nvCxnSpPr>
          <p:spPr>
            <a:xfrm flipH="1">
              <a:off x="1514525" y="2733525"/>
              <a:ext cx="76800" cy="9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59" name="Google Shape;259;p21"/>
          <p:cNvSpPr/>
          <p:nvPr/>
        </p:nvSpPr>
        <p:spPr>
          <a:xfrm>
            <a:off x="2362150" y="6318404"/>
            <a:ext cx="3045600" cy="3046200"/>
          </a:xfrm>
          <a:prstGeom prst="arc">
            <a:avLst>
              <a:gd name="adj1" fmla="val 3018613"/>
              <a:gd name="adj2" fmla="val 7585666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3814218" y="7564679"/>
            <a:ext cx="165600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4659094" y="9149404"/>
            <a:ext cx="165600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4020129" y="8130186"/>
            <a:ext cx="165600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1"/>
          <p:cNvSpPr txBox="1"/>
          <p:nvPr/>
        </p:nvSpPr>
        <p:spPr>
          <a:xfrm>
            <a:off x="3508134" y="8358786"/>
            <a:ext cx="165600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3431934" y="7749186"/>
            <a:ext cx="165600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2605850" y="7171901"/>
            <a:ext cx="1796400" cy="1796400"/>
          </a:xfrm>
          <a:prstGeom prst="arc">
            <a:avLst>
              <a:gd name="adj1" fmla="val 10421236"/>
              <a:gd name="adj2" fmla="val 16173505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3031019" y="7012679"/>
            <a:ext cx="165600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1"/>
          <p:cNvSpPr/>
          <p:nvPr/>
        </p:nvSpPr>
        <p:spPr>
          <a:xfrm>
            <a:off x="1772925" y="6833550"/>
            <a:ext cx="3614700" cy="3614700"/>
          </a:xfrm>
          <a:prstGeom prst="arc">
            <a:avLst>
              <a:gd name="adj1" fmla="val 16684535"/>
              <a:gd name="adj2" fmla="val 1012089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4020119" y="6663604"/>
            <a:ext cx="165600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5862094" y="7065604"/>
            <a:ext cx="165600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1224050" y="7423800"/>
            <a:ext cx="915000" cy="16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 and Y</a:t>
            </a:r>
            <a:endParaRPr sz="16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 and X</a:t>
            </a:r>
            <a:endParaRPr sz="16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 and W</a:t>
            </a:r>
            <a:endParaRPr sz="16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 and Z </a:t>
            </a:r>
            <a:endParaRPr sz="16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476400" y="886300"/>
            <a:ext cx="6615600" cy="2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Find the coordinates of 12 points which are exactly 10 units from the origin.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72" name="Google Shape;27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175" y="1232400"/>
            <a:ext cx="4127849" cy="4151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3" name="Google Shape;273;p21"/>
          <p:cNvGrpSpPr/>
          <p:nvPr/>
        </p:nvGrpSpPr>
        <p:grpSpPr>
          <a:xfrm>
            <a:off x="708068" y="1284782"/>
            <a:ext cx="4062468" cy="4049283"/>
            <a:chOff x="655436" y="1127031"/>
            <a:chExt cx="3649360" cy="3637516"/>
          </a:xfrm>
        </p:grpSpPr>
        <p:sp>
          <p:nvSpPr>
            <p:cNvPr id="274" name="Google Shape;274;p21"/>
            <p:cNvSpPr/>
            <p:nvPr/>
          </p:nvSpPr>
          <p:spPr>
            <a:xfrm>
              <a:off x="713976" y="1164550"/>
              <a:ext cx="3539100" cy="35391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5" name="Google Shape;275;p21"/>
            <p:cNvSpPr/>
            <p:nvPr/>
          </p:nvSpPr>
          <p:spPr>
            <a:xfrm>
              <a:off x="4197396" y="2880381"/>
              <a:ext cx="107400" cy="107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6" name="Google Shape;276;p21"/>
            <p:cNvSpPr/>
            <p:nvPr/>
          </p:nvSpPr>
          <p:spPr>
            <a:xfrm>
              <a:off x="3830719" y="1817856"/>
              <a:ext cx="107400" cy="107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7" name="Google Shape;277;p21"/>
            <p:cNvSpPr/>
            <p:nvPr/>
          </p:nvSpPr>
          <p:spPr>
            <a:xfrm>
              <a:off x="3481969" y="1466256"/>
              <a:ext cx="107400" cy="107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8" name="Google Shape;278;p21"/>
            <p:cNvSpPr/>
            <p:nvPr/>
          </p:nvSpPr>
          <p:spPr>
            <a:xfrm>
              <a:off x="2439756" y="1127031"/>
              <a:ext cx="107400" cy="107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9" name="Google Shape;279;p21"/>
            <p:cNvSpPr/>
            <p:nvPr/>
          </p:nvSpPr>
          <p:spPr>
            <a:xfrm>
              <a:off x="1371906" y="1455550"/>
              <a:ext cx="107400" cy="107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0" name="Google Shape;280;p21"/>
            <p:cNvSpPr/>
            <p:nvPr/>
          </p:nvSpPr>
          <p:spPr>
            <a:xfrm>
              <a:off x="1020381" y="1812505"/>
              <a:ext cx="107400" cy="107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1" name="Google Shape;281;p21"/>
            <p:cNvSpPr/>
            <p:nvPr/>
          </p:nvSpPr>
          <p:spPr>
            <a:xfrm>
              <a:off x="655436" y="2875030"/>
              <a:ext cx="107400" cy="107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2" name="Google Shape;282;p21"/>
            <p:cNvSpPr/>
            <p:nvPr/>
          </p:nvSpPr>
          <p:spPr>
            <a:xfrm>
              <a:off x="1020384" y="3931105"/>
              <a:ext cx="107400" cy="107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3" name="Google Shape;283;p21"/>
            <p:cNvSpPr/>
            <p:nvPr/>
          </p:nvSpPr>
          <p:spPr>
            <a:xfrm>
              <a:off x="1367991" y="4285372"/>
              <a:ext cx="107400" cy="107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4" name="Google Shape;284;p21"/>
            <p:cNvSpPr/>
            <p:nvPr/>
          </p:nvSpPr>
          <p:spPr>
            <a:xfrm>
              <a:off x="2429816" y="4657147"/>
              <a:ext cx="107400" cy="107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5" name="Google Shape;285;p21"/>
            <p:cNvSpPr/>
            <p:nvPr/>
          </p:nvSpPr>
          <p:spPr>
            <a:xfrm>
              <a:off x="3481966" y="4285372"/>
              <a:ext cx="107400" cy="107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6" name="Google Shape;286;p21"/>
            <p:cNvSpPr/>
            <p:nvPr/>
          </p:nvSpPr>
          <p:spPr>
            <a:xfrm>
              <a:off x="3841419" y="3941800"/>
              <a:ext cx="107400" cy="107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87" name="Google Shape;287;p21"/>
          <p:cNvSpPr txBox="1"/>
          <p:nvPr/>
        </p:nvSpPr>
        <p:spPr>
          <a:xfrm>
            <a:off x="5172975" y="1284450"/>
            <a:ext cx="543000" cy="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(10, 0)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5172975" y="1602708"/>
            <a:ext cx="543000" cy="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(0, 10)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5172975" y="1920967"/>
            <a:ext cx="650700" cy="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(-10, 0)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>
            <a:off x="5172975" y="2239225"/>
            <a:ext cx="613800" cy="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(0, -10)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1" name="Google Shape;291;p21"/>
          <p:cNvSpPr txBox="1"/>
          <p:nvPr/>
        </p:nvSpPr>
        <p:spPr>
          <a:xfrm>
            <a:off x="5159285" y="2656050"/>
            <a:ext cx="613800" cy="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(8, 6)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2" name="Google Shape;292;p21"/>
          <p:cNvSpPr txBox="1"/>
          <p:nvPr/>
        </p:nvSpPr>
        <p:spPr>
          <a:xfrm>
            <a:off x="5159285" y="2974308"/>
            <a:ext cx="613800" cy="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(6, 8)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3" name="Google Shape;293;p21"/>
          <p:cNvSpPr txBox="1"/>
          <p:nvPr/>
        </p:nvSpPr>
        <p:spPr>
          <a:xfrm>
            <a:off x="5159285" y="3292567"/>
            <a:ext cx="613800" cy="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(-6, 8)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5159285" y="3610825"/>
            <a:ext cx="613800" cy="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(-8, 6)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>
            <a:off x="6059995" y="2656050"/>
            <a:ext cx="798600" cy="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(-8, -6)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6" name="Google Shape;296;p21"/>
          <p:cNvSpPr txBox="1"/>
          <p:nvPr/>
        </p:nvSpPr>
        <p:spPr>
          <a:xfrm>
            <a:off x="6059995" y="2974308"/>
            <a:ext cx="798600" cy="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(-6, -8)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7" name="Google Shape;297;p21"/>
          <p:cNvSpPr txBox="1"/>
          <p:nvPr/>
        </p:nvSpPr>
        <p:spPr>
          <a:xfrm>
            <a:off x="6059995" y="3292567"/>
            <a:ext cx="613800" cy="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(6, -8)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6059995" y="3610825"/>
            <a:ext cx="613800" cy="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(8, -6)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9" name="Google Shape;299;p21"/>
          <p:cNvSpPr txBox="1"/>
          <p:nvPr/>
        </p:nvSpPr>
        <p:spPr>
          <a:xfrm>
            <a:off x="5172975" y="4027650"/>
            <a:ext cx="1919100" cy="10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These are the only coordinates with integer values. There are more coordinates with decimal values.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58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Understanding constructing a circle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2024-02-06T10:15:43.461</cp:lastPrinted>
  <dcterms:created xsi:type="dcterms:W3CDTF">2024-02-06T10:15:43Z</dcterms:created>
  <dcterms:modified xsi:type="dcterms:W3CDTF">2024-02-06T10:15:53Z</dcterms:modified>
</cp:coreProperties>
</file>