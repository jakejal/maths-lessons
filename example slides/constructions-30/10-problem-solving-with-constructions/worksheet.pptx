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</p:sldIdLst>
  <p:sldSz cx="7560000" cy="10692000"/>
  <p:notesSz cx="6858000" cy="9144000"/>
  <p:embeddedFontLst>
    <p:embeddedFont>
      <p:font typeface="Lexend" panose="00000000000000000000"/>
      <p:regular r:id="rId9"/>
    </p:embeddedFont>
    <p:embeddedFont>
      <p:font typeface="Kalam" panose="02000000000000000000"/>
      <p:regular r:id="rId10"/>
    </p:embeddedFont>
    <p:embeddedFont>
      <p:font typeface="Lexend Medium" panose="00000000000000000000"/>
      <p:regular r:id="rId11"/>
    </p:embeddedFont>
    <p:embeddedFont>
      <p:font typeface="Lexend Light" panose="00000000000000000000"/>
      <p:regular r:id="rId12"/>
    </p:embeddedFont>
  </p:embeddedFontLst>
  <p:custDataLst>
    <p:tags r:id="rId8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2.fntdata" /><Relationship Id="rId11" Type="http://schemas.openxmlformats.org/officeDocument/2006/relationships/font" Target="fonts/font3.fntdata" /><Relationship Id="rId12" Type="http://schemas.openxmlformats.org/officeDocument/2006/relationships/font" Target="fonts/font4.fntdata" /><Relationship Id="rId13" Type="http://schemas.openxmlformats.org/officeDocument/2006/relationships/presProps" Target="presProps.xml" /><Relationship Id="rId14" Type="http://schemas.openxmlformats.org/officeDocument/2006/relationships/viewProps" Target="viewProps.xml" /><Relationship Id="rId15" Type="http://schemas.openxmlformats.org/officeDocument/2006/relationships/theme" Target="theme/theme1.xml" /><Relationship Id="rId16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slide" Target="slides/slide3.xml" /><Relationship Id="rId7" Type="http://schemas.openxmlformats.org/officeDocument/2006/relationships/slide" Target="slides/slide4.xml" /><Relationship Id="rId8" Type="http://schemas.openxmlformats.org/officeDocument/2006/relationships/tags" Target="tags/tag1.xml" /><Relationship Id="rId9" Type="http://schemas.openxmlformats.org/officeDocument/2006/relationships/font" Target="fonts/font1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_rels/notesSlide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22" name="Shape 222"/>
        <p:cNvGrpSpPr/>
        <p:nvPr/>
      </p:nvGrpSpPr>
      <p:grpSpPr>
        <a:xfrm>
          <a:off x="0" y="0"/>
          <a:ext cx="0" cy="0"/>
        </a:xfrm>
      </p:grpSpPr>
      <p:sp>
        <p:nvSpPr>
          <p:cNvPr id="223" name="Google Shape;223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83" name="Shape 283"/>
        <p:cNvGrpSpPr/>
        <p:nvPr/>
      </p:nvGrpSpPr>
      <p:grpSpPr>
        <a:xfrm>
          <a:off x="0" y="0"/>
          <a:ext cx="0" cy="0"/>
        </a:xfrm>
      </p:grpSpPr>
      <p:sp>
        <p:nvSpPr>
          <p:cNvPr id="284" name="Google Shape;284;g2a95457c252_0_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2a95457c252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334" name="Shape 334"/>
        <p:cNvGrpSpPr/>
        <p:nvPr/>
      </p:nvGrpSpPr>
      <p:grpSpPr>
        <a:xfrm>
          <a:off x="0" y="0"/>
          <a:ext cx="0" cy="0"/>
        </a:xfrm>
      </p:grpSpPr>
      <p:sp>
        <p:nvSpPr>
          <p:cNvPr id="335" name="Google Shape;335;g2a91fb70281_1_239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2a91fb70281_1_23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type="subTitle" idx="2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type="subTitle" idx="1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5.png" /><Relationship Id="rId4" Type="http://schemas.openxmlformats.org/officeDocument/2006/relationships/image" Target="../media/image6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3.xml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4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" name="Shape 158"/>
        <p:cNvGrpSpPr/>
        <p:nvPr/>
      </p:nvGrpSpPr>
      <p:grpSpPr>
        <a:xfrm>
          <a:off x="0" y="0"/>
          <a:ext cx="0" cy="0"/>
        </a:xfrm>
      </p:grpSpPr>
      <p:cxnSp>
        <p:nvCxnSpPr>
          <p:cNvPr id="159" name="Google Shape;159;p20"/>
          <p:cNvCxnSpPr>
            <a:stCxn id="160" idx="2"/>
            <a:endCxn id="161" idx="6"/>
          </p:cNvCxnSpPr>
          <p:nvPr/>
        </p:nvCxnSpPr>
        <p:spPr>
          <a:xfrm>
            <a:off x="1324084" y="6287565"/>
            <a:ext cx="5820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2" name="Google Shape;162;p20"/>
          <p:cNvCxnSpPr>
            <a:stCxn id="163" idx="2"/>
            <a:endCxn id="164" idx="6"/>
          </p:cNvCxnSpPr>
          <p:nvPr/>
        </p:nvCxnSpPr>
        <p:spPr>
          <a:xfrm>
            <a:off x="4499104" y="6273190"/>
            <a:ext cx="5820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5" name="Google Shape;165;p20"/>
          <p:cNvSpPr/>
          <p:nvPr/>
        </p:nvSpPr>
        <p:spPr>
          <a:xfrm>
            <a:off x="4217014" y="6191626"/>
            <a:ext cx="1150800" cy="1150800"/>
          </a:xfrm>
          <a:prstGeom prst="ellipse">
            <a:avLst/>
          </a:prstGeom>
          <a:noFill/>
          <a:ln w="38100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/>
          <p:nvPr/>
        </p:nvSpPr>
        <p:spPr>
          <a:xfrm>
            <a:off x="3930290" y="5697790"/>
            <a:ext cx="1150800" cy="1150800"/>
          </a:xfrm>
          <a:prstGeom prst="ellipse">
            <a:avLst/>
          </a:prstGeom>
          <a:noFill/>
          <a:ln w="38100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/>
          <p:nvPr/>
        </p:nvSpPr>
        <p:spPr>
          <a:xfrm>
            <a:off x="4499104" y="5697790"/>
            <a:ext cx="1150800" cy="1150800"/>
          </a:xfrm>
          <a:prstGeom prst="ellipse">
            <a:avLst/>
          </a:prstGeom>
          <a:noFill/>
          <a:ln w="38100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20"/>
          <p:cNvSpPr/>
          <p:nvPr/>
        </p:nvSpPr>
        <p:spPr>
          <a:xfrm>
            <a:off x="1041994" y="6206001"/>
            <a:ext cx="1150800" cy="1150800"/>
          </a:xfrm>
          <a:prstGeom prst="ellipse">
            <a:avLst/>
          </a:prstGeom>
          <a:noFill/>
          <a:ln w="38100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" name="Google Shape;161;p20"/>
          <p:cNvSpPr/>
          <p:nvPr/>
        </p:nvSpPr>
        <p:spPr>
          <a:xfrm>
            <a:off x="755270" y="5712165"/>
            <a:ext cx="1150800" cy="1150800"/>
          </a:xfrm>
          <a:prstGeom prst="ellipse">
            <a:avLst/>
          </a:prstGeom>
          <a:noFill/>
          <a:ln w="38100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" name="Google Shape;160;p20"/>
          <p:cNvSpPr/>
          <p:nvPr/>
        </p:nvSpPr>
        <p:spPr>
          <a:xfrm>
            <a:off x="1324084" y="5712165"/>
            <a:ext cx="1150800" cy="1150800"/>
          </a:xfrm>
          <a:prstGeom prst="ellipse">
            <a:avLst/>
          </a:prstGeom>
          <a:noFill/>
          <a:ln w="38100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7" name="Google Shape;167;p20"/>
          <p:cNvGrpSpPr/>
          <p:nvPr/>
        </p:nvGrpSpPr>
        <p:grpSpPr>
          <a:xfrm>
            <a:off x="1128022" y="2427660"/>
            <a:ext cx="2458090" cy="1229045"/>
            <a:chOff x="1759799" y="2958576"/>
            <a:chExt cx="2871600" cy="1435800"/>
          </a:xfrm>
        </p:grpSpPr>
        <p:sp>
          <p:nvSpPr>
            <p:cNvPr id="168" name="Google Shape;168;p20"/>
            <p:cNvSpPr/>
            <p:nvPr/>
          </p:nvSpPr>
          <p:spPr>
            <a:xfrm>
              <a:off x="1759799" y="2958576"/>
              <a:ext cx="1435800" cy="1435800"/>
            </a:xfrm>
            <a:prstGeom prst="ellipse">
              <a:avLst/>
            </a:prstGeom>
            <a:noFill/>
            <a:ln w="28575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9" name="Google Shape;169;p20"/>
            <p:cNvSpPr/>
            <p:nvPr/>
          </p:nvSpPr>
          <p:spPr>
            <a:xfrm>
              <a:off x="3195599" y="2958576"/>
              <a:ext cx="1435800" cy="1435800"/>
            </a:xfrm>
            <a:prstGeom prst="ellipse">
              <a:avLst/>
            </a:prstGeom>
            <a:noFill/>
            <a:ln w="28575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0" name="Google Shape;170;p20"/>
          <p:cNvSpPr/>
          <p:nvPr/>
        </p:nvSpPr>
        <p:spPr>
          <a:xfrm>
            <a:off x="1742664" y="2427795"/>
            <a:ext cx="1229100" cy="1229100"/>
          </a:xfrm>
          <a:prstGeom prst="ellipse">
            <a:avLst/>
          </a:prstGeom>
          <a:noFill/>
          <a:ln w="2857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Problem solving with constructions</a:t>
            </a:r>
            <a:endParaRPr/>
          </a:p>
        </p:txBody>
      </p:sp>
      <p:sp>
        <p:nvSpPr>
          <p:cNvPr id="172" name="Google Shape;172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141082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Identifying polygons from premade constructions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4" name="Google Shape;174;p20"/>
          <p:cNvGrpSpPr/>
          <p:nvPr/>
        </p:nvGrpSpPr>
        <p:grpSpPr>
          <a:xfrm flipH="1">
            <a:off x="2586328" y="2705133"/>
            <a:ext cx="722102" cy="681034"/>
            <a:chOff x="5245272" y="3613325"/>
            <a:chExt cx="843577" cy="795600"/>
          </a:xfrm>
        </p:grpSpPr>
        <p:sp>
          <p:nvSpPr>
            <p:cNvPr id="175" name="Google Shape;175;p20"/>
            <p:cNvSpPr/>
            <p:nvPr/>
          </p:nvSpPr>
          <p:spPr>
            <a:xfrm>
              <a:off x="5245272" y="3613325"/>
              <a:ext cx="795600" cy="795600"/>
            </a:xfrm>
            <a:prstGeom prst="arc">
              <a:avLst>
                <a:gd name="adj1" fmla="val 17923413"/>
                <a:gd name="adj2" fmla="val 0"/>
              </a:avLst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6" name="Google Shape;176;p20"/>
            <p:cNvSpPr txBox="1"/>
            <p:nvPr/>
          </p:nvSpPr>
          <p:spPr>
            <a:xfrm>
              <a:off x="5651450" y="3783242"/>
              <a:ext cx="4374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000">
                  <a:latin typeface="Lexend"/>
                  <a:ea typeface="Lexend"/>
                  <a:cs typeface="Lexend"/>
                  <a:sym typeface="Lexend"/>
                </a:rPr>
                <a:t>60°</a:t>
              </a:r>
              <a:endParaRPr sz="10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7" name="Google Shape;177;p20"/>
          <p:cNvSpPr txBox="1"/>
          <p:nvPr/>
        </p:nvSpPr>
        <p:spPr>
          <a:xfrm>
            <a:off x="4140000" y="3818150"/>
            <a:ext cx="2952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Draw on and label: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 rectangle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 parallelogram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490013" y="3818150"/>
            <a:ext cx="3734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Draw on and label: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 right angle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an equilateral triangle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 regular hexagon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513550" y="2427795"/>
            <a:ext cx="1229100" cy="1229100"/>
          </a:xfrm>
          <a:prstGeom prst="ellipse">
            <a:avLst/>
          </a:prstGeom>
          <a:noFill/>
          <a:ln w="2857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468000" y="1748025"/>
            <a:ext cx="6624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Each copy of this construction shows congruent circles. The centre of the left and rightmost circles are the endpoints of line segment FG.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1" name="Google Shape;181;p20"/>
          <p:cNvGrpSpPr/>
          <p:nvPr/>
        </p:nvGrpSpPr>
        <p:grpSpPr>
          <a:xfrm>
            <a:off x="914782" y="2923617"/>
            <a:ext cx="2270501" cy="246410"/>
            <a:chOff x="5104330" y="2845088"/>
            <a:chExt cx="3642126" cy="287863"/>
          </a:xfrm>
        </p:grpSpPr>
        <p:sp>
          <p:nvSpPr>
            <p:cNvPr id="182" name="Google Shape;182;p20"/>
            <p:cNvSpPr txBox="1"/>
            <p:nvPr/>
          </p:nvSpPr>
          <p:spPr>
            <a:xfrm>
              <a:off x="5104330" y="2845250"/>
              <a:ext cx="282300" cy="28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F</a:t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3" name="Google Shape;183;p20"/>
            <p:cNvSpPr txBox="1"/>
            <p:nvPr/>
          </p:nvSpPr>
          <p:spPr>
            <a:xfrm>
              <a:off x="8464156" y="2845088"/>
              <a:ext cx="282300" cy="28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G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184" name="Google Shape;184;p20"/>
          <p:cNvCxnSpPr>
            <a:stCxn id="168" idx="2"/>
            <a:endCxn id="170" idx="6"/>
          </p:cNvCxnSpPr>
          <p:nvPr/>
        </p:nvCxnSpPr>
        <p:spPr>
          <a:xfrm>
            <a:off x="1128022" y="3042182"/>
            <a:ext cx="1843800" cy="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5" name="Google Shape;185;p20"/>
          <p:cNvCxnSpPr/>
          <p:nvPr/>
        </p:nvCxnSpPr>
        <p:spPr>
          <a:xfrm>
            <a:off x="2666854" y="2510938"/>
            <a:ext cx="304800" cy="531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86" name="Google Shape;186;p20"/>
          <p:cNvGrpSpPr/>
          <p:nvPr/>
        </p:nvGrpSpPr>
        <p:grpSpPr>
          <a:xfrm>
            <a:off x="4588366" y="2427660"/>
            <a:ext cx="2458090" cy="1229045"/>
            <a:chOff x="1759799" y="2958576"/>
            <a:chExt cx="2871600" cy="1435800"/>
          </a:xfrm>
        </p:grpSpPr>
        <p:sp>
          <p:nvSpPr>
            <p:cNvPr id="187" name="Google Shape;187;p20"/>
            <p:cNvSpPr/>
            <p:nvPr/>
          </p:nvSpPr>
          <p:spPr>
            <a:xfrm>
              <a:off x="1759799" y="2958576"/>
              <a:ext cx="1435800" cy="1435800"/>
            </a:xfrm>
            <a:prstGeom prst="ellipse">
              <a:avLst/>
            </a:prstGeom>
            <a:noFill/>
            <a:ln w="28575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8" name="Google Shape;188;p20"/>
            <p:cNvSpPr/>
            <p:nvPr/>
          </p:nvSpPr>
          <p:spPr>
            <a:xfrm>
              <a:off x="3195599" y="2958576"/>
              <a:ext cx="1435800" cy="1435800"/>
            </a:xfrm>
            <a:prstGeom prst="ellipse">
              <a:avLst/>
            </a:prstGeom>
            <a:noFill/>
            <a:ln w="28575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9" name="Google Shape;189;p20"/>
          <p:cNvSpPr/>
          <p:nvPr/>
        </p:nvSpPr>
        <p:spPr>
          <a:xfrm>
            <a:off x="3973894" y="2427795"/>
            <a:ext cx="1229100" cy="1229100"/>
          </a:xfrm>
          <a:prstGeom prst="ellipse">
            <a:avLst/>
          </a:prstGeom>
          <a:noFill/>
          <a:ln w="2857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0"/>
          <p:cNvSpPr/>
          <p:nvPr/>
        </p:nvSpPr>
        <p:spPr>
          <a:xfrm>
            <a:off x="5203008" y="2427795"/>
            <a:ext cx="1229100" cy="1229100"/>
          </a:xfrm>
          <a:prstGeom prst="ellipse">
            <a:avLst/>
          </a:prstGeom>
          <a:noFill/>
          <a:ln w="2857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1" name="Google Shape;191;p20"/>
          <p:cNvGrpSpPr/>
          <p:nvPr/>
        </p:nvGrpSpPr>
        <p:grpSpPr>
          <a:xfrm>
            <a:off x="4375126" y="2923617"/>
            <a:ext cx="2270501" cy="246410"/>
            <a:chOff x="5104330" y="2845088"/>
            <a:chExt cx="3642126" cy="287863"/>
          </a:xfrm>
        </p:grpSpPr>
        <p:sp>
          <p:nvSpPr>
            <p:cNvPr id="192" name="Google Shape;192;p20"/>
            <p:cNvSpPr txBox="1"/>
            <p:nvPr/>
          </p:nvSpPr>
          <p:spPr>
            <a:xfrm>
              <a:off x="5104330" y="2845250"/>
              <a:ext cx="282300" cy="28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F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3" name="Google Shape;193;p20"/>
            <p:cNvSpPr txBox="1"/>
            <p:nvPr/>
          </p:nvSpPr>
          <p:spPr>
            <a:xfrm>
              <a:off x="8464156" y="2845088"/>
              <a:ext cx="282300" cy="28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G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194" name="Google Shape;194;p20"/>
          <p:cNvCxnSpPr>
            <a:stCxn id="187" idx="2"/>
            <a:endCxn id="190" idx="6"/>
          </p:cNvCxnSpPr>
          <p:nvPr/>
        </p:nvCxnSpPr>
        <p:spPr>
          <a:xfrm>
            <a:off x="4588366" y="3042182"/>
            <a:ext cx="1843800" cy="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5" name="Google Shape;195;p20"/>
          <p:cNvSpPr txBox="1"/>
          <p:nvPr/>
        </p:nvSpPr>
        <p:spPr>
          <a:xfrm>
            <a:off x="5702700" y="5727525"/>
            <a:ext cx="13893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Draw and label two trapezia: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one an isosceles trapezium, and one a right-angle trapezium.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467450" y="4689725"/>
            <a:ext cx="6624000" cy="8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This construction shows three congruent circles.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 endpoints of line segment FG are centres of two of the circles, and lie on the circumference of the third.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One intersection of the above two circles is centre of the third.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7" name="Google Shape;197;p20"/>
          <p:cNvGrpSpPr/>
          <p:nvPr/>
        </p:nvGrpSpPr>
        <p:grpSpPr>
          <a:xfrm>
            <a:off x="1194392" y="6202142"/>
            <a:ext cx="837584" cy="170078"/>
            <a:chOff x="5104330" y="2845088"/>
            <a:chExt cx="3531132" cy="249163"/>
          </a:xfrm>
        </p:grpSpPr>
        <p:sp>
          <p:nvSpPr>
            <p:cNvPr id="198" name="Google Shape;198;p20"/>
            <p:cNvSpPr txBox="1"/>
            <p:nvPr/>
          </p:nvSpPr>
          <p:spPr>
            <a:xfrm>
              <a:off x="5104330" y="2845250"/>
              <a:ext cx="282300" cy="24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F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9" name="Google Shape;199;p20"/>
            <p:cNvSpPr txBox="1"/>
            <p:nvPr/>
          </p:nvSpPr>
          <p:spPr>
            <a:xfrm>
              <a:off x="8353162" y="2845088"/>
              <a:ext cx="282300" cy="24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G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00" name="Google Shape;200;p20"/>
          <p:cNvSpPr txBox="1"/>
          <p:nvPr/>
        </p:nvSpPr>
        <p:spPr>
          <a:xfrm>
            <a:off x="2555825" y="5697600"/>
            <a:ext cx="12210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Draw and label two equilateral triangles of different sizes.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1" name="Google Shape;201;p20"/>
          <p:cNvGrpSpPr/>
          <p:nvPr/>
        </p:nvGrpSpPr>
        <p:grpSpPr>
          <a:xfrm>
            <a:off x="4369412" y="6187767"/>
            <a:ext cx="837584" cy="170078"/>
            <a:chOff x="5104330" y="2845088"/>
            <a:chExt cx="3531132" cy="249163"/>
          </a:xfrm>
        </p:grpSpPr>
        <p:sp>
          <p:nvSpPr>
            <p:cNvPr id="202" name="Google Shape;202;p20"/>
            <p:cNvSpPr txBox="1"/>
            <p:nvPr/>
          </p:nvSpPr>
          <p:spPr>
            <a:xfrm>
              <a:off x="5104330" y="2845250"/>
              <a:ext cx="282300" cy="24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F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3" name="Google Shape;203;p20"/>
            <p:cNvSpPr txBox="1"/>
            <p:nvPr/>
          </p:nvSpPr>
          <p:spPr>
            <a:xfrm>
              <a:off x="8353162" y="2845088"/>
              <a:ext cx="282300" cy="24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G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04" name="Google Shape;204;p20"/>
          <p:cNvSpPr txBox="1"/>
          <p:nvPr/>
        </p:nvSpPr>
        <p:spPr>
          <a:xfrm>
            <a:off x="549650" y="5682398"/>
            <a:ext cx="381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e.g.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5" name="Google Shape;205;p20"/>
          <p:cNvSpPr txBox="1"/>
          <p:nvPr/>
        </p:nvSpPr>
        <p:spPr>
          <a:xfrm>
            <a:off x="3833046" y="5668023"/>
            <a:ext cx="381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e.g.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6" name="Google Shape;206;p20"/>
          <p:cNvSpPr txBox="1"/>
          <p:nvPr/>
        </p:nvSpPr>
        <p:spPr>
          <a:xfrm>
            <a:off x="3621649" y="9495350"/>
            <a:ext cx="3424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Draw and label two scalene triangles: one right angle and one non-right angle.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0"/>
          <p:cNvSpPr txBox="1"/>
          <p:nvPr/>
        </p:nvSpPr>
        <p:spPr>
          <a:xfrm>
            <a:off x="471341" y="7422868"/>
            <a:ext cx="6463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3) This construction shows two circles of different sizes.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endpoints of line segment IJ are centres of two of the circles.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0"/>
          <p:cNvSpPr txBox="1"/>
          <p:nvPr/>
        </p:nvSpPr>
        <p:spPr>
          <a:xfrm>
            <a:off x="558166" y="9495350"/>
            <a:ext cx="2682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Draw and label a kite, a bisector of IJ, and two isosceles triangles.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0"/>
          <p:cNvSpPr/>
          <p:nvPr/>
        </p:nvSpPr>
        <p:spPr>
          <a:xfrm>
            <a:off x="1636019" y="7940800"/>
            <a:ext cx="1447200" cy="1447200"/>
          </a:xfrm>
          <a:prstGeom prst="ellipse">
            <a:avLst/>
          </a:prstGeom>
          <a:noFill/>
          <a:ln w="38100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0"/>
          <p:cNvSpPr/>
          <p:nvPr/>
        </p:nvSpPr>
        <p:spPr>
          <a:xfrm>
            <a:off x="661800" y="8096942"/>
            <a:ext cx="1134900" cy="1134900"/>
          </a:xfrm>
          <a:prstGeom prst="ellipse">
            <a:avLst/>
          </a:prstGeom>
          <a:noFill/>
          <a:ln w="38100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1" name="Google Shape;211;p20"/>
          <p:cNvCxnSpPr/>
          <p:nvPr/>
        </p:nvCxnSpPr>
        <p:spPr>
          <a:xfrm>
            <a:off x="1224335" y="8664350"/>
            <a:ext cx="11349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12" name="Google Shape;212;p20"/>
          <p:cNvGrpSpPr/>
          <p:nvPr/>
        </p:nvGrpSpPr>
        <p:grpSpPr>
          <a:xfrm>
            <a:off x="1116810" y="8577752"/>
            <a:ext cx="1372904" cy="173118"/>
            <a:chOff x="5104330" y="2845088"/>
            <a:chExt cx="3531132" cy="249163"/>
          </a:xfrm>
        </p:grpSpPr>
        <p:sp>
          <p:nvSpPr>
            <p:cNvPr id="213" name="Google Shape;213;p20"/>
            <p:cNvSpPr txBox="1"/>
            <p:nvPr/>
          </p:nvSpPr>
          <p:spPr>
            <a:xfrm>
              <a:off x="5104330" y="2845250"/>
              <a:ext cx="282300" cy="24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I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4" name="Google Shape;214;p20"/>
            <p:cNvSpPr txBox="1"/>
            <p:nvPr/>
          </p:nvSpPr>
          <p:spPr>
            <a:xfrm>
              <a:off x="8353162" y="2845088"/>
              <a:ext cx="282300" cy="24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J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15" name="Google Shape;215;p20"/>
          <p:cNvSpPr/>
          <p:nvPr/>
        </p:nvSpPr>
        <p:spPr>
          <a:xfrm>
            <a:off x="5048446" y="7940800"/>
            <a:ext cx="1447200" cy="1447200"/>
          </a:xfrm>
          <a:prstGeom prst="ellipse">
            <a:avLst/>
          </a:prstGeom>
          <a:noFill/>
          <a:ln w="38100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0"/>
          <p:cNvSpPr/>
          <p:nvPr/>
        </p:nvSpPr>
        <p:spPr>
          <a:xfrm>
            <a:off x="4074227" y="8096942"/>
            <a:ext cx="1134900" cy="1134900"/>
          </a:xfrm>
          <a:prstGeom prst="ellipse">
            <a:avLst/>
          </a:prstGeom>
          <a:noFill/>
          <a:ln w="38100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7" name="Google Shape;217;p20"/>
          <p:cNvCxnSpPr/>
          <p:nvPr/>
        </p:nvCxnSpPr>
        <p:spPr>
          <a:xfrm>
            <a:off x="4636762" y="8664350"/>
            <a:ext cx="11349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18" name="Google Shape;218;p20"/>
          <p:cNvGrpSpPr/>
          <p:nvPr/>
        </p:nvGrpSpPr>
        <p:grpSpPr>
          <a:xfrm>
            <a:off x="4529236" y="8577752"/>
            <a:ext cx="1372904" cy="173118"/>
            <a:chOff x="5104330" y="2845088"/>
            <a:chExt cx="3531132" cy="249163"/>
          </a:xfrm>
        </p:grpSpPr>
        <p:sp>
          <p:nvSpPr>
            <p:cNvPr id="219" name="Google Shape;219;p20"/>
            <p:cNvSpPr txBox="1"/>
            <p:nvPr/>
          </p:nvSpPr>
          <p:spPr>
            <a:xfrm>
              <a:off x="5104330" y="2845250"/>
              <a:ext cx="282300" cy="24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I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0" name="Google Shape;220;p20"/>
            <p:cNvSpPr txBox="1"/>
            <p:nvPr/>
          </p:nvSpPr>
          <p:spPr>
            <a:xfrm>
              <a:off x="8353162" y="2845088"/>
              <a:ext cx="282300" cy="24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J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21" name="Google Shape;221;p20"/>
          <p:cNvSpPr txBox="1"/>
          <p:nvPr/>
        </p:nvSpPr>
        <p:spPr>
          <a:xfrm>
            <a:off x="3871838" y="8030063"/>
            <a:ext cx="387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e.g.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25" name="Shape 225"/>
        <p:cNvGrpSpPr/>
        <p:nvPr/>
      </p:nvGrpSpPr>
      <p:grpSpPr>
        <a:xfrm>
          <a:off x="0" y="0"/>
          <a:ext cx="0" cy="0"/>
        </a:xfrm>
      </p:grpSpPr>
      <p:sp>
        <p:nvSpPr>
          <p:cNvPr id="226" name="Google Shape;226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27" name="Google Shape;227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Problem solving with constructions</a:t>
            </a:r>
            <a:endParaRPr/>
          </a:p>
        </p:txBody>
      </p:sp>
      <p:sp>
        <p:nvSpPr>
          <p:cNvPr id="228" name="Google Shape;228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21"/>
          <p:cNvSpPr txBox="1"/>
          <p:nvPr/>
        </p:nvSpPr>
        <p:spPr>
          <a:xfrm>
            <a:off x="466825" y="864000"/>
            <a:ext cx="662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4) This construction shows seven congruent circles, each with their centres labelled with a cross.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1"/>
          <p:cNvSpPr txBox="1"/>
          <p:nvPr/>
        </p:nvSpPr>
        <p:spPr>
          <a:xfrm>
            <a:off x="3102000" y="1381550"/>
            <a:ext cx="40920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Find, draw, and label as many different polygons and angles as you can find.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Suggest a type of quadrilateral that cannot be drawn accurately from this construction.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Explain how you know it can’t be drawn accurately.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1" name="Google Shape;23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307100"/>
            <a:ext cx="2450699" cy="23239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2" name="Google Shape;232;p21"/>
          <p:cNvCxnSpPr/>
          <p:nvPr/>
        </p:nvCxnSpPr>
        <p:spPr>
          <a:xfrm>
            <a:off x="474757" y="435223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3" name="Google Shape;233;p21"/>
          <p:cNvSpPr txBox="1"/>
          <p:nvPr/>
        </p:nvSpPr>
        <p:spPr>
          <a:xfrm>
            <a:off x="468000" y="4794456"/>
            <a:ext cx="6624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By constructing either part of or all of a six-petal flower, accurately construct the following shapes.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1"/>
          <p:cNvSpPr txBox="1"/>
          <p:nvPr/>
        </p:nvSpPr>
        <p:spPr>
          <a:xfrm>
            <a:off x="468000" y="44538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C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onstructing shapes</a:t>
            </a:r>
            <a:endParaRPr sz="12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" name="Google Shape;235;p21"/>
          <p:cNvSpPr/>
          <p:nvPr/>
        </p:nvSpPr>
        <p:spPr>
          <a:xfrm>
            <a:off x="527786" y="5707252"/>
            <a:ext cx="697500" cy="603300"/>
          </a:xfrm>
          <a:prstGeom prst="triangle">
            <a:avLst>
              <a:gd name="adj" fmla="val 50000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36" name="Google Shape;236;p21"/>
          <p:cNvGrpSpPr/>
          <p:nvPr/>
        </p:nvGrpSpPr>
        <p:grpSpPr>
          <a:xfrm>
            <a:off x="477502" y="6384292"/>
            <a:ext cx="798510" cy="203474"/>
            <a:chOff x="6746650" y="3439750"/>
            <a:chExt cx="918250" cy="321800"/>
          </a:xfrm>
        </p:grpSpPr>
        <p:cxnSp>
          <p:nvCxnSpPr>
            <p:cNvPr id="237" name="Google Shape;237;p21"/>
            <p:cNvCxnSpPr/>
            <p:nvPr/>
          </p:nvCxnSpPr>
          <p:spPr>
            <a:xfrm>
              <a:off x="6751100" y="3439750"/>
              <a:ext cx="9138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238" name="Google Shape;238;p21"/>
            <p:cNvSpPr txBox="1"/>
            <p:nvPr/>
          </p:nvSpPr>
          <p:spPr>
            <a:xfrm>
              <a:off x="6746650" y="3469350"/>
              <a:ext cx="913800" cy="29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4 cm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39" name="Google Shape;239;p21"/>
          <p:cNvSpPr/>
          <p:nvPr/>
        </p:nvSpPr>
        <p:spPr>
          <a:xfrm>
            <a:off x="1965268" y="5625623"/>
            <a:ext cx="1074515" cy="928722"/>
          </a:xfrm>
          <a:custGeom>
            <a:rect l="l" t="t" r="r" b="b"/>
            <a:pathLst>
              <a:path w="67975" h="58752" extrusionOk="0">
                <a:moveTo>
                  <a:pt x="33867" y="58752"/>
                </a:moveTo>
                <a:lnTo>
                  <a:pt x="67975" y="58752"/>
                </a:lnTo>
                <a:lnTo>
                  <a:pt x="34054" y="0"/>
                </a:lnTo>
                <a:lnTo>
                  <a:pt x="0" y="0"/>
                </a:lnTo>
                <a:close/>
              </a:path>
            </a:pathLst>
          </a:cu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grpSp>
        <p:nvGrpSpPr>
          <p:cNvPr id="240" name="Google Shape;240;p21"/>
          <p:cNvGrpSpPr/>
          <p:nvPr/>
        </p:nvGrpSpPr>
        <p:grpSpPr>
          <a:xfrm>
            <a:off x="2491039" y="6660306"/>
            <a:ext cx="599250" cy="203474"/>
            <a:chOff x="6746650" y="3439750"/>
            <a:chExt cx="918250" cy="321800"/>
          </a:xfrm>
        </p:grpSpPr>
        <p:cxnSp>
          <p:nvCxnSpPr>
            <p:cNvPr id="241" name="Google Shape;241;p21"/>
            <p:cNvCxnSpPr/>
            <p:nvPr/>
          </p:nvCxnSpPr>
          <p:spPr>
            <a:xfrm>
              <a:off x="6751100" y="3439750"/>
              <a:ext cx="9138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242" name="Google Shape;242;p21"/>
            <p:cNvSpPr txBox="1"/>
            <p:nvPr/>
          </p:nvSpPr>
          <p:spPr>
            <a:xfrm>
              <a:off x="6746650" y="3469350"/>
              <a:ext cx="913800" cy="29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5 cm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3" name="Google Shape;243;p21"/>
          <p:cNvGrpSpPr/>
          <p:nvPr/>
        </p:nvGrpSpPr>
        <p:grpSpPr>
          <a:xfrm flipH="1">
            <a:off x="2639903" y="6171716"/>
            <a:ext cx="740468" cy="740468"/>
            <a:chOff x="5117064" y="3485119"/>
            <a:chExt cx="1052100" cy="1052100"/>
          </a:xfrm>
        </p:grpSpPr>
        <p:sp>
          <p:nvSpPr>
            <p:cNvPr id="244" name="Google Shape;244;p21"/>
            <p:cNvSpPr/>
            <p:nvPr/>
          </p:nvSpPr>
          <p:spPr>
            <a:xfrm>
              <a:off x="5117064" y="3485119"/>
              <a:ext cx="1052100" cy="1052100"/>
            </a:xfrm>
            <a:prstGeom prst="arc">
              <a:avLst>
                <a:gd name="adj1" fmla="val 17923413"/>
                <a:gd name="adj2" fmla="val 0"/>
              </a:avLst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5" name="Google Shape;245;p21"/>
            <p:cNvSpPr txBox="1"/>
            <p:nvPr/>
          </p:nvSpPr>
          <p:spPr>
            <a:xfrm>
              <a:off x="5719901" y="3740969"/>
              <a:ext cx="4374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60°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1"/>
          <p:cNvGrpSpPr/>
          <p:nvPr/>
        </p:nvGrpSpPr>
        <p:grpSpPr>
          <a:xfrm rot="10800000">
            <a:off x="2207650" y="5345990"/>
            <a:ext cx="581057" cy="581057"/>
            <a:chOff x="5230330" y="3598390"/>
            <a:chExt cx="825600" cy="825600"/>
          </a:xfrm>
        </p:grpSpPr>
        <p:sp>
          <p:nvSpPr>
            <p:cNvPr id="247" name="Google Shape;247;p21"/>
            <p:cNvSpPr/>
            <p:nvPr/>
          </p:nvSpPr>
          <p:spPr>
            <a:xfrm>
              <a:off x="5230330" y="3598390"/>
              <a:ext cx="825600" cy="825600"/>
            </a:xfrm>
            <a:prstGeom prst="arc">
              <a:avLst>
                <a:gd name="adj1" fmla="val 14396480"/>
                <a:gd name="adj2" fmla="val 0"/>
              </a:avLst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8" name="Google Shape;248;p21"/>
            <p:cNvSpPr txBox="1"/>
            <p:nvPr/>
          </p:nvSpPr>
          <p:spPr>
            <a:xfrm rot="10800000">
              <a:off x="5513130" y="3692383"/>
              <a:ext cx="496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120°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9" name="Google Shape;249;p21"/>
          <p:cNvGrpSpPr/>
          <p:nvPr/>
        </p:nvGrpSpPr>
        <p:grpSpPr>
          <a:xfrm>
            <a:off x="2623160" y="6554356"/>
            <a:ext cx="258168" cy="0"/>
            <a:chOff x="5501000" y="2539675"/>
            <a:chExt cx="408300" cy="0"/>
          </a:xfrm>
        </p:grpSpPr>
        <p:cxnSp>
          <p:nvCxnSpPr>
            <p:cNvPr id="250" name="Google Shape;250;p21"/>
            <p:cNvCxnSpPr/>
            <p:nvPr/>
          </p:nvCxnSpPr>
          <p:spPr>
            <a:xfrm>
              <a:off x="5501000" y="2539675"/>
              <a:ext cx="408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stealth" w="med" len="med"/>
            </a:ln>
          </p:spPr>
        </p:cxnSp>
        <p:cxnSp>
          <p:nvCxnSpPr>
            <p:cNvPr id="251" name="Google Shape;251;p21"/>
            <p:cNvCxnSpPr/>
            <p:nvPr/>
          </p:nvCxnSpPr>
          <p:spPr>
            <a:xfrm>
              <a:off x="5531125" y="2539675"/>
              <a:ext cx="2562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stealth" w="med" len="med"/>
            </a:ln>
          </p:spPr>
        </p:cxnSp>
      </p:grpSp>
      <p:grpSp>
        <p:nvGrpSpPr>
          <p:cNvPr id="252" name="Google Shape;252;p21"/>
          <p:cNvGrpSpPr/>
          <p:nvPr/>
        </p:nvGrpSpPr>
        <p:grpSpPr>
          <a:xfrm>
            <a:off x="2110488" y="5625649"/>
            <a:ext cx="258168" cy="0"/>
            <a:chOff x="5501000" y="2539675"/>
            <a:chExt cx="408300" cy="0"/>
          </a:xfrm>
        </p:grpSpPr>
        <p:cxnSp>
          <p:nvCxnSpPr>
            <p:cNvPr id="253" name="Google Shape;253;p21"/>
            <p:cNvCxnSpPr/>
            <p:nvPr/>
          </p:nvCxnSpPr>
          <p:spPr>
            <a:xfrm>
              <a:off x="5501000" y="2539675"/>
              <a:ext cx="408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stealth" w="med" len="med"/>
            </a:ln>
          </p:spPr>
        </p:cxnSp>
        <p:cxnSp>
          <p:nvCxnSpPr>
            <p:cNvPr id="254" name="Google Shape;254;p21"/>
            <p:cNvCxnSpPr/>
            <p:nvPr/>
          </p:nvCxnSpPr>
          <p:spPr>
            <a:xfrm>
              <a:off x="5531125" y="2539675"/>
              <a:ext cx="2562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stealth" w="med" len="med"/>
            </a:ln>
          </p:spPr>
        </p:cxnSp>
      </p:grpSp>
      <p:cxnSp>
        <p:nvCxnSpPr>
          <p:cNvPr id="255" name="Google Shape;255;p21"/>
          <p:cNvCxnSpPr/>
          <p:nvPr/>
        </p:nvCxnSpPr>
        <p:spPr>
          <a:xfrm rot="3601102">
            <a:off x="2666860" y="6049431"/>
            <a:ext cx="16209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256" name="Google Shape;256;p21"/>
          <p:cNvCxnSpPr/>
          <p:nvPr/>
        </p:nvCxnSpPr>
        <p:spPr>
          <a:xfrm rot="3601102">
            <a:off x="2128138" y="6049431"/>
            <a:ext cx="16209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257" name="Google Shape;257;p21"/>
          <p:cNvCxnSpPr/>
          <p:nvPr/>
        </p:nvCxnSpPr>
        <p:spPr>
          <a:xfrm flipH="1">
            <a:off x="876617" y="6256727"/>
            <a:ext cx="0" cy="915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8" name="Google Shape;258;p21"/>
          <p:cNvCxnSpPr/>
          <p:nvPr/>
        </p:nvCxnSpPr>
        <p:spPr>
          <a:xfrm rot="10800000" flipH="1">
            <a:off x="698382" y="5963313"/>
            <a:ext cx="0" cy="91389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9" name="Google Shape;259;p21"/>
          <p:cNvCxnSpPr/>
          <p:nvPr/>
        </p:nvCxnSpPr>
        <p:spPr>
          <a:xfrm rot="10800000" flipH="1">
            <a:off x="1050366" y="5963313"/>
            <a:ext cx="0" cy="91389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60" name="Google Shape;260;p21"/>
          <p:cNvGrpSpPr/>
          <p:nvPr/>
        </p:nvGrpSpPr>
        <p:grpSpPr>
          <a:xfrm>
            <a:off x="3661866" y="5498433"/>
            <a:ext cx="1273587" cy="1835616"/>
            <a:chOff x="3521820" y="1225773"/>
            <a:chExt cx="2014214" cy="2903078"/>
          </a:xfrm>
        </p:grpSpPr>
        <p:sp>
          <p:nvSpPr>
            <p:cNvPr id="261" name="Google Shape;261;p21"/>
            <p:cNvSpPr/>
            <p:nvPr/>
          </p:nvSpPr>
          <p:spPr>
            <a:xfrm>
              <a:off x="4002023" y="1225773"/>
              <a:ext cx="1062164" cy="2450772"/>
            </a:xfrm>
            <a:custGeom>
              <a:rect l="l" t="t" r="r" b="b"/>
              <a:pathLst>
                <a:path w="51084" h="117939" extrusionOk="0">
                  <a:moveTo>
                    <a:pt x="0" y="0"/>
                  </a:moveTo>
                  <a:lnTo>
                    <a:pt x="0" y="117939"/>
                  </a:lnTo>
                  <a:lnTo>
                    <a:pt x="51084" y="88458"/>
                  </a:lnTo>
                  <a:lnTo>
                    <a:pt x="51084" y="29400"/>
                  </a:lnTo>
                  <a:close/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/>
          </p:txBody>
        </p:sp>
        <p:grpSp>
          <p:nvGrpSpPr>
            <p:cNvPr id="262" name="Google Shape;262;p21"/>
            <p:cNvGrpSpPr/>
            <p:nvPr/>
          </p:nvGrpSpPr>
          <p:grpSpPr>
            <a:xfrm rot="5400000" flipH="1">
              <a:off x="3521820" y="3131646"/>
              <a:ext cx="997205" cy="997205"/>
              <a:chOff x="5195175" y="3563212"/>
              <a:chExt cx="895800" cy="895800"/>
            </a:xfrm>
          </p:grpSpPr>
          <p:sp>
            <p:nvSpPr>
              <p:cNvPr id="263" name="Google Shape;263;p21"/>
              <p:cNvSpPr/>
              <p:nvPr/>
            </p:nvSpPr>
            <p:spPr>
              <a:xfrm>
                <a:off x="5195175" y="3563212"/>
                <a:ext cx="895800" cy="895800"/>
              </a:xfrm>
              <a:prstGeom prst="arc">
                <a:avLst>
                  <a:gd name="adj1" fmla="val 17923413"/>
                  <a:gd name="adj2" fmla="val 0"/>
                </a:avLst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64" name="Google Shape;264;p21"/>
              <p:cNvSpPr txBox="1"/>
              <p:nvPr/>
            </p:nvSpPr>
            <p:spPr>
              <a:xfrm rot="5400000">
                <a:off x="5614333" y="3699867"/>
                <a:ext cx="4374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60°</a:t>
                </a:r>
                <a:endParaRPr sz="12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265" name="Google Shape;265;p21"/>
            <p:cNvGrpSpPr/>
            <p:nvPr/>
          </p:nvGrpSpPr>
          <p:grpSpPr>
            <a:xfrm rot="-5400000">
              <a:off x="4547672" y="2556589"/>
              <a:ext cx="981508" cy="995214"/>
              <a:chOff x="5202263" y="3558010"/>
              <a:chExt cx="881700" cy="894012"/>
            </a:xfrm>
          </p:grpSpPr>
          <p:sp>
            <p:nvSpPr>
              <p:cNvPr id="266" name="Google Shape;266;p21"/>
              <p:cNvSpPr/>
              <p:nvPr/>
            </p:nvSpPr>
            <p:spPr>
              <a:xfrm>
                <a:off x="5202263" y="3570322"/>
                <a:ext cx="881700" cy="881700"/>
              </a:xfrm>
              <a:prstGeom prst="arc">
                <a:avLst>
                  <a:gd name="adj1" fmla="val 14396480"/>
                  <a:gd name="adj2" fmla="val 0"/>
                </a:avLst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67" name="Google Shape;267;p21"/>
              <p:cNvSpPr txBox="1"/>
              <p:nvPr/>
            </p:nvSpPr>
            <p:spPr>
              <a:xfrm rot="5400000">
                <a:off x="5461725" y="3667510"/>
                <a:ext cx="4962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120°</a:t>
                </a:r>
                <a:endParaRPr sz="12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268" name="Google Shape;268;p21"/>
          <p:cNvGrpSpPr/>
          <p:nvPr/>
        </p:nvGrpSpPr>
        <p:grpSpPr>
          <a:xfrm>
            <a:off x="5740651" y="5537716"/>
            <a:ext cx="1307631" cy="1127897"/>
            <a:chOff x="6575995" y="1287899"/>
            <a:chExt cx="2068055" cy="1783801"/>
          </a:xfrm>
        </p:grpSpPr>
        <p:pic>
          <p:nvPicPr>
            <p:cNvPr id="269" name="Google Shape;269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587538" y="1287899"/>
              <a:ext cx="2053363" cy="178380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70" name="Google Shape;270;p21"/>
            <p:cNvGrpSpPr/>
            <p:nvPr/>
          </p:nvGrpSpPr>
          <p:grpSpPr>
            <a:xfrm rot="-5400000">
              <a:off x="7304777" y="2116586"/>
              <a:ext cx="630516" cy="630516"/>
              <a:chOff x="5418776" y="3678682"/>
              <a:chExt cx="566400" cy="566400"/>
            </a:xfrm>
          </p:grpSpPr>
          <p:sp>
            <p:nvSpPr>
              <p:cNvPr id="271" name="Google Shape;271;p21"/>
              <p:cNvSpPr/>
              <p:nvPr/>
            </p:nvSpPr>
            <p:spPr>
              <a:xfrm>
                <a:off x="5418776" y="3678682"/>
                <a:ext cx="566400" cy="566400"/>
              </a:xfrm>
              <a:prstGeom prst="arc">
                <a:avLst>
                  <a:gd name="adj1" fmla="val 14396480"/>
                  <a:gd name="adj2" fmla="val 7198523"/>
                </a:avLst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72" name="Google Shape;272;p21"/>
              <p:cNvSpPr txBox="1"/>
              <p:nvPr/>
            </p:nvSpPr>
            <p:spPr>
              <a:xfrm rot="5400000">
                <a:off x="5528001" y="3825713"/>
                <a:ext cx="4962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240°</a:t>
                </a:r>
                <a:endParaRPr sz="12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cxnSp>
          <p:nvCxnSpPr>
            <p:cNvPr id="273" name="Google Shape;273;p21"/>
            <p:cNvCxnSpPr/>
            <p:nvPr/>
          </p:nvCxnSpPr>
          <p:spPr>
            <a:xfrm flipH="1">
              <a:off x="6648295" y="2257950"/>
              <a:ext cx="0" cy="1446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4" name="Google Shape;274;p21"/>
            <p:cNvCxnSpPr/>
            <p:nvPr/>
          </p:nvCxnSpPr>
          <p:spPr>
            <a:xfrm flipH="1">
              <a:off x="8571750" y="2257950"/>
              <a:ext cx="0" cy="1446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5" name="Google Shape;275;p21"/>
            <p:cNvCxnSpPr/>
            <p:nvPr/>
          </p:nvCxnSpPr>
          <p:spPr>
            <a:xfrm rot="10800000" flipH="1">
              <a:off x="8115028" y="1547767"/>
              <a:ext cx="0" cy="14449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6" name="Google Shape;276;p21"/>
            <p:cNvCxnSpPr/>
            <p:nvPr/>
          </p:nvCxnSpPr>
          <p:spPr>
            <a:xfrm rot="10800000" flipH="1">
              <a:off x="8115028" y="2665292"/>
              <a:ext cx="0" cy="14449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7" name="Google Shape;277;p21"/>
            <p:cNvCxnSpPr/>
            <p:nvPr/>
          </p:nvCxnSpPr>
          <p:spPr>
            <a:xfrm rot="10800000" flipH="1">
              <a:off x="7129212" y="1547767"/>
              <a:ext cx="0" cy="14449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8" name="Google Shape;278;p21"/>
            <p:cNvCxnSpPr/>
            <p:nvPr/>
          </p:nvCxnSpPr>
          <p:spPr>
            <a:xfrm rot="10800000" flipH="1">
              <a:off x="7129212" y="2665292"/>
              <a:ext cx="0" cy="14449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79" name="Google Shape;279;p21"/>
          <p:cNvSpPr txBox="1"/>
          <p:nvPr/>
        </p:nvSpPr>
        <p:spPr>
          <a:xfrm>
            <a:off x="582162" y="5660051"/>
            <a:ext cx="232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0" name="Google Shape;280;p21"/>
          <p:cNvSpPr txBox="1"/>
          <p:nvPr/>
        </p:nvSpPr>
        <p:spPr>
          <a:xfrm>
            <a:off x="1822680" y="5660051"/>
            <a:ext cx="232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1" name="Google Shape;281;p21"/>
          <p:cNvSpPr txBox="1"/>
          <p:nvPr/>
        </p:nvSpPr>
        <p:spPr>
          <a:xfrm>
            <a:off x="3715384" y="5660051"/>
            <a:ext cx="232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2" name="Google Shape;282;p21"/>
          <p:cNvSpPr txBox="1"/>
          <p:nvPr/>
        </p:nvSpPr>
        <p:spPr>
          <a:xfrm>
            <a:off x="5538726" y="5913852"/>
            <a:ext cx="232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86" name="Shape 286"/>
        <p:cNvGrpSpPr/>
        <p:nvPr/>
      </p:nvGrpSpPr>
      <p:grpSpPr>
        <a:xfrm>
          <a:off x="0" y="0"/>
          <a:ext cx="0" cy="0"/>
        </a:xfrm>
      </p:grpSpPr>
      <p:sp>
        <p:nvSpPr>
          <p:cNvPr id="287" name="Google Shape;287;p22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Problem solving with constructions</a:t>
            </a:r>
            <a:endParaRPr/>
          </a:p>
        </p:txBody>
      </p:sp>
      <p:sp>
        <p:nvSpPr>
          <p:cNvPr id="288" name="Google Shape;288;p2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  <p:sp>
        <p:nvSpPr>
          <p:cNvPr id="289" name="Google Shape;289;p22"/>
          <p:cNvSpPr/>
          <p:nvPr/>
        </p:nvSpPr>
        <p:spPr>
          <a:xfrm>
            <a:off x="4593413" y="6628309"/>
            <a:ext cx="1965000" cy="16251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2"/>
          <p:cNvSpPr/>
          <p:nvPr/>
        </p:nvSpPr>
        <p:spPr>
          <a:xfrm>
            <a:off x="4863326" y="6660067"/>
            <a:ext cx="1540800" cy="1540800"/>
          </a:xfrm>
          <a:prstGeom prst="ellipse">
            <a:avLst/>
          </a:prstGeom>
          <a:noFill/>
          <a:ln w="38100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2"/>
          <p:cNvSpPr txBox="1"/>
          <p:nvPr/>
        </p:nvSpPr>
        <p:spPr>
          <a:xfrm>
            <a:off x="497786" y="935769"/>
            <a:ext cx="6203100" cy="8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Many logos of real-world, famous companies are created using arcs and sectors of circles made from constructions.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By first using a six-petal flower template to help you plan, construct from scratch your own logo.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92" name="Google Shape;292;p22"/>
          <p:cNvGrpSpPr/>
          <p:nvPr/>
        </p:nvGrpSpPr>
        <p:grpSpPr>
          <a:xfrm>
            <a:off x="519466" y="1884626"/>
            <a:ext cx="1849532" cy="1726948"/>
            <a:chOff x="780954" y="1381779"/>
            <a:chExt cx="3400500" cy="3175121"/>
          </a:xfrm>
        </p:grpSpPr>
        <p:grpSp>
          <p:nvGrpSpPr>
            <p:cNvPr id="293" name="Google Shape;293;p22"/>
            <p:cNvGrpSpPr/>
            <p:nvPr/>
          </p:nvGrpSpPr>
          <p:grpSpPr>
            <a:xfrm>
              <a:off x="780954" y="1381779"/>
              <a:ext cx="3400500" cy="3175121"/>
              <a:chOff x="780954" y="1381779"/>
              <a:chExt cx="3400500" cy="3175121"/>
            </a:xfrm>
          </p:grpSpPr>
          <p:sp>
            <p:nvSpPr>
              <p:cNvPr id="294" name="Google Shape;294;p22"/>
              <p:cNvSpPr/>
              <p:nvPr/>
            </p:nvSpPr>
            <p:spPr>
              <a:xfrm>
                <a:off x="1204279" y="1388475"/>
                <a:ext cx="1699200" cy="1699200"/>
              </a:xfrm>
              <a:prstGeom prst="ellipse">
                <a:avLst/>
              </a:prstGeom>
              <a:noFill/>
              <a:ln w="28575" cap="flat" cmpd="sng">
                <a:solidFill>
                  <a:srgbClr val="B7B7B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5" name="Google Shape;295;p22"/>
              <p:cNvSpPr/>
              <p:nvPr/>
            </p:nvSpPr>
            <p:spPr>
              <a:xfrm>
                <a:off x="780954" y="2121725"/>
                <a:ext cx="1699200" cy="1699200"/>
              </a:xfrm>
              <a:prstGeom prst="ellipse">
                <a:avLst/>
              </a:prstGeom>
              <a:noFill/>
              <a:ln w="28575" cap="flat" cmpd="sng">
                <a:solidFill>
                  <a:srgbClr val="B7B7B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6" name="Google Shape;296;p22"/>
              <p:cNvSpPr/>
              <p:nvPr/>
            </p:nvSpPr>
            <p:spPr>
              <a:xfrm>
                <a:off x="2055879" y="2857700"/>
                <a:ext cx="1699200" cy="1699200"/>
              </a:xfrm>
              <a:prstGeom prst="ellipse">
                <a:avLst/>
              </a:prstGeom>
              <a:noFill/>
              <a:ln w="28575" cap="flat" cmpd="sng">
                <a:solidFill>
                  <a:srgbClr val="B7B7B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7" name="Google Shape;297;p22"/>
              <p:cNvSpPr/>
              <p:nvPr/>
            </p:nvSpPr>
            <p:spPr>
              <a:xfrm>
                <a:off x="2482254" y="2120450"/>
                <a:ext cx="1699200" cy="1699200"/>
              </a:xfrm>
              <a:prstGeom prst="ellipse">
                <a:avLst/>
              </a:prstGeom>
              <a:noFill/>
              <a:ln w="28575" cap="flat" cmpd="sng">
                <a:solidFill>
                  <a:srgbClr val="B7B7B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8" name="Google Shape;298;p22"/>
              <p:cNvSpPr/>
              <p:nvPr/>
            </p:nvSpPr>
            <p:spPr>
              <a:xfrm>
                <a:off x="1204279" y="2857700"/>
                <a:ext cx="1699200" cy="1699200"/>
              </a:xfrm>
              <a:prstGeom prst="ellipse">
                <a:avLst/>
              </a:prstGeom>
              <a:noFill/>
              <a:ln w="28575" cap="flat" cmpd="sng">
                <a:solidFill>
                  <a:srgbClr val="B7B7B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99" name="Google Shape;299;p22"/>
              <p:cNvSpPr/>
              <p:nvPr/>
            </p:nvSpPr>
            <p:spPr>
              <a:xfrm>
                <a:off x="2053494" y="1381779"/>
                <a:ext cx="1699200" cy="1699200"/>
              </a:xfrm>
              <a:prstGeom prst="ellipse">
                <a:avLst/>
              </a:prstGeom>
              <a:noFill/>
              <a:ln w="28575" cap="flat" cmpd="sng">
                <a:solidFill>
                  <a:srgbClr val="B7B7B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300" name="Google Shape;300;p22"/>
            <p:cNvSpPr/>
            <p:nvPr/>
          </p:nvSpPr>
          <p:spPr>
            <a:xfrm>
              <a:off x="1631775" y="2120450"/>
              <a:ext cx="1699200" cy="1699200"/>
            </a:xfrm>
            <a:prstGeom prst="ellipse">
              <a:avLst/>
            </a:prstGeom>
            <a:noFill/>
            <a:ln w="2857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1" name="Google Shape;301;p22"/>
          <p:cNvGrpSpPr/>
          <p:nvPr/>
        </p:nvGrpSpPr>
        <p:grpSpPr>
          <a:xfrm>
            <a:off x="2734981" y="1884509"/>
            <a:ext cx="2008002" cy="1727886"/>
            <a:chOff x="3603313" y="2026271"/>
            <a:chExt cx="3110288" cy="2676404"/>
          </a:xfrm>
        </p:grpSpPr>
        <p:grpSp>
          <p:nvGrpSpPr>
            <p:cNvPr id="302" name="Google Shape;302;p22"/>
            <p:cNvGrpSpPr/>
            <p:nvPr/>
          </p:nvGrpSpPr>
          <p:grpSpPr>
            <a:xfrm>
              <a:off x="3603313" y="2026271"/>
              <a:ext cx="2864581" cy="2674722"/>
              <a:chOff x="780954" y="1381779"/>
              <a:chExt cx="3400500" cy="3175121"/>
            </a:xfrm>
          </p:grpSpPr>
          <p:grpSp>
            <p:nvGrpSpPr>
              <p:cNvPr id="303" name="Google Shape;303;p22"/>
              <p:cNvGrpSpPr/>
              <p:nvPr/>
            </p:nvGrpSpPr>
            <p:grpSpPr>
              <a:xfrm>
                <a:off x="780954" y="1381779"/>
                <a:ext cx="3400500" cy="3175121"/>
                <a:chOff x="780954" y="1381779"/>
                <a:chExt cx="3400500" cy="3175121"/>
              </a:xfrm>
            </p:grpSpPr>
            <p:sp>
              <p:nvSpPr>
                <p:cNvPr id="304" name="Google Shape;304;p22"/>
                <p:cNvSpPr/>
                <p:nvPr/>
              </p:nvSpPr>
              <p:spPr>
                <a:xfrm>
                  <a:off x="1204279" y="1388475"/>
                  <a:ext cx="1699200" cy="1699200"/>
                </a:xfrm>
                <a:prstGeom prst="ellipse">
                  <a:avLst/>
                </a:prstGeom>
                <a:noFill/>
                <a:ln w="28575" cap="flat" cmpd="sng">
                  <a:solidFill>
                    <a:srgbClr val="B7B7B7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305" name="Google Shape;305;p22"/>
                <p:cNvSpPr/>
                <p:nvPr/>
              </p:nvSpPr>
              <p:spPr>
                <a:xfrm>
                  <a:off x="780954" y="2121725"/>
                  <a:ext cx="1699200" cy="1699200"/>
                </a:xfrm>
                <a:prstGeom prst="ellipse">
                  <a:avLst/>
                </a:prstGeom>
                <a:noFill/>
                <a:ln w="28575" cap="flat" cmpd="sng">
                  <a:solidFill>
                    <a:srgbClr val="B7B7B7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306" name="Google Shape;306;p22"/>
                <p:cNvSpPr/>
                <p:nvPr/>
              </p:nvSpPr>
              <p:spPr>
                <a:xfrm>
                  <a:off x="2055879" y="2857700"/>
                  <a:ext cx="1699200" cy="1699200"/>
                </a:xfrm>
                <a:prstGeom prst="ellipse">
                  <a:avLst/>
                </a:prstGeom>
                <a:noFill/>
                <a:ln w="28575" cap="flat" cmpd="sng">
                  <a:solidFill>
                    <a:srgbClr val="B7B7B7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307" name="Google Shape;307;p22"/>
                <p:cNvSpPr/>
                <p:nvPr/>
              </p:nvSpPr>
              <p:spPr>
                <a:xfrm>
                  <a:off x="2482254" y="2120450"/>
                  <a:ext cx="1699200" cy="1699200"/>
                </a:xfrm>
                <a:prstGeom prst="ellipse">
                  <a:avLst/>
                </a:prstGeom>
                <a:noFill/>
                <a:ln w="28575" cap="flat" cmpd="sng">
                  <a:solidFill>
                    <a:srgbClr val="B7B7B7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308" name="Google Shape;308;p22"/>
                <p:cNvSpPr/>
                <p:nvPr/>
              </p:nvSpPr>
              <p:spPr>
                <a:xfrm>
                  <a:off x="1204279" y="2857700"/>
                  <a:ext cx="1699200" cy="1699200"/>
                </a:xfrm>
                <a:prstGeom prst="ellipse">
                  <a:avLst/>
                </a:prstGeom>
                <a:noFill/>
                <a:ln w="28575" cap="flat" cmpd="sng">
                  <a:solidFill>
                    <a:srgbClr val="B7B7B7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309" name="Google Shape;309;p22"/>
                <p:cNvSpPr/>
                <p:nvPr/>
              </p:nvSpPr>
              <p:spPr>
                <a:xfrm>
                  <a:off x="2053494" y="1381779"/>
                  <a:ext cx="1699200" cy="1699200"/>
                </a:xfrm>
                <a:prstGeom prst="ellipse">
                  <a:avLst/>
                </a:prstGeom>
                <a:noFill/>
                <a:ln w="28575" cap="flat" cmpd="sng">
                  <a:solidFill>
                    <a:srgbClr val="B7B7B7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</p:grpSp>
          <p:sp>
            <p:nvSpPr>
              <p:cNvPr id="310" name="Google Shape;310;p22"/>
              <p:cNvSpPr/>
              <p:nvPr/>
            </p:nvSpPr>
            <p:spPr>
              <a:xfrm>
                <a:off x="1631775" y="2120450"/>
                <a:ext cx="1699200" cy="1699200"/>
              </a:xfrm>
              <a:prstGeom prst="ellipse">
                <a:avLst/>
              </a:prstGeom>
              <a:noFill/>
              <a:ln w="28575" cap="flat" cmpd="sng">
                <a:solidFill>
                  <a:srgbClr val="B7B7B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311" name="Google Shape;311;p22"/>
            <p:cNvGrpSpPr/>
            <p:nvPr/>
          </p:nvGrpSpPr>
          <p:grpSpPr>
            <a:xfrm>
              <a:off x="4317325" y="2406641"/>
              <a:ext cx="2396277" cy="2296034"/>
              <a:chOff x="4317325" y="2025641"/>
              <a:chExt cx="2396277" cy="2296034"/>
            </a:xfrm>
          </p:grpSpPr>
          <p:sp>
            <p:nvSpPr>
              <p:cNvPr id="312" name="Google Shape;312;p22"/>
              <p:cNvSpPr/>
              <p:nvPr/>
            </p:nvSpPr>
            <p:spPr>
              <a:xfrm>
                <a:off x="4317325" y="2264350"/>
                <a:ext cx="1436700" cy="1436700"/>
              </a:xfrm>
              <a:prstGeom prst="arc">
                <a:avLst>
                  <a:gd name="adj1" fmla="val 14405717"/>
                  <a:gd name="adj2" fmla="val 88491"/>
                </a:avLst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313" name="Google Shape;313;p22"/>
              <p:cNvCxnSpPr>
                <a:stCxn id="312" idx="0"/>
              </p:cNvCxnSpPr>
              <p:nvPr/>
            </p:nvCxnSpPr>
            <p:spPr>
              <a:xfrm flipH="1">
                <a:off x="4677535" y="2359994"/>
                <a:ext cx="0" cy="12432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4" name="Google Shape;314;p22"/>
              <p:cNvCxnSpPr/>
              <p:nvPr/>
            </p:nvCxnSpPr>
            <p:spPr>
              <a:xfrm rot="10800000" flipH="1">
                <a:off x="4679243" y="3599459"/>
                <a:ext cx="716100" cy="39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15" name="Google Shape;315;p22"/>
              <p:cNvSpPr/>
              <p:nvPr/>
            </p:nvSpPr>
            <p:spPr>
              <a:xfrm>
                <a:off x="4672615" y="2884975"/>
                <a:ext cx="1436700" cy="1436700"/>
              </a:xfrm>
              <a:prstGeom prst="arc">
                <a:avLst>
                  <a:gd name="adj1" fmla="val 18020300"/>
                  <a:gd name="adj2" fmla="val 0"/>
                </a:avLst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6" name="Google Shape;316;p22"/>
              <p:cNvSpPr/>
              <p:nvPr/>
            </p:nvSpPr>
            <p:spPr>
              <a:xfrm rot="-7199458" flipH="1">
                <a:off x="5043009" y="2284049"/>
                <a:ext cx="1412186" cy="1412186"/>
              </a:xfrm>
              <a:prstGeom prst="arc">
                <a:avLst>
                  <a:gd name="adj1" fmla="val 17923569"/>
                  <a:gd name="adj2" fmla="val 100249"/>
                </a:avLst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317" name="Google Shape;317;p22"/>
          <p:cNvGrpSpPr/>
          <p:nvPr/>
        </p:nvGrpSpPr>
        <p:grpSpPr>
          <a:xfrm>
            <a:off x="4803300" y="2130099"/>
            <a:ext cx="1547036" cy="1482319"/>
            <a:chOff x="4317325" y="2025641"/>
            <a:chExt cx="2396277" cy="2296034"/>
          </a:xfrm>
        </p:grpSpPr>
        <p:sp>
          <p:nvSpPr>
            <p:cNvPr id="318" name="Google Shape;318;p22"/>
            <p:cNvSpPr/>
            <p:nvPr/>
          </p:nvSpPr>
          <p:spPr>
            <a:xfrm>
              <a:off x="4317325" y="2264350"/>
              <a:ext cx="1436700" cy="1436700"/>
            </a:xfrm>
            <a:prstGeom prst="arc">
              <a:avLst>
                <a:gd name="adj1" fmla="val 14405717"/>
                <a:gd name="adj2" fmla="val 88491"/>
              </a:avLst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9" name="Google Shape;319;p22"/>
            <p:cNvCxnSpPr>
              <a:stCxn id="318" idx="0"/>
            </p:cNvCxnSpPr>
            <p:nvPr/>
          </p:nvCxnSpPr>
          <p:spPr>
            <a:xfrm flipH="1">
              <a:off x="4677535" y="2359994"/>
              <a:ext cx="0" cy="12432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0" name="Google Shape;320;p22"/>
            <p:cNvCxnSpPr/>
            <p:nvPr/>
          </p:nvCxnSpPr>
          <p:spPr>
            <a:xfrm rot="10800000" flipH="1">
              <a:off x="4679243" y="3599459"/>
              <a:ext cx="716100" cy="39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21" name="Google Shape;321;p22"/>
            <p:cNvSpPr/>
            <p:nvPr/>
          </p:nvSpPr>
          <p:spPr>
            <a:xfrm>
              <a:off x="4672615" y="2884975"/>
              <a:ext cx="1436700" cy="1436700"/>
            </a:xfrm>
            <a:prstGeom prst="arc">
              <a:avLst>
                <a:gd name="adj1" fmla="val 18020300"/>
                <a:gd name="adj2" fmla="val 0"/>
              </a:avLst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2" name="Google Shape;322;p22"/>
            <p:cNvSpPr/>
            <p:nvPr/>
          </p:nvSpPr>
          <p:spPr>
            <a:xfrm rot="-7199458" flipH="1">
              <a:off x="5043009" y="2284049"/>
              <a:ext cx="1412186" cy="1412186"/>
            </a:xfrm>
            <a:prstGeom prst="arc">
              <a:avLst>
                <a:gd name="adj1" fmla="val 17923569"/>
                <a:gd name="adj2" fmla="val 100249"/>
              </a:avLst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323" name="Google Shape;323;p22"/>
          <p:cNvCxnSpPr/>
          <p:nvPr/>
        </p:nvCxnSpPr>
        <p:spPr>
          <a:xfrm>
            <a:off x="474757" y="4498463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4" name="Google Shape;324;p22"/>
          <p:cNvSpPr txBox="1"/>
          <p:nvPr/>
        </p:nvSpPr>
        <p:spPr>
          <a:xfrm>
            <a:off x="509917" y="4921798"/>
            <a:ext cx="32649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Accurately construct the perpendicular bisector to XY without any of your construction arcs and circles going outside the box.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5" name="Google Shape;325;p22"/>
          <p:cNvSpPr/>
          <p:nvPr/>
        </p:nvSpPr>
        <p:spPr>
          <a:xfrm>
            <a:off x="925292" y="6637035"/>
            <a:ext cx="2064900" cy="14556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26" name="Google Shape;326;p22"/>
          <p:cNvGrpSpPr/>
          <p:nvPr/>
        </p:nvGrpSpPr>
        <p:grpSpPr>
          <a:xfrm rot="899472" flipH="1">
            <a:off x="1282187" y="7706231"/>
            <a:ext cx="1250119" cy="225780"/>
            <a:chOff x="5292934" y="2983850"/>
            <a:chExt cx="3266356" cy="406650"/>
          </a:xfrm>
        </p:grpSpPr>
        <p:cxnSp>
          <p:nvCxnSpPr>
            <p:cNvPr id="327" name="Google Shape;327;p22"/>
            <p:cNvCxnSpPr/>
            <p:nvPr/>
          </p:nvCxnSpPr>
          <p:spPr>
            <a:xfrm>
              <a:off x="5433500" y="2983850"/>
              <a:ext cx="29838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28" name="Google Shape;328;p22"/>
            <p:cNvSpPr txBox="1"/>
            <p:nvPr/>
          </p:nvSpPr>
          <p:spPr>
            <a:xfrm>
              <a:off x="5292934" y="3002300"/>
              <a:ext cx="282300" cy="38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Y</a:t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9" name="Google Shape;329;p22"/>
            <p:cNvSpPr txBox="1"/>
            <p:nvPr/>
          </p:nvSpPr>
          <p:spPr>
            <a:xfrm>
              <a:off x="8276991" y="3002300"/>
              <a:ext cx="282300" cy="38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X</a:t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30" name="Google Shape;330;p22"/>
          <p:cNvSpPr txBox="1"/>
          <p:nvPr/>
        </p:nvSpPr>
        <p:spPr>
          <a:xfrm>
            <a:off x="4181308" y="4885500"/>
            <a:ext cx="28578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Accurately construct the angle bisector to this 290° angle using the circle given and measure the size of the bisected angle.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31" name="Google Shape;331;p22"/>
          <p:cNvCxnSpPr/>
          <p:nvPr/>
        </p:nvCxnSpPr>
        <p:spPr>
          <a:xfrm rot="10800000">
            <a:off x="4736433" y="7431633"/>
            <a:ext cx="9033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2" name="Google Shape;332;p22"/>
          <p:cNvCxnSpPr/>
          <p:nvPr/>
        </p:nvCxnSpPr>
        <p:spPr>
          <a:xfrm rot="10800000">
            <a:off x="5384381" y="6653833"/>
            <a:ext cx="253800" cy="7830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3" name="Google Shape;333;p22"/>
          <p:cNvSpPr txBox="1"/>
          <p:nvPr/>
        </p:nvSpPr>
        <p:spPr>
          <a:xfrm>
            <a:off x="468000" y="46062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Understanding properties of constructions</a:t>
            </a:r>
            <a:endParaRPr sz="12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337" name="Shape 337"/>
        <p:cNvGrpSpPr/>
        <p:nvPr/>
      </p:nvGrpSpPr>
      <p:grpSpPr>
        <a:xfrm>
          <a:off x="0" y="0"/>
          <a:ext cx="0" cy="0"/>
        </a:xfrm>
      </p:grpSpPr>
      <p:sp>
        <p:nvSpPr>
          <p:cNvPr id="338" name="Google Shape;338;p23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Problem solving with constructions</a:t>
            </a:r>
            <a:endParaRPr/>
          </a:p>
        </p:txBody>
      </p:sp>
      <p:sp>
        <p:nvSpPr>
          <p:cNvPr id="339" name="Google Shape;339;p23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340" name="Google Shape;340;p2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4</a:t>
            </a:fld>
            <a:endParaRPr/>
          </a:p>
        </p:txBody>
      </p:sp>
      <p:sp>
        <p:nvSpPr>
          <p:cNvPr id="341" name="Google Shape;341;p23"/>
          <p:cNvSpPr txBox="1"/>
          <p:nvPr/>
        </p:nvSpPr>
        <p:spPr>
          <a:xfrm>
            <a:off x="468000" y="734839"/>
            <a:ext cx="6624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The area of a triangle can be found using the formula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2" name="Google Shape;342;p23"/>
          <p:cNvSpPr txBox="1"/>
          <p:nvPr/>
        </p:nvSpPr>
        <p:spPr>
          <a:xfrm>
            <a:off x="2237785" y="997925"/>
            <a:ext cx="6258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area =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43" name="Google Shape;343;p23" descr="&lt;math xmlns=&quot;http://www.w3.org/1998/Math/MathML&quot; display=&quot;block&quot; data-is-equatio=&quot;1&quot; data-latex=&quot;\frac{1}{2}&quot;&gt;&lt;mfrac&gt;&lt;mn&gt;1&lt;/mn&gt;&lt;mn&gt;2&lt;/mn&gt;&lt;/mfrac&gt;&lt;/math&gt;" title="one hal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9722" y="950820"/>
            <a:ext cx="100800" cy="326274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23"/>
          <p:cNvSpPr txBox="1"/>
          <p:nvPr/>
        </p:nvSpPr>
        <p:spPr>
          <a:xfrm>
            <a:off x="2906621" y="997925"/>
            <a:ext cx="25650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base × perpendicular height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5" name="Google Shape;345;p23"/>
          <p:cNvSpPr txBox="1"/>
          <p:nvPr/>
        </p:nvSpPr>
        <p:spPr>
          <a:xfrm>
            <a:off x="468000" y="1303502"/>
            <a:ext cx="6624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By performing the appropriate construction, accurately measure the perpendicular height of each triangle to find its area.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46" name="Google Shape;346;p23"/>
          <p:cNvPicPr preferRelativeResize="0"/>
          <p:nvPr/>
        </p:nvPicPr>
        <p:blipFill>
          <a:blip r:embed="rId4">
            <a:alphaModFix/>
          </a:blip>
          <a:srcRect r="81928"/>
          <a:stretch>
            <a:fillRect/>
          </a:stretch>
        </p:blipFill>
        <p:spPr>
          <a:xfrm>
            <a:off x="505705" y="1993734"/>
            <a:ext cx="1362400" cy="14008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7" name="Google Shape;347;p23"/>
          <p:cNvGrpSpPr/>
          <p:nvPr/>
        </p:nvGrpSpPr>
        <p:grpSpPr>
          <a:xfrm>
            <a:off x="527902" y="3449624"/>
            <a:ext cx="1290376" cy="231637"/>
            <a:chOff x="9097720" y="5023649"/>
            <a:chExt cx="2004000" cy="353698"/>
          </a:xfrm>
        </p:grpSpPr>
        <p:cxnSp>
          <p:nvCxnSpPr>
            <p:cNvPr id="348" name="Google Shape;348;p23"/>
            <p:cNvCxnSpPr/>
            <p:nvPr/>
          </p:nvCxnSpPr>
          <p:spPr>
            <a:xfrm>
              <a:off x="9097720" y="5023649"/>
              <a:ext cx="20040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349" name="Google Shape;349;p23"/>
            <p:cNvSpPr txBox="1"/>
            <p:nvPr/>
          </p:nvSpPr>
          <p:spPr>
            <a:xfrm rot="25816">
              <a:off x="9363799" y="5089451"/>
              <a:ext cx="1478142" cy="2826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base</a:t>
              </a:r>
              <a:endParaRPr sz="1200" b="0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0" name="Google Shape;350;p23"/>
          <p:cNvPicPr preferRelativeResize="0"/>
          <p:nvPr/>
        </p:nvPicPr>
        <p:blipFill>
          <a:blip r:embed="rId4">
            <a:alphaModFix/>
          </a:blip>
          <a:srcRect l="27935" t="27166" r="45212"/>
          <a:stretch>
            <a:fillRect/>
          </a:stretch>
        </p:blipFill>
        <p:spPr>
          <a:xfrm rot="1799971">
            <a:off x="662406" y="4930096"/>
            <a:ext cx="1487591" cy="74968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1" name="Google Shape;351;p23"/>
          <p:cNvGrpSpPr/>
          <p:nvPr/>
        </p:nvGrpSpPr>
        <p:grpSpPr>
          <a:xfrm rot="1800612">
            <a:off x="463976" y="5656724"/>
            <a:ext cx="1379529" cy="219125"/>
            <a:chOff x="9097720" y="5023649"/>
            <a:chExt cx="2004000" cy="455398"/>
          </a:xfrm>
        </p:grpSpPr>
        <p:cxnSp>
          <p:nvCxnSpPr>
            <p:cNvPr id="352" name="Google Shape;352;p23"/>
            <p:cNvCxnSpPr/>
            <p:nvPr/>
          </p:nvCxnSpPr>
          <p:spPr>
            <a:xfrm>
              <a:off x="9097720" y="5023649"/>
              <a:ext cx="20040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353" name="Google Shape;353;p23"/>
            <p:cNvSpPr txBox="1"/>
            <p:nvPr/>
          </p:nvSpPr>
          <p:spPr>
            <a:xfrm rot="25816">
              <a:off x="9360349" y="5089334"/>
              <a:ext cx="1478142" cy="3846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base</a:t>
              </a:r>
              <a:endParaRPr sz="1200" b="0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4" name="Google Shape;354;p23"/>
          <p:cNvPicPr preferRelativeResize="0"/>
          <p:nvPr/>
        </p:nvPicPr>
        <p:blipFill>
          <a:blip r:embed="rId4">
            <a:alphaModFix/>
          </a:blip>
          <a:srcRect l="65367" t="44395" r="474"/>
          <a:stretch>
            <a:fillRect/>
          </a:stretch>
        </p:blipFill>
        <p:spPr>
          <a:xfrm rot="-1799993">
            <a:off x="492129" y="7736373"/>
            <a:ext cx="2268018" cy="68602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5" name="Google Shape;355;p23"/>
          <p:cNvGrpSpPr/>
          <p:nvPr/>
        </p:nvGrpSpPr>
        <p:grpSpPr>
          <a:xfrm rot="-1800372">
            <a:off x="803835" y="8545188"/>
            <a:ext cx="1651388" cy="225947"/>
            <a:chOff x="9097720" y="5023649"/>
            <a:chExt cx="2004000" cy="391798"/>
          </a:xfrm>
        </p:grpSpPr>
        <p:cxnSp>
          <p:nvCxnSpPr>
            <p:cNvPr id="356" name="Google Shape;356;p23"/>
            <p:cNvCxnSpPr/>
            <p:nvPr/>
          </p:nvCxnSpPr>
          <p:spPr>
            <a:xfrm>
              <a:off x="9097720" y="5023649"/>
              <a:ext cx="20040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357" name="Google Shape;357;p23"/>
            <p:cNvSpPr txBox="1"/>
            <p:nvPr/>
          </p:nvSpPr>
          <p:spPr>
            <a:xfrm rot="25816">
              <a:off x="9362599" y="5089413"/>
              <a:ext cx="1478142" cy="3208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base</a:t>
              </a:r>
              <a:endParaRPr sz="1200" b="0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58" name="Google Shape;358;p23"/>
          <p:cNvSpPr txBox="1"/>
          <p:nvPr/>
        </p:nvSpPr>
        <p:spPr>
          <a:xfrm>
            <a:off x="466825" y="1759429"/>
            <a:ext cx="15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23"/>
          <p:cNvSpPr txBox="1"/>
          <p:nvPr/>
        </p:nvSpPr>
        <p:spPr>
          <a:xfrm>
            <a:off x="859749" y="4637917"/>
            <a:ext cx="15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23"/>
          <p:cNvSpPr txBox="1"/>
          <p:nvPr/>
        </p:nvSpPr>
        <p:spPr>
          <a:xfrm>
            <a:off x="1590851" y="7247798"/>
            <a:ext cx="259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61" name="Google Shape;361;p23"/>
          <p:cNvCxnSpPr/>
          <p:nvPr/>
        </p:nvCxnSpPr>
        <p:spPr>
          <a:xfrm>
            <a:off x="474757" y="98957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79</Paragraphs>
  <Slides>4</Slides>
  <Notes>4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baseType="lpstr" size="11">
      <vt:lpstr>Arial</vt:lpstr>
      <vt:lpstr>Lexend</vt:lpstr>
      <vt:lpstr>Kalam</vt:lpstr>
      <vt:lpstr>Lexend Medium</vt:lpstr>
      <vt:lpstr>Lexend Light</vt:lpstr>
      <vt:lpstr>Calibri</vt:lpstr>
      <vt:lpstr>simple-light-2</vt:lpstr>
      <vt:lpstr>Problem solving with constructions</vt:lpstr>
      <vt:lpstr>PowerPoint Presentation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2024-02-06T10:20:22.713</cp:lastPrinted>
  <dcterms:created xsi:type="dcterms:W3CDTF">2024-02-06T10:20:22Z</dcterms:created>
  <dcterms:modified xsi:type="dcterms:W3CDTF">2024-02-06T10:23:44Z</dcterms:modified>
</cp:coreProperties>
</file>