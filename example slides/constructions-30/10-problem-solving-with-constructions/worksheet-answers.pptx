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0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70"/>
      </p:guideLst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93" name="Shape 293"/>
        <p:cNvGrpSpPr/>
        <p:nvPr/>
      </p:nvGrpSpPr>
      <p:grpSpPr>
        <a:xfrm>
          <a:off x="0" y="0"/>
          <a:ext cx="0" cy="0"/>
        </a:xfrm>
      </p:grpSpPr>
      <p:sp>
        <p:nvSpPr>
          <p:cNvPr id="294" name="Google Shape;294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400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g2a91c66bf4e_0_264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a91c66bf4e_0_2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grpSp>
        <p:nvGrpSpPr>
          <p:cNvPr id="171" name="Google Shape;171;p20"/>
          <p:cNvGrpSpPr/>
          <p:nvPr/>
        </p:nvGrpSpPr>
        <p:grpSpPr>
          <a:xfrm>
            <a:off x="1128022" y="2427660"/>
            <a:ext cx="2458090" cy="1229045"/>
            <a:chOff x="1759799" y="2958576"/>
            <a:chExt cx="2871600" cy="1435800"/>
          </a:xfrm>
        </p:grpSpPr>
        <p:sp>
          <p:nvSpPr>
            <p:cNvPr id="172" name="Google Shape;172;p20"/>
            <p:cNvSpPr/>
            <p:nvPr/>
          </p:nvSpPr>
          <p:spPr>
            <a:xfrm>
              <a:off x="1759799" y="2958576"/>
              <a:ext cx="1435800" cy="1435800"/>
            </a:xfrm>
            <a:prstGeom prst="ellipse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3195599" y="2958576"/>
              <a:ext cx="1435800" cy="1435800"/>
            </a:xfrm>
            <a:prstGeom prst="ellipse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" name="Google Shape;174;p20"/>
          <p:cNvSpPr/>
          <p:nvPr/>
        </p:nvSpPr>
        <p:spPr>
          <a:xfrm>
            <a:off x="1742664" y="2427795"/>
            <a:ext cx="1229100" cy="1229100"/>
          </a:xfrm>
          <a:prstGeom prst="ellipse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constructions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468000" y="1410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Identifying polygons from premade constructions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8" name="Google Shape;178;p20"/>
          <p:cNvGrpSpPr/>
          <p:nvPr/>
        </p:nvGrpSpPr>
        <p:grpSpPr>
          <a:xfrm flipH="1">
            <a:off x="2586328" y="2705133"/>
            <a:ext cx="722102" cy="681034"/>
            <a:chOff x="5245272" y="3613325"/>
            <a:chExt cx="843577" cy="795600"/>
          </a:xfrm>
        </p:grpSpPr>
        <p:sp>
          <p:nvSpPr>
            <p:cNvPr id="179" name="Google Shape;179;p20"/>
            <p:cNvSpPr/>
            <p:nvPr/>
          </p:nvSpPr>
          <p:spPr>
            <a:xfrm>
              <a:off x="5245272" y="3613325"/>
              <a:ext cx="795600" cy="795600"/>
            </a:xfrm>
            <a:prstGeom prst="arc">
              <a:avLst>
                <a:gd name="adj1" fmla="val 17923413"/>
                <a:gd name="adj2" fmla="val 0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5651450" y="3755423"/>
              <a:ext cx="437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000">
                  <a:latin typeface="Lexend"/>
                  <a:ea typeface="Lexend"/>
                  <a:cs typeface="Lexend"/>
                  <a:sym typeface="Lexend"/>
                </a:rPr>
                <a:t>60</a:t>
              </a: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1" name="Google Shape;181;p20"/>
          <p:cNvSpPr txBox="1"/>
          <p:nvPr/>
        </p:nvSpPr>
        <p:spPr>
          <a:xfrm>
            <a:off x="4140000" y="3818150"/>
            <a:ext cx="295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Draw on and label: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rectangle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parallelogram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90013" y="3818150"/>
            <a:ext cx="3734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Draw on and label: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right 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 equilateral triangle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 regular hexagon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13550" y="2427795"/>
            <a:ext cx="1229100" cy="1229100"/>
          </a:xfrm>
          <a:prstGeom prst="ellipse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68000" y="174802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Each copy of this construction shows congruent circles. The centre of the left and rightmost circles are the endpoints of line segment FG.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>
            <a:off x="914782" y="2923617"/>
            <a:ext cx="2270501" cy="277226"/>
            <a:chOff x="5104330" y="2845088"/>
            <a:chExt cx="3642126" cy="323863"/>
          </a:xfrm>
        </p:grpSpPr>
        <p:sp>
          <p:nvSpPr>
            <p:cNvPr id="186" name="Google Shape;186;p20"/>
            <p:cNvSpPr txBox="1"/>
            <p:nvPr/>
          </p:nvSpPr>
          <p:spPr>
            <a:xfrm>
              <a:off x="5104330" y="2845250"/>
              <a:ext cx="2823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7" name="Google Shape;187;p20"/>
            <p:cNvSpPr txBox="1"/>
            <p:nvPr/>
          </p:nvSpPr>
          <p:spPr>
            <a:xfrm>
              <a:off x="8464156" y="2845088"/>
              <a:ext cx="2823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88" name="Google Shape;188;p20"/>
          <p:cNvCxnSpPr>
            <a:stCxn id="172" idx="2"/>
            <a:endCxn id="174" idx="6"/>
          </p:cNvCxnSpPr>
          <p:nvPr/>
        </p:nvCxnSpPr>
        <p:spPr>
          <a:xfrm>
            <a:off x="1128022" y="3042182"/>
            <a:ext cx="1843800" cy="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0"/>
          <p:cNvCxnSpPr/>
          <p:nvPr/>
        </p:nvCxnSpPr>
        <p:spPr>
          <a:xfrm>
            <a:off x="2666854" y="2510938"/>
            <a:ext cx="304800" cy="531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0" name="Google Shape;190;p20"/>
          <p:cNvGrpSpPr/>
          <p:nvPr/>
        </p:nvGrpSpPr>
        <p:grpSpPr>
          <a:xfrm>
            <a:off x="4588366" y="2427660"/>
            <a:ext cx="2458090" cy="1229045"/>
            <a:chOff x="1759799" y="2958576"/>
            <a:chExt cx="2871600" cy="1435800"/>
          </a:xfrm>
        </p:grpSpPr>
        <p:sp>
          <p:nvSpPr>
            <p:cNvPr id="191" name="Google Shape;191;p20"/>
            <p:cNvSpPr/>
            <p:nvPr/>
          </p:nvSpPr>
          <p:spPr>
            <a:xfrm>
              <a:off x="1759799" y="2958576"/>
              <a:ext cx="1435800" cy="1435800"/>
            </a:xfrm>
            <a:prstGeom prst="ellipse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3195599" y="2958576"/>
              <a:ext cx="1435800" cy="1435800"/>
            </a:xfrm>
            <a:prstGeom prst="ellipse">
              <a:avLst/>
            </a:prstGeom>
            <a:noFill/>
            <a:ln w="28575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3" name="Google Shape;193;p20"/>
          <p:cNvSpPr/>
          <p:nvPr/>
        </p:nvSpPr>
        <p:spPr>
          <a:xfrm>
            <a:off x="3973894" y="2427795"/>
            <a:ext cx="1229100" cy="1229100"/>
          </a:xfrm>
          <a:prstGeom prst="ellipse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5203008" y="2427795"/>
            <a:ext cx="1229100" cy="1229100"/>
          </a:xfrm>
          <a:prstGeom prst="ellipse">
            <a:avLst/>
          </a:prstGeom>
          <a:noFill/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5" name="Google Shape;195;p20"/>
          <p:cNvGrpSpPr/>
          <p:nvPr/>
        </p:nvGrpSpPr>
        <p:grpSpPr>
          <a:xfrm>
            <a:off x="4375126" y="2923617"/>
            <a:ext cx="2270501" cy="277226"/>
            <a:chOff x="5104330" y="2845088"/>
            <a:chExt cx="3642126" cy="323863"/>
          </a:xfrm>
        </p:grpSpPr>
        <p:sp>
          <p:nvSpPr>
            <p:cNvPr id="196" name="Google Shape;196;p20"/>
            <p:cNvSpPr txBox="1"/>
            <p:nvPr/>
          </p:nvSpPr>
          <p:spPr>
            <a:xfrm>
              <a:off x="5104330" y="2845250"/>
              <a:ext cx="2823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7" name="Google Shape;197;p20"/>
            <p:cNvSpPr txBox="1"/>
            <p:nvPr/>
          </p:nvSpPr>
          <p:spPr>
            <a:xfrm>
              <a:off x="8464156" y="2845088"/>
              <a:ext cx="282300" cy="32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8" name="Google Shape;198;p20"/>
          <p:cNvCxnSpPr>
            <a:stCxn id="191" idx="2"/>
            <a:endCxn id="194" idx="6"/>
          </p:cNvCxnSpPr>
          <p:nvPr/>
        </p:nvCxnSpPr>
        <p:spPr>
          <a:xfrm>
            <a:off x="4588366" y="3042182"/>
            <a:ext cx="1843800" cy="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9" name="Google Shape;199;p20"/>
          <p:cNvGrpSpPr/>
          <p:nvPr/>
        </p:nvGrpSpPr>
        <p:grpSpPr>
          <a:xfrm flipH="1">
            <a:off x="1921426" y="2912538"/>
            <a:ext cx="110425" cy="114644"/>
            <a:chOff x="2319250" y="2084875"/>
            <a:chExt cx="108900" cy="113050"/>
          </a:xfrm>
        </p:grpSpPr>
        <p:cxnSp>
          <p:nvCxnSpPr>
            <p:cNvPr id="200" name="Google Shape;200;p20"/>
            <p:cNvCxnSpPr/>
            <p:nvPr/>
          </p:nvCxnSpPr>
          <p:spPr>
            <a:xfrm>
              <a:off x="2319250" y="2084875"/>
              <a:ext cx="108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20"/>
            <p:cNvCxnSpPr/>
            <p:nvPr/>
          </p:nvCxnSpPr>
          <p:spPr>
            <a:xfrm rot="5400000">
              <a:off x="2373700" y="2143475"/>
              <a:ext cx="108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2" name="Google Shape;202;p20"/>
          <p:cNvSpPr/>
          <p:nvPr/>
        </p:nvSpPr>
        <p:spPr>
          <a:xfrm>
            <a:off x="-9694800" y="2441750"/>
            <a:ext cx="8837100" cy="1854300"/>
          </a:xfrm>
          <a:prstGeom prst="rect">
            <a:avLst/>
          </a:prstGeom>
          <a:solidFill>
            <a:srgbClr val="F3EEFB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" name="Google Shape;203;p20"/>
          <p:cNvCxnSpPr/>
          <p:nvPr/>
        </p:nvCxnSpPr>
        <p:spPr>
          <a:xfrm flipH="1">
            <a:off x="2046745" y="2510950"/>
            <a:ext cx="0" cy="10548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0"/>
          <p:cNvCxnSpPr/>
          <p:nvPr/>
        </p:nvCxnSpPr>
        <p:spPr>
          <a:xfrm flipH="1">
            <a:off x="2358932" y="2514987"/>
            <a:ext cx="305100" cy="5292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5" name="Google Shape;205;p20"/>
          <p:cNvGrpSpPr/>
          <p:nvPr/>
        </p:nvGrpSpPr>
        <p:grpSpPr>
          <a:xfrm>
            <a:off x="1128958" y="2505797"/>
            <a:ext cx="1220983" cy="1059663"/>
            <a:chOff x="1114842" y="1532114"/>
            <a:chExt cx="1606980" cy="1354375"/>
          </a:xfrm>
        </p:grpSpPr>
        <p:grpSp>
          <p:nvGrpSpPr>
            <p:cNvPr id="206" name="Google Shape;206;p20"/>
            <p:cNvGrpSpPr/>
            <p:nvPr/>
          </p:nvGrpSpPr>
          <p:grpSpPr>
            <a:xfrm>
              <a:off x="1114842" y="1532114"/>
              <a:ext cx="1606775" cy="1354375"/>
              <a:chOff x="1114842" y="1532114"/>
              <a:chExt cx="1606775" cy="1354375"/>
            </a:xfrm>
          </p:grpSpPr>
          <p:cxnSp>
            <p:nvCxnSpPr>
              <p:cNvPr id="207" name="Google Shape;207;p20"/>
              <p:cNvCxnSpPr/>
              <p:nvPr/>
            </p:nvCxnSpPr>
            <p:spPr>
              <a:xfrm flipH="1">
                <a:off x="1114842" y="1532114"/>
                <a:ext cx="396600" cy="688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D02AA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8" name="Google Shape;208;p20"/>
              <p:cNvCxnSpPr/>
              <p:nvPr/>
            </p:nvCxnSpPr>
            <p:spPr>
              <a:xfrm flipH="1">
                <a:off x="2325017" y="2197989"/>
                <a:ext cx="396600" cy="688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D02AA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09" name="Google Shape;209;p20"/>
            <p:cNvGrpSpPr/>
            <p:nvPr/>
          </p:nvGrpSpPr>
          <p:grpSpPr>
            <a:xfrm flipH="1">
              <a:off x="1115047" y="1532114"/>
              <a:ext cx="1606775" cy="1354375"/>
              <a:chOff x="1114842" y="1532114"/>
              <a:chExt cx="1606775" cy="1354375"/>
            </a:xfrm>
          </p:grpSpPr>
          <p:cxnSp>
            <p:nvCxnSpPr>
              <p:cNvPr id="210" name="Google Shape;210;p20"/>
              <p:cNvCxnSpPr/>
              <p:nvPr/>
            </p:nvCxnSpPr>
            <p:spPr>
              <a:xfrm flipH="1">
                <a:off x="1114842" y="1532114"/>
                <a:ext cx="396600" cy="688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D02AA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1" name="Google Shape;211;p20"/>
              <p:cNvCxnSpPr/>
              <p:nvPr/>
            </p:nvCxnSpPr>
            <p:spPr>
              <a:xfrm flipH="1">
                <a:off x="2325017" y="2197989"/>
                <a:ext cx="396600" cy="6885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D02AA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cxnSp>
        <p:nvCxnSpPr>
          <p:cNvPr id="212" name="Google Shape;212;p20"/>
          <p:cNvCxnSpPr/>
          <p:nvPr/>
        </p:nvCxnSpPr>
        <p:spPr>
          <a:xfrm rot="10800000">
            <a:off x="1425171" y="3564207"/>
            <a:ext cx="621600" cy="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0"/>
          <p:cNvCxnSpPr/>
          <p:nvPr/>
        </p:nvCxnSpPr>
        <p:spPr>
          <a:xfrm rot="10800000">
            <a:off x="1425135" y="2519763"/>
            <a:ext cx="624000" cy="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0"/>
          <p:cNvCxnSpPr/>
          <p:nvPr/>
        </p:nvCxnSpPr>
        <p:spPr>
          <a:xfrm rot="10800000">
            <a:off x="4893882" y="2510804"/>
            <a:ext cx="618000" cy="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20"/>
          <p:cNvCxnSpPr/>
          <p:nvPr/>
        </p:nvCxnSpPr>
        <p:spPr>
          <a:xfrm rot="10800000">
            <a:off x="4893882" y="3571800"/>
            <a:ext cx="618000" cy="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20"/>
          <p:cNvCxnSpPr/>
          <p:nvPr/>
        </p:nvCxnSpPr>
        <p:spPr>
          <a:xfrm rot="10800000" flipH="1">
            <a:off x="4893864" y="2510700"/>
            <a:ext cx="0" cy="10611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" name="Google Shape;217;p20"/>
          <p:cNvCxnSpPr/>
          <p:nvPr/>
        </p:nvCxnSpPr>
        <p:spPr>
          <a:xfrm rot="10800000" flipH="1">
            <a:off x="5510373" y="2510700"/>
            <a:ext cx="0" cy="10611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20"/>
          <p:cNvCxnSpPr/>
          <p:nvPr/>
        </p:nvCxnSpPr>
        <p:spPr>
          <a:xfrm rot="10800000">
            <a:off x="5511475" y="3571800"/>
            <a:ext cx="618000" cy="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0"/>
          <p:cNvCxnSpPr/>
          <p:nvPr/>
        </p:nvCxnSpPr>
        <p:spPr>
          <a:xfrm rot="10800000">
            <a:off x="4900782" y="2519100"/>
            <a:ext cx="609600" cy="10527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0"/>
          <p:cNvCxnSpPr/>
          <p:nvPr/>
        </p:nvCxnSpPr>
        <p:spPr>
          <a:xfrm rot="10800000">
            <a:off x="5519876" y="2519100"/>
            <a:ext cx="609600" cy="10527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" name="Google Shape;221;p20"/>
          <p:cNvSpPr txBox="1"/>
          <p:nvPr/>
        </p:nvSpPr>
        <p:spPr>
          <a:xfrm>
            <a:off x="513550" y="2255663"/>
            <a:ext cx="43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3973894" y="2255663"/>
            <a:ext cx="434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5702700" y="5727525"/>
            <a:ext cx="1389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Draw and label two trapezia: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one an isosceles trapezium, and one a right-angle trapezium.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67450" y="4689725"/>
            <a:ext cx="66240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This construction shows three congruent circles.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endpoints of line segment FG are centres of two of the circles, and lie on the circumference of the third.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One intersection of the above two circles is centre of the third.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" name="Google Shape;225;p20"/>
          <p:cNvCxnSpPr>
            <a:stCxn id="226" idx="2"/>
            <a:endCxn id="227" idx="6"/>
          </p:cNvCxnSpPr>
          <p:nvPr/>
        </p:nvCxnSpPr>
        <p:spPr>
          <a:xfrm>
            <a:off x="1324084" y="6287565"/>
            <a:ext cx="582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8" name="Google Shape;228;p20"/>
          <p:cNvGrpSpPr/>
          <p:nvPr/>
        </p:nvGrpSpPr>
        <p:grpSpPr>
          <a:xfrm>
            <a:off x="1194392" y="6202142"/>
            <a:ext cx="837584" cy="170078"/>
            <a:chOff x="5104330" y="2845088"/>
            <a:chExt cx="3531132" cy="249163"/>
          </a:xfrm>
        </p:grpSpPr>
        <p:sp>
          <p:nvSpPr>
            <p:cNvPr id="229" name="Google Shape;229;p20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0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1" name="Google Shape;231;p20"/>
          <p:cNvSpPr txBox="1"/>
          <p:nvPr/>
        </p:nvSpPr>
        <p:spPr>
          <a:xfrm>
            <a:off x="2555825" y="5697600"/>
            <a:ext cx="1221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Draw and label two equilateral triangles of different sizes.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2" name="Google Shape;232;p20"/>
          <p:cNvCxnSpPr>
            <a:stCxn id="233" idx="2"/>
            <a:endCxn id="234" idx="6"/>
          </p:cNvCxnSpPr>
          <p:nvPr/>
        </p:nvCxnSpPr>
        <p:spPr>
          <a:xfrm>
            <a:off x="4499104" y="6273190"/>
            <a:ext cx="582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5" name="Google Shape;235;p20"/>
          <p:cNvGrpSpPr/>
          <p:nvPr/>
        </p:nvGrpSpPr>
        <p:grpSpPr>
          <a:xfrm>
            <a:off x="4369412" y="6187767"/>
            <a:ext cx="837584" cy="170078"/>
            <a:chOff x="5104330" y="2845088"/>
            <a:chExt cx="3531132" cy="249163"/>
          </a:xfrm>
        </p:grpSpPr>
        <p:sp>
          <p:nvSpPr>
            <p:cNvPr id="236" name="Google Shape;236;p20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0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38" name="Google Shape;238;p20"/>
          <p:cNvSpPr/>
          <p:nvPr/>
        </p:nvSpPr>
        <p:spPr>
          <a:xfrm>
            <a:off x="1041994" y="6206001"/>
            <a:ext cx="1150800" cy="1150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755270" y="5712165"/>
            <a:ext cx="1150800" cy="1150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1324084" y="5712165"/>
            <a:ext cx="1150800" cy="1150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217014" y="6191626"/>
            <a:ext cx="1150800" cy="1150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930290" y="5697790"/>
            <a:ext cx="1150800" cy="1150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499104" y="5697790"/>
            <a:ext cx="1150800" cy="11508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0" name="Google Shape;240;p20"/>
          <p:cNvCxnSpPr/>
          <p:nvPr/>
        </p:nvCxnSpPr>
        <p:spPr>
          <a:xfrm rot="10800000" flipH="1">
            <a:off x="1324076" y="5789842"/>
            <a:ext cx="287400" cy="4977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" name="Google Shape;241;p20"/>
          <p:cNvCxnSpPr/>
          <p:nvPr/>
        </p:nvCxnSpPr>
        <p:spPr>
          <a:xfrm rot="10800000">
            <a:off x="1611442" y="5789842"/>
            <a:ext cx="287400" cy="4977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242;p20"/>
          <p:cNvCxnSpPr/>
          <p:nvPr/>
        </p:nvCxnSpPr>
        <p:spPr>
          <a:xfrm rot="3600624" flipH="1">
            <a:off x="1467541" y="6038346"/>
            <a:ext cx="287490" cy="497844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3" name="Google Shape;243;p20"/>
          <p:cNvGrpSpPr/>
          <p:nvPr/>
        </p:nvGrpSpPr>
        <p:grpSpPr>
          <a:xfrm>
            <a:off x="1026969" y="5785868"/>
            <a:ext cx="1168409" cy="1513646"/>
            <a:chOff x="3788697" y="810001"/>
            <a:chExt cx="1704462" cy="2208090"/>
          </a:xfrm>
        </p:grpSpPr>
        <p:cxnSp>
          <p:nvCxnSpPr>
            <p:cNvPr id="244" name="Google Shape;244;p20"/>
            <p:cNvCxnSpPr/>
            <p:nvPr/>
          </p:nvCxnSpPr>
          <p:spPr>
            <a:xfrm rot="10800000" flipH="1">
              <a:off x="3789159" y="810001"/>
              <a:ext cx="852000" cy="1472400"/>
            </a:xfrm>
            <a:prstGeom prst="straightConnector1">
              <a:avLst/>
            </a:prstGeom>
            <a:noFill/>
            <a:ln w="38100" cap="flat" cmpd="sng">
              <a:solidFill>
                <a:srgbClr val="D02AA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20"/>
            <p:cNvCxnSpPr/>
            <p:nvPr/>
          </p:nvCxnSpPr>
          <p:spPr>
            <a:xfrm rot="10800000">
              <a:off x="4641159" y="810001"/>
              <a:ext cx="852000" cy="1472400"/>
            </a:xfrm>
            <a:prstGeom prst="straightConnector1">
              <a:avLst/>
            </a:prstGeom>
            <a:noFill/>
            <a:ln w="38100" cap="flat" cmpd="sng">
              <a:solidFill>
                <a:srgbClr val="D02AA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20"/>
            <p:cNvCxnSpPr/>
            <p:nvPr/>
          </p:nvCxnSpPr>
          <p:spPr>
            <a:xfrm rot="3597265" flipH="1">
              <a:off x="4215283" y="1544075"/>
              <a:ext cx="850828" cy="1475031"/>
            </a:xfrm>
            <a:prstGeom prst="straightConnector1">
              <a:avLst/>
            </a:prstGeom>
            <a:noFill/>
            <a:ln w="38100" cap="flat" cmpd="sng">
              <a:solidFill>
                <a:srgbClr val="D02AA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47" name="Google Shape;247;p20"/>
          <p:cNvCxnSpPr>
            <a:stCxn id="239" idx="6"/>
          </p:cNvCxnSpPr>
          <p:nvPr/>
        </p:nvCxnSpPr>
        <p:spPr>
          <a:xfrm rot="10800000">
            <a:off x="4220914" y="6767026"/>
            <a:ext cx="1146900" cy="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20"/>
          <p:cNvCxnSpPr/>
          <p:nvPr/>
        </p:nvCxnSpPr>
        <p:spPr>
          <a:xfrm rot="10800000" flipH="1">
            <a:off x="4220854" y="6273123"/>
            <a:ext cx="287400" cy="4977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20"/>
          <p:cNvCxnSpPr/>
          <p:nvPr/>
        </p:nvCxnSpPr>
        <p:spPr>
          <a:xfrm rot="10800000">
            <a:off x="5081012" y="6273123"/>
            <a:ext cx="287400" cy="4977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20"/>
          <p:cNvCxnSpPr/>
          <p:nvPr/>
        </p:nvCxnSpPr>
        <p:spPr>
          <a:xfrm rot="-3600624">
            <a:off x="4650584" y="6024241"/>
            <a:ext cx="287490" cy="497844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20"/>
          <p:cNvCxnSpPr/>
          <p:nvPr/>
        </p:nvCxnSpPr>
        <p:spPr>
          <a:xfrm flipH="1">
            <a:off x="4788067" y="5768221"/>
            <a:ext cx="0" cy="1004700"/>
          </a:xfrm>
          <a:prstGeom prst="straightConnector1">
            <a:avLst/>
          </a:prstGeom>
          <a:noFill/>
          <a:ln w="28575" cap="flat" cmpd="sng">
            <a:solidFill>
              <a:srgbClr val="D02AA7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20"/>
          <p:cNvCxnSpPr/>
          <p:nvPr/>
        </p:nvCxnSpPr>
        <p:spPr>
          <a:xfrm flipH="1">
            <a:off x="4788071" y="6275201"/>
            <a:ext cx="0" cy="4980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53" name="Google Shape;253;p20"/>
          <p:cNvGrpSpPr/>
          <p:nvPr/>
        </p:nvGrpSpPr>
        <p:grpSpPr>
          <a:xfrm flipH="1">
            <a:off x="4678363" y="6653432"/>
            <a:ext cx="96867" cy="100569"/>
            <a:chOff x="2319250" y="2084875"/>
            <a:chExt cx="108900" cy="113050"/>
          </a:xfrm>
        </p:grpSpPr>
        <p:cxnSp>
          <p:nvCxnSpPr>
            <p:cNvPr id="254" name="Google Shape;254;p20"/>
            <p:cNvCxnSpPr/>
            <p:nvPr/>
          </p:nvCxnSpPr>
          <p:spPr>
            <a:xfrm>
              <a:off x="2319250" y="2084875"/>
              <a:ext cx="108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0"/>
            <p:cNvCxnSpPr/>
            <p:nvPr/>
          </p:nvCxnSpPr>
          <p:spPr>
            <a:xfrm rot="5400000">
              <a:off x="2373700" y="2143475"/>
              <a:ext cx="108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6" name="Google Shape;256;p20"/>
          <p:cNvSpPr txBox="1"/>
          <p:nvPr/>
        </p:nvSpPr>
        <p:spPr>
          <a:xfrm>
            <a:off x="549650" y="5682398"/>
            <a:ext cx="38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3833046" y="5668023"/>
            <a:ext cx="381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3621649" y="9495350"/>
            <a:ext cx="342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Draw and label two scalene triangles: one right angle and one non-right angle.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471341" y="7422868"/>
            <a:ext cx="646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This construction shows two circles of different sizes.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endpoints of line segment IJ are centres of two of the circles.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558166" y="9495350"/>
            <a:ext cx="2682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Draw and label a kite, a bisector of IJ, and two isosceles triangles.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1636019" y="7940800"/>
            <a:ext cx="1447200" cy="14472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661800" y="8096942"/>
            <a:ext cx="1134900" cy="11349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3" name="Google Shape;263;p20"/>
          <p:cNvCxnSpPr/>
          <p:nvPr/>
        </p:nvCxnSpPr>
        <p:spPr>
          <a:xfrm>
            <a:off x="1224335" y="8664350"/>
            <a:ext cx="1134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64" name="Google Shape;264;p20"/>
          <p:cNvGrpSpPr/>
          <p:nvPr/>
        </p:nvGrpSpPr>
        <p:grpSpPr>
          <a:xfrm>
            <a:off x="1116810" y="8577752"/>
            <a:ext cx="1372904" cy="173118"/>
            <a:chOff x="5104330" y="2845088"/>
            <a:chExt cx="3531132" cy="249163"/>
          </a:xfrm>
        </p:grpSpPr>
        <p:sp>
          <p:nvSpPr>
            <p:cNvPr id="265" name="Google Shape;265;p20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0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67" name="Google Shape;267;p20"/>
          <p:cNvSpPr/>
          <p:nvPr/>
        </p:nvSpPr>
        <p:spPr>
          <a:xfrm>
            <a:off x="5048446" y="7940800"/>
            <a:ext cx="1447200" cy="14472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4074227" y="8096942"/>
            <a:ext cx="1134900" cy="1134900"/>
          </a:xfrm>
          <a:prstGeom prst="ellipse">
            <a:avLst/>
          </a:prstGeom>
          <a:noFill/>
          <a:ln w="3810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9" name="Google Shape;269;p20"/>
          <p:cNvCxnSpPr/>
          <p:nvPr/>
        </p:nvCxnSpPr>
        <p:spPr>
          <a:xfrm>
            <a:off x="4636762" y="8664350"/>
            <a:ext cx="11349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0" name="Google Shape;270;p20"/>
          <p:cNvGrpSpPr/>
          <p:nvPr/>
        </p:nvGrpSpPr>
        <p:grpSpPr>
          <a:xfrm>
            <a:off x="4529236" y="8577752"/>
            <a:ext cx="1372904" cy="173118"/>
            <a:chOff x="5104330" y="2845088"/>
            <a:chExt cx="3531132" cy="249163"/>
          </a:xfrm>
        </p:grpSpPr>
        <p:sp>
          <p:nvSpPr>
            <p:cNvPr id="271" name="Google Shape;271;p20"/>
            <p:cNvSpPr txBox="1"/>
            <p:nvPr/>
          </p:nvSpPr>
          <p:spPr>
            <a:xfrm>
              <a:off x="5104330" y="2845250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" name="Google Shape;272;p20"/>
            <p:cNvSpPr txBox="1"/>
            <p:nvPr/>
          </p:nvSpPr>
          <p:spPr>
            <a:xfrm>
              <a:off x="8353162" y="2845088"/>
              <a:ext cx="2823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" name="Google Shape;273;p20"/>
          <p:cNvGrpSpPr/>
          <p:nvPr/>
        </p:nvGrpSpPr>
        <p:grpSpPr>
          <a:xfrm>
            <a:off x="1229855" y="8349111"/>
            <a:ext cx="1134909" cy="316776"/>
            <a:chOff x="1143700" y="2095150"/>
            <a:chExt cx="1652700" cy="472800"/>
          </a:xfrm>
        </p:grpSpPr>
        <p:cxnSp>
          <p:nvCxnSpPr>
            <p:cNvPr id="274" name="Google Shape;274;p20"/>
            <p:cNvCxnSpPr/>
            <p:nvPr/>
          </p:nvCxnSpPr>
          <p:spPr>
            <a:xfrm flipH="1">
              <a:off x="1143700" y="2095150"/>
              <a:ext cx="690000" cy="471000"/>
            </a:xfrm>
            <a:prstGeom prst="straightConnector1">
              <a:avLst/>
            </a:prstGeom>
            <a:noFill/>
            <a:ln w="38100" cap="flat" cmpd="sng">
              <a:solidFill>
                <a:srgbClr val="D02AA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20"/>
            <p:cNvCxnSpPr/>
            <p:nvPr/>
          </p:nvCxnSpPr>
          <p:spPr>
            <a:xfrm>
              <a:off x="1833700" y="2095150"/>
              <a:ext cx="962700" cy="472800"/>
            </a:xfrm>
            <a:prstGeom prst="straightConnector1">
              <a:avLst/>
            </a:prstGeom>
            <a:noFill/>
            <a:ln w="38100" cap="flat" cmpd="sng">
              <a:solidFill>
                <a:srgbClr val="D02AA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76" name="Google Shape;276;p20"/>
          <p:cNvGrpSpPr/>
          <p:nvPr/>
        </p:nvGrpSpPr>
        <p:grpSpPr>
          <a:xfrm rot="10800000" flipH="1">
            <a:off x="1229855" y="8664587"/>
            <a:ext cx="1134909" cy="316776"/>
            <a:chOff x="1143700" y="2095150"/>
            <a:chExt cx="1652700" cy="472800"/>
          </a:xfrm>
        </p:grpSpPr>
        <p:cxnSp>
          <p:nvCxnSpPr>
            <p:cNvPr id="277" name="Google Shape;277;p20"/>
            <p:cNvCxnSpPr/>
            <p:nvPr/>
          </p:nvCxnSpPr>
          <p:spPr>
            <a:xfrm flipH="1">
              <a:off x="1143700" y="2095150"/>
              <a:ext cx="690000" cy="471000"/>
            </a:xfrm>
            <a:prstGeom prst="straightConnector1">
              <a:avLst/>
            </a:prstGeom>
            <a:noFill/>
            <a:ln w="38100" cap="flat" cmpd="sng">
              <a:solidFill>
                <a:srgbClr val="D02AA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0"/>
            <p:cNvCxnSpPr/>
            <p:nvPr/>
          </p:nvCxnSpPr>
          <p:spPr>
            <a:xfrm>
              <a:off x="1833700" y="2095150"/>
              <a:ext cx="962700" cy="472800"/>
            </a:xfrm>
            <a:prstGeom prst="straightConnector1">
              <a:avLst/>
            </a:prstGeom>
            <a:noFill/>
            <a:ln w="38100" cap="flat" cmpd="sng">
              <a:solidFill>
                <a:srgbClr val="D02AA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79" name="Google Shape;279;p20"/>
          <p:cNvGrpSpPr/>
          <p:nvPr/>
        </p:nvGrpSpPr>
        <p:grpSpPr>
          <a:xfrm>
            <a:off x="4636823" y="8349111"/>
            <a:ext cx="1134909" cy="316776"/>
            <a:chOff x="1143700" y="2095150"/>
            <a:chExt cx="1652700" cy="472800"/>
          </a:xfrm>
        </p:grpSpPr>
        <p:cxnSp>
          <p:nvCxnSpPr>
            <p:cNvPr id="280" name="Google Shape;280;p20"/>
            <p:cNvCxnSpPr/>
            <p:nvPr/>
          </p:nvCxnSpPr>
          <p:spPr>
            <a:xfrm flipH="1">
              <a:off x="1143700" y="2095150"/>
              <a:ext cx="690000" cy="471000"/>
            </a:xfrm>
            <a:prstGeom prst="straightConnector1">
              <a:avLst/>
            </a:prstGeom>
            <a:noFill/>
            <a:ln w="38100" cap="flat" cmpd="sng">
              <a:solidFill>
                <a:srgbClr val="D02AA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1" name="Google Shape;281;p20"/>
            <p:cNvCxnSpPr/>
            <p:nvPr/>
          </p:nvCxnSpPr>
          <p:spPr>
            <a:xfrm>
              <a:off x="1833700" y="2095150"/>
              <a:ext cx="962700" cy="472800"/>
            </a:xfrm>
            <a:prstGeom prst="straightConnector1">
              <a:avLst/>
            </a:prstGeom>
            <a:noFill/>
            <a:ln w="38100" cap="flat" cmpd="sng">
              <a:solidFill>
                <a:srgbClr val="D02AA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82" name="Google Shape;282;p20"/>
          <p:cNvGrpSpPr/>
          <p:nvPr/>
        </p:nvGrpSpPr>
        <p:grpSpPr>
          <a:xfrm rot="10800000" flipH="1">
            <a:off x="4636823" y="8664587"/>
            <a:ext cx="1134909" cy="316776"/>
            <a:chOff x="1143700" y="2095150"/>
            <a:chExt cx="1652700" cy="472800"/>
          </a:xfrm>
        </p:grpSpPr>
        <p:cxnSp>
          <p:nvCxnSpPr>
            <p:cNvPr id="283" name="Google Shape;283;p20"/>
            <p:cNvCxnSpPr/>
            <p:nvPr/>
          </p:nvCxnSpPr>
          <p:spPr>
            <a:xfrm flipH="1">
              <a:off x="1143700" y="2095150"/>
              <a:ext cx="690000" cy="471000"/>
            </a:xfrm>
            <a:prstGeom prst="straightConnector1">
              <a:avLst/>
            </a:prstGeom>
            <a:noFill/>
            <a:ln w="38100" cap="flat" cmpd="sng">
              <a:solidFill>
                <a:srgbClr val="D02AA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" name="Google Shape;284;p20"/>
            <p:cNvCxnSpPr/>
            <p:nvPr/>
          </p:nvCxnSpPr>
          <p:spPr>
            <a:xfrm>
              <a:off x="1833700" y="2095150"/>
              <a:ext cx="962700" cy="472800"/>
            </a:xfrm>
            <a:prstGeom prst="straightConnector1">
              <a:avLst/>
            </a:prstGeom>
            <a:noFill/>
            <a:ln w="38100" cap="flat" cmpd="sng">
              <a:solidFill>
                <a:srgbClr val="D02AA7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85" name="Google Shape;285;p20"/>
          <p:cNvCxnSpPr/>
          <p:nvPr/>
        </p:nvCxnSpPr>
        <p:spPr>
          <a:xfrm rot="10800000" flipH="1">
            <a:off x="1706619" y="8349197"/>
            <a:ext cx="0" cy="6261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6" name="Google Shape;286;p20"/>
          <p:cNvCxnSpPr/>
          <p:nvPr/>
        </p:nvCxnSpPr>
        <p:spPr>
          <a:xfrm rot="10800000">
            <a:off x="4675682" y="8664367"/>
            <a:ext cx="1095900" cy="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20"/>
          <p:cNvCxnSpPr/>
          <p:nvPr/>
        </p:nvCxnSpPr>
        <p:spPr>
          <a:xfrm rot="10800000" flipH="1">
            <a:off x="5116848" y="8342597"/>
            <a:ext cx="0" cy="3228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20"/>
          <p:cNvCxnSpPr/>
          <p:nvPr/>
        </p:nvCxnSpPr>
        <p:spPr>
          <a:xfrm rot="10800000" flipH="1">
            <a:off x="5116848" y="8342563"/>
            <a:ext cx="0" cy="639600"/>
          </a:xfrm>
          <a:prstGeom prst="straightConnector1">
            <a:avLst/>
          </a:prstGeom>
          <a:noFill/>
          <a:ln w="28575" cap="flat" cmpd="sng">
            <a:solidFill>
              <a:srgbClr val="D02AA7"/>
            </a:solidFill>
            <a:prstDash val="dot"/>
            <a:round/>
            <a:headEnd type="none" w="med" len="med"/>
            <a:tailEnd type="none" w="med" len="med"/>
          </a:ln>
        </p:spPr>
      </p:cxnSp>
      <p:grpSp>
        <p:nvGrpSpPr>
          <p:cNvPr id="289" name="Google Shape;289;p20"/>
          <p:cNvGrpSpPr/>
          <p:nvPr/>
        </p:nvGrpSpPr>
        <p:grpSpPr>
          <a:xfrm flipH="1">
            <a:off x="5006011" y="8548648"/>
            <a:ext cx="98598" cy="102367"/>
            <a:chOff x="2319250" y="2084875"/>
            <a:chExt cx="108900" cy="113050"/>
          </a:xfrm>
        </p:grpSpPr>
        <p:cxnSp>
          <p:nvCxnSpPr>
            <p:cNvPr id="290" name="Google Shape;290;p20"/>
            <p:cNvCxnSpPr/>
            <p:nvPr/>
          </p:nvCxnSpPr>
          <p:spPr>
            <a:xfrm>
              <a:off x="2319250" y="2084875"/>
              <a:ext cx="108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1" name="Google Shape;291;p20"/>
            <p:cNvCxnSpPr/>
            <p:nvPr/>
          </p:nvCxnSpPr>
          <p:spPr>
            <a:xfrm rot="5400000">
              <a:off x="2373700" y="2143475"/>
              <a:ext cx="108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2" name="Google Shape;292;p20"/>
          <p:cNvSpPr txBox="1"/>
          <p:nvPr/>
        </p:nvSpPr>
        <p:spPr>
          <a:xfrm>
            <a:off x="3871838" y="8030063"/>
            <a:ext cx="387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96" name="Shape 296"/>
        <p:cNvGrpSpPr/>
        <p:nvPr/>
      </p:nvGrpSpPr>
      <p:grpSpPr>
        <a:xfrm>
          <a:off x="0" y="0"/>
          <a:ext cx="0" cy="0"/>
        </a:xfrm>
      </p:grpSpPr>
      <p:sp>
        <p:nvSpPr>
          <p:cNvPr id="297" name="Google Shape;29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98" name="Google Shape;298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constructions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468000" y="91398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This construction shows seven congruent circles, each with their centres labelled with a cross.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3255756" y="1363814"/>
            <a:ext cx="3836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Find, draw, and label as many different polygons and angles as you can find.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3255756" y="1851531"/>
            <a:ext cx="3765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Some examples of polygons include: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regular hexagon, irregular pentagon, trapezium, parallelogram, rhombus, arrowhead, equilateral triangle.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Some examples of angles include: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60°, 90°, 120°, 240°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03" name="Google Shape;3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325" y="1222600"/>
            <a:ext cx="2109442" cy="2000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21"/>
          <p:cNvGrpSpPr/>
          <p:nvPr/>
        </p:nvGrpSpPr>
        <p:grpSpPr>
          <a:xfrm>
            <a:off x="1203310" y="1783005"/>
            <a:ext cx="779769" cy="1316201"/>
            <a:chOff x="743448" y="2132350"/>
            <a:chExt cx="1229725" cy="2075700"/>
          </a:xfrm>
        </p:grpSpPr>
        <p:cxnSp>
          <p:nvCxnSpPr>
            <p:cNvPr id="305" name="Google Shape;305;p21"/>
            <p:cNvCxnSpPr/>
            <p:nvPr/>
          </p:nvCxnSpPr>
          <p:spPr>
            <a:xfrm rot="10800000">
              <a:off x="764773" y="2132350"/>
              <a:ext cx="1208400" cy="20757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6" name="Google Shape;306;p21"/>
            <p:cNvCxnSpPr/>
            <p:nvPr/>
          </p:nvCxnSpPr>
          <p:spPr>
            <a:xfrm>
              <a:off x="743448" y="2132475"/>
              <a:ext cx="1229700" cy="68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07" name="Google Shape;307;p21"/>
          <p:cNvGrpSpPr/>
          <p:nvPr/>
        </p:nvGrpSpPr>
        <p:grpSpPr>
          <a:xfrm flipH="1">
            <a:off x="1982925" y="1783005"/>
            <a:ext cx="779769" cy="1316201"/>
            <a:chOff x="743448" y="2132350"/>
            <a:chExt cx="1229725" cy="2075700"/>
          </a:xfrm>
        </p:grpSpPr>
        <p:cxnSp>
          <p:nvCxnSpPr>
            <p:cNvPr id="308" name="Google Shape;308;p21"/>
            <p:cNvCxnSpPr/>
            <p:nvPr/>
          </p:nvCxnSpPr>
          <p:spPr>
            <a:xfrm rot="10800000">
              <a:off x="764773" y="2132350"/>
              <a:ext cx="1208400" cy="20757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9" name="Google Shape;309;p21"/>
            <p:cNvCxnSpPr/>
            <p:nvPr/>
          </p:nvCxnSpPr>
          <p:spPr>
            <a:xfrm>
              <a:off x="743448" y="2132475"/>
              <a:ext cx="1229700" cy="6894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0" name="Google Shape;310;p21"/>
          <p:cNvSpPr txBox="1"/>
          <p:nvPr/>
        </p:nvSpPr>
        <p:spPr>
          <a:xfrm>
            <a:off x="620400" y="1345995"/>
            <a:ext cx="44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67696" y="3847900"/>
            <a:ext cx="66240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square cannot be drawn accurately.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is because all lengths that are of equal size are at an angle of either 30° or 60° to each other.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474750" y="3223188"/>
            <a:ext cx="6610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Suggest a type of quadrilateral that cannot be drawn accurately from this construction.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Explain how you know it can’t be drawn accurately.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3" name="Google Shape;313;p21"/>
          <p:cNvCxnSpPr/>
          <p:nvPr/>
        </p:nvCxnSpPr>
        <p:spPr>
          <a:xfrm>
            <a:off x="474757" y="43522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" name="Google Shape;314;p21"/>
          <p:cNvSpPr txBox="1"/>
          <p:nvPr/>
        </p:nvSpPr>
        <p:spPr>
          <a:xfrm>
            <a:off x="468000" y="4794456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By constructing either part of or all of a six-petal flower, accurately construct the following shapes.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5" name="Google Shape;315;p21"/>
          <p:cNvGrpSpPr/>
          <p:nvPr/>
        </p:nvGrpSpPr>
        <p:grpSpPr>
          <a:xfrm>
            <a:off x="527740" y="5361480"/>
            <a:ext cx="2233448" cy="2085419"/>
            <a:chOff x="780954" y="1381779"/>
            <a:chExt cx="3400500" cy="3175121"/>
          </a:xfrm>
        </p:grpSpPr>
        <p:grpSp>
          <p:nvGrpSpPr>
            <p:cNvPr id="316" name="Google Shape;316;p21"/>
            <p:cNvGrpSpPr/>
            <p:nvPr/>
          </p:nvGrpSpPr>
          <p:grpSpPr>
            <a:xfrm>
              <a:off x="780954" y="1381779"/>
              <a:ext cx="3400500" cy="3175121"/>
              <a:chOff x="780954" y="1381779"/>
              <a:chExt cx="3400500" cy="3175121"/>
            </a:xfrm>
          </p:grpSpPr>
          <p:sp>
            <p:nvSpPr>
              <p:cNvPr id="317" name="Google Shape;317;p21"/>
              <p:cNvSpPr/>
              <p:nvPr/>
            </p:nvSpPr>
            <p:spPr>
              <a:xfrm>
                <a:off x="1204279" y="1388475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8" name="Google Shape;318;p21"/>
              <p:cNvSpPr/>
              <p:nvPr/>
            </p:nvSpPr>
            <p:spPr>
              <a:xfrm>
                <a:off x="780954" y="2121725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19" name="Google Shape;319;p21"/>
              <p:cNvSpPr/>
              <p:nvPr/>
            </p:nvSpPr>
            <p:spPr>
              <a:xfrm>
                <a:off x="2055879" y="285770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0" name="Google Shape;320;p21"/>
              <p:cNvSpPr/>
              <p:nvPr/>
            </p:nvSpPr>
            <p:spPr>
              <a:xfrm>
                <a:off x="2482254" y="212045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1" name="Google Shape;321;p21"/>
              <p:cNvSpPr/>
              <p:nvPr/>
            </p:nvSpPr>
            <p:spPr>
              <a:xfrm>
                <a:off x="1204279" y="285770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2" name="Google Shape;322;p21"/>
              <p:cNvSpPr/>
              <p:nvPr/>
            </p:nvSpPr>
            <p:spPr>
              <a:xfrm>
                <a:off x="2053494" y="1381779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23" name="Google Shape;323;p21"/>
            <p:cNvSpPr/>
            <p:nvPr/>
          </p:nvSpPr>
          <p:spPr>
            <a:xfrm>
              <a:off x="1631775" y="2120450"/>
              <a:ext cx="1699200" cy="1699200"/>
            </a:xfrm>
            <a:prstGeom prst="ellipse">
              <a:avLst/>
            </a:prstGeom>
            <a:noFill/>
            <a:ln w="2857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1"/>
          <p:cNvGrpSpPr/>
          <p:nvPr/>
        </p:nvGrpSpPr>
        <p:grpSpPr>
          <a:xfrm>
            <a:off x="3830503" y="5361480"/>
            <a:ext cx="2233448" cy="2085419"/>
            <a:chOff x="780954" y="1381779"/>
            <a:chExt cx="3400500" cy="3175121"/>
          </a:xfrm>
        </p:grpSpPr>
        <p:grpSp>
          <p:nvGrpSpPr>
            <p:cNvPr id="325" name="Google Shape;325;p21"/>
            <p:cNvGrpSpPr/>
            <p:nvPr/>
          </p:nvGrpSpPr>
          <p:grpSpPr>
            <a:xfrm>
              <a:off x="780954" y="1381779"/>
              <a:ext cx="3400500" cy="3175121"/>
              <a:chOff x="780954" y="1381779"/>
              <a:chExt cx="3400500" cy="3175121"/>
            </a:xfrm>
          </p:grpSpPr>
          <p:sp>
            <p:nvSpPr>
              <p:cNvPr id="326" name="Google Shape;326;p21"/>
              <p:cNvSpPr/>
              <p:nvPr/>
            </p:nvSpPr>
            <p:spPr>
              <a:xfrm>
                <a:off x="1204279" y="1388475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>
                <a:off x="780954" y="2121725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2055879" y="285770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29" name="Google Shape;329;p21"/>
              <p:cNvSpPr/>
              <p:nvPr/>
            </p:nvSpPr>
            <p:spPr>
              <a:xfrm>
                <a:off x="2482254" y="212045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0" name="Google Shape;330;p21"/>
              <p:cNvSpPr/>
              <p:nvPr/>
            </p:nvSpPr>
            <p:spPr>
              <a:xfrm>
                <a:off x="1204279" y="285770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31" name="Google Shape;331;p21"/>
              <p:cNvSpPr/>
              <p:nvPr/>
            </p:nvSpPr>
            <p:spPr>
              <a:xfrm>
                <a:off x="2053494" y="1381779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32" name="Google Shape;332;p21"/>
            <p:cNvSpPr/>
            <p:nvPr/>
          </p:nvSpPr>
          <p:spPr>
            <a:xfrm>
              <a:off x="1631775" y="2120450"/>
              <a:ext cx="1699200" cy="1699200"/>
            </a:xfrm>
            <a:prstGeom prst="ellipse">
              <a:avLst/>
            </a:prstGeom>
            <a:noFill/>
            <a:ln w="2857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3" name="Google Shape;333;p21"/>
          <p:cNvSpPr/>
          <p:nvPr/>
        </p:nvSpPr>
        <p:spPr>
          <a:xfrm>
            <a:off x="1639733" y="5919253"/>
            <a:ext cx="570000" cy="4932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806042" y="5926131"/>
            <a:ext cx="1113900" cy="9660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621535" y="5361464"/>
            <a:ext cx="28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2491650" y="6845300"/>
            <a:ext cx="129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Initial line segment of 4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37" name="Google Shape;337;p21"/>
          <p:cNvGrpSpPr/>
          <p:nvPr/>
        </p:nvGrpSpPr>
        <p:grpSpPr>
          <a:xfrm>
            <a:off x="4110988" y="5635928"/>
            <a:ext cx="1463841" cy="1621068"/>
            <a:chOff x="2887188" y="984242"/>
            <a:chExt cx="2237605" cy="2477939"/>
          </a:xfrm>
        </p:grpSpPr>
        <p:sp>
          <p:nvSpPr>
            <p:cNvPr id="338" name="Google Shape;338;p21"/>
            <p:cNvSpPr/>
            <p:nvPr/>
          </p:nvSpPr>
          <p:spPr>
            <a:xfrm>
              <a:off x="2887188" y="1426950"/>
              <a:ext cx="1699375" cy="1468800"/>
            </a:xfrm>
            <a:custGeom>
              <a:rect l="l" t="t" r="r" b="b"/>
              <a:pathLst>
                <a:path w="67975" h="58752" extrusionOk="0">
                  <a:moveTo>
                    <a:pt x="33867" y="58752"/>
                  </a:moveTo>
                  <a:lnTo>
                    <a:pt x="67975" y="58752"/>
                  </a:lnTo>
                  <a:lnTo>
                    <a:pt x="34054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grpSp>
          <p:nvGrpSpPr>
            <p:cNvPr id="339" name="Google Shape;339;p21"/>
            <p:cNvGrpSpPr/>
            <p:nvPr/>
          </p:nvGrpSpPr>
          <p:grpSpPr>
            <a:xfrm flipH="1">
              <a:off x="3953595" y="2290983"/>
              <a:ext cx="1171198" cy="1171198"/>
              <a:chOff x="5117064" y="3485119"/>
              <a:chExt cx="1052100" cy="1052100"/>
            </a:xfrm>
          </p:grpSpPr>
          <p:sp>
            <p:nvSpPr>
              <p:cNvPr id="340" name="Google Shape;340;p21"/>
              <p:cNvSpPr/>
              <p:nvPr/>
            </p:nvSpPr>
            <p:spPr>
              <a:xfrm>
                <a:off x="5117064" y="3485119"/>
                <a:ext cx="1052100" cy="1052100"/>
              </a:xfrm>
              <a:prstGeom prst="arc">
                <a:avLst>
                  <a:gd name="adj1" fmla="val 17923413"/>
                  <a:gd name="adj2" fmla="val 0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1" name="Google Shape;341;p21"/>
              <p:cNvSpPr txBox="1"/>
              <p:nvPr/>
            </p:nvSpPr>
            <p:spPr>
              <a:xfrm>
                <a:off x="5719901" y="3740969"/>
                <a:ext cx="4374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60°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42" name="Google Shape;342;p21"/>
            <p:cNvGrpSpPr/>
            <p:nvPr/>
          </p:nvGrpSpPr>
          <p:grpSpPr>
            <a:xfrm rot="10800000">
              <a:off x="3269967" y="984242"/>
              <a:ext cx="919058" cy="919058"/>
              <a:chOff x="5230330" y="3598390"/>
              <a:chExt cx="825600" cy="825600"/>
            </a:xfrm>
          </p:grpSpPr>
          <p:sp>
            <p:nvSpPr>
              <p:cNvPr id="343" name="Google Shape;343;p21"/>
              <p:cNvSpPr/>
              <p:nvPr/>
            </p:nvSpPr>
            <p:spPr>
              <a:xfrm>
                <a:off x="5230330" y="3598390"/>
                <a:ext cx="825600" cy="825600"/>
              </a:xfrm>
              <a:prstGeom prst="arc">
                <a:avLst>
                  <a:gd name="adj1" fmla="val 14396480"/>
                  <a:gd name="adj2" fmla="val 0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44" name="Google Shape;344;p21"/>
              <p:cNvSpPr txBox="1"/>
              <p:nvPr/>
            </p:nvSpPr>
            <p:spPr>
              <a:xfrm rot="10800000">
                <a:off x="5513130" y="3692383"/>
                <a:ext cx="496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120°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45" name="Google Shape;345;p21"/>
            <p:cNvGrpSpPr/>
            <p:nvPr/>
          </p:nvGrpSpPr>
          <p:grpSpPr>
            <a:xfrm>
              <a:off x="3927550" y="2895750"/>
              <a:ext cx="408300" cy="0"/>
              <a:chOff x="5501000" y="2539675"/>
              <a:chExt cx="408300" cy="0"/>
            </a:xfrm>
          </p:grpSpPr>
          <p:cxnSp>
            <p:nvCxnSpPr>
              <p:cNvPr id="346" name="Google Shape;346;p21"/>
              <p:cNvCxnSpPr/>
              <p:nvPr/>
            </p:nvCxnSpPr>
            <p:spPr>
              <a:xfrm>
                <a:off x="5501000" y="2539675"/>
                <a:ext cx="4083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47" name="Google Shape;347;p21"/>
              <p:cNvCxnSpPr/>
              <p:nvPr/>
            </p:nvCxnSpPr>
            <p:spPr>
              <a:xfrm>
                <a:off x="5531125" y="2539675"/>
                <a:ext cx="256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grpSp>
          <p:nvGrpSpPr>
            <p:cNvPr id="348" name="Google Shape;348;p21"/>
            <p:cNvGrpSpPr/>
            <p:nvPr/>
          </p:nvGrpSpPr>
          <p:grpSpPr>
            <a:xfrm>
              <a:off x="3116725" y="1426950"/>
              <a:ext cx="408300" cy="0"/>
              <a:chOff x="5501000" y="2539675"/>
              <a:chExt cx="408300" cy="0"/>
            </a:xfrm>
          </p:grpSpPr>
          <p:cxnSp>
            <p:nvCxnSpPr>
              <p:cNvPr id="349" name="Google Shape;349;p21"/>
              <p:cNvCxnSpPr/>
              <p:nvPr/>
            </p:nvCxnSpPr>
            <p:spPr>
              <a:xfrm>
                <a:off x="5501000" y="2539675"/>
                <a:ext cx="4083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  <p:cxnSp>
            <p:nvCxnSpPr>
              <p:cNvPr id="350" name="Google Shape;350;p21"/>
              <p:cNvCxnSpPr/>
              <p:nvPr/>
            </p:nvCxnSpPr>
            <p:spPr>
              <a:xfrm>
                <a:off x="5531125" y="2539675"/>
                <a:ext cx="256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stealth" w="med" len="med"/>
              </a:ln>
            </p:spPr>
          </p:cxnSp>
        </p:grpSp>
        <p:cxnSp>
          <p:nvCxnSpPr>
            <p:cNvPr id="351" name="Google Shape;351;p21"/>
            <p:cNvCxnSpPr/>
            <p:nvPr/>
          </p:nvCxnSpPr>
          <p:spPr>
            <a:xfrm rot="3600834">
              <a:off x="3996823" y="2097199"/>
              <a:ext cx="256308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352" name="Google Shape;352;p21"/>
            <p:cNvCxnSpPr/>
            <p:nvPr/>
          </p:nvCxnSpPr>
          <p:spPr>
            <a:xfrm rot="3600834">
              <a:off x="3144798" y="2097199"/>
              <a:ext cx="256308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sp>
        <p:nvSpPr>
          <p:cNvPr id="353" name="Google Shape;353;p21"/>
          <p:cNvSpPr txBox="1"/>
          <p:nvPr/>
        </p:nvSpPr>
        <p:spPr>
          <a:xfrm>
            <a:off x="3902263" y="5361464"/>
            <a:ext cx="2868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2482125" y="7271325"/>
            <a:ext cx="129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Initial line segment of 2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5793525" y="6937550"/>
            <a:ext cx="127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Initial line segment of 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544725" y="5605958"/>
            <a:ext cx="44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3825474" y="5605946"/>
            <a:ext cx="440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468000" y="44538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C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onstructing shapes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9" name="Google Shape;359;p21"/>
          <p:cNvGrpSpPr/>
          <p:nvPr/>
        </p:nvGrpSpPr>
        <p:grpSpPr>
          <a:xfrm>
            <a:off x="537102" y="7755047"/>
            <a:ext cx="2174960" cy="2030807"/>
            <a:chOff x="780954" y="1381779"/>
            <a:chExt cx="3400500" cy="3175121"/>
          </a:xfrm>
        </p:grpSpPr>
        <p:grpSp>
          <p:nvGrpSpPr>
            <p:cNvPr id="360" name="Google Shape;360;p21"/>
            <p:cNvGrpSpPr/>
            <p:nvPr/>
          </p:nvGrpSpPr>
          <p:grpSpPr>
            <a:xfrm>
              <a:off x="780954" y="1381779"/>
              <a:ext cx="3400500" cy="3175121"/>
              <a:chOff x="780954" y="1381779"/>
              <a:chExt cx="3400500" cy="3175121"/>
            </a:xfrm>
          </p:grpSpPr>
          <p:sp>
            <p:nvSpPr>
              <p:cNvPr id="361" name="Google Shape;361;p21"/>
              <p:cNvSpPr/>
              <p:nvPr/>
            </p:nvSpPr>
            <p:spPr>
              <a:xfrm>
                <a:off x="1204279" y="1388475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2" name="Google Shape;362;p21"/>
              <p:cNvSpPr/>
              <p:nvPr/>
            </p:nvSpPr>
            <p:spPr>
              <a:xfrm>
                <a:off x="780954" y="2121725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3" name="Google Shape;363;p21"/>
              <p:cNvSpPr/>
              <p:nvPr/>
            </p:nvSpPr>
            <p:spPr>
              <a:xfrm>
                <a:off x="2055879" y="285770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4" name="Google Shape;364;p21"/>
              <p:cNvSpPr/>
              <p:nvPr/>
            </p:nvSpPr>
            <p:spPr>
              <a:xfrm>
                <a:off x="2482254" y="212045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5" name="Google Shape;365;p21"/>
              <p:cNvSpPr/>
              <p:nvPr/>
            </p:nvSpPr>
            <p:spPr>
              <a:xfrm>
                <a:off x="1204279" y="285770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6" name="Google Shape;366;p21"/>
              <p:cNvSpPr/>
              <p:nvPr/>
            </p:nvSpPr>
            <p:spPr>
              <a:xfrm>
                <a:off x="2053494" y="1381779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67" name="Google Shape;367;p21"/>
            <p:cNvSpPr/>
            <p:nvPr/>
          </p:nvSpPr>
          <p:spPr>
            <a:xfrm>
              <a:off x="1631775" y="2120450"/>
              <a:ext cx="1699200" cy="1699200"/>
            </a:xfrm>
            <a:prstGeom prst="ellipse">
              <a:avLst/>
            </a:prstGeom>
            <a:noFill/>
            <a:ln w="2857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8" name="Google Shape;368;p21"/>
          <p:cNvGrpSpPr/>
          <p:nvPr/>
        </p:nvGrpSpPr>
        <p:grpSpPr>
          <a:xfrm>
            <a:off x="3898595" y="7755047"/>
            <a:ext cx="2174960" cy="2030807"/>
            <a:chOff x="780954" y="1381779"/>
            <a:chExt cx="3400500" cy="3175121"/>
          </a:xfrm>
        </p:grpSpPr>
        <p:grpSp>
          <p:nvGrpSpPr>
            <p:cNvPr id="369" name="Google Shape;369;p21"/>
            <p:cNvGrpSpPr/>
            <p:nvPr/>
          </p:nvGrpSpPr>
          <p:grpSpPr>
            <a:xfrm>
              <a:off x="780954" y="1381779"/>
              <a:ext cx="3400500" cy="3175121"/>
              <a:chOff x="780954" y="1381779"/>
              <a:chExt cx="3400500" cy="3175121"/>
            </a:xfrm>
          </p:grpSpPr>
          <p:sp>
            <p:nvSpPr>
              <p:cNvPr id="370" name="Google Shape;370;p21"/>
              <p:cNvSpPr/>
              <p:nvPr/>
            </p:nvSpPr>
            <p:spPr>
              <a:xfrm>
                <a:off x="1204279" y="1388475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780954" y="2121725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2055879" y="285770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2482254" y="212045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4" name="Google Shape;374;p21"/>
              <p:cNvSpPr/>
              <p:nvPr/>
            </p:nvSpPr>
            <p:spPr>
              <a:xfrm>
                <a:off x="1204279" y="285770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5" name="Google Shape;375;p21"/>
              <p:cNvSpPr/>
              <p:nvPr/>
            </p:nvSpPr>
            <p:spPr>
              <a:xfrm>
                <a:off x="2053494" y="1381779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76" name="Google Shape;376;p21"/>
            <p:cNvSpPr/>
            <p:nvPr/>
          </p:nvSpPr>
          <p:spPr>
            <a:xfrm>
              <a:off x="1631775" y="2120450"/>
              <a:ext cx="1699200" cy="1699200"/>
            </a:xfrm>
            <a:prstGeom prst="ellipse">
              <a:avLst/>
            </a:prstGeom>
            <a:noFill/>
            <a:ln w="2857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77" name="Google Shape;377;p21"/>
          <p:cNvSpPr txBox="1"/>
          <p:nvPr/>
        </p:nvSpPr>
        <p:spPr>
          <a:xfrm>
            <a:off x="628424" y="7754992"/>
            <a:ext cx="27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3968460" y="7754992"/>
            <a:ext cx="279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9" name="Google Shape;379;p21"/>
          <p:cNvGrpSpPr/>
          <p:nvPr/>
        </p:nvGrpSpPr>
        <p:grpSpPr>
          <a:xfrm>
            <a:off x="1242738" y="7830655"/>
            <a:ext cx="1547319" cy="2230144"/>
            <a:chOff x="3521820" y="1225773"/>
            <a:chExt cx="2014214" cy="2903078"/>
          </a:xfrm>
        </p:grpSpPr>
        <p:sp>
          <p:nvSpPr>
            <p:cNvPr id="380" name="Google Shape;380;p21"/>
            <p:cNvSpPr/>
            <p:nvPr/>
          </p:nvSpPr>
          <p:spPr>
            <a:xfrm>
              <a:off x="4002023" y="1225773"/>
              <a:ext cx="1062164" cy="2450772"/>
            </a:xfrm>
            <a:custGeom>
              <a:rect l="l" t="t" r="r" b="b"/>
              <a:pathLst>
                <a:path w="51084" h="117939" extrusionOk="0">
                  <a:moveTo>
                    <a:pt x="0" y="0"/>
                  </a:moveTo>
                  <a:lnTo>
                    <a:pt x="0" y="117939"/>
                  </a:lnTo>
                  <a:lnTo>
                    <a:pt x="51084" y="88458"/>
                  </a:lnTo>
                  <a:lnTo>
                    <a:pt x="51084" y="29400"/>
                  </a:lnTo>
                  <a:close/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/>
          </p:txBody>
        </p:sp>
        <p:grpSp>
          <p:nvGrpSpPr>
            <p:cNvPr id="381" name="Google Shape;381;p21"/>
            <p:cNvGrpSpPr/>
            <p:nvPr/>
          </p:nvGrpSpPr>
          <p:grpSpPr>
            <a:xfrm rot="5400000" flipH="1">
              <a:off x="3521820" y="3131646"/>
              <a:ext cx="997205" cy="997205"/>
              <a:chOff x="5195175" y="3563212"/>
              <a:chExt cx="895800" cy="895800"/>
            </a:xfrm>
          </p:grpSpPr>
          <p:sp>
            <p:nvSpPr>
              <p:cNvPr id="382" name="Google Shape;382;p21"/>
              <p:cNvSpPr/>
              <p:nvPr/>
            </p:nvSpPr>
            <p:spPr>
              <a:xfrm>
                <a:off x="5195175" y="3563212"/>
                <a:ext cx="895800" cy="895800"/>
              </a:xfrm>
              <a:prstGeom prst="arc">
                <a:avLst>
                  <a:gd name="adj1" fmla="val 17923413"/>
                  <a:gd name="adj2" fmla="val 0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3" name="Google Shape;383;p21"/>
              <p:cNvSpPr txBox="1"/>
              <p:nvPr/>
            </p:nvSpPr>
            <p:spPr>
              <a:xfrm rot="5400000">
                <a:off x="5614333" y="3699867"/>
                <a:ext cx="4374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60°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84" name="Google Shape;384;p21"/>
            <p:cNvGrpSpPr/>
            <p:nvPr/>
          </p:nvGrpSpPr>
          <p:grpSpPr>
            <a:xfrm rot="-5400000">
              <a:off x="4547672" y="2556589"/>
              <a:ext cx="981508" cy="995214"/>
              <a:chOff x="5202263" y="3558010"/>
              <a:chExt cx="881700" cy="894012"/>
            </a:xfrm>
          </p:grpSpPr>
          <p:sp>
            <p:nvSpPr>
              <p:cNvPr id="385" name="Google Shape;385;p21"/>
              <p:cNvSpPr/>
              <p:nvPr/>
            </p:nvSpPr>
            <p:spPr>
              <a:xfrm>
                <a:off x="5202263" y="3570322"/>
                <a:ext cx="881700" cy="881700"/>
              </a:xfrm>
              <a:prstGeom prst="arc">
                <a:avLst>
                  <a:gd name="adj1" fmla="val 14396480"/>
                  <a:gd name="adj2" fmla="val 0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6" name="Google Shape;386;p21"/>
              <p:cNvSpPr txBox="1"/>
              <p:nvPr/>
            </p:nvSpPr>
            <p:spPr>
              <a:xfrm rot="5400000">
                <a:off x="5461725" y="3667510"/>
                <a:ext cx="496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120°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387" name="Google Shape;387;p21"/>
          <p:cNvGrpSpPr/>
          <p:nvPr/>
        </p:nvGrpSpPr>
        <p:grpSpPr>
          <a:xfrm>
            <a:off x="4094939" y="7783178"/>
            <a:ext cx="1755779" cy="1514447"/>
            <a:chOff x="6575995" y="1287899"/>
            <a:chExt cx="2068055" cy="1783801"/>
          </a:xfrm>
        </p:grpSpPr>
        <p:pic>
          <p:nvPicPr>
            <p:cNvPr id="388" name="Google Shape;38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87538" y="1287899"/>
              <a:ext cx="2053363" cy="17838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9" name="Google Shape;389;p21"/>
            <p:cNvGrpSpPr/>
            <p:nvPr/>
          </p:nvGrpSpPr>
          <p:grpSpPr>
            <a:xfrm rot="-5400000">
              <a:off x="7304777" y="2116586"/>
              <a:ext cx="630516" cy="630516"/>
              <a:chOff x="5418776" y="3678682"/>
              <a:chExt cx="566400" cy="566400"/>
            </a:xfrm>
          </p:grpSpPr>
          <p:sp>
            <p:nvSpPr>
              <p:cNvPr id="390" name="Google Shape;390;p21"/>
              <p:cNvSpPr/>
              <p:nvPr/>
            </p:nvSpPr>
            <p:spPr>
              <a:xfrm>
                <a:off x="5418776" y="3678682"/>
                <a:ext cx="566400" cy="566400"/>
              </a:xfrm>
              <a:prstGeom prst="arc">
                <a:avLst>
                  <a:gd name="adj1" fmla="val 14396480"/>
                  <a:gd name="adj2" fmla="val 7198523"/>
                </a:avLst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91" name="Google Shape;391;p21"/>
              <p:cNvSpPr txBox="1"/>
              <p:nvPr/>
            </p:nvSpPr>
            <p:spPr>
              <a:xfrm rot="5400000">
                <a:off x="5528001" y="3825713"/>
                <a:ext cx="496200" cy="27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GB" sz="1200">
                    <a:latin typeface="Lexend"/>
                    <a:ea typeface="Lexend"/>
                    <a:cs typeface="Lexend"/>
                    <a:sym typeface="Lexend"/>
                  </a:rPr>
                  <a:t>240°</a:t>
                </a:r>
                <a:endParaRPr sz="12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392" name="Google Shape;392;p21"/>
            <p:cNvCxnSpPr/>
            <p:nvPr/>
          </p:nvCxnSpPr>
          <p:spPr>
            <a:xfrm flipH="1">
              <a:off x="6648295" y="2257950"/>
              <a:ext cx="0" cy="144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3" name="Google Shape;393;p21"/>
            <p:cNvCxnSpPr/>
            <p:nvPr/>
          </p:nvCxnSpPr>
          <p:spPr>
            <a:xfrm flipH="1">
              <a:off x="8571750" y="2257950"/>
              <a:ext cx="0" cy="1446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21"/>
            <p:cNvCxnSpPr/>
            <p:nvPr/>
          </p:nvCxnSpPr>
          <p:spPr>
            <a:xfrm rot="10800000" flipH="1">
              <a:off x="8115028" y="1547767"/>
              <a:ext cx="0" cy="14449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5" name="Google Shape;395;p21"/>
            <p:cNvCxnSpPr/>
            <p:nvPr/>
          </p:nvCxnSpPr>
          <p:spPr>
            <a:xfrm rot="10800000" flipH="1">
              <a:off x="8115028" y="2665292"/>
              <a:ext cx="0" cy="14449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21"/>
            <p:cNvCxnSpPr/>
            <p:nvPr/>
          </p:nvCxnSpPr>
          <p:spPr>
            <a:xfrm rot="10800000" flipH="1">
              <a:off x="7129212" y="1547767"/>
              <a:ext cx="0" cy="14449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p21"/>
            <p:cNvCxnSpPr/>
            <p:nvPr/>
          </p:nvCxnSpPr>
          <p:spPr>
            <a:xfrm rot="10800000" flipH="1">
              <a:off x="7129212" y="2665292"/>
              <a:ext cx="0" cy="14449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8" name="Google Shape;398;p21"/>
          <p:cNvSpPr txBox="1"/>
          <p:nvPr/>
        </p:nvSpPr>
        <p:spPr>
          <a:xfrm>
            <a:off x="553576" y="7961526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3893600" y="7961526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403" name="Shape 403"/>
        <p:cNvGrpSpPr/>
        <p:nvPr/>
      </p:nvGrpSpPr>
      <p:grpSpPr>
        <a:xfrm>
          <a:off x="0" y="0"/>
          <a:ext cx="0" cy="0"/>
        </a:xfrm>
      </p:grpSpPr>
      <p:sp>
        <p:nvSpPr>
          <p:cNvPr id="404" name="Google Shape;404;p22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Problem solving with constructions</a:t>
            </a:r>
            <a:endParaRPr/>
          </a:p>
        </p:txBody>
      </p:sp>
      <p:sp>
        <p:nvSpPr>
          <p:cNvPr id="405" name="Google Shape;405;p22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406" name="Google Shape;406;p22"/>
          <p:cNvSpPr txBox="1"/>
          <p:nvPr/>
        </p:nvSpPr>
        <p:spPr>
          <a:xfrm>
            <a:off x="497786" y="935769"/>
            <a:ext cx="6203100" cy="8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Many logos of real-world, famous companies are created using arcs and sectors of circles made from constructions.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first using a six-petal flower template to help you plan, construct from scratch your own logo.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7" name="Google Shape;407;p22"/>
          <p:cNvGrpSpPr/>
          <p:nvPr/>
        </p:nvGrpSpPr>
        <p:grpSpPr>
          <a:xfrm>
            <a:off x="519466" y="1884626"/>
            <a:ext cx="1849532" cy="1726948"/>
            <a:chOff x="780954" y="1381779"/>
            <a:chExt cx="3400500" cy="3175121"/>
          </a:xfrm>
        </p:grpSpPr>
        <p:grpSp>
          <p:nvGrpSpPr>
            <p:cNvPr id="408" name="Google Shape;408;p22"/>
            <p:cNvGrpSpPr/>
            <p:nvPr/>
          </p:nvGrpSpPr>
          <p:grpSpPr>
            <a:xfrm>
              <a:off x="780954" y="1381779"/>
              <a:ext cx="3400500" cy="3175121"/>
              <a:chOff x="780954" y="1381779"/>
              <a:chExt cx="3400500" cy="3175121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1204279" y="1388475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>
                <a:off x="780954" y="2121725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1" name="Google Shape;411;p22"/>
              <p:cNvSpPr/>
              <p:nvPr/>
            </p:nvSpPr>
            <p:spPr>
              <a:xfrm>
                <a:off x="2055879" y="285770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2" name="Google Shape;412;p22"/>
              <p:cNvSpPr/>
              <p:nvPr/>
            </p:nvSpPr>
            <p:spPr>
              <a:xfrm>
                <a:off x="2482254" y="212045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3" name="Google Shape;413;p22"/>
              <p:cNvSpPr/>
              <p:nvPr/>
            </p:nvSpPr>
            <p:spPr>
              <a:xfrm>
                <a:off x="1204279" y="285770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4" name="Google Shape;414;p22"/>
              <p:cNvSpPr/>
              <p:nvPr/>
            </p:nvSpPr>
            <p:spPr>
              <a:xfrm>
                <a:off x="2053494" y="1381779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15" name="Google Shape;415;p22"/>
            <p:cNvSpPr/>
            <p:nvPr/>
          </p:nvSpPr>
          <p:spPr>
            <a:xfrm>
              <a:off x="1631775" y="2120450"/>
              <a:ext cx="1699200" cy="1699200"/>
            </a:xfrm>
            <a:prstGeom prst="ellipse">
              <a:avLst/>
            </a:prstGeom>
            <a:noFill/>
            <a:ln w="28575" cap="flat" cmpd="sng">
              <a:solidFill>
                <a:srgbClr val="B7B7B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6" name="Google Shape;416;p22"/>
          <p:cNvGrpSpPr/>
          <p:nvPr/>
        </p:nvGrpSpPr>
        <p:grpSpPr>
          <a:xfrm>
            <a:off x="2734981" y="1884509"/>
            <a:ext cx="2008002" cy="1727886"/>
            <a:chOff x="3603313" y="2026271"/>
            <a:chExt cx="3110288" cy="2676404"/>
          </a:xfrm>
        </p:grpSpPr>
        <p:grpSp>
          <p:nvGrpSpPr>
            <p:cNvPr id="417" name="Google Shape;417;p22"/>
            <p:cNvGrpSpPr/>
            <p:nvPr/>
          </p:nvGrpSpPr>
          <p:grpSpPr>
            <a:xfrm>
              <a:off x="3603313" y="2026271"/>
              <a:ext cx="2864581" cy="2674722"/>
              <a:chOff x="780954" y="1381779"/>
              <a:chExt cx="3400500" cy="3175121"/>
            </a:xfrm>
          </p:grpSpPr>
          <p:grpSp>
            <p:nvGrpSpPr>
              <p:cNvPr id="418" name="Google Shape;418;p22"/>
              <p:cNvGrpSpPr/>
              <p:nvPr/>
            </p:nvGrpSpPr>
            <p:grpSpPr>
              <a:xfrm>
                <a:off x="780954" y="1381779"/>
                <a:ext cx="3400500" cy="3175121"/>
                <a:chOff x="780954" y="1381779"/>
                <a:chExt cx="3400500" cy="3175121"/>
              </a:xfrm>
            </p:grpSpPr>
            <p:sp>
              <p:nvSpPr>
                <p:cNvPr id="419" name="Google Shape;419;p22"/>
                <p:cNvSpPr/>
                <p:nvPr/>
              </p:nvSpPr>
              <p:spPr>
                <a:xfrm>
                  <a:off x="1204279" y="1388475"/>
                  <a:ext cx="1699200" cy="16992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B7B7B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420" name="Google Shape;420;p22"/>
                <p:cNvSpPr/>
                <p:nvPr/>
              </p:nvSpPr>
              <p:spPr>
                <a:xfrm>
                  <a:off x="780954" y="2121725"/>
                  <a:ext cx="1699200" cy="16992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B7B7B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421" name="Google Shape;421;p22"/>
                <p:cNvSpPr/>
                <p:nvPr/>
              </p:nvSpPr>
              <p:spPr>
                <a:xfrm>
                  <a:off x="2055879" y="2857700"/>
                  <a:ext cx="1699200" cy="16992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B7B7B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422" name="Google Shape;422;p22"/>
                <p:cNvSpPr/>
                <p:nvPr/>
              </p:nvSpPr>
              <p:spPr>
                <a:xfrm>
                  <a:off x="2482254" y="2120450"/>
                  <a:ext cx="1699200" cy="16992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B7B7B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423" name="Google Shape;423;p22"/>
                <p:cNvSpPr/>
                <p:nvPr/>
              </p:nvSpPr>
              <p:spPr>
                <a:xfrm>
                  <a:off x="1204279" y="2857700"/>
                  <a:ext cx="1699200" cy="16992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B7B7B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  <p:sp>
              <p:nvSpPr>
                <p:cNvPr id="424" name="Google Shape;424;p22"/>
                <p:cNvSpPr/>
                <p:nvPr/>
              </p:nvSpPr>
              <p:spPr>
                <a:xfrm>
                  <a:off x="2053494" y="1381779"/>
                  <a:ext cx="1699200" cy="1699200"/>
                </a:xfrm>
                <a:prstGeom prst="ellipse">
                  <a:avLst/>
                </a:prstGeom>
                <a:noFill/>
                <a:ln w="28575" cap="flat" cmpd="sng">
                  <a:solidFill>
                    <a:srgbClr val="B7B7B7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sp>
            <p:nvSpPr>
              <p:cNvPr id="425" name="Google Shape;425;p22"/>
              <p:cNvSpPr/>
              <p:nvPr/>
            </p:nvSpPr>
            <p:spPr>
              <a:xfrm>
                <a:off x="1631775" y="2120450"/>
                <a:ext cx="1699200" cy="1699200"/>
              </a:xfrm>
              <a:prstGeom prst="ellipse">
                <a:avLst/>
              </a:prstGeom>
              <a:noFill/>
              <a:ln w="28575" cap="flat" cmpd="sng">
                <a:solidFill>
                  <a:srgbClr val="B7B7B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26" name="Google Shape;426;p22"/>
            <p:cNvGrpSpPr/>
            <p:nvPr/>
          </p:nvGrpSpPr>
          <p:grpSpPr>
            <a:xfrm>
              <a:off x="4317325" y="2406641"/>
              <a:ext cx="2396277" cy="2296034"/>
              <a:chOff x="4317325" y="2025641"/>
              <a:chExt cx="2396277" cy="2296034"/>
            </a:xfrm>
          </p:grpSpPr>
          <p:sp>
            <p:nvSpPr>
              <p:cNvPr id="427" name="Google Shape;427;p22"/>
              <p:cNvSpPr/>
              <p:nvPr/>
            </p:nvSpPr>
            <p:spPr>
              <a:xfrm>
                <a:off x="4317325" y="2264350"/>
                <a:ext cx="1436700" cy="1436700"/>
              </a:xfrm>
              <a:prstGeom prst="arc">
                <a:avLst>
                  <a:gd name="adj1" fmla="val 14405717"/>
                  <a:gd name="adj2" fmla="val 88491"/>
                </a:avLst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428" name="Google Shape;428;p22"/>
              <p:cNvCxnSpPr>
                <a:stCxn id="427" idx="0"/>
              </p:cNvCxnSpPr>
              <p:nvPr/>
            </p:nvCxnSpPr>
            <p:spPr>
              <a:xfrm flipH="1">
                <a:off x="4677535" y="2359994"/>
                <a:ext cx="0" cy="1243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9" name="Google Shape;429;p22"/>
              <p:cNvCxnSpPr/>
              <p:nvPr/>
            </p:nvCxnSpPr>
            <p:spPr>
              <a:xfrm rot="10800000" flipH="1">
                <a:off x="4679243" y="3599459"/>
                <a:ext cx="716100" cy="3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30" name="Google Shape;430;p22"/>
              <p:cNvSpPr/>
              <p:nvPr/>
            </p:nvSpPr>
            <p:spPr>
              <a:xfrm>
                <a:off x="4672615" y="2884975"/>
                <a:ext cx="1436700" cy="1436700"/>
              </a:xfrm>
              <a:prstGeom prst="arc">
                <a:avLst>
                  <a:gd name="adj1" fmla="val 18020300"/>
                  <a:gd name="adj2" fmla="val 0"/>
                </a:avLst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1" name="Google Shape;431;p22"/>
              <p:cNvSpPr/>
              <p:nvPr/>
            </p:nvSpPr>
            <p:spPr>
              <a:xfrm rot="-7199458" flipH="1">
                <a:off x="5043009" y="2284049"/>
                <a:ext cx="1412186" cy="1412186"/>
              </a:xfrm>
              <a:prstGeom prst="arc">
                <a:avLst>
                  <a:gd name="adj1" fmla="val 17923569"/>
                  <a:gd name="adj2" fmla="val 100249"/>
                </a:avLst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432" name="Google Shape;432;p22"/>
          <p:cNvGrpSpPr/>
          <p:nvPr/>
        </p:nvGrpSpPr>
        <p:grpSpPr>
          <a:xfrm>
            <a:off x="4803300" y="2130099"/>
            <a:ext cx="1547036" cy="1482319"/>
            <a:chOff x="4317325" y="2025641"/>
            <a:chExt cx="2396277" cy="2296034"/>
          </a:xfrm>
        </p:grpSpPr>
        <p:sp>
          <p:nvSpPr>
            <p:cNvPr id="433" name="Google Shape;433;p22"/>
            <p:cNvSpPr/>
            <p:nvPr/>
          </p:nvSpPr>
          <p:spPr>
            <a:xfrm>
              <a:off x="4317325" y="2264350"/>
              <a:ext cx="1436700" cy="1436700"/>
            </a:xfrm>
            <a:prstGeom prst="arc">
              <a:avLst>
                <a:gd name="adj1" fmla="val 14405717"/>
                <a:gd name="adj2" fmla="val 88491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434" name="Google Shape;434;p22"/>
            <p:cNvCxnSpPr>
              <a:stCxn id="433" idx="0"/>
            </p:cNvCxnSpPr>
            <p:nvPr/>
          </p:nvCxnSpPr>
          <p:spPr>
            <a:xfrm flipH="1">
              <a:off x="4677535" y="2359994"/>
              <a:ext cx="0" cy="12432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5" name="Google Shape;435;p22"/>
            <p:cNvCxnSpPr/>
            <p:nvPr/>
          </p:nvCxnSpPr>
          <p:spPr>
            <a:xfrm rot="10800000" flipH="1">
              <a:off x="4679243" y="3599459"/>
              <a:ext cx="716100" cy="39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6" name="Google Shape;436;p22"/>
            <p:cNvSpPr/>
            <p:nvPr/>
          </p:nvSpPr>
          <p:spPr>
            <a:xfrm>
              <a:off x="4672615" y="2884975"/>
              <a:ext cx="1436700" cy="1436700"/>
            </a:xfrm>
            <a:prstGeom prst="arc">
              <a:avLst>
                <a:gd name="adj1" fmla="val 18020300"/>
                <a:gd name="adj2" fmla="val 0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37" name="Google Shape;437;p22"/>
            <p:cNvSpPr/>
            <p:nvPr/>
          </p:nvSpPr>
          <p:spPr>
            <a:xfrm rot="-7199458" flipH="1">
              <a:off x="5043009" y="2284049"/>
              <a:ext cx="1412186" cy="1412186"/>
            </a:xfrm>
            <a:prstGeom prst="arc">
              <a:avLst>
                <a:gd name="adj1" fmla="val 17923569"/>
                <a:gd name="adj2" fmla="val 100249"/>
              </a:avLst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38" name="Google Shape;438;p22"/>
          <p:cNvSpPr txBox="1"/>
          <p:nvPr/>
        </p:nvSpPr>
        <p:spPr>
          <a:xfrm>
            <a:off x="4877970" y="3317566"/>
            <a:ext cx="1823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many possible logos that could be created.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39" name="Google Shape;439;p22"/>
          <p:cNvCxnSpPr/>
          <p:nvPr/>
        </p:nvCxnSpPr>
        <p:spPr>
          <a:xfrm>
            <a:off x="474757" y="38126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0" name="Google Shape;440;p22"/>
          <p:cNvSpPr/>
          <p:nvPr/>
        </p:nvSpPr>
        <p:spPr>
          <a:xfrm>
            <a:off x="5380034" y="5636536"/>
            <a:ext cx="531600" cy="531600"/>
          </a:xfrm>
          <a:prstGeom prst="arc">
            <a:avLst>
              <a:gd name="adj1" fmla="val 15038915"/>
              <a:gd name="adj2" fmla="val 2253916"/>
            </a:avLst>
          </a:prstGeom>
          <a:solidFill>
            <a:srgbClr val="FFFFFF"/>
          </a:solidFill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1" name="Google Shape;441;p22"/>
          <p:cNvSpPr txBox="1"/>
          <p:nvPr/>
        </p:nvSpPr>
        <p:spPr>
          <a:xfrm>
            <a:off x="509917" y="4235998"/>
            <a:ext cx="3264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Accurately construct the perpendicular bisector to XY without any of your construction arcs and circles going outside the box.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925292" y="5113035"/>
            <a:ext cx="2064900" cy="1455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3" name="Google Shape;443;p22"/>
          <p:cNvGrpSpPr/>
          <p:nvPr/>
        </p:nvGrpSpPr>
        <p:grpSpPr>
          <a:xfrm rot="899472" flipH="1">
            <a:off x="1282187" y="6182231"/>
            <a:ext cx="1250119" cy="225780"/>
            <a:chOff x="5292934" y="2983850"/>
            <a:chExt cx="3266356" cy="406650"/>
          </a:xfrm>
        </p:grpSpPr>
        <p:cxnSp>
          <p:nvCxnSpPr>
            <p:cNvPr id="444" name="Google Shape;444;p22"/>
            <p:cNvCxnSpPr/>
            <p:nvPr/>
          </p:nvCxnSpPr>
          <p:spPr>
            <a:xfrm>
              <a:off x="5433500" y="2983850"/>
              <a:ext cx="29838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5" name="Google Shape;445;p22"/>
            <p:cNvSpPr txBox="1"/>
            <p:nvPr/>
          </p:nvSpPr>
          <p:spPr>
            <a:xfrm>
              <a:off x="5292934" y="3002300"/>
              <a:ext cx="282300" cy="38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Y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46" name="Google Shape;446;p22"/>
            <p:cNvSpPr txBox="1"/>
            <p:nvPr/>
          </p:nvSpPr>
          <p:spPr>
            <a:xfrm>
              <a:off x="8276991" y="3002300"/>
              <a:ext cx="282300" cy="38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latin typeface="Lexend"/>
                  <a:ea typeface="Lexend"/>
                  <a:cs typeface="Lexend"/>
                  <a:sym typeface="Lexend"/>
                </a:rPr>
                <a:t>X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47" name="Google Shape;447;p22"/>
          <p:cNvSpPr/>
          <p:nvPr/>
        </p:nvSpPr>
        <p:spPr>
          <a:xfrm>
            <a:off x="645269" y="5298341"/>
            <a:ext cx="1480200" cy="1480200"/>
          </a:xfrm>
          <a:prstGeom prst="arc">
            <a:avLst>
              <a:gd name="adj1" fmla="val 16200000"/>
              <a:gd name="adj2" fmla="val 2433636"/>
            </a:avLst>
          </a:prstGeom>
          <a:noFill/>
          <a:ln w="28575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22"/>
          <p:cNvSpPr/>
          <p:nvPr/>
        </p:nvSpPr>
        <p:spPr>
          <a:xfrm flipH="1">
            <a:off x="1749051" y="5593092"/>
            <a:ext cx="1480200" cy="1480200"/>
          </a:xfrm>
          <a:prstGeom prst="arc">
            <a:avLst>
              <a:gd name="adj1" fmla="val 16200000"/>
              <a:gd name="adj2" fmla="val 704479"/>
            </a:avLst>
          </a:prstGeom>
          <a:noFill/>
          <a:ln w="28575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69550" y="5022662"/>
            <a:ext cx="2032800" cy="2033100"/>
          </a:xfrm>
          <a:prstGeom prst="arc">
            <a:avLst>
              <a:gd name="adj1" fmla="val 17930552"/>
              <a:gd name="adj2" fmla="val 1667952"/>
            </a:avLst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0" name="Google Shape;450;p22"/>
          <p:cNvCxnSpPr/>
          <p:nvPr/>
        </p:nvCxnSpPr>
        <p:spPr>
          <a:xfrm flipH="1">
            <a:off x="1914716" y="5308685"/>
            <a:ext cx="258000" cy="9624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1" name="Google Shape;451;p22"/>
          <p:cNvSpPr txBox="1"/>
          <p:nvPr/>
        </p:nvSpPr>
        <p:spPr>
          <a:xfrm>
            <a:off x="4181308" y="4199700"/>
            <a:ext cx="2857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Accurately construct the angle bisector to this 290° angle using the circle given and measure the size of the bisected 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4593413" y="5104309"/>
            <a:ext cx="1965000" cy="1625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3" name="Google Shape;453;p22"/>
          <p:cNvCxnSpPr/>
          <p:nvPr/>
        </p:nvCxnSpPr>
        <p:spPr>
          <a:xfrm rot="10800000">
            <a:off x="4736433" y="5907633"/>
            <a:ext cx="9033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22"/>
          <p:cNvCxnSpPr/>
          <p:nvPr/>
        </p:nvCxnSpPr>
        <p:spPr>
          <a:xfrm rot="10800000">
            <a:off x="5384381" y="5129833"/>
            <a:ext cx="253800" cy="7830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5" name="Google Shape;455;p22"/>
          <p:cNvSpPr/>
          <p:nvPr/>
        </p:nvSpPr>
        <p:spPr>
          <a:xfrm>
            <a:off x="4863326" y="5136067"/>
            <a:ext cx="1540800" cy="1540800"/>
          </a:xfrm>
          <a:prstGeom prst="ellipse">
            <a:avLst/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6" name="Google Shape;456;p22"/>
          <p:cNvSpPr/>
          <p:nvPr/>
        </p:nvSpPr>
        <p:spPr>
          <a:xfrm>
            <a:off x="5193282" y="5466024"/>
            <a:ext cx="880500" cy="880500"/>
          </a:xfrm>
          <a:prstGeom prst="ellipse">
            <a:avLst/>
          </a:prstGeom>
          <a:noFill/>
          <a:ln w="38100" cap="flat" cmpd="sng">
            <a:solidFill>
              <a:srgbClr val="374C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57" name="Google Shape;457;p22"/>
          <p:cNvCxnSpPr>
            <a:stCxn id="455" idx="2"/>
          </p:cNvCxnSpPr>
          <p:nvPr/>
        </p:nvCxnSpPr>
        <p:spPr>
          <a:xfrm rot="10800000" flipH="1">
            <a:off x="4863326" y="5487067"/>
            <a:ext cx="639000" cy="4194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8" name="Google Shape;458;p22"/>
          <p:cNvCxnSpPr>
            <a:stCxn id="456" idx="2"/>
          </p:cNvCxnSpPr>
          <p:nvPr/>
        </p:nvCxnSpPr>
        <p:spPr>
          <a:xfrm rot="10800000" flipH="1">
            <a:off x="5193282" y="5174274"/>
            <a:ext cx="208500" cy="73200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22"/>
          <p:cNvCxnSpPr/>
          <p:nvPr/>
        </p:nvCxnSpPr>
        <p:spPr>
          <a:xfrm rot="10800000">
            <a:off x="4749036" y="5261579"/>
            <a:ext cx="1497300" cy="1091700"/>
          </a:xfrm>
          <a:prstGeom prst="straightConnector1">
            <a:avLst/>
          </a:prstGeom>
          <a:noFill/>
          <a:ln w="38100" cap="flat" cmpd="sng">
            <a:solidFill>
              <a:srgbClr val="D02AA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0" name="Google Shape;460;p22"/>
          <p:cNvSpPr txBox="1"/>
          <p:nvPr/>
        </p:nvSpPr>
        <p:spPr>
          <a:xfrm>
            <a:off x="5625428" y="5737827"/>
            <a:ext cx="253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61" name="Google Shape;461;p22"/>
          <p:cNvSpPr/>
          <p:nvPr/>
        </p:nvSpPr>
        <p:spPr>
          <a:xfrm flipH="1">
            <a:off x="1472043" y="5317871"/>
            <a:ext cx="2032800" cy="2033100"/>
          </a:xfrm>
          <a:prstGeom prst="arc">
            <a:avLst>
              <a:gd name="adj1" fmla="val 16783783"/>
              <a:gd name="adj2" fmla="val 18130641"/>
            </a:avLst>
          </a:prstGeom>
          <a:noFill/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22"/>
          <p:cNvSpPr txBox="1"/>
          <p:nvPr/>
        </p:nvSpPr>
        <p:spPr>
          <a:xfrm>
            <a:off x="468000" y="39204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Understanding properties of constructions</a:t>
            </a:r>
            <a:endParaRPr sz="12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2"/>
          <p:cNvSpPr txBox="1"/>
          <p:nvPr/>
        </p:nvSpPr>
        <p:spPr>
          <a:xfrm>
            <a:off x="468000" y="6907039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area of a triangle can be found using the formula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2"/>
          <p:cNvSpPr txBox="1"/>
          <p:nvPr/>
        </p:nvSpPr>
        <p:spPr>
          <a:xfrm>
            <a:off x="2237785" y="7170125"/>
            <a:ext cx="6258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5" name="Google Shape;465;p22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722" y="7123020"/>
            <a:ext cx="100800" cy="326274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2"/>
          <p:cNvSpPr txBox="1"/>
          <p:nvPr/>
        </p:nvSpPr>
        <p:spPr>
          <a:xfrm>
            <a:off x="2906621" y="7170125"/>
            <a:ext cx="2565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× base × perpendicular height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22"/>
          <p:cNvSpPr txBox="1"/>
          <p:nvPr/>
        </p:nvSpPr>
        <p:spPr>
          <a:xfrm>
            <a:off x="468000" y="7475702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By performing the appropriate construction, accurately measure the perpendicular height of each triangle to find its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8" name="Google Shape;468;p22"/>
          <p:cNvPicPr preferRelativeResize="0"/>
          <p:nvPr/>
        </p:nvPicPr>
        <p:blipFill>
          <a:blip r:embed="rId4">
            <a:alphaModFix/>
          </a:blip>
          <a:srcRect r="81928"/>
          <a:stretch>
            <a:fillRect/>
          </a:stretch>
        </p:blipFill>
        <p:spPr>
          <a:xfrm>
            <a:off x="735469" y="8135190"/>
            <a:ext cx="708550" cy="7285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9" name="Google Shape;469;p22"/>
          <p:cNvGrpSpPr/>
          <p:nvPr/>
        </p:nvGrpSpPr>
        <p:grpSpPr>
          <a:xfrm>
            <a:off x="747228" y="8892378"/>
            <a:ext cx="671140" cy="209060"/>
            <a:chOff x="9097720" y="5023649"/>
            <a:chExt cx="2004000" cy="613798"/>
          </a:xfrm>
        </p:grpSpPr>
        <p:cxnSp>
          <p:nvCxnSpPr>
            <p:cNvPr id="470" name="Google Shape;470;p22"/>
            <p:cNvCxnSpPr/>
            <p:nvPr/>
          </p:nvCxnSpPr>
          <p:spPr>
            <a:xfrm>
              <a:off x="9097720" y="5023649"/>
              <a:ext cx="200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471" name="Google Shape;471;p22"/>
            <p:cNvSpPr txBox="1"/>
            <p:nvPr/>
          </p:nvSpPr>
          <p:spPr>
            <a:xfrm rot="25816">
              <a:off x="9354799" y="5089140"/>
              <a:ext cx="1478142" cy="5434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1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72" name="Google Shape;472;p22"/>
          <p:cNvPicPr preferRelativeResize="0"/>
          <p:nvPr/>
        </p:nvPicPr>
        <p:blipFill>
          <a:blip r:embed="rId4">
            <a:alphaModFix/>
          </a:blip>
          <a:srcRect l="27935" t="27166" r="45212"/>
          <a:stretch>
            <a:fillRect/>
          </a:stretch>
        </p:blipFill>
        <p:spPr>
          <a:xfrm rot="1799992">
            <a:off x="3243439" y="8099069"/>
            <a:ext cx="1052854" cy="5305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3" name="Google Shape;473;p22"/>
          <p:cNvGrpSpPr/>
          <p:nvPr/>
        </p:nvGrpSpPr>
        <p:grpSpPr>
          <a:xfrm rot="1800708">
            <a:off x="3089505" y="8609779"/>
            <a:ext cx="976401" cy="209023"/>
            <a:chOff x="9097720" y="5023649"/>
            <a:chExt cx="2004000" cy="613798"/>
          </a:xfrm>
        </p:grpSpPr>
        <p:cxnSp>
          <p:nvCxnSpPr>
            <p:cNvPr id="474" name="Google Shape;474;p22"/>
            <p:cNvCxnSpPr/>
            <p:nvPr/>
          </p:nvCxnSpPr>
          <p:spPr>
            <a:xfrm>
              <a:off x="9097720" y="5023649"/>
              <a:ext cx="200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475" name="Google Shape;475;p22"/>
            <p:cNvSpPr txBox="1"/>
            <p:nvPr/>
          </p:nvSpPr>
          <p:spPr>
            <a:xfrm rot="25816">
              <a:off x="9354799" y="5089140"/>
              <a:ext cx="1478142" cy="5434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1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76" name="Google Shape;476;p22"/>
          <p:cNvPicPr preferRelativeResize="0"/>
          <p:nvPr/>
        </p:nvPicPr>
        <p:blipFill>
          <a:blip r:embed="rId4">
            <a:alphaModFix/>
          </a:blip>
          <a:srcRect l="65367" t="44395" r="474"/>
          <a:stretch>
            <a:fillRect/>
          </a:stretch>
        </p:blipFill>
        <p:spPr>
          <a:xfrm rot="-1799974">
            <a:off x="5274497" y="8189406"/>
            <a:ext cx="1339268" cy="4050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7" name="Google Shape;477;p22"/>
          <p:cNvGrpSpPr/>
          <p:nvPr/>
        </p:nvGrpSpPr>
        <p:grpSpPr>
          <a:xfrm rot="-1800028">
            <a:off x="5477638" y="8662411"/>
            <a:ext cx="975133" cy="209023"/>
            <a:chOff x="9097720" y="5023649"/>
            <a:chExt cx="2004000" cy="613798"/>
          </a:xfrm>
        </p:grpSpPr>
        <p:cxnSp>
          <p:nvCxnSpPr>
            <p:cNvPr id="478" name="Google Shape;478;p22"/>
            <p:cNvCxnSpPr/>
            <p:nvPr/>
          </p:nvCxnSpPr>
          <p:spPr>
            <a:xfrm>
              <a:off x="9097720" y="5023649"/>
              <a:ext cx="200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479" name="Google Shape;479;p22"/>
            <p:cNvSpPr txBox="1"/>
            <p:nvPr/>
          </p:nvSpPr>
          <p:spPr>
            <a:xfrm rot="25816">
              <a:off x="9354799" y="5089140"/>
              <a:ext cx="1478142" cy="5434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base</a:t>
              </a:r>
              <a:endParaRPr sz="1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80" name="Google Shape;480;p22"/>
          <p:cNvSpPr txBox="1"/>
          <p:nvPr/>
        </p:nvSpPr>
        <p:spPr>
          <a:xfrm>
            <a:off x="696600" y="7900904"/>
            <a:ext cx="15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22"/>
          <p:cNvSpPr txBox="1"/>
          <p:nvPr/>
        </p:nvSpPr>
        <p:spPr>
          <a:xfrm>
            <a:off x="3495624" y="7900904"/>
            <a:ext cx="15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22"/>
          <p:cNvSpPr txBox="1"/>
          <p:nvPr/>
        </p:nvSpPr>
        <p:spPr>
          <a:xfrm>
            <a:off x="5923294" y="7900904"/>
            <a:ext cx="15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2"/>
          <p:cNvSpPr txBox="1"/>
          <p:nvPr/>
        </p:nvSpPr>
        <p:spPr>
          <a:xfrm>
            <a:off x="468000" y="9579000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area of each triangle will depend on the scale with which the triangles have been printed.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4" name="Google Shape;484;p22"/>
          <p:cNvSpPr txBox="1"/>
          <p:nvPr/>
        </p:nvSpPr>
        <p:spPr>
          <a:xfrm>
            <a:off x="497775" y="9129325"/>
            <a:ext cx="203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perpendicular height of a) is equal to its base.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5" name="Google Shape;485;p22"/>
          <p:cNvSpPr txBox="1"/>
          <p:nvPr/>
        </p:nvSpPr>
        <p:spPr>
          <a:xfrm>
            <a:off x="2728125" y="9129325"/>
            <a:ext cx="200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perpendicular height of b) is half of its base.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486" name="Google Shape;486;p22"/>
          <p:cNvSpPr txBox="1"/>
          <p:nvPr/>
        </p:nvSpPr>
        <p:spPr>
          <a:xfrm>
            <a:off x="5015825" y="9129325"/>
            <a:ext cx="200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perpendicular height of c) is a third of its base.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487" name="Google Shape;487;p22"/>
          <p:cNvCxnSpPr/>
          <p:nvPr/>
        </p:nvCxnSpPr>
        <p:spPr>
          <a:xfrm>
            <a:off x="474757" y="98957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8" name="Google Shape;488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97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Problem solving with constructions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2024-02-06T10:20:44.716</cp:lastPrinted>
  <dcterms:created xsi:type="dcterms:W3CDTF">2024-02-06T10:20:44Z</dcterms:created>
  <dcterms:modified xsi:type="dcterms:W3CDTF">2024-02-06T10:24:07Z</dcterms:modified>
</cp:coreProperties>
</file>