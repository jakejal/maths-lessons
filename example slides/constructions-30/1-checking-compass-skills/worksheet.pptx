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sp>
        <p:nvSpPr>
          <p:cNvPr id="185" name="Google Shape;18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compass skills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579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Drawing circles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6875" y="1778475"/>
            <a:ext cx="6624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pair of compasses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draw five circles of different sizes.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cross as the centre point for all five circles.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3736899" y="3578053"/>
            <a:ext cx="60657" cy="71319"/>
            <a:chOff x="1514525" y="2733525"/>
            <a:chExt cx="76800" cy="90300"/>
          </a:xfrm>
        </p:grpSpPr>
        <p:cxnSp>
          <p:nvCxnSpPr>
            <p:cNvPr id="164" name="Google Shape;164;p20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" name="Google Shape;165;p20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6" name="Google Shape;166;p20"/>
          <p:cNvSpPr txBox="1"/>
          <p:nvPr/>
        </p:nvSpPr>
        <p:spPr>
          <a:xfrm>
            <a:off x="466875" y="4950300"/>
            <a:ext cx="538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question, use a pair of compasses to draw a circle between the two circles provided.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6875" y="5559994"/>
            <a:ext cx="2469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324076" y="5559325"/>
            <a:ext cx="274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529871" y="7405554"/>
            <a:ext cx="2469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124901" y="6298300"/>
            <a:ext cx="807300" cy="8073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71898" y="5645294"/>
            <a:ext cx="2112900" cy="21129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" name="Google Shape;172;p20"/>
          <p:cNvGrpSpPr/>
          <p:nvPr/>
        </p:nvGrpSpPr>
        <p:grpSpPr>
          <a:xfrm>
            <a:off x="1492285" y="6666730"/>
            <a:ext cx="71209" cy="83726"/>
            <a:chOff x="1514525" y="2733525"/>
            <a:chExt cx="76800" cy="90300"/>
          </a:xfrm>
        </p:grpSpPr>
        <p:cxnSp>
          <p:nvCxnSpPr>
            <p:cNvPr id="173" name="Google Shape;173;p20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" name="Google Shape;174;p20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75" name="Google Shape;175;p20"/>
          <p:cNvCxnSpPr/>
          <p:nvPr/>
        </p:nvCxnSpPr>
        <p:spPr>
          <a:xfrm>
            <a:off x="5467983" y="6434270"/>
            <a:ext cx="71100" cy="83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20"/>
          <p:cNvCxnSpPr/>
          <p:nvPr/>
        </p:nvCxnSpPr>
        <p:spPr>
          <a:xfrm flipH="1">
            <a:off x="5468087" y="6434270"/>
            <a:ext cx="71100" cy="83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20"/>
          <p:cNvCxnSpPr/>
          <p:nvPr/>
        </p:nvCxnSpPr>
        <p:spPr>
          <a:xfrm>
            <a:off x="3898263" y="8640401"/>
            <a:ext cx="71100" cy="83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0"/>
          <p:cNvCxnSpPr/>
          <p:nvPr/>
        </p:nvCxnSpPr>
        <p:spPr>
          <a:xfrm flipH="1">
            <a:off x="3898367" y="8640401"/>
            <a:ext cx="71100" cy="83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0"/>
          <p:cNvSpPr/>
          <p:nvPr/>
        </p:nvSpPr>
        <p:spPr>
          <a:xfrm>
            <a:off x="4648707" y="5617694"/>
            <a:ext cx="1703700" cy="1703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935621" y="5904586"/>
            <a:ext cx="1129800" cy="11301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706047" y="7450884"/>
            <a:ext cx="2449500" cy="24495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827140" y="7571845"/>
            <a:ext cx="2207400" cy="22080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625550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9" name="Google Shape;18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compass skills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68000" y="924550"/>
            <a:ext cx="49644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Drawing arcs and circles with a given radius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6875" y="1216500"/>
            <a:ext cx="66105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pair of compasses to draw four circles with the radii given below.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sa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cross as the centre point for all four circles.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a separate sheet of paper and place your cross as close to the centre of the page as you can.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66875" y="2130900"/>
            <a:ext cx="6603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2025198" y="2130900"/>
            <a:ext cx="6603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3583520" y="2130900"/>
            <a:ext cx="6888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5170343" y="2130900"/>
            <a:ext cx="6888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" name="Google Shape;198;p21"/>
          <p:cNvGrpSpPr/>
          <p:nvPr/>
        </p:nvGrpSpPr>
        <p:grpSpPr>
          <a:xfrm>
            <a:off x="3727073" y="3877896"/>
            <a:ext cx="100201" cy="117814"/>
            <a:chOff x="1514525" y="2733525"/>
            <a:chExt cx="76800" cy="90300"/>
          </a:xfrm>
        </p:grpSpPr>
        <p:cxnSp>
          <p:nvCxnSpPr>
            <p:cNvPr id="199" name="Google Shape;199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1" name="Google Shape;201;p21"/>
          <p:cNvSpPr txBox="1"/>
          <p:nvPr/>
        </p:nvSpPr>
        <p:spPr>
          <a:xfrm>
            <a:off x="476400" y="6169500"/>
            <a:ext cx="66105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Working from left to right, draw a set of connecting arcs, staying between the lines provided. Use the crosses as centre points for your arcs.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108967" y="7124111"/>
            <a:ext cx="1983000" cy="1983000"/>
          </a:xfrm>
          <a:prstGeom prst="arc">
            <a:avLst>
              <a:gd name="adj1" fmla="val 13539195"/>
              <a:gd name="adj2" fmla="val 734907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3034315" y="6832743"/>
            <a:ext cx="2597100" cy="2597100"/>
          </a:xfrm>
          <a:prstGeom prst="arc">
            <a:avLst>
              <a:gd name="adj1" fmla="val 12401564"/>
              <a:gd name="adj2" fmla="val 1957307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69800" y="7058852"/>
            <a:ext cx="2113500" cy="2113500"/>
          </a:xfrm>
          <a:prstGeom prst="arc">
            <a:avLst>
              <a:gd name="adj1" fmla="val 6278452"/>
              <a:gd name="adj2" fmla="val 1916498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" name="Google Shape;205;p21"/>
          <p:cNvGrpSpPr/>
          <p:nvPr/>
        </p:nvGrpSpPr>
        <p:grpSpPr>
          <a:xfrm>
            <a:off x="1493496" y="8072628"/>
            <a:ext cx="70618" cy="83031"/>
            <a:chOff x="1514525" y="2733525"/>
            <a:chExt cx="76800" cy="90300"/>
          </a:xfrm>
        </p:grpSpPr>
        <p:cxnSp>
          <p:nvCxnSpPr>
            <p:cNvPr id="206" name="Google Shape;206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8" name="Google Shape;208;p21"/>
          <p:cNvSpPr/>
          <p:nvPr/>
        </p:nvSpPr>
        <p:spPr>
          <a:xfrm>
            <a:off x="1008612" y="7597657"/>
            <a:ext cx="1035600" cy="1035600"/>
          </a:xfrm>
          <a:prstGeom prst="arc">
            <a:avLst>
              <a:gd name="adj1" fmla="val 6188554"/>
              <a:gd name="adj2" fmla="val 2022768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" name="Google Shape;209;p21"/>
          <p:cNvGrpSpPr/>
          <p:nvPr/>
        </p:nvGrpSpPr>
        <p:grpSpPr>
          <a:xfrm>
            <a:off x="2614511" y="8142692"/>
            <a:ext cx="70618" cy="83031"/>
            <a:chOff x="1514525" y="2733525"/>
            <a:chExt cx="76800" cy="90300"/>
          </a:xfrm>
        </p:grpSpPr>
        <p:cxnSp>
          <p:nvCxnSpPr>
            <p:cNvPr id="210" name="Google Shape;210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2" name="Google Shape;212;p21"/>
          <p:cNvSpPr/>
          <p:nvPr/>
        </p:nvSpPr>
        <p:spPr>
          <a:xfrm>
            <a:off x="2233710" y="7771805"/>
            <a:ext cx="827700" cy="827700"/>
          </a:xfrm>
          <a:prstGeom prst="arc">
            <a:avLst>
              <a:gd name="adj1" fmla="val 11626967"/>
              <a:gd name="adj2" fmla="val 21207399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3" name="Google Shape;213;p21"/>
          <p:cNvGrpSpPr/>
          <p:nvPr/>
        </p:nvGrpSpPr>
        <p:grpSpPr>
          <a:xfrm>
            <a:off x="4299966" y="8088480"/>
            <a:ext cx="70618" cy="83031"/>
            <a:chOff x="1514525" y="2733525"/>
            <a:chExt cx="76800" cy="90300"/>
          </a:xfrm>
        </p:grpSpPr>
        <p:cxnSp>
          <p:nvCxnSpPr>
            <p:cNvPr id="214" name="Google Shape;214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6" name="Google Shape;216;p21"/>
          <p:cNvSpPr/>
          <p:nvPr/>
        </p:nvSpPr>
        <p:spPr>
          <a:xfrm>
            <a:off x="3332512" y="7130824"/>
            <a:ext cx="2001000" cy="2001000"/>
          </a:xfrm>
          <a:prstGeom prst="arc">
            <a:avLst>
              <a:gd name="adj1" fmla="val 10423579"/>
              <a:gd name="adj2" fmla="val 2042828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" name="Google Shape;217;p21"/>
          <p:cNvGrpSpPr/>
          <p:nvPr/>
        </p:nvGrpSpPr>
        <p:grpSpPr>
          <a:xfrm>
            <a:off x="6067404" y="8072628"/>
            <a:ext cx="70618" cy="83031"/>
            <a:chOff x="1514525" y="2733525"/>
            <a:chExt cx="76800" cy="90300"/>
          </a:xfrm>
        </p:grpSpPr>
        <p:cxnSp>
          <p:nvCxnSpPr>
            <p:cNvPr id="218" name="Google Shape;218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" name="Google Shape;219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0" name="Google Shape;220;p21"/>
          <p:cNvSpPr/>
          <p:nvPr/>
        </p:nvSpPr>
        <p:spPr>
          <a:xfrm>
            <a:off x="5230294" y="7245432"/>
            <a:ext cx="1740300" cy="1740300"/>
          </a:xfrm>
          <a:prstGeom prst="arc">
            <a:avLst>
              <a:gd name="adj1" fmla="val 12029876"/>
              <a:gd name="adj2" fmla="val 740247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1830087" y="7368181"/>
            <a:ext cx="1635000" cy="1635000"/>
          </a:xfrm>
          <a:prstGeom prst="arc">
            <a:avLst>
              <a:gd name="adj1" fmla="val 14804526"/>
              <a:gd name="adj2" fmla="val 1858575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" name="Google Shape;222;p21"/>
          <p:cNvCxnSpPr>
            <a:stCxn id="208" idx="2"/>
            <a:endCxn id="212" idx="0"/>
          </p:cNvCxnSpPr>
          <p:nvPr/>
        </p:nvCxnSpPr>
        <p:spPr>
          <a:xfrm>
            <a:off x="2003501" y="7914203"/>
            <a:ext cx="242100" cy="17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1"/>
          <p:cNvCxnSpPr>
            <a:stCxn id="212" idx="2"/>
            <a:endCxn id="216" idx="0"/>
          </p:cNvCxnSpPr>
          <p:nvPr/>
        </p:nvCxnSpPr>
        <p:spPr>
          <a:xfrm>
            <a:off x="3058714" y="8138494"/>
            <a:ext cx="279900" cy="10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21"/>
          <p:cNvCxnSpPr>
            <a:stCxn id="204" idx="0"/>
            <a:endCxn id="208" idx="0"/>
          </p:cNvCxnSpPr>
          <p:nvPr/>
        </p:nvCxnSpPr>
        <p:spPr>
          <a:xfrm rot="10800000" flipH="1">
            <a:off x="1259446" y="8619639"/>
            <a:ext cx="149100" cy="5184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21"/>
          <p:cNvCxnSpPr/>
          <p:nvPr/>
        </p:nvCxnSpPr>
        <p:spPr>
          <a:xfrm rot="10800000" flipH="1">
            <a:off x="5551970" y="8809786"/>
            <a:ext cx="86100" cy="1614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6" name="Google Shape;226;p21"/>
          <p:cNvSpPr txBox="1"/>
          <p:nvPr/>
        </p:nvSpPr>
        <p:spPr>
          <a:xfrm>
            <a:off x="1493448" y="8901385"/>
            <a:ext cx="5511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881365" y="8901385"/>
            <a:ext cx="5511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finish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" name="Google Shape;228;p21"/>
          <p:cNvCxnSpPr/>
          <p:nvPr/>
        </p:nvCxnSpPr>
        <p:spPr>
          <a:xfrm rot="10800000">
            <a:off x="1335522" y="8909921"/>
            <a:ext cx="163500" cy="72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21"/>
          <p:cNvCxnSpPr/>
          <p:nvPr/>
        </p:nvCxnSpPr>
        <p:spPr>
          <a:xfrm flipH="1">
            <a:off x="5329777" y="8929476"/>
            <a:ext cx="216000" cy="6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compass skills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2024-02-06T10:15:05.644</cp:lastPrinted>
  <dcterms:created xsi:type="dcterms:W3CDTF">2024-02-06T10:15:05Z</dcterms:created>
  <dcterms:modified xsi:type="dcterms:W3CDTF">2024-02-06T10:15:13Z</dcterms:modified>
</cp:coreProperties>
</file>