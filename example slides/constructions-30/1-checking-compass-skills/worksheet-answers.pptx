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4" name="Shape 204"/>
        <p:cNvGrpSpPr/>
        <p:nvPr/>
      </p:nvGrpSpPr>
      <p:grpSpPr>
        <a:xfrm>
          <a:off x="0" y="0"/>
          <a:ext cx="0" cy="0"/>
        </a:xfrm>
      </p:grpSpPr>
      <p:sp>
        <p:nvSpPr>
          <p:cNvPr id="205" name="Google Shape;205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7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compass skills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457950"/>
            <a:ext cx="4761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Drawing circles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3445398" y="3291849"/>
            <a:ext cx="642900" cy="642900"/>
          </a:xfrm>
          <a:prstGeom prst="ellipse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3197890" y="3044339"/>
            <a:ext cx="1137900" cy="1137900"/>
          </a:xfrm>
          <a:prstGeom prst="ellipse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2922470" y="2768921"/>
            <a:ext cx="1688700" cy="1688700"/>
          </a:xfrm>
          <a:prstGeom prst="ellipse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2674359" y="2520809"/>
            <a:ext cx="2184900" cy="2184900"/>
          </a:xfrm>
          <a:prstGeom prst="ellipse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2495650" y="2342100"/>
            <a:ext cx="2542200" cy="2542200"/>
          </a:xfrm>
          <a:prstGeom prst="ellipse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466875" y="1778475"/>
            <a:ext cx="6624000" cy="4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a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pair of compasses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draw five circles of different sizes.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the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cross as the centre point for all five circles.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E.g.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80" name="Google Shape;180;p20"/>
          <p:cNvGrpSpPr/>
          <p:nvPr/>
        </p:nvGrpSpPr>
        <p:grpSpPr>
          <a:xfrm>
            <a:off x="3736899" y="3578053"/>
            <a:ext cx="60657" cy="71319"/>
            <a:chOff x="1514525" y="2733525"/>
            <a:chExt cx="76800" cy="90300"/>
          </a:xfrm>
        </p:grpSpPr>
        <p:cxnSp>
          <p:nvCxnSpPr>
            <p:cNvPr id="181" name="Google Shape;181;p20"/>
            <p:cNvCxnSpPr/>
            <p:nvPr/>
          </p:nvCxnSpPr>
          <p:spPr>
            <a:xfrm>
              <a:off x="1514525" y="2733525"/>
              <a:ext cx="76800" cy="903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2" name="Google Shape;182;p20"/>
            <p:cNvCxnSpPr/>
            <p:nvPr/>
          </p:nvCxnSpPr>
          <p:spPr>
            <a:xfrm flipH="1">
              <a:off x="1514525" y="2733525"/>
              <a:ext cx="76800" cy="903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83" name="Google Shape;183;p20"/>
          <p:cNvSpPr txBox="1"/>
          <p:nvPr/>
        </p:nvSpPr>
        <p:spPr>
          <a:xfrm>
            <a:off x="466875" y="4950300"/>
            <a:ext cx="5383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For each question, use a pair of compasses to draw a circle between the two circles provided.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466875" y="5559994"/>
            <a:ext cx="2469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4324076" y="5559325"/>
            <a:ext cx="2748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2529871" y="7405554"/>
            <a:ext cx="2469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1124901" y="6298300"/>
            <a:ext cx="807300" cy="8073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471898" y="5645294"/>
            <a:ext cx="2112900" cy="21129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9" name="Google Shape;189;p20"/>
          <p:cNvGrpSpPr/>
          <p:nvPr/>
        </p:nvGrpSpPr>
        <p:grpSpPr>
          <a:xfrm>
            <a:off x="1492285" y="6666730"/>
            <a:ext cx="71209" cy="83726"/>
            <a:chOff x="1514525" y="2733525"/>
            <a:chExt cx="76800" cy="90300"/>
          </a:xfrm>
        </p:grpSpPr>
        <p:cxnSp>
          <p:nvCxnSpPr>
            <p:cNvPr id="190" name="Google Shape;190;p20"/>
            <p:cNvCxnSpPr/>
            <p:nvPr/>
          </p:nvCxnSpPr>
          <p:spPr>
            <a:xfrm>
              <a:off x="1514525" y="2733525"/>
              <a:ext cx="76800" cy="903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1" name="Google Shape;191;p20"/>
            <p:cNvCxnSpPr/>
            <p:nvPr/>
          </p:nvCxnSpPr>
          <p:spPr>
            <a:xfrm flipH="1">
              <a:off x="1514525" y="2733525"/>
              <a:ext cx="76800" cy="903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192" name="Google Shape;192;p20"/>
          <p:cNvCxnSpPr/>
          <p:nvPr/>
        </p:nvCxnSpPr>
        <p:spPr>
          <a:xfrm>
            <a:off x="5467983" y="6434270"/>
            <a:ext cx="71100" cy="837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3" name="Google Shape;193;p20"/>
          <p:cNvCxnSpPr/>
          <p:nvPr/>
        </p:nvCxnSpPr>
        <p:spPr>
          <a:xfrm flipH="1">
            <a:off x="5468087" y="6434270"/>
            <a:ext cx="71100" cy="837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4" name="Google Shape;194;p20"/>
          <p:cNvCxnSpPr/>
          <p:nvPr/>
        </p:nvCxnSpPr>
        <p:spPr>
          <a:xfrm>
            <a:off x="3898263" y="8640401"/>
            <a:ext cx="71100" cy="837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5" name="Google Shape;195;p20"/>
          <p:cNvCxnSpPr/>
          <p:nvPr/>
        </p:nvCxnSpPr>
        <p:spPr>
          <a:xfrm flipH="1">
            <a:off x="3898367" y="8640401"/>
            <a:ext cx="71100" cy="837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6" name="Google Shape;196;p20"/>
          <p:cNvSpPr/>
          <p:nvPr/>
        </p:nvSpPr>
        <p:spPr>
          <a:xfrm>
            <a:off x="4648707" y="5617694"/>
            <a:ext cx="1703700" cy="17037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4935621" y="5904586"/>
            <a:ext cx="1129800" cy="11301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2706047" y="7450884"/>
            <a:ext cx="2449500" cy="24495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2827140" y="7571845"/>
            <a:ext cx="2207400" cy="22080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727184" y="5900581"/>
            <a:ext cx="1602300" cy="1602300"/>
          </a:xfrm>
          <a:prstGeom prst="ellipse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4784045" y="5752963"/>
            <a:ext cx="1432800" cy="1433400"/>
          </a:xfrm>
          <a:prstGeom prst="ellipse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2765175" y="7509850"/>
            <a:ext cx="2331300" cy="2332200"/>
          </a:xfrm>
          <a:prstGeom prst="ellipse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3" name="Google Shape;203;p20"/>
          <p:cNvCxnSpPr/>
          <p:nvPr/>
        </p:nvCxnSpPr>
        <p:spPr>
          <a:xfrm>
            <a:off x="625550" y="997201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7" name="Shape 207"/>
        <p:cNvGrpSpPr/>
        <p:nvPr/>
      </p:nvGrpSpPr>
      <p:grpSpPr>
        <a:xfrm>
          <a:off x="0" y="0"/>
          <a:ext cx="0" cy="0"/>
        </a:xfrm>
      </p:grpSpPr>
      <p:pic>
        <p:nvPicPr>
          <p:cNvPr id="208" name="Google Shape;2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2225" y="4178200"/>
            <a:ext cx="1573401" cy="16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10" name="Google Shape;210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compass skills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468000" y="924550"/>
            <a:ext cx="5391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Drawing arcs and circles with a given radius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466875" y="1216500"/>
            <a:ext cx="6610500" cy="4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a pair of compasses to draw four circles with the radii given below.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the sa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me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cross as the centre point for all four circles.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Use a separate sheet of paper and place your cross as close to the centre of the page as you can.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466875" y="2130900"/>
            <a:ext cx="660300" cy="2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2025198" y="2130900"/>
            <a:ext cx="660300" cy="2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3583520" y="2130900"/>
            <a:ext cx="688800" cy="2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10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5170343" y="2130900"/>
            <a:ext cx="688800" cy="2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2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9" name="Google Shape;219;p21"/>
          <p:cNvGrpSpPr/>
          <p:nvPr/>
        </p:nvGrpSpPr>
        <p:grpSpPr>
          <a:xfrm>
            <a:off x="2517398" y="4106496"/>
            <a:ext cx="100201" cy="117814"/>
            <a:chOff x="1514525" y="2733525"/>
            <a:chExt cx="76800" cy="90300"/>
          </a:xfrm>
        </p:grpSpPr>
        <p:cxnSp>
          <p:nvCxnSpPr>
            <p:cNvPr id="220" name="Google Shape;220;p21"/>
            <p:cNvCxnSpPr/>
            <p:nvPr/>
          </p:nvCxnSpPr>
          <p:spPr>
            <a:xfrm>
              <a:off x="1514525" y="2733525"/>
              <a:ext cx="76800" cy="903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1" name="Google Shape;221;p21"/>
            <p:cNvCxnSpPr/>
            <p:nvPr/>
          </p:nvCxnSpPr>
          <p:spPr>
            <a:xfrm flipH="1">
              <a:off x="1514525" y="2733525"/>
              <a:ext cx="76800" cy="903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22" name="Google Shape;222;p21"/>
          <p:cNvSpPr/>
          <p:nvPr/>
        </p:nvSpPr>
        <p:spPr>
          <a:xfrm>
            <a:off x="1792358" y="3395369"/>
            <a:ext cx="1547700" cy="1547700"/>
          </a:xfrm>
          <a:prstGeom prst="ellipse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1301309" y="2904317"/>
            <a:ext cx="2529600" cy="2529600"/>
          </a:xfrm>
          <a:prstGeom prst="ellipse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2243476" y="3846659"/>
            <a:ext cx="645300" cy="645300"/>
          </a:xfrm>
          <a:prstGeom prst="ellipse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996725" y="2599750"/>
            <a:ext cx="3138900" cy="3139500"/>
          </a:xfrm>
          <a:prstGeom prst="ellipse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3177851" y="4252407"/>
            <a:ext cx="2565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3999803" y="4252407"/>
            <a:ext cx="2565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2739701" y="4252407"/>
            <a:ext cx="2565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3692201" y="4252407"/>
            <a:ext cx="2565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8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476400" y="6169500"/>
            <a:ext cx="66105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Working from left to right, draw a set of connecting arcs, staying between the lines provided. Use the crosses as centre points for your arcs.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5108967" y="7124111"/>
            <a:ext cx="1983000" cy="1983000"/>
          </a:xfrm>
          <a:prstGeom prst="arc">
            <a:avLst>
              <a:gd name="adj1" fmla="val 13539195"/>
              <a:gd name="adj2" fmla="val 7349070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3034315" y="6832743"/>
            <a:ext cx="2597100" cy="2597100"/>
          </a:xfrm>
          <a:prstGeom prst="arc">
            <a:avLst>
              <a:gd name="adj1" fmla="val 12401564"/>
              <a:gd name="adj2" fmla="val 1957307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469800" y="7058852"/>
            <a:ext cx="2113500" cy="2113500"/>
          </a:xfrm>
          <a:prstGeom prst="arc">
            <a:avLst>
              <a:gd name="adj1" fmla="val 6278452"/>
              <a:gd name="adj2" fmla="val 1916498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4" name="Google Shape;234;p21"/>
          <p:cNvGrpSpPr/>
          <p:nvPr/>
        </p:nvGrpSpPr>
        <p:grpSpPr>
          <a:xfrm>
            <a:off x="1493496" y="8072628"/>
            <a:ext cx="70618" cy="83031"/>
            <a:chOff x="1514525" y="2733525"/>
            <a:chExt cx="76800" cy="90300"/>
          </a:xfrm>
        </p:grpSpPr>
        <p:cxnSp>
          <p:nvCxnSpPr>
            <p:cNvPr id="235" name="Google Shape;235;p21"/>
            <p:cNvCxnSpPr/>
            <p:nvPr/>
          </p:nvCxnSpPr>
          <p:spPr>
            <a:xfrm>
              <a:off x="1514525" y="2733525"/>
              <a:ext cx="76800" cy="903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6" name="Google Shape;236;p21"/>
            <p:cNvCxnSpPr/>
            <p:nvPr/>
          </p:nvCxnSpPr>
          <p:spPr>
            <a:xfrm flipH="1">
              <a:off x="1514525" y="2733525"/>
              <a:ext cx="76800" cy="903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37" name="Google Shape;237;p21"/>
          <p:cNvSpPr/>
          <p:nvPr/>
        </p:nvSpPr>
        <p:spPr>
          <a:xfrm>
            <a:off x="1008612" y="7597657"/>
            <a:ext cx="1035600" cy="1035600"/>
          </a:xfrm>
          <a:prstGeom prst="arc">
            <a:avLst>
              <a:gd name="adj1" fmla="val 6188554"/>
              <a:gd name="adj2" fmla="val 20227688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8" name="Google Shape;238;p21"/>
          <p:cNvGrpSpPr/>
          <p:nvPr/>
        </p:nvGrpSpPr>
        <p:grpSpPr>
          <a:xfrm>
            <a:off x="2614511" y="8142692"/>
            <a:ext cx="70618" cy="83031"/>
            <a:chOff x="1514525" y="2733525"/>
            <a:chExt cx="76800" cy="90300"/>
          </a:xfrm>
        </p:grpSpPr>
        <p:cxnSp>
          <p:nvCxnSpPr>
            <p:cNvPr id="239" name="Google Shape;239;p21"/>
            <p:cNvCxnSpPr/>
            <p:nvPr/>
          </p:nvCxnSpPr>
          <p:spPr>
            <a:xfrm>
              <a:off x="1514525" y="2733525"/>
              <a:ext cx="76800" cy="903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0" name="Google Shape;240;p21"/>
            <p:cNvCxnSpPr/>
            <p:nvPr/>
          </p:nvCxnSpPr>
          <p:spPr>
            <a:xfrm flipH="1">
              <a:off x="1514525" y="2733525"/>
              <a:ext cx="76800" cy="903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41" name="Google Shape;241;p21"/>
          <p:cNvSpPr/>
          <p:nvPr/>
        </p:nvSpPr>
        <p:spPr>
          <a:xfrm>
            <a:off x="2233710" y="7771805"/>
            <a:ext cx="827700" cy="827700"/>
          </a:xfrm>
          <a:prstGeom prst="arc">
            <a:avLst>
              <a:gd name="adj1" fmla="val 11626967"/>
              <a:gd name="adj2" fmla="val 21207399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2" name="Google Shape;242;p21"/>
          <p:cNvGrpSpPr/>
          <p:nvPr/>
        </p:nvGrpSpPr>
        <p:grpSpPr>
          <a:xfrm>
            <a:off x="4299966" y="8088480"/>
            <a:ext cx="70618" cy="83031"/>
            <a:chOff x="1514525" y="2733525"/>
            <a:chExt cx="76800" cy="90300"/>
          </a:xfrm>
        </p:grpSpPr>
        <p:cxnSp>
          <p:nvCxnSpPr>
            <p:cNvPr id="243" name="Google Shape;243;p21"/>
            <p:cNvCxnSpPr/>
            <p:nvPr/>
          </p:nvCxnSpPr>
          <p:spPr>
            <a:xfrm>
              <a:off x="1514525" y="2733525"/>
              <a:ext cx="76800" cy="903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4" name="Google Shape;244;p21"/>
            <p:cNvCxnSpPr/>
            <p:nvPr/>
          </p:nvCxnSpPr>
          <p:spPr>
            <a:xfrm flipH="1">
              <a:off x="1514525" y="2733525"/>
              <a:ext cx="76800" cy="903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45" name="Google Shape;245;p21"/>
          <p:cNvSpPr/>
          <p:nvPr/>
        </p:nvSpPr>
        <p:spPr>
          <a:xfrm>
            <a:off x="3332512" y="7130824"/>
            <a:ext cx="2001000" cy="2001000"/>
          </a:xfrm>
          <a:prstGeom prst="arc">
            <a:avLst>
              <a:gd name="adj1" fmla="val 10423579"/>
              <a:gd name="adj2" fmla="val 20428286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6" name="Google Shape;246;p21"/>
          <p:cNvGrpSpPr/>
          <p:nvPr/>
        </p:nvGrpSpPr>
        <p:grpSpPr>
          <a:xfrm>
            <a:off x="6067404" y="8072628"/>
            <a:ext cx="70618" cy="83031"/>
            <a:chOff x="1514525" y="2733525"/>
            <a:chExt cx="76800" cy="90300"/>
          </a:xfrm>
        </p:grpSpPr>
        <p:cxnSp>
          <p:nvCxnSpPr>
            <p:cNvPr id="247" name="Google Shape;247;p21"/>
            <p:cNvCxnSpPr/>
            <p:nvPr/>
          </p:nvCxnSpPr>
          <p:spPr>
            <a:xfrm>
              <a:off x="1514525" y="2733525"/>
              <a:ext cx="76800" cy="903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8" name="Google Shape;248;p21"/>
            <p:cNvCxnSpPr/>
            <p:nvPr/>
          </p:nvCxnSpPr>
          <p:spPr>
            <a:xfrm flipH="1">
              <a:off x="1514525" y="2733525"/>
              <a:ext cx="76800" cy="903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49" name="Google Shape;249;p21"/>
          <p:cNvSpPr/>
          <p:nvPr/>
        </p:nvSpPr>
        <p:spPr>
          <a:xfrm>
            <a:off x="5230294" y="7245432"/>
            <a:ext cx="1740300" cy="1740300"/>
          </a:xfrm>
          <a:prstGeom prst="arc">
            <a:avLst>
              <a:gd name="adj1" fmla="val 12029876"/>
              <a:gd name="adj2" fmla="val 7402476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1"/>
          <p:cNvSpPr/>
          <p:nvPr/>
        </p:nvSpPr>
        <p:spPr>
          <a:xfrm>
            <a:off x="1830087" y="7368181"/>
            <a:ext cx="1635000" cy="1635000"/>
          </a:xfrm>
          <a:prstGeom prst="arc">
            <a:avLst>
              <a:gd name="adj1" fmla="val 14804526"/>
              <a:gd name="adj2" fmla="val 18585758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1" name="Google Shape;251;p21"/>
          <p:cNvCxnSpPr>
            <a:stCxn id="237" idx="2"/>
            <a:endCxn id="241" idx="0"/>
          </p:cNvCxnSpPr>
          <p:nvPr/>
        </p:nvCxnSpPr>
        <p:spPr>
          <a:xfrm>
            <a:off x="2003501" y="7914203"/>
            <a:ext cx="242100" cy="172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2" name="Google Shape;252;p21"/>
          <p:cNvCxnSpPr>
            <a:stCxn id="241" idx="2"/>
            <a:endCxn id="245" idx="0"/>
          </p:cNvCxnSpPr>
          <p:nvPr/>
        </p:nvCxnSpPr>
        <p:spPr>
          <a:xfrm>
            <a:off x="3058714" y="8138494"/>
            <a:ext cx="279900" cy="102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3" name="Google Shape;253;p21"/>
          <p:cNvCxnSpPr>
            <a:stCxn id="233" idx="0"/>
            <a:endCxn id="237" idx="0"/>
          </p:cNvCxnSpPr>
          <p:nvPr/>
        </p:nvCxnSpPr>
        <p:spPr>
          <a:xfrm rot="10800000" flipH="1">
            <a:off x="1259446" y="8619639"/>
            <a:ext cx="149100" cy="518400"/>
          </a:xfrm>
          <a:prstGeom prst="straightConnector1">
            <a:avLst/>
          </a:prstGeom>
          <a:noFill/>
          <a:ln w="19050" cap="flat" cmpd="sng">
            <a:solidFill>
              <a:srgbClr val="037B7D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54" name="Google Shape;254;p21"/>
          <p:cNvCxnSpPr/>
          <p:nvPr/>
        </p:nvCxnSpPr>
        <p:spPr>
          <a:xfrm rot="10800000" flipH="1">
            <a:off x="5551970" y="8809786"/>
            <a:ext cx="86100" cy="161400"/>
          </a:xfrm>
          <a:prstGeom prst="straightConnector1">
            <a:avLst/>
          </a:prstGeom>
          <a:noFill/>
          <a:ln w="19050" cap="flat" cmpd="sng">
            <a:solidFill>
              <a:srgbClr val="037B7D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55" name="Google Shape;255;p21"/>
          <p:cNvSpPr txBox="1"/>
          <p:nvPr/>
        </p:nvSpPr>
        <p:spPr>
          <a:xfrm>
            <a:off x="1493448" y="8901385"/>
            <a:ext cx="5511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start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4881365" y="8901385"/>
            <a:ext cx="5511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finish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7" name="Google Shape;257;p21"/>
          <p:cNvCxnSpPr/>
          <p:nvPr/>
        </p:nvCxnSpPr>
        <p:spPr>
          <a:xfrm rot="10800000">
            <a:off x="1335522" y="8909921"/>
            <a:ext cx="163500" cy="72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8" name="Google Shape;258;p21"/>
          <p:cNvCxnSpPr/>
          <p:nvPr/>
        </p:nvCxnSpPr>
        <p:spPr>
          <a:xfrm flipH="1">
            <a:off x="5329777" y="8929476"/>
            <a:ext cx="216000" cy="67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59" name="Google Shape;259;p21"/>
          <p:cNvGrpSpPr/>
          <p:nvPr/>
        </p:nvGrpSpPr>
        <p:grpSpPr>
          <a:xfrm>
            <a:off x="740592" y="6963589"/>
            <a:ext cx="6294258" cy="2335285"/>
            <a:chOff x="909237" y="1744513"/>
            <a:chExt cx="7557039" cy="2803800"/>
          </a:xfrm>
        </p:grpSpPr>
        <p:sp>
          <p:nvSpPr>
            <p:cNvPr id="260" name="Google Shape;260;p21"/>
            <p:cNvSpPr/>
            <p:nvPr/>
          </p:nvSpPr>
          <p:spPr>
            <a:xfrm>
              <a:off x="909237" y="2183944"/>
              <a:ext cx="1887000" cy="1887000"/>
            </a:xfrm>
            <a:prstGeom prst="arc">
              <a:avLst>
                <a:gd name="adj1" fmla="val 6188554"/>
                <a:gd name="adj2" fmla="val 19801802"/>
              </a:avLst>
            </a:prstGeom>
            <a:noFill/>
            <a:ln w="3810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1" name="Google Shape;261;p21"/>
            <p:cNvSpPr/>
            <p:nvPr/>
          </p:nvSpPr>
          <p:spPr>
            <a:xfrm>
              <a:off x="2425600" y="2438575"/>
              <a:ext cx="1546200" cy="1546200"/>
            </a:xfrm>
            <a:prstGeom prst="arc">
              <a:avLst>
                <a:gd name="adj1" fmla="val 13648920"/>
                <a:gd name="adj2" fmla="val 19763902"/>
              </a:avLst>
            </a:prstGeom>
            <a:noFill/>
            <a:ln w="3810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2" name="Google Shape;262;p21"/>
            <p:cNvSpPr/>
            <p:nvPr/>
          </p:nvSpPr>
          <p:spPr>
            <a:xfrm>
              <a:off x="3820299" y="1744513"/>
              <a:ext cx="2803800" cy="2803800"/>
            </a:xfrm>
            <a:prstGeom prst="arc">
              <a:avLst>
                <a:gd name="adj1" fmla="val 11572712"/>
                <a:gd name="adj2" fmla="val 19823060"/>
              </a:avLst>
            </a:prstGeom>
            <a:noFill/>
            <a:ln w="3810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3" name="Google Shape;263;p21"/>
            <p:cNvSpPr/>
            <p:nvPr/>
          </p:nvSpPr>
          <p:spPr>
            <a:xfrm>
              <a:off x="6222276" y="2005625"/>
              <a:ext cx="2244000" cy="2244000"/>
            </a:xfrm>
            <a:prstGeom prst="arc">
              <a:avLst>
                <a:gd name="adj1" fmla="val 13039971"/>
                <a:gd name="adj2" fmla="val 7402476"/>
              </a:avLst>
            </a:prstGeom>
            <a:noFill/>
            <a:ln w="3810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64" name="Google Shape;264;p21"/>
          <p:cNvSpPr txBox="1"/>
          <p:nvPr/>
        </p:nvSpPr>
        <p:spPr>
          <a:xfrm>
            <a:off x="4685582" y="4176200"/>
            <a:ext cx="20010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Use your own ruler to check the accuracy of your circles.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30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Checking compass skills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2024-02-06T10:15:07.145</cp:lastPrinted>
  <dcterms:created xsi:type="dcterms:W3CDTF">2024-02-06T10:15:07Z</dcterms:created>
  <dcterms:modified xsi:type="dcterms:W3CDTF">2024-02-06T10:12:04Z</dcterms:modified>
</cp:coreProperties>
</file>