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triangles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a scalene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2207100"/>
            <a:ext cx="2792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this triangle accurately.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56302" y="2623506"/>
            <a:ext cx="2380837" cy="960280"/>
          </a:xfrm>
          <a:custGeom>
            <a:rect l="l" t="t" r="r" b="b"/>
            <a:pathLst>
              <a:path w="82112" h="24114" extrusionOk="0">
                <a:moveTo>
                  <a:pt x="0" y="0"/>
                </a:moveTo>
                <a:lnTo>
                  <a:pt x="25946" y="24114"/>
                </a:lnTo>
                <a:lnTo>
                  <a:pt x="82112" y="2380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64" name="Google Shape;164;p20"/>
          <p:cNvCxnSpPr/>
          <p:nvPr/>
        </p:nvCxnSpPr>
        <p:spPr>
          <a:xfrm>
            <a:off x="916315" y="2514613"/>
            <a:ext cx="2400900" cy="953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" name="Google Shape;165;p20"/>
          <p:cNvCxnSpPr/>
          <p:nvPr/>
        </p:nvCxnSpPr>
        <p:spPr>
          <a:xfrm>
            <a:off x="769550" y="2711252"/>
            <a:ext cx="726900" cy="94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6" name="Google Shape;166;p20"/>
          <p:cNvCxnSpPr/>
          <p:nvPr/>
        </p:nvCxnSpPr>
        <p:spPr>
          <a:xfrm flipH="1">
            <a:off x="1628781" y="3688291"/>
            <a:ext cx="1614900" cy="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1866925" y="2634500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22775" y="3019604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133429" y="3705331"/>
            <a:ext cx="7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6875" y="4050188"/>
            <a:ext cx="5612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the triangle with edge lengths 6 cm, 8 cm and 10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6400" y="5493225"/>
            <a:ext cx="5612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triangle ABC, where AB = 12 cm, BC = 13 cm and AC = 50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76400" y="6950550"/>
            <a:ext cx="45222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Construct the scalene triangle that has an edge of 6 cm, an edge of 7 cm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erimeter of 23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8684100"/>
            <a:ext cx="4671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Construct a scalene triangle with a perimeter of 180 mm.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721325"/>
            <a:ext cx="5735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will need a blank piece of A4 paper to draw all the answers to Task A. They will not fit on this sheet.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1" name="Google Shape;18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Constructing triangles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triangles with equal edges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6875" y="1216500"/>
            <a:ext cx="367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XY is an edge of a triangle. Which of the points A to G when joined to XY would create: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6875" y="1730850"/>
            <a:ext cx="2110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isosceles 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6875" y="2892900"/>
            <a:ext cx="295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right-angled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isosceles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6875" y="2302350"/>
            <a:ext cx="2496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right-angled triangle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1"/>
          <p:cNvGrpSpPr/>
          <p:nvPr/>
        </p:nvGrpSpPr>
        <p:grpSpPr>
          <a:xfrm>
            <a:off x="3562924" y="1147440"/>
            <a:ext cx="3445474" cy="2512989"/>
            <a:chOff x="3803569" y="1173394"/>
            <a:chExt cx="4909481" cy="3581287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03569" y="1173394"/>
              <a:ext cx="4769809" cy="34441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1" name="Google Shape;191;p21"/>
            <p:cNvGrpSpPr/>
            <p:nvPr/>
          </p:nvGrpSpPr>
          <p:grpSpPr>
            <a:xfrm>
              <a:off x="4376606" y="1180256"/>
              <a:ext cx="4336444" cy="3574425"/>
              <a:chOff x="2624006" y="1180256"/>
              <a:chExt cx="4336444" cy="3574425"/>
            </a:xfrm>
          </p:grpSpPr>
          <p:sp>
            <p:nvSpPr>
              <p:cNvPr id="192" name="Google Shape;192;p21"/>
              <p:cNvSpPr txBox="1"/>
              <p:nvPr/>
            </p:nvSpPr>
            <p:spPr>
              <a:xfrm>
                <a:off x="3243300" y="270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1"/>
              <p:cNvSpPr txBox="1"/>
              <p:nvPr/>
            </p:nvSpPr>
            <p:spPr>
              <a:xfrm>
                <a:off x="5097475" y="270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1"/>
              <p:cNvSpPr txBox="1"/>
              <p:nvPr/>
            </p:nvSpPr>
            <p:spPr>
              <a:xfrm>
                <a:off x="3533343" y="1867956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1"/>
              <p:cNvSpPr txBox="1"/>
              <p:nvPr/>
            </p:nvSpPr>
            <p:spPr>
              <a:xfrm>
                <a:off x="4320000" y="179905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1"/>
              <p:cNvSpPr txBox="1"/>
              <p:nvPr/>
            </p:nvSpPr>
            <p:spPr>
              <a:xfrm>
                <a:off x="4541475" y="1180256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1"/>
              <p:cNvSpPr txBox="1"/>
              <p:nvPr/>
            </p:nvSpPr>
            <p:spPr>
              <a:xfrm>
                <a:off x="6632250" y="3287775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1"/>
              <p:cNvSpPr txBox="1"/>
              <p:nvPr/>
            </p:nvSpPr>
            <p:spPr>
              <a:xfrm>
                <a:off x="5151562" y="4096781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1"/>
              <p:cNvSpPr txBox="1"/>
              <p:nvPr/>
            </p:nvSpPr>
            <p:spPr>
              <a:xfrm>
                <a:off x="4346850" y="3850669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1"/>
              <p:cNvSpPr txBox="1"/>
              <p:nvPr/>
            </p:nvSpPr>
            <p:spPr>
              <a:xfrm>
                <a:off x="2624006" y="3780000"/>
                <a:ext cx="328200" cy="6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G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1" name="Google Shape;201;p21"/>
          <p:cNvSpPr txBox="1"/>
          <p:nvPr/>
        </p:nvSpPr>
        <p:spPr>
          <a:xfrm>
            <a:off x="466875" y="3635850"/>
            <a:ext cx="577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an equilateral triangle, using the line as one of the edges.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 rot="10800000" flipH="1">
            <a:off x="4335775" y="5158675"/>
            <a:ext cx="1524000" cy="65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476400" y="5932400"/>
            <a:ext cx="6268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an isosceles triangle where the equal edges are 9 units and the base edge is 7 units.  Use this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669" y="8121199"/>
            <a:ext cx="2321805" cy="258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466875" y="8503125"/>
            <a:ext cx="5644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tetrahedron is a 3D shape with four equilateral triangular faces.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the net of a tetrahedron. 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raw this on a separate sheet of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4075" y="8451825"/>
            <a:ext cx="1449798" cy="152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Constructing triangles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2024-02-06T10:12:51.638</cp:lastPrinted>
  <dcterms:created xsi:type="dcterms:W3CDTF">2024-02-06T10:12:51Z</dcterms:created>
  <dcterms:modified xsi:type="dcterms:W3CDTF">2024-02-06T10:16:13Z</dcterms:modified>
</cp:coreProperties>
</file>