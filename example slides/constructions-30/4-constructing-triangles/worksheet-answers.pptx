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Relationship Id="rId8" Type="http://schemas.openxmlformats.org/officeDocument/2006/relationships/image" Target="../media/image17.png" /><Relationship Id="rId9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grpSp>
        <p:nvGrpSpPr>
          <p:cNvPr id="171" name="Google Shape;171;p20"/>
          <p:cNvGrpSpPr/>
          <p:nvPr/>
        </p:nvGrpSpPr>
        <p:grpSpPr>
          <a:xfrm>
            <a:off x="799150" y="3924025"/>
            <a:ext cx="2068324" cy="1156010"/>
            <a:chOff x="808675" y="4190725"/>
            <a:chExt cx="2068324" cy="1156010"/>
          </a:xfrm>
        </p:grpSpPr>
        <p:pic>
          <p:nvPicPr>
            <p:cNvPr id="172" name="Google Shape;17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8675" y="4190725"/>
              <a:ext cx="2068324" cy="1156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0"/>
            <p:cNvSpPr/>
            <p:nvPr/>
          </p:nvSpPr>
          <p:spPr>
            <a:xfrm rot="-3157394">
              <a:off x="1495483" y="4396690"/>
              <a:ext cx="196688" cy="18492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4200" y="1930676"/>
            <a:ext cx="2380851" cy="146292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457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Constructing a scalene triangle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1749900"/>
            <a:ext cx="2792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Construct this triangle accurately.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56302" y="2166306"/>
            <a:ext cx="2380837" cy="960280"/>
          </a:xfrm>
          <a:custGeom>
            <a:rect l="l" t="t" r="r" b="b"/>
            <a:pathLst>
              <a:path w="82112" h="24114" extrusionOk="0">
                <a:moveTo>
                  <a:pt x="0" y="0"/>
                </a:moveTo>
                <a:lnTo>
                  <a:pt x="25946" y="24114"/>
                </a:lnTo>
                <a:lnTo>
                  <a:pt x="82112" y="2380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80" name="Google Shape;180;p20"/>
          <p:cNvCxnSpPr/>
          <p:nvPr/>
        </p:nvCxnSpPr>
        <p:spPr>
          <a:xfrm>
            <a:off x="916315" y="2057413"/>
            <a:ext cx="2400900" cy="953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769550" y="2254052"/>
            <a:ext cx="726900" cy="94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2" name="Google Shape;182;p20"/>
          <p:cNvCxnSpPr/>
          <p:nvPr/>
        </p:nvCxnSpPr>
        <p:spPr>
          <a:xfrm flipH="1">
            <a:off x="1628781" y="3231091"/>
            <a:ext cx="1614900" cy="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1866925" y="2177300"/>
            <a:ext cx="77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22775" y="2562404"/>
            <a:ext cx="77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133429" y="3238606"/>
            <a:ext cx="77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95828" y="3314457"/>
            <a:ext cx="64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78144" y="2441950"/>
            <a:ext cx="64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542500" y="2722325"/>
            <a:ext cx="60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/>
          <p:nvPr/>
        </p:nvSpPr>
        <p:spPr>
          <a:xfrm rot="-6538745">
            <a:off x="4006194" y="3081592"/>
            <a:ext cx="409565" cy="409565"/>
          </a:xfrm>
          <a:prstGeom prst="pie">
            <a:avLst>
              <a:gd name="adj1" fmla="val 21297119"/>
              <a:gd name="adj2" fmla="val 6497995"/>
            </a:avLst>
          </a:prstGeom>
          <a:solidFill>
            <a:schemeClr val="lt1"/>
          </a:solidFill>
          <a:ln w="19050" cap="flat" cmpd="sng">
            <a:solidFill>
              <a:srgbClr val="6161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-6538745">
            <a:off x="5514314" y="3078564"/>
            <a:ext cx="409565" cy="409565"/>
          </a:xfrm>
          <a:prstGeom prst="pie">
            <a:avLst>
              <a:gd name="adj1" fmla="val 17330656"/>
              <a:gd name="adj2" fmla="val 19143384"/>
            </a:avLst>
          </a:prstGeom>
          <a:solidFill>
            <a:schemeClr val="lt1"/>
          </a:solidFill>
          <a:ln w="19050" cap="flat" cmpd="sng">
            <a:solidFill>
              <a:srgbClr val="6161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329800" y="2936296"/>
            <a:ext cx="47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115°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139028" y="3071850"/>
            <a:ext cx="31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295449" y="1664250"/>
            <a:ext cx="297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 drawn to scale.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 check your accuracy, measure the marked angles with a protractor.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6875" y="3592988"/>
            <a:ext cx="5612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Construct the triangle with edge lengths 6 cm, 8 cm and 10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547100" y="5038538"/>
            <a:ext cx="57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236139" y="4340086"/>
            <a:ext cx="42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99675" y="4339025"/>
            <a:ext cx="39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238000" y="3900875"/>
            <a:ext cx="3809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 drawn to scale.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angle between the 6 cm edge and the 8 cm edge should be 90°. Use a protractor to check it.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76400" y="5340825"/>
            <a:ext cx="5612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triangle ABC, where AB = 12 cm, BC = 13 cm and AC = 50 mm.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3350" y="5676201"/>
            <a:ext cx="2632449" cy="11167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1203325" y="5646450"/>
            <a:ext cx="3357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 drawn to scale.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angle between AB and AC should be 90°. Use a protractor to check it.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215373" y="5583850"/>
            <a:ext cx="21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885075" y="6652800"/>
            <a:ext cx="21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623377" y="6651250"/>
            <a:ext cx="21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094232" y="6780150"/>
            <a:ext cx="523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861524" y="6019800"/>
            <a:ext cx="523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419241" y="6093625"/>
            <a:ext cx="523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76400" y="6950550"/>
            <a:ext cx="45222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Construct the scalene triangle that has an edge of 6 cm, an edge of 7 cm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erimeter of 23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800" y="7284274"/>
            <a:ext cx="2170901" cy="106317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 rot="-6538322">
            <a:off x="4638498" y="7971654"/>
            <a:ext cx="627487" cy="627487"/>
          </a:xfrm>
          <a:prstGeom prst="pie">
            <a:avLst>
              <a:gd name="adj1" fmla="val 3936174"/>
              <a:gd name="adj2" fmla="val 6497995"/>
            </a:avLst>
          </a:prstGeom>
          <a:solidFill>
            <a:schemeClr val="lt1"/>
          </a:solidFill>
          <a:ln w="19050" cap="flat" cmpd="sng">
            <a:solidFill>
              <a:srgbClr val="6161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 rot="6871126">
            <a:off x="6665186" y="7964840"/>
            <a:ext cx="627483" cy="627483"/>
          </a:xfrm>
          <a:prstGeom prst="pie">
            <a:avLst>
              <a:gd name="adj1" fmla="val 3936174"/>
              <a:gd name="adj2" fmla="val 6075904"/>
            </a:avLst>
          </a:prstGeom>
          <a:solidFill>
            <a:schemeClr val="lt1"/>
          </a:solidFill>
          <a:ln w="19050" cap="flat" cmpd="sng">
            <a:solidFill>
              <a:srgbClr val="6161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720042" y="8320500"/>
            <a:ext cx="50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376998" y="7640200"/>
            <a:ext cx="50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998622" y="7678650"/>
            <a:ext cx="50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263115" y="8066500"/>
            <a:ext cx="37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371965" y="8063325"/>
            <a:ext cx="37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flipH="1">
            <a:off x="470400" y="7488750"/>
            <a:ext cx="4288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the perimeter is 23 cm and two of the edges sum to 13 cm, then the third edge will need to have a length of 10 cm. </a:t>
            </a: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check your accuracy, measure the marked angles with a protractor.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267600" y="6988725"/>
            <a:ext cx="878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 drawn to scale.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76400" y="8684100"/>
            <a:ext cx="4671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Construct a scalene triangle with a perimeter of 180 mm.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52975" y="8774409"/>
            <a:ext cx="1614900" cy="107233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 flipH="1">
            <a:off x="1630450" y="8957175"/>
            <a:ext cx="250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 example of a correct answer (Not drawn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to scale)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271431" y="9798050"/>
            <a:ext cx="77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70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041219" y="9096975"/>
            <a:ext cx="77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11135" y="9131075"/>
            <a:ext cx="77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sp>
        <p:nvSpPr>
          <p:cNvPr id="230" name="Google Shape;23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1" name="Google Shape;23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Constructing triangles with equal edges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6875" y="1216500"/>
            <a:ext cx="367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XY is an edge of a triangle. Which of the points A to G when joined to XY would create: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6875" y="1730850"/>
            <a:ext cx="2110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 isosceles triangle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6875" y="2892900"/>
            <a:ext cx="295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right-angled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isosceles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6875" y="2302350"/>
            <a:ext cx="2496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right-angled triangle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1"/>
          <p:cNvGrpSpPr/>
          <p:nvPr/>
        </p:nvGrpSpPr>
        <p:grpSpPr>
          <a:xfrm>
            <a:off x="3562924" y="1147440"/>
            <a:ext cx="3445474" cy="2512989"/>
            <a:chOff x="3803569" y="1173394"/>
            <a:chExt cx="4909481" cy="3581287"/>
          </a:xfrm>
        </p:grpSpPr>
        <p:pic>
          <p:nvPicPr>
            <p:cNvPr id="240" name="Google Shape;24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03569" y="1173394"/>
              <a:ext cx="4769809" cy="34441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" name="Google Shape;241;p21"/>
            <p:cNvGrpSpPr/>
            <p:nvPr/>
          </p:nvGrpSpPr>
          <p:grpSpPr>
            <a:xfrm>
              <a:off x="4376606" y="1180256"/>
              <a:ext cx="4336444" cy="3574425"/>
              <a:chOff x="2624006" y="1180256"/>
              <a:chExt cx="4336444" cy="3574425"/>
            </a:xfrm>
          </p:grpSpPr>
          <p:sp>
            <p:nvSpPr>
              <p:cNvPr id="242" name="Google Shape;242;p21"/>
              <p:cNvSpPr txBox="1"/>
              <p:nvPr/>
            </p:nvSpPr>
            <p:spPr>
              <a:xfrm>
                <a:off x="3243300" y="270000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3" name="Google Shape;243;p21"/>
              <p:cNvSpPr txBox="1"/>
              <p:nvPr/>
            </p:nvSpPr>
            <p:spPr>
              <a:xfrm>
                <a:off x="5097475" y="270000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4" name="Google Shape;244;p21"/>
              <p:cNvSpPr txBox="1"/>
              <p:nvPr/>
            </p:nvSpPr>
            <p:spPr>
              <a:xfrm>
                <a:off x="3533343" y="1867956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5" name="Google Shape;245;p21"/>
              <p:cNvSpPr txBox="1"/>
              <p:nvPr/>
            </p:nvSpPr>
            <p:spPr>
              <a:xfrm>
                <a:off x="4320000" y="179905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6" name="Google Shape;246;p21"/>
              <p:cNvSpPr txBox="1"/>
              <p:nvPr/>
            </p:nvSpPr>
            <p:spPr>
              <a:xfrm>
                <a:off x="4541475" y="1180256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7" name="Google Shape;247;p21"/>
              <p:cNvSpPr txBox="1"/>
              <p:nvPr/>
            </p:nvSpPr>
            <p:spPr>
              <a:xfrm>
                <a:off x="6632250" y="3287775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" name="Google Shape;248;p21"/>
              <p:cNvSpPr txBox="1"/>
              <p:nvPr/>
            </p:nvSpPr>
            <p:spPr>
              <a:xfrm>
                <a:off x="5151562" y="4096781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9" name="Google Shape;249;p21"/>
              <p:cNvSpPr txBox="1"/>
              <p:nvPr/>
            </p:nvSpPr>
            <p:spPr>
              <a:xfrm>
                <a:off x="4346850" y="3850669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0" name="Google Shape;250;p21"/>
              <p:cNvSpPr txBox="1"/>
              <p:nvPr/>
            </p:nvSpPr>
            <p:spPr>
              <a:xfrm>
                <a:off x="2624006" y="378000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G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51" name="Google Shape;251;p21"/>
          <p:cNvSpPr txBox="1"/>
          <p:nvPr/>
        </p:nvSpPr>
        <p:spPr>
          <a:xfrm>
            <a:off x="641375" y="1964850"/>
            <a:ext cx="138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B, C, D, F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10750" y="2566650"/>
            <a:ext cx="138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and 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18200" y="3126425"/>
            <a:ext cx="138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here isn’t one.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66875" y="3635850"/>
            <a:ext cx="5779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Construct an equilateral triangle, using the line as one of the edges.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1075" y="3982026"/>
            <a:ext cx="1667700" cy="191848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1206625" y="4135175"/>
            <a:ext cx="277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heck your angles with a protractor; they should all be 60°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7" name="Google Shape;257;p21"/>
          <p:cNvCxnSpPr/>
          <p:nvPr/>
        </p:nvCxnSpPr>
        <p:spPr>
          <a:xfrm rot="10800000" flipH="1">
            <a:off x="4335775" y="5158675"/>
            <a:ext cx="1524000" cy="65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21"/>
          <p:cNvSpPr txBox="1"/>
          <p:nvPr/>
        </p:nvSpPr>
        <p:spPr>
          <a:xfrm>
            <a:off x="476400" y="5932400"/>
            <a:ext cx="62682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an isosceles triangle where the equal edges are 9 units and the base edge is 7 units.  Use this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9669" y="8121199"/>
            <a:ext cx="2321805" cy="258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6713" y="6378659"/>
            <a:ext cx="2277906" cy="177061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/>
          <p:nvPr/>
        </p:nvSpPr>
        <p:spPr>
          <a:xfrm rot="-6217144">
            <a:off x="3742957" y="7672935"/>
            <a:ext cx="829421" cy="829421"/>
          </a:xfrm>
          <a:prstGeom prst="pie">
            <a:avLst>
              <a:gd name="adj1" fmla="val 2166461"/>
              <a:gd name="adj2" fmla="val 6227936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 rot="-6216687">
            <a:off x="3799112" y="7726065"/>
            <a:ext cx="716421" cy="716421"/>
          </a:xfrm>
          <a:prstGeom prst="pie">
            <a:avLst>
              <a:gd name="adj1" fmla="val 2166461"/>
              <a:gd name="adj2" fmla="val 6227936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 rot="7309183">
            <a:off x="5982542" y="7726098"/>
            <a:ext cx="716361" cy="716361"/>
          </a:xfrm>
          <a:prstGeom prst="pie">
            <a:avLst>
              <a:gd name="adj1" fmla="val 3505048"/>
              <a:gd name="adj2" fmla="val 6227936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729750" y="7807650"/>
            <a:ext cx="38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46°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518250" y="7645725"/>
            <a:ext cx="38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67°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785800" y="6646675"/>
            <a:ext cx="166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Check your angles with a protractor.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66875" y="8503125"/>
            <a:ext cx="56442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tetrahedron is a 3D shape with four equilateral triangular faces.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the net of a tetrahedron. 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raw this on a separate sheet of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8" name="Google Shape;26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44075" y="8451825"/>
            <a:ext cx="1449798" cy="152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9025" y="8885637"/>
            <a:ext cx="1235551" cy="105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62786" y="9187950"/>
            <a:ext cx="1728540" cy="786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466725" y="8972550"/>
            <a:ext cx="2722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 distinct nets of a tetrahedron</a:t>
            </a:r>
            <a:endParaRPr sz="8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Constructing triangles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2024-02-06T10:13:01.352</cp:lastPrinted>
  <dcterms:created xsi:type="dcterms:W3CDTF">2024-02-06T10:13:01Z</dcterms:created>
  <dcterms:modified xsi:type="dcterms:W3CDTF">2024-02-06T10:16:25Z</dcterms:modified>
</cp:coreProperties>
</file>