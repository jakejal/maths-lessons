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a93359e7b8_1_23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a93359e7b8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Bisecting an angle</a:t>
            </a:r>
            <a:endParaRPr/>
          </a:p>
        </p:txBody>
      </p:sp>
      <p:cxnSp>
        <p:nvCxnSpPr>
          <p:cNvPr id="160" name="Google Shape;160;p20"/>
          <p:cNvCxnSpPr/>
          <p:nvPr/>
        </p:nvCxnSpPr>
        <p:spPr>
          <a:xfrm>
            <a:off x="474750" y="982731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20"/>
          <p:cNvCxnSpPr/>
          <p:nvPr/>
        </p:nvCxnSpPr>
        <p:spPr>
          <a:xfrm>
            <a:off x="550950" y="982731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20"/>
          <p:cNvPicPr preferRelativeResize="0"/>
          <p:nvPr/>
        </p:nvPicPr>
        <p:blipFill rotWithShape="1">
          <a:blip r:embed="rId3">
            <a:alphaModFix amt="50000"/>
          </a:blip>
          <a:srcRect b="0" l="0" r="0" t="4205"/>
          <a:stretch/>
        </p:blipFill>
        <p:spPr>
          <a:xfrm>
            <a:off x="550950" y="1687375"/>
            <a:ext cx="6610501" cy="288951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/>
        </p:nvSpPr>
        <p:spPr>
          <a:xfrm>
            <a:off x="468000" y="1391275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Constructing a rhombus from an angle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75844" y="1634800"/>
            <a:ext cx="6606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Complete each construction to draw a rhombus.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3503325" y="1933160"/>
            <a:ext cx="13575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B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855392" y="1954411"/>
            <a:ext cx="13575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A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5314817" y="1960862"/>
            <a:ext cx="13575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C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66875" y="5054275"/>
            <a:ext cx="849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Complete each construction to draw a rhombus.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564250" y="8479550"/>
            <a:ext cx="2482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Using a protractor, measure the opposite angles of each rhombus. If each pair of opposite angles are the same size, then your construction is accurate!</a:t>
            </a:r>
            <a:endParaRPr b="0" i="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535534" y="8122138"/>
            <a:ext cx="17106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C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 amt="50000"/>
          </a:blip>
          <a:srcRect b="0" l="0" r="33761" t="0"/>
          <a:stretch/>
        </p:blipFill>
        <p:spPr>
          <a:xfrm>
            <a:off x="809371" y="4763275"/>
            <a:ext cx="5627777" cy="33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4702657" y="5007403"/>
            <a:ext cx="174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B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78257" y="5527753"/>
            <a:ext cx="174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A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" name="Google Shape;174;p20"/>
          <p:cNvPicPr preferRelativeResize="0"/>
          <p:nvPr/>
        </p:nvPicPr>
        <p:blipFill rotWithShape="1">
          <a:blip r:embed="rId4">
            <a:alphaModFix amt="50000"/>
          </a:blip>
          <a:srcRect b="25644" l="65731" r="0" t="12128"/>
          <a:stretch/>
        </p:blipFill>
        <p:spPr>
          <a:xfrm>
            <a:off x="981302" y="7363502"/>
            <a:ext cx="3404525" cy="2463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0" name="Google Shape;180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Bisecting an angle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1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 Light"/>
                <a:ea typeface="Lexend Light"/>
                <a:cs typeface="Lexend Light"/>
                <a:sym typeface="Lexend Light"/>
              </a:rPr>
              <a:t>Mathematics in Education and Industry.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1463400" y="360000"/>
            <a:ext cx="4782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Bisecting an angle</a:t>
            </a:r>
            <a:endParaRPr sz="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cxnSp>
        <p:nvCxnSpPr>
          <p:cNvPr id="187" name="Google Shape;187;p21"/>
          <p:cNvCxnSpPr/>
          <p:nvPr/>
        </p:nvCxnSpPr>
        <p:spPr>
          <a:xfrm>
            <a:off x="474750" y="4216985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21"/>
          <p:cNvSpPr txBox="1"/>
          <p:nvPr/>
        </p:nvSpPr>
        <p:spPr>
          <a:xfrm>
            <a:off x="468000" y="4324975"/>
            <a:ext cx="5490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Bisecting an angle using rhombi constructions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9" name="Google Shape;189;p21"/>
          <p:cNvCxnSpPr/>
          <p:nvPr/>
        </p:nvCxnSpPr>
        <p:spPr>
          <a:xfrm>
            <a:off x="474750" y="993436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21"/>
          <p:cNvSpPr txBox="1"/>
          <p:nvPr/>
        </p:nvSpPr>
        <p:spPr>
          <a:xfrm>
            <a:off x="468000" y="69595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Efficient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construction of a rhombus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1" name="Google Shape;191;p21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314475" y="1332314"/>
            <a:ext cx="6729474" cy="2353239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466875" y="946175"/>
            <a:ext cx="6543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By only drawing arcs and straight lines, complete the construction of each rhombus.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2882850" y="1435015"/>
            <a:ext cx="14706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B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396370" y="1452324"/>
            <a:ext cx="1382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A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4747657" y="1398902"/>
            <a:ext cx="14706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C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5061203" y="3549175"/>
            <a:ext cx="1382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D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466875" y="4565675"/>
            <a:ext cx="6610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These constructions show partially drawn angle bisectors.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a) Using a protractor, measure the acute or obtuse angle.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b) Complete each construction.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c) Using a protractor, measure the bisected angle and chec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k</a:t>
            </a: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it is half the original angle.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8" name="Google Shape;198;p2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550190" y="5553538"/>
            <a:ext cx="6301988" cy="200966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609600" y="7176975"/>
            <a:ext cx="13824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angle bisector A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2485172" y="6666269"/>
            <a:ext cx="15141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angle bisector B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4008027" y="7048331"/>
            <a:ext cx="15141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angle bisector C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5428995" y="5459559"/>
            <a:ext cx="15987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angle bisector D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3" name="Google Shape;20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91035" y="7922694"/>
            <a:ext cx="4980651" cy="178372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1374188" y="7982992"/>
            <a:ext cx="354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2480490" y="7982992"/>
            <a:ext cx="354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4823745" y="7982992"/>
            <a:ext cx="354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476400" y="7547000"/>
            <a:ext cx="605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Bisect each of the given angles, and measure the size of the bisected angle.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