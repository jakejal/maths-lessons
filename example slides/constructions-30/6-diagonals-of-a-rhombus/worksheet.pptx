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4" name="Shape 234"/>
        <p:cNvGrpSpPr/>
        <p:nvPr/>
      </p:nvGrpSpPr>
      <p:grpSpPr>
        <a:xfrm>
          <a:off x="0" y="0"/>
          <a:ext cx="0" cy="0"/>
        </a:xfrm>
      </p:grpSpPr>
      <p:sp>
        <p:nvSpPr>
          <p:cNvPr id="235" name="Google Shape;23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Diagonals of a rhombus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57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Isosceles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 rot="2086670">
            <a:off x="1457555" y="2053156"/>
            <a:ext cx="381314" cy="372738"/>
          </a:xfrm>
          <a:prstGeom prst="pie">
            <a:avLst>
              <a:gd name="adj1" fmla="val 1323964"/>
              <a:gd name="adj2" fmla="val 33962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rcRect l="8383" t="22581" r="65028" b="39429"/>
          <a:stretch>
            <a:fillRect/>
          </a:stretch>
        </p:blipFill>
        <p:spPr>
          <a:xfrm>
            <a:off x="596244" y="2091257"/>
            <a:ext cx="2054210" cy="163639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1583148" y="3509858"/>
            <a:ext cx="59700" cy="59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 rot="-3428894">
            <a:off x="557403" y="3383914"/>
            <a:ext cx="381037" cy="372799"/>
          </a:xfrm>
          <a:prstGeom prst="pie">
            <a:avLst>
              <a:gd name="adj1" fmla="val 135894"/>
              <a:gd name="adj2" fmla="val 344406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1749900"/>
            <a:ext cx="87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Decide which of the following are isosceles triangles. If not, state why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rcRect l="36705" t="8278" r="40864" b="61386"/>
          <a:stretch>
            <a:fillRect/>
          </a:stretch>
        </p:blipFill>
        <p:spPr>
          <a:xfrm>
            <a:off x="4883590" y="1986840"/>
            <a:ext cx="1733025" cy="130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rcRect l="68069" t="2674" r="14445" b="71310"/>
          <a:stretch>
            <a:fillRect/>
          </a:stretch>
        </p:blipFill>
        <p:spPr>
          <a:xfrm>
            <a:off x="3221095" y="2006854"/>
            <a:ext cx="1350905" cy="112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rcRect l="46439" t="53271" r="36076" b="20713"/>
          <a:stretch>
            <a:fillRect/>
          </a:stretch>
        </p:blipFill>
        <p:spPr>
          <a:xfrm>
            <a:off x="5330481" y="3868816"/>
            <a:ext cx="1350905" cy="112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rcRect l="3212" t="68425" r="73355" b="5559"/>
          <a:stretch>
            <a:fillRect/>
          </a:stretch>
        </p:blipFill>
        <p:spPr>
          <a:xfrm rot="8875278">
            <a:off x="2851740" y="3718365"/>
            <a:ext cx="1810468" cy="112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l="74206" t="38356" r="10228" b="14020"/>
          <a:stretch>
            <a:fillRect/>
          </a:stretch>
        </p:blipFill>
        <p:spPr>
          <a:xfrm rot="-5400000">
            <a:off x="908232" y="3631505"/>
            <a:ext cx="1202555" cy="205138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2333410" y="4627131"/>
            <a:ext cx="59700" cy="59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 rot="-536565">
            <a:off x="3702625" y="4254918"/>
            <a:ext cx="59827" cy="59827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2700000">
            <a:off x="3852518" y="2576958"/>
            <a:ext cx="59821" cy="59821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745805" y="3126412"/>
            <a:ext cx="59700" cy="59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 rot="2456596">
            <a:off x="6085283" y="4495089"/>
            <a:ext cx="59971" cy="59971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 rot="2700000">
            <a:off x="5556429" y="1894061"/>
            <a:ext cx="380989" cy="372928"/>
          </a:xfrm>
          <a:prstGeom prst="pie">
            <a:avLst>
              <a:gd name="adj1" fmla="val 671401"/>
              <a:gd name="adj2" fmla="val 4552821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flipH="1">
            <a:off x="3335976" y="2114154"/>
            <a:ext cx="0" cy="92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9" name="Google Shape;179;p20"/>
          <p:cNvCxnSpPr/>
          <p:nvPr/>
        </p:nvCxnSpPr>
        <p:spPr>
          <a:xfrm rot="-1925300">
            <a:off x="3824598" y="4181047"/>
            <a:ext cx="812648" cy="32496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" name="Google Shape;180;p20"/>
          <p:cNvCxnSpPr/>
          <p:nvPr/>
        </p:nvCxnSpPr>
        <p:spPr>
          <a:xfrm rot="-1924915">
            <a:off x="2958798" y="4311109"/>
            <a:ext cx="809405" cy="35126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1" name="Google Shape;181;p20"/>
          <p:cNvSpPr/>
          <p:nvPr/>
        </p:nvSpPr>
        <p:spPr>
          <a:xfrm rot="5129019">
            <a:off x="2204884" y="3991794"/>
            <a:ext cx="380983" cy="372861"/>
          </a:xfrm>
          <a:prstGeom prst="pie">
            <a:avLst>
              <a:gd name="adj1" fmla="val 330144"/>
              <a:gd name="adj2" fmla="val 472136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rot="5670981" flipH="1">
            <a:off x="2202121" y="4879290"/>
            <a:ext cx="380983" cy="372861"/>
          </a:xfrm>
          <a:prstGeom prst="pie">
            <a:avLst>
              <a:gd name="adj1" fmla="val 330144"/>
              <a:gd name="adj2" fmla="val 472136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 rot="10800000">
            <a:off x="5368242" y="4096550"/>
            <a:ext cx="669900" cy="543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" name="Google Shape;184;p20"/>
          <p:cNvCxnSpPr/>
          <p:nvPr/>
        </p:nvCxnSpPr>
        <p:spPr>
          <a:xfrm rot="-7739060">
            <a:off x="6315325" y="4189734"/>
            <a:ext cx="669996" cy="54410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" name="Google Shape;185;p20"/>
          <p:cNvSpPr txBox="1"/>
          <p:nvPr/>
        </p:nvSpPr>
        <p:spPr>
          <a:xfrm>
            <a:off x="944414" y="3325639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766094" y="2157025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985137" y="4292271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985137" y="4715646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925026" y="2020655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-3428894">
            <a:off x="4890280" y="3002489"/>
            <a:ext cx="381037" cy="372799"/>
          </a:xfrm>
          <a:prstGeom prst="pie">
            <a:avLst>
              <a:gd name="adj1" fmla="val 21512713"/>
              <a:gd name="adj2" fmla="val 344406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265722" y="2922584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617958" y="3120898"/>
            <a:ext cx="60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717328" y="2415070"/>
            <a:ext cx="60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149665" y="4502024"/>
            <a:ext cx="60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968001" y="4390963"/>
            <a:ext cx="74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368106" y="4344028"/>
            <a:ext cx="40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711275" y="4191628"/>
            <a:ext cx="40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 rot="10800000" flipH="1">
            <a:off x="1680863" y="2266808"/>
            <a:ext cx="92400" cy="92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0"/>
          <p:cNvCxnSpPr/>
          <p:nvPr/>
        </p:nvCxnSpPr>
        <p:spPr>
          <a:xfrm rot="10800000" flipH="1">
            <a:off x="5760832" y="2138394"/>
            <a:ext cx="164100" cy="4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p20"/>
          <p:cNvSpPr txBox="1"/>
          <p:nvPr/>
        </p:nvSpPr>
        <p:spPr>
          <a:xfrm>
            <a:off x="466725" y="214701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520934" y="214701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025507" y="214701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6725" y="396500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520934" y="396500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025507" y="3965008"/>
            <a:ext cx="3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99457" y="5817075"/>
            <a:ext cx="6742200" cy="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Add notation marks to the diagrams, where appropriate.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 rot="1999361">
            <a:off x="1036561" y="6306195"/>
            <a:ext cx="1362510" cy="1832545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>
            <a:stCxn id="207" idx="0"/>
            <a:endCxn id="207" idx="3"/>
          </p:cNvCxnSpPr>
          <p:nvPr/>
        </p:nvCxnSpPr>
        <p:spPr>
          <a:xfrm flipH="1">
            <a:off x="1214416" y="6456867"/>
            <a:ext cx="1006800" cy="153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9" name="Google Shape;209;p20"/>
          <p:cNvSpPr/>
          <p:nvPr/>
        </p:nvSpPr>
        <p:spPr>
          <a:xfrm rot="2071546">
            <a:off x="1154842" y="7856277"/>
            <a:ext cx="102686" cy="10268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 rot="10800000" flipH="1">
            <a:off x="1893476" y="6490630"/>
            <a:ext cx="423600" cy="192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" name="Google Shape;211;p20"/>
          <p:cNvSpPr txBox="1"/>
          <p:nvPr/>
        </p:nvSpPr>
        <p:spPr>
          <a:xfrm rot="-2897">
            <a:off x="2167720" y="7329782"/>
            <a:ext cx="71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/>
          </a:p>
        </p:txBody>
      </p:sp>
      <p:cxnSp>
        <p:nvCxnSpPr>
          <p:cNvPr id="212" name="Google Shape;212;p20"/>
          <p:cNvCxnSpPr/>
          <p:nvPr/>
        </p:nvCxnSpPr>
        <p:spPr>
          <a:xfrm rot="-8224077" flipH="1">
            <a:off x="1119391" y="5995500"/>
            <a:ext cx="423267" cy="192350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3" name="Google Shape;213;p20"/>
          <p:cNvSpPr txBox="1"/>
          <p:nvPr/>
        </p:nvSpPr>
        <p:spPr>
          <a:xfrm rot="-2897">
            <a:off x="876748" y="6621532"/>
            <a:ext cx="71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/>
          </a:p>
        </p:txBody>
      </p:sp>
      <p:sp>
        <p:nvSpPr>
          <p:cNvPr id="214" name="Google Shape;214;p20"/>
          <p:cNvSpPr/>
          <p:nvPr/>
        </p:nvSpPr>
        <p:spPr>
          <a:xfrm>
            <a:off x="3110343" y="6482301"/>
            <a:ext cx="3787800" cy="8565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0"/>
          <p:cNvCxnSpPr>
            <a:stCxn id="214" idx="0"/>
            <a:endCxn id="214" idx="3"/>
          </p:cNvCxnSpPr>
          <p:nvPr/>
        </p:nvCxnSpPr>
        <p:spPr>
          <a:xfrm flipH="1">
            <a:off x="5004243" y="6482301"/>
            <a:ext cx="0" cy="856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6" name="Google Shape;216;p20"/>
          <p:cNvSpPr/>
          <p:nvPr/>
        </p:nvSpPr>
        <p:spPr>
          <a:xfrm>
            <a:off x="4898968" y="7230245"/>
            <a:ext cx="105300" cy="1053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 rot="-1949239">
            <a:off x="2778476" y="7010390"/>
            <a:ext cx="654052" cy="654052"/>
          </a:xfrm>
          <a:prstGeom prst="pie">
            <a:avLst>
              <a:gd name="adj1" fmla="val 543387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 rot="1949239" flipH="1">
            <a:off x="6575699" y="7010390"/>
            <a:ext cx="654052" cy="654052"/>
          </a:xfrm>
          <a:prstGeom prst="pie">
            <a:avLst>
              <a:gd name="adj1" fmla="val 543387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527911" y="7113414"/>
            <a:ext cx="37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168563" y="7113414"/>
            <a:ext cx="37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664772" y="8379675"/>
            <a:ext cx="1360800" cy="136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0"/>
          <p:cNvCxnSpPr>
            <a:stCxn id="221" idx="2"/>
          </p:cNvCxnSpPr>
          <p:nvPr/>
        </p:nvCxnSpPr>
        <p:spPr>
          <a:xfrm rot="10800000" flipH="1">
            <a:off x="3664772" y="9060075"/>
            <a:ext cx="680400" cy="680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3" name="Google Shape;223;p20"/>
          <p:cNvSpPr/>
          <p:nvPr/>
        </p:nvSpPr>
        <p:spPr>
          <a:xfrm rot="3526975">
            <a:off x="3333693" y="8051214"/>
            <a:ext cx="674922" cy="674922"/>
          </a:xfrm>
          <a:prstGeom prst="pie">
            <a:avLst>
              <a:gd name="adj1" fmla="val 20758785"/>
              <a:gd name="adj2" fmla="val 19174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664772" y="9589553"/>
            <a:ext cx="150600" cy="1506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3696276" y="8712450"/>
            <a:ext cx="38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 rot="2700000">
            <a:off x="4290815" y="9083354"/>
            <a:ext cx="108612" cy="108612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 rot="5686355">
            <a:off x="1903243" y="6144625"/>
            <a:ext cx="638213" cy="638213"/>
          </a:xfrm>
          <a:prstGeom prst="pie">
            <a:avLst>
              <a:gd name="adj1" fmla="val 543387"/>
              <a:gd name="adj2" fmla="val 180374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 rot="6858748">
            <a:off x="1896899" y="6144628"/>
            <a:ext cx="638309" cy="638309"/>
          </a:xfrm>
          <a:prstGeom prst="pie">
            <a:avLst>
              <a:gd name="adj1" fmla="val 543387"/>
              <a:gd name="adj2" fmla="val 180374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74575" y="6337143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3106885" y="6337132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106885" y="8272515"/>
            <a:ext cx="33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3" name="Google Shape;2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3200" y="3015050"/>
            <a:ext cx="982956" cy="1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7" name="Shape 237"/>
        <p:cNvGrpSpPr/>
        <p:nvPr/>
      </p:nvGrpSpPr>
      <p:grpSpPr>
        <a:xfrm>
          <a:off x="0" y="0"/>
          <a:ext cx="0" cy="0"/>
        </a:xfrm>
      </p:grpSpPr>
      <p:sp>
        <p:nvSpPr>
          <p:cNvPr id="238" name="Google Shape;23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9" name="Google Shape;23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Diagonals of a rhombus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Properties of a rhombus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 rot="8607302">
            <a:off x="1566789" y="2160478"/>
            <a:ext cx="444367" cy="444367"/>
          </a:xfrm>
          <a:prstGeom prst="pie">
            <a:avLst>
              <a:gd name="adj1" fmla="val 179405"/>
              <a:gd name="adj2" fmla="val 5618576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 rot="-2094757">
            <a:off x="341273" y="2708022"/>
            <a:ext cx="744855" cy="744855"/>
          </a:xfrm>
          <a:prstGeom prst="pie">
            <a:avLst>
              <a:gd name="adj1" fmla="val 77985"/>
              <a:gd name="adj2" fmla="val 2049873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15" y="1567930"/>
            <a:ext cx="2286453" cy="159595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469111" y="1242591"/>
            <a:ext cx="64473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missing angles in these rhombi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084120" y="2686834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1116377" y="1463049"/>
            <a:ext cx="444600" cy="444600"/>
          </a:xfrm>
          <a:prstGeom prst="pie">
            <a:avLst>
              <a:gd name="adj1" fmla="val 0"/>
              <a:gd name="adj2" fmla="val 6861324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810" y="1448618"/>
            <a:ext cx="3706899" cy="195214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/>
          <p:nvPr/>
        </p:nvSpPr>
        <p:spPr>
          <a:xfrm>
            <a:off x="6780637" y="1281712"/>
            <a:ext cx="444600" cy="444600"/>
          </a:xfrm>
          <a:prstGeom prst="pie">
            <a:avLst>
              <a:gd name="adj1" fmla="val 8202162"/>
              <a:gd name="adj2" fmla="val 10210007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rot="1866974">
            <a:off x="5239669" y="2708183"/>
            <a:ext cx="444680" cy="444680"/>
          </a:xfrm>
          <a:prstGeom prst="pie">
            <a:avLst>
              <a:gd name="adj1" fmla="val 8202162"/>
              <a:gd name="adj2" fmla="val 12742143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 rot="1867919">
            <a:off x="3051665" y="2984341"/>
            <a:ext cx="700952" cy="700952"/>
          </a:xfrm>
          <a:prstGeom prst="pie">
            <a:avLst>
              <a:gd name="adj1" fmla="val 17138694"/>
              <a:gd name="adj2" fmla="val 181250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842630" y="1705584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>
            <a:off x="3506812" y="3110262"/>
            <a:ext cx="66300" cy="96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6888553" y="1567920"/>
            <a:ext cx="66300" cy="96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21"/>
          <p:cNvSpPr txBox="1"/>
          <p:nvPr/>
        </p:nvSpPr>
        <p:spPr>
          <a:xfrm>
            <a:off x="607676" y="1620629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379668" y="1620638"/>
            <a:ext cx="32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66875" y="3664425"/>
            <a:ext cx="5885400" cy="19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area of the rhombus in each part: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One diagonal is 8 cm and the other is 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One diagonal is 9 cm and the other is 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Half of one of the diagonals is 5 cm and the other diagonal is 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245250" y="4417350"/>
            <a:ext cx="4030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6875" y="6360000"/>
            <a:ext cx="4956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a rhombus from this set of perpendicular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 flipH="1">
            <a:off x="3751900" y="7458423"/>
            <a:ext cx="0" cy="155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1"/>
          <p:cNvCxnSpPr/>
          <p:nvPr/>
        </p:nvCxnSpPr>
        <p:spPr>
          <a:xfrm flipH="1">
            <a:off x="3751881" y="7284000"/>
            <a:ext cx="0" cy="155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21"/>
          <p:cNvSpPr/>
          <p:nvPr/>
        </p:nvSpPr>
        <p:spPr>
          <a:xfrm>
            <a:off x="3751900" y="7821293"/>
            <a:ext cx="238500" cy="2385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319013" y="1683215"/>
            <a:ext cx="29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371400" y="2249950"/>
            <a:ext cx="21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099938" y="2830977"/>
            <a:ext cx="29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357363" y="2930988"/>
            <a:ext cx="21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062338" y="2697625"/>
            <a:ext cx="21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Diagonals of a rhombus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2024-02-06T10:17:25.752</cp:lastPrinted>
  <dcterms:created xsi:type="dcterms:W3CDTF">2024-02-06T10:17:25Z</dcterms:created>
  <dcterms:modified xsi:type="dcterms:W3CDTF">2024-02-06T10:20:48Z</dcterms:modified>
</cp:coreProperties>
</file>