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87" name="Shape 287"/>
        <p:cNvGrpSpPr/>
        <p:nvPr/>
      </p:nvGrpSpPr>
      <p:grpSpPr>
        <a:xfrm>
          <a:off x="0" y="0"/>
          <a:ext cx="0" cy="0"/>
        </a:xfrm>
      </p:grpSpPr>
      <p:sp>
        <p:nvSpPr>
          <p:cNvPr id="288" name="Google Shape;288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9.png" /><Relationship Id="rId4" Type="http://schemas.openxmlformats.org/officeDocument/2006/relationships/image" Target="../media/image10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Diagonals of a rhombus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57950"/>
            <a:ext cx="4761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Isosceles triangles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/>
          <p:nvPr/>
        </p:nvSpPr>
        <p:spPr>
          <a:xfrm rot="2086670">
            <a:off x="1457555" y="2053156"/>
            <a:ext cx="381314" cy="372738"/>
          </a:xfrm>
          <a:prstGeom prst="pie">
            <a:avLst>
              <a:gd name="adj1" fmla="val 1323964"/>
              <a:gd name="adj2" fmla="val 3396291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3">
            <a:alphaModFix/>
          </a:blip>
          <a:srcRect l="8383" t="22581" r="65028" b="39429"/>
          <a:stretch>
            <a:fillRect/>
          </a:stretch>
        </p:blipFill>
        <p:spPr>
          <a:xfrm>
            <a:off x="596244" y="2091257"/>
            <a:ext cx="2054210" cy="163639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/>
          <p:nvPr/>
        </p:nvSpPr>
        <p:spPr>
          <a:xfrm>
            <a:off x="1583148" y="3509858"/>
            <a:ext cx="59700" cy="597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 rot="-3428894">
            <a:off x="557403" y="3383914"/>
            <a:ext cx="381037" cy="372799"/>
          </a:xfrm>
          <a:prstGeom prst="pie">
            <a:avLst>
              <a:gd name="adj1" fmla="val 135894"/>
              <a:gd name="adj2" fmla="val 3444061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76400" y="1749900"/>
            <a:ext cx="8783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Decide which of the following are isosceles triangles. If not, state why not.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9" name="Google Shape;179;p20"/>
          <p:cNvPicPr preferRelativeResize="0"/>
          <p:nvPr/>
        </p:nvPicPr>
        <p:blipFill>
          <a:blip r:embed="rId3">
            <a:alphaModFix/>
          </a:blip>
          <a:srcRect l="36705" t="8278" r="40864" b="61386"/>
          <a:stretch>
            <a:fillRect/>
          </a:stretch>
        </p:blipFill>
        <p:spPr>
          <a:xfrm>
            <a:off x="4883590" y="1986840"/>
            <a:ext cx="1733025" cy="1306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/>
          <p:cNvPicPr preferRelativeResize="0"/>
          <p:nvPr/>
        </p:nvPicPr>
        <p:blipFill>
          <a:blip r:embed="rId3">
            <a:alphaModFix/>
          </a:blip>
          <a:srcRect l="68069" t="2674" r="14445" b="71310"/>
          <a:stretch>
            <a:fillRect/>
          </a:stretch>
        </p:blipFill>
        <p:spPr>
          <a:xfrm>
            <a:off x="3221095" y="2006854"/>
            <a:ext cx="1350905" cy="1120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/>
          <p:cNvPicPr preferRelativeResize="0"/>
          <p:nvPr/>
        </p:nvPicPr>
        <p:blipFill>
          <a:blip r:embed="rId3">
            <a:alphaModFix/>
          </a:blip>
          <a:srcRect l="46439" t="53271" r="36076" b="20713"/>
          <a:stretch>
            <a:fillRect/>
          </a:stretch>
        </p:blipFill>
        <p:spPr>
          <a:xfrm>
            <a:off x="5330481" y="3640216"/>
            <a:ext cx="1350905" cy="1120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/>
          <p:cNvPicPr preferRelativeResize="0"/>
          <p:nvPr/>
        </p:nvPicPr>
        <p:blipFill>
          <a:blip r:embed="rId3">
            <a:alphaModFix/>
          </a:blip>
          <a:srcRect l="3212" t="68425" r="73355" b="5559"/>
          <a:stretch>
            <a:fillRect/>
          </a:stretch>
        </p:blipFill>
        <p:spPr>
          <a:xfrm rot="8875278">
            <a:off x="2851740" y="3489765"/>
            <a:ext cx="1810468" cy="1120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/>
          <p:cNvPicPr preferRelativeResize="0"/>
          <p:nvPr/>
        </p:nvPicPr>
        <p:blipFill>
          <a:blip r:embed="rId3">
            <a:alphaModFix/>
          </a:blip>
          <a:srcRect l="74206" t="38356" r="10228" b="14020"/>
          <a:stretch>
            <a:fillRect/>
          </a:stretch>
        </p:blipFill>
        <p:spPr>
          <a:xfrm rot="-5400000">
            <a:off x="908232" y="3402905"/>
            <a:ext cx="1202555" cy="2051383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/>
          <p:nvPr/>
        </p:nvSpPr>
        <p:spPr>
          <a:xfrm>
            <a:off x="2333410" y="4398531"/>
            <a:ext cx="59700" cy="597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 rot="-536565">
            <a:off x="3702625" y="4026318"/>
            <a:ext cx="59827" cy="59827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 rot="2700000">
            <a:off x="3852518" y="2576958"/>
            <a:ext cx="59821" cy="59821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5745805" y="3126412"/>
            <a:ext cx="59700" cy="597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/>
          <p:nvPr/>
        </p:nvSpPr>
        <p:spPr>
          <a:xfrm rot="2456596">
            <a:off x="6085283" y="4266489"/>
            <a:ext cx="59971" cy="59971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 rot="2700000">
            <a:off x="5556429" y="1894061"/>
            <a:ext cx="380989" cy="372928"/>
          </a:xfrm>
          <a:prstGeom prst="pie">
            <a:avLst>
              <a:gd name="adj1" fmla="val 671401"/>
              <a:gd name="adj2" fmla="val 4552821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0" name="Google Shape;190;p20"/>
          <p:cNvCxnSpPr/>
          <p:nvPr/>
        </p:nvCxnSpPr>
        <p:spPr>
          <a:xfrm flipH="1">
            <a:off x="3335976" y="2114154"/>
            <a:ext cx="0" cy="920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1" name="Google Shape;191;p20"/>
          <p:cNvCxnSpPr/>
          <p:nvPr/>
        </p:nvCxnSpPr>
        <p:spPr>
          <a:xfrm rot="-1925300">
            <a:off x="3824598" y="3952447"/>
            <a:ext cx="812648" cy="324964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2" name="Google Shape;192;p20"/>
          <p:cNvCxnSpPr/>
          <p:nvPr/>
        </p:nvCxnSpPr>
        <p:spPr>
          <a:xfrm rot="-1924915">
            <a:off x="2958798" y="4082509"/>
            <a:ext cx="809405" cy="351262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3" name="Google Shape;193;p20"/>
          <p:cNvSpPr/>
          <p:nvPr/>
        </p:nvSpPr>
        <p:spPr>
          <a:xfrm rot="5129019">
            <a:off x="2204884" y="3763194"/>
            <a:ext cx="380983" cy="372861"/>
          </a:xfrm>
          <a:prstGeom prst="pie">
            <a:avLst>
              <a:gd name="adj1" fmla="val 330144"/>
              <a:gd name="adj2" fmla="val 4721360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/>
          <p:nvPr/>
        </p:nvSpPr>
        <p:spPr>
          <a:xfrm rot="5670981" flipH="1">
            <a:off x="2202121" y="4650690"/>
            <a:ext cx="380983" cy="372861"/>
          </a:xfrm>
          <a:prstGeom prst="pie">
            <a:avLst>
              <a:gd name="adj1" fmla="val 330144"/>
              <a:gd name="adj2" fmla="val 4721360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5" name="Google Shape;195;p20"/>
          <p:cNvCxnSpPr/>
          <p:nvPr/>
        </p:nvCxnSpPr>
        <p:spPr>
          <a:xfrm rot="10800000">
            <a:off x="5368242" y="3867950"/>
            <a:ext cx="669900" cy="543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6" name="Google Shape;196;p20"/>
          <p:cNvCxnSpPr/>
          <p:nvPr/>
        </p:nvCxnSpPr>
        <p:spPr>
          <a:xfrm rot="-7739060">
            <a:off x="6315325" y="3961134"/>
            <a:ext cx="669996" cy="54410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7" name="Google Shape;197;p20"/>
          <p:cNvSpPr txBox="1"/>
          <p:nvPr/>
        </p:nvSpPr>
        <p:spPr>
          <a:xfrm>
            <a:off x="944414" y="3325639"/>
            <a:ext cx="348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59°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1766094" y="2157025"/>
            <a:ext cx="348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31°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1985137" y="4063671"/>
            <a:ext cx="348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73°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1985137" y="4487046"/>
            <a:ext cx="348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73°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5925026" y="2020655"/>
            <a:ext cx="348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74°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/>
          <p:nvPr/>
        </p:nvSpPr>
        <p:spPr>
          <a:xfrm rot="-3428894">
            <a:off x="4890280" y="3002489"/>
            <a:ext cx="381037" cy="372799"/>
          </a:xfrm>
          <a:prstGeom prst="pie">
            <a:avLst>
              <a:gd name="adj1" fmla="val 21512713"/>
              <a:gd name="adj2" fmla="val 3444061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5265722" y="2922584"/>
            <a:ext cx="348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53°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3617958" y="3120898"/>
            <a:ext cx="607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2717328" y="2415070"/>
            <a:ext cx="607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3149665" y="4273424"/>
            <a:ext cx="607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3968001" y="4162363"/>
            <a:ext cx="740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19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5368106" y="4115428"/>
            <a:ext cx="401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6711275" y="3963028"/>
            <a:ext cx="401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506137" y="2442516"/>
            <a:ext cx="920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isosceles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3840115" y="2177507"/>
            <a:ext cx="920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isosceles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6273300" y="2307324"/>
            <a:ext cx="920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isosceles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852500" y="4572509"/>
            <a:ext cx="920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isosceles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2844100" y="4549425"/>
            <a:ext cx="1733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N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ot an isosceles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; t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 altitude does not bisect the base edge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5109388" y="4778509"/>
            <a:ext cx="193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N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ot an isosceles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; t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here are not two equal edges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6" name="Google Shape;216;p20"/>
          <p:cNvCxnSpPr/>
          <p:nvPr/>
        </p:nvCxnSpPr>
        <p:spPr>
          <a:xfrm rot="10800000" flipH="1">
            <a:off x="1680863" y="2266808"/>
            <a:ext cx="92400" cy="92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" name="Google Shape;217;p20"/>
          <p:cNvCxnSpPr/>
          <p:nvPr/>
        </p:nvCxnSpPr>
        <p:spPr>
          <a:xfrm rot="10800000" flipH="1">
            <a:off x="5760832" y="2138394"/>
            <a:ext cx="164100" cy="46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8" name="Google Shape;218;p20"/>
          <p:cNvSpPr txBox="1"/>
          <p:nvPr/>
        </p:nvSpPr>
        <p:spPr>
          <a:xfrm>
            <a:off x="466725" y="2147018"/>
            <a:ext cx="348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2520934" y="2147018"/>
            <a:ext cx="348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5025507" y="2147018"/>
            <a:ext cx="348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466725" y="3736408"/>
            <a:ext cx="348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2520934" y="3736408"/>
            <a:ext cx="348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5025507" y="3736408"/>
            <a:ext cx="348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/>
          <p:nvPr/>
        </p:nvSpPr>
        <p:spPr>
          <a:xfrm rot="-1897937">
            <a:off x="3318218" y="8228504"/>
            <a:ext cx="590887" cy="590887"/>
          </a:xfrm>
          <a:prstGeom prst="pie">
            <a:avLst>
              <a:gd name="adj1" fmla="val 20758785"/>
              <a:gd name="adj2" fmla="val 1917443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/>
          <p:nvPr/>
        </p:nvSpPr>
        <p:spPr>
          <a:xfrm rot="-4594723">
            <a:off x="3267549" y="8173850"/>
            <a:ext cx="691485" cy="691485"/>
          </a:xfrm>
          <a:prstGeom prst="pie">
            <a:avLst>
              <a:gd name="adj1" fmla="val 20758785"/>
              <a:gd name="adj2" fmla="val 1917443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/>
          <p:nvPr/>
        </p:nvSpPr>
        <p:spPr>
          <a:xfrm rot="-1898207">
            <a:off x="3269785" y="8177784"/>
            <a:ext cx="692045" cy="692045"/>
          </a:xfrm>
          <a:prstGeom prst="pie">
            <a:avLst>
              <a:gd name="adj1" fmla="val 20758785"/>
              <a:gd name="adj2" fmla="val 1917443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499457" y="5512275"/>
            <a:ext cx="6742200" cy="1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Add notation marks to the diagrams, where appropriate.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/>
          <p:nvPr/>
        </p:nvSpPr>
        <p:spPr>
          <a:xfrm rot="1999634">
            <a:off x="1045808" y="5981757"/>
            <a:ext cx="1261330" cy="1696501"/>
          </a:xfrm>
          <a:prstGeom prst="triangle">
            <a:avLst>
              <a:gd name="adj" fmla="val 5000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9" name="Google Shape;229;p20"/>
          <p:cNvCxnSpPr>
            <a:stCxn id="228" idx="0"/>
            <a:endCxn id="228" idx="3"/>
          </p:cNvCxnSpPr>
          <p:nvPr/>
        </p:nvCxnSpPr>
        <p:spPr>
          <a:xfrm flipH="1">
            <a:off x="1210423" y="6121258"/>
            <a:ext cx="932100" cy="1417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0" name="Google Shape;230;p20"/>
          <p:cNvSpPr/>
          <p:nvPr/>
        </p:nvSpPr>
        <p:spPr>
          <a:xfrm rot="2075537">
            <a:off x="1155257" y="7416792"/>
            <a:ext cx="95115" cy="95115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1" name="Google Shape;231;p20"/>
          <p:cNvCxnSpPr/>
          <p:nvPr/>
        </p:nvCxnSpPr>
        <p:spPr>
          <a:xfrm rot="10800000" flipH="1">
            <a:off x="1839153" y="6152530"/>
            <a:ext cx="392100" cy="1780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32" name="Google Shape;232;p20"/>
          <p:cNvSpPr txBox="1"/>
          <p:nvPr/>
        </p:nvSpPr>
        <p:spPr>
          <a:xfrm rot="-3129">
            <a:off x="2093039" y="6929330"/>
            <a:ext cx="659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 cm</a:t>
            </a:r>
            <a:endParaRPr sz="1200"/>
          </a:p>
        </p:txBody>
      </p:sp>
      <p:cxnSp>
        <p:nvCxnSpPr>
          <p:cNvPr id="233" name="Google Shape;233;p20"/>
          <p:cNvCxnSpPr/>
          <p:nvPr/>
        </p:nvCxnSpPr>
        <p:spPr>
          <a:xfrm rot="-8222858" flipH="1">
            <a:off x="1122433" y="5694189"/>
            <a:ext cx="391846" cy="1780661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34" name="Google Shape;234;p20"/>
          <p:cNvSpPr txBox="1"/>
          <p:nvPr/>
        </p:nvSpPr>
        <p:spPr>
          <a:xfrm rot="-3129">
            <a:off x="897905" y="6273650"/>
            <a:ext cx="659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 cm</a:t>
            </a:r>
            <a:endParaRPr sz="1200"/>
          </a:p>
        </p:txBody>
      </p:sp>
      <p:sp>
        <p:nvSpPr>
          <p:cNvPr id="235" name="Google Shape;235;p20"/>
          <p:cNvSpPr/>
          <p:nvPr/>
        </p:nvSpPr>
        <p:spPr>
          <a:xfrm>
            <a:off x="3519252" y="6101289"/>
            <a:ext cx="3422700" cy="774000"/>
          </a:xfrm>
          <a:prstGeom prst="triangle">
            <a:avLst>
              <a:gd name="adj" fmla="val 5000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6" name="Google Shape;236;p20"/>
          <p:cNvCxnSpPr>
            <a:stCxn id="235" idx="0"/>
            <a:endCxn id="235" idx="3"/>
          </p:cNvCxnSpPr>
          <p:nvPr/>
        </p:nvCxnSpPr>
        <p:spPr>
          <a:xfrm flipH="1">
            <a:off x="5230602" y="6101289"/>
            <a:ext cx="0" cy="774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7" name="Google Shape;237;p20"/>
          <p:cNvSpPr/>
          <p:nvPr/>
        </p:nvSpPr>
        <p:spPr>
          <a:xfrm>
            <a:off x="5135537" y="6777172"/>
            <a:ext cx="95100" cy="951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0"/>
          <p:cNvSpPr/>
          <p:nvPr/>
        </p:nvSpPr>
        <p:spPr>
          <a:xfrm rot="-1948807">
            <a:off x="3219355" y="6578544"/>
            <a:ext cx="591054" cy="591054"/>
          </a:xfrm>
          <a:prstGeom prst="pie">
            <a:avLst>
              <a:gd name="adj1" fmla="val 543387"/>
              <a:gd name="adj2" fmla="val 1917443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0"/>
          <p:cNvSpPr/>
          <p:nvPr/>
        </p:nvSpPr>
        <p:spPr>
          <a:xfrm rot="1948807" flipH="1">
            <a:off x="6650695" y="6578544"/>
            <a:ext cx="591054" cy="591054"/>
          </a:xfrm>
          <a:prstGeom prst="pie">
            <a:avLst>
              <a:gd name="adj1" fmla="val 543387"/>
              <a:gd name="adj2" fmla="val 1917443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3896587" y="6671596"/>
            <a:ext cx="33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27°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6282803" y="6671596"/>
            <a:ext cx="33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27°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3608057" y="7332680"/>
            <a:ext cx="1191900" cy="11919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3" name="Google Shape;243;p20"/>
          <p:cNvCxnSpPr>
            <a:stCxn id="242" idx="2"/>
          </p:cNvCxnSpPr>
          <p:nvPr/>
        </p:nvCxnSpPr>
        <p:spPr>
          <a:xfrm rot="10800000" flipH="1">
            <a:off x="3608057" y="7928480"/>
            <a:ext cx="596100" cy="596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4" name="Google Shape;244;p20"/>
          <p:cNvSpPr/>
          <p:nvPr/>
        </p:nvSpPr>
        <p:spPr>
          <a:xfrm rot="3527212">
            <a:off x="3318110" y="7044945"/>
            <a:ext cx="591058" cy="591058"/>
          </a:xfrm>
          <a:prstGeom prst="pie">
            <a:avLst>
              <a:gd name="adj1" fmla="val 20758785"/>
              <a:gd name="adj2" fmla="val 1917443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3608057" y="8392438"/>
            <a:ext cx="132000" cy="1320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3635652" y="7624165"/>
            <a:ext cx="33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0"/>
          <p:cNvSpPr/>
          <p:nvPr/>
        </p:nvSpPr>
        <p:spPr>
          <a:xfrm rot="2700000">
            <a:off x="4156475" y="7949028"/>
            <a:ext cx="95035" cy="95035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8" name="Google Shape;248;p20"/>
          <p:cNvCxnSpPr/>
          <p:nvPr/>
        </p:nvCxnSpPr>
        <p:spPr>
          <a:xfrm>
            <a:off x="1433743" y="6555459"/>
            <a:ext cx="95700" cy="114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9" name="Google Shape;249;p20"/>
          <p:cNvCxnSpPr/>
          <p:nvPr/>
        </p:nvCxnSpPr>
        <p:spPr>
          <a:xfrm rot="-2141034">
            <a:off x="1922972" y="6816344"/>
            <a:ext cx="95660" cy="115157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0" name="Google Shape;250;p20"/>
          <p:cNvCxnSpPr/>
          <p:nvPr/>
        </p:nvCxnSpPr>
        <p:spPr>
          <a:xfrm rot="10800000" flipH="1">
            <a:off x="875828" y="7294990"/>
            <a:ext cx="68100" cy="90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1" name="Google Shape;251;p20"/>
          <p:cNvCxnSpPr/>
          <p:nvPr/>
        </p:nvCxnSpPr>
        <p:spPr>
          <a:xfrm rot="10800000" flipH="1">
            <a:off x="907707" y="7320158"/>
            <a:ext cx="68100" cy="90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2" name="Google Shape;252;p20"/>
          <p:cNvCxnSpPr/>
          <p:nvPr/>
        </p:nvCxnSpPr>
        <p:spPr>
          <a:xfrm rot="10800000" flipH="1">
            <a:off x="1408715" y="7642166"/>
            <a:ext cx="68100" cy="90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3" name="Google Shape;253;p20"/>
          <p:cNvCxnSpPr/>
          <p:nvPr/>
        </p:nvCxnSpPr>
        <p:spPr>
          <a:xfrm rot="10800000" flipH="1">
            <a:off x="1440594" y="7667334"/>
            <a:ext cx="68100" cy="90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54" name="Google Shape;254;p20"/>
          <p:cNvGrpSpPr/>
          <p:nvPr/>
        </p:nvGrpSpPr>
        <p:grpSpPr>
          <a:xfrm>
            <a:off x="528586" y="7037721"/>
            <a:ext cx="312094" cy="312094"/>
            <a:chOff x="511973" y="2622984"/>
            <a:chExt cx="381300" cy="381300"/>
          </a:xfrm>
        </p:grpSpPr>
        <p:sp>
          <p:nvSpPr>
            <p:cNvPr id="255" name="Google Shape;255;p20"/>
            <p:cNvSpPr/>
            <p:nvPr/>
          </p:nvSpPr>
          <p:spPr>
            <a:xfrm rot="-238505">
              <a:off x="565836" y="2673589"/>
              <a:ext cx="276966" cy="276966"/>
            </a:xfrm>
            <a:prstGeom prst="pie">
              <a:avLst>
                <a:gd name="adj1" fmla="val 19587920"/>
                <a:gd name="adj2" fmla="val 2235337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6" name="Google Shape;256;p20"/>
            <p:cNvSpPr/>
            <p:nvPr/>
          </p:nvSpPr>
          <p:spPr>
            <a:xfrm rot="-239790">
              <a:off x="523989" y="2635000"/>
              <a:ext cx="357269" cy="357269"/>
            </a:xfrm>
            <a:prstGeom prst="pie">
              <a:avLst>
                <a:gd name="adj1" fmla="val 19587920"/>
                <a:gd name="adj2" fmla="val 2235337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7" name="Google Shape;257;p20"/>
          <p:cNvGrpSpPr/>
          <p:nvPr/>
        </p:nvGrpSpPr>
        <p:grpSpPr>
          <a:xfrm rot="7631013">
            <a:off x="5073157" y="5948639"/>
            <a:ext cx="312045" cy="312045"/>
            <a:chOff x="511973" y="2622984"/>
            <a:chExt cx="381300" cy="381300"/>
          </a:xfrm>
        </p:grpSpPr>
        <p:sp>
          <p:nvSpPr>
            <p:cNvPr id="258" name="Google Shape;258;p20"/>
            <p:cNvSpPr/>
            <p:nvPr/>
          </p:nvSpPr>
          <p:spPr>
            <a:xfrm rot="-238505">
              <a:off x="565836" y="2673589"/>
              <a:ext cx="276966" cy="276966"/>
            </a:xfrm>
            <a:prstGeom prst="pie">
              <a:avLst>
                <a:gd name="adj1" fmla="val 19587920"/>
                <a:gd name="adj2" fmla="val 2053117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9" name="Google Shape;259;p20"/>
            <p:cNvSpPr/>
            <p:nvPr/>
          </p:nvSpPr>
          <p:spPr>
            <a:xfrm rot="-239790">
              <a:off x="523989" y="2635000"/>
              <a:ext cx="357269" cy="357269"/>
            </a:xfrm>
            <a:prstGeom prst="pie">
              <a:avLst>
                <a:gd name="adj1" fmla="val 19587920"/>
                <a:gd name="adj2" fmla="val 1982748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0" name="Google Shape;260;p20"/>
          <p:cNvGrpSpPr/>
          <p:nvPr/>
        </p:nvGrpSpPr>
        <p:grpSpPr>
          <a:xfrm rot="-7631013" flipH="1">
            <a:off x="5075531" y="5948639"/>
            <a:ext cx="312045" cy="312045"/>
            <a:chOff x="511973" y="2622984"/>
            <a:chExt cx="381300" cy="381300"/>
          </a:xfrm>
        </p:grpSpPr>
        <p:sp>
          <p:nvSpPr>
            <p:cNvPr id="261" name="Google Shape;261;p20"/>
            <p:cNvSpPr/>
            <p:nvPr/>
          </p:nvSpPr>
          <p:spPr>
            <a:xfrm rot="-238505">
              <a:off x="565836" y="2673589"/>
              <a:ext cx="276966" cy="276966"/>
            </a:xfrm>
            <a:prstGeom prst="pie">
              <a:avLst>
                <a:gd name="adj1" fmla="val 19587920"/>
                <a:gd name="adj2" fmla="val 2053117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" name="Google Shape;262;p20"/>
            <p:cNvSpPr/>
            <p:nvPr/>
          </p:nvSpPr>
          <p:spPr>
            <a:xfrm rot="-239790">
              <a:off x="523989" y="2635000"/>
              <a:ext cx="357269" cy="357269"/>
            </a:xfrm>
            <a:prstGeom prst="pie">
              <a:avLst>
                <a:gd name="adj1" fmla="val 19587920"/>
                <a:gd name="adj2" fmla="val 1982748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3" name="Google Shape;263;p20"/>
          <p:cNvSpPr/>
          <p:nvPr/>
        </p:nvSpPr>
        <p:spPr>
          <a:xfrm rot="-10016661">
            <a:off x="4495413" y="8221883"/>
            <a:ext cx="590976" cy="590976"/>
          </a:xfrm>
          <a:prstGeom prst="pie">
            <a:avLst>
              <a:gd name="adj1" fmla="val 20758785"/>
              <a:gd name="adj2" fmla="val 1917443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4" name="Google Shape;264;p20"/>
          <p:cNvGrpSpPr/>
          <p:nvPr/>
        </p:nvGrpSpPr>
        <p:grpSpPr>
          <a:xfrm rot="-6554311">
            <a:off x="1580314" y="7726718"/>
            <a:ext cx="312098" cy="312098"/>
            <a:chOff x="511973" y="2622984"/>
            <a:chExt cx="381300" cy="381300"/>
          </a:xfrm>
        </p:grpSpPr>
        <p:sp>
          <p:nvSpPr>
            <p:cNvPr id="265" name="Google Shape;265;p20"/>
            <p:cNvSpPr/>
            <p:nvPr/>
          </p:nvSpPr>
          <p:spPr>
            <a:xfrm rot="-238505">
              <a:off x="565836" y="2673589"/>
              <a:ext cx="276966" cy="276966"/>
            </a:xfrm>
            <a:prstGeom prst="pie">
              <a:avLst>
                <a:gd name="adj1" fmla="val 19587920"/>
                <a:gd name="adj2" fmla="val 2235337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" name="Google Shape;266;p20"/>
            <p:cNvSpPr/>
            <p:nvPr/>
          </p:nvSpPr>
          <p:spPr>
            <a:xfrm rot="-239790">
              <a:off x="523989" y="2635000"/>
              <a:ext cx="357269" cy="357269"/>
            </a:xfrm>
            <a:prstGeom prst="pie">
              <a:avLst>
                <a:gd name="adj1" fmla="val 19587920"/>
                <a:gd name="adj2" fmla="val 2235337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7" name="Google Shape;267;p20"/>
          <p:cNvSpPr/>
          <p:nvPr/>
        </p:nvSpPr>
        <p:spPr>
          <a:xfrm rot="-4595076">
            <a:off x="3316731" y="8225458"/>
            <a:ext cx="590924" cy="590924"/>
          </a:xfrm>
          <a:prstGeom prst="pie">
            <a:avLst>
              <a:gd name="adj1" fmla="val 20758785"/>
              <a:gd name="adj2" fmla="val 1917443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8" name="Google Shape;268;p20"/>
          <p:cNvCxnSpPr/>
          <p:nvPr/>
        </p:nvCxnSpPr>
        <p:spPr>
          <a:xfrm>
            <a:off x="4436208" y="6385912"/>
            <a:ext cx="73500" cy="126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9" name="Google Shape;269;p20"/>
          <p:cNvCxnSpPr/>
          <p:nvPr/>
        </p:nvCxnSpPr>
        <p:spPr>
          <a:xfrm flipH="1">
            <a:off x="5951404" y="6385912"/>
            <a:ext cx="73500" cy="126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0" name="Google Shape;270;p20"/>
          <p:cNvCxnSpPr/>
          <p:nvPr/>
        </p:nvCxnSpPr>
        <p:spPr>
          <a:xfrm flipH="1">
            <a:off x="4472916" y="6819191"/>
            <a:ext cx="0" cy="109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1" name="Google Shape;271;p20"/>
          <p:cNvCxnSpPr/>
          <p:nvPr/>
        </p:nvCxnSpPr>
        <p:spPr>
          <a:xfrm flipH="1">
            <a:off x="4509625" y="6819191"/>
            <a:ext cx="0" cy="109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2" name="Google Shape;272;p20"/>
          <p:cNvCxnSpPr/>
          <p:nvPr/>
        </p:nvCxnSpPr>
        <p:spPr>
          <a:xfrm flipH="1">
            <a:off x="5951487" y="6819191"/>
            <a:ext cx="0" cy="109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3" name="Google Shape;273;p20"/>
          <p:cNvCxnSpPr/>
          <p:nvPr/>
        </p:nvCxnSpPr>
        <p:spPr>
          <a:xfrm flipH="1">
            <a:off x="5988195" y="6819191"/>
            <a:ext cx="0" cy="109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4" name="Google Shape;274;p20"/>
          <p:cNvCxnSpPr/>
          <p:nvPr/>
        </p:nvCxnSpPr>
        <p:spPr>
          <a:xfrm flipH="1">
            <a:off x="4004843" y="7670319"/>
            <a:ext cx="0" cy="109746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5" name="Google Shape;275;p20"/>
          <p:cNvCxnSpPr/>
          <p:nvPr/>
        </p:nvCxnSpPr>
        <p:spPr>
          <a:xfrm flipH="1">
            <a:off x="4029882" y="7697163"/>
            <a:ext cx="0" cy="109746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6" name="Google Shape;276;p20"/>
          <p:cNvCxnSpPr/>
          <p:nvPr/>
        </p:nvCxnSpPr>
        <p:spPr>
          <a:xfrm flipH="1">
            <a:off x="4420912" y="8086208"/>
            <a:ext cx="0" cy="109746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7" name="Google Shape;277;p20"/>
          <p:cNvCxnSpPr/>
          <p:nvPr/>
        </p:nvCxnSpPr>
        <p:spPr>
          <a:xfrm flipH="1">
            <a:off x="4445951" y="8113052"/>
            <a:ext cx="0" cy="109746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8" name="Google Shape;278;p20"/>
          <p:cNvCxnSpPr/>
          <p:nvPr/>
        </p:nvCxnSpPr>
        <p:spPr>
          <a:xfrm flipH="1">
            <a:off x="4199259" y="8476380"/>
            <a:ext cx="0" cy="99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9" name="Google Shape;279;p20"/>
          <p:cNvCxnSpPr/>
          <p:nvPr/>
        </p:nvCxnSpPr>
        <p:spPr>
          <a:xfrm flipH="1">
            <a:off x="3609381" y="7931950"/>
            <a:ext cx="0" cy="99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0" name="Google Shape;280;p20"/>
          <p:cNvSpPr/>
          <p:nvPr/>
        </p:nvSpPr>
        <p:spPr>
          <a:xfrm rot="5686543">
            <a:off x="1848058" y="5832141"/>
            <a:ext cx="590952" cy="590952"/>
          </a:xfrm>
          <a:prstGeom prst="pie">
            <a:avLst>
              <a:gd name="adj1" fmla="val 543387"/>
              <a:gd name="adj2" fmla="val 1803749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0"/>
          <p:cNvSpPr/>
          <p:nvPr/>
        </p:nvSpPr>
        <p:spPr>
          <a:xfrm rot="6858837">
            <a:off x="1842330" y="5832160"/>
            <a:ext cx="590912" cy="590912"/>
          </a:xfrm>
          <a:prstGeom prst="pie">
            <a:avLst>
              <a:gd name="adj1" fmla="val 543387"/>
              <a:gd name="adj2" fmla="val 1803749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0"/>
          <p:cNvSpPr txBox="1"/>
          <p:nvPr/>
        </p:nvSpPr>
        <p:spPr>
          <a:xfrm>
            <a:off x="474575" y="6032343"/>
            <a:ext cx="33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3106885" y="6032332"/>
            <a:ext cx="33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0"/>
          <p:cNvSpPr txBox="1"/>
          <p:nvPr/>
        </p:nvSpPr>
        <p:spPr>
          <a:xfrm>
            <a:off x="3106885" y="7281915"/>
            <a:ext cx="33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5" name="Google Shape;285;p20"/>
          <p:cNvCxnSpPr/>
          <p:nvPr/>
        </p:nvCxnSpPr>
        <p:spPr>
          <a:xfrm>
            <a:off x="474750" y="997201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86" name="Google Shape;28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3200" y="3015050"/>
            <a:ext cx="982956" cy="14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90" name="Shape 290"/>
        <p:cNvGrpSpPr/>
        <p:nvPr/>
      </p:nvGrpSpPr>
      <p:grpSpPr>
        <a:xfrm>
          <a:off x="0" y="0"/>
          <a:ext cx="0" cy="0"/>
        </a:xfrm>
      </p:grpSpPr>
      <p:sp>
        <p:nvSpPr>
          <p:cNvPr id="291" name="Google Shape;291;p21"/>
          <p:cNvSpPr txBox="1"/>
          <p:nvPr/>
        </p:nvSpPr>
        <p:spPr>
          <a:xfrm>
            <a:off x="466875" y="3664425"/>
            <a:ext cx="5885400" cy="19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 out the area of the rhombus in each part: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One diagonal is 8 cm and the other is 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One diagonal is 9 cm and the other is 4.5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Half of one of the diagonals is 5 cm and the other diagonal is 1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93" name="Google Shape;293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Diagonals of a rhombus</a:t>
            </a:r>
            <a:endParaRPr/>
          </a:p>
        </p:txBody>
      </p:sp>
      <p:sp>
        <p:nvSpPr>
          <p:cNvPr id="294" name="Google Shape;29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96" name="Google Shape;296;p21"/>
          <p:cNvSpPr txBox="1"/>
          <p:nvPr/>
        </p:nvSpPr>
        <p:spPr>
          <a:xfrm>
            <a:off x="468000" y="924550"/>
            <a:ext cx="4761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Properties of a rhombus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/>
          <p:nvPr/>
        </p:nvSpPr>
        <p:spPr>
          <a:xfrm rot="8607302">
            <a:off x="1566789" y="2160478"/>
            <a:ext cx="444367" cy="444367"/>
          </a:xfrm>
          <a:prstGeom prst="pie">
            <a:avLst>
              <a:gd name="adj1" fmla="val 179405"/>
              <a:gd name="adj2" fmla="val 5618576"/>
            </a:avLst>
          </a:prstGeom>
          <a:solidFill>
            <a:srgbClr val="E6F2F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/>
          <p:nvPr/>
        </p:nvSpPr>
        <p:spPr>
          <a:xfrm rot="-2094757">
            <a:off x="341273" y="2708022"/>
            <a:ext cx="744855" cy="744855"/>
          </a:xfrm>
          <a:prstGeom prst="pie">
            <a:avLst>
              <a:gd name="adj1" fmla="val 77985"/>
              <a:gd name="adj2" fmla="val 2049873"/>
            </a:avLst>
          </a:prstGeom>
          <a:solidFill>
            <a:srgbClr val="E6F2F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915" y="1567930"/>
            <a:ext cx="2286453" cy="1595952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1"/>
          <p:cNvSpPr txBox="1"/>
          <p:nvPr/>
        </p:nvSpPr>
        <p:spPr>
          <a:xfrm>
            <a:off x="469111" y="1242591"/>
            <a:ext cx="6447300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Work out the missing angles in these rhombi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2084120" y="2686834"/>
            <a:ext cx="313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55°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1116377" y="1463049"/>
            <a:ext cx="444600" cy="444600"/>
          </a:xfrm>
          <a:prstGeom prst="pie">
            <a:avLst>
              <a:gd name="adj1" fmla="val 0"/>
              <a:gd name="adj2" fmla="val 6861324"/>
            </a:avLst>
          </a:prstGeom>
          <a:solidFill>
            <a:srgbClr val="E6F2F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1561085" y="1726406"/>
            <a:ext cx="361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110°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04" name="Google Shape;30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4810" y="1448618"/>
            <a:ext cx="3706899" cy="1952146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1"/>
          <p:cNvSpPr/>
          <p:nvPr/>
        </p:nvSpPr>
        <p:spPr>
          <a:xfrm>
            <a:off x="6780637" y="1281712"/>
            <a:ext cx="444600" cy="444600"/>
          </a:xfrm>
          <a:prstGeom prst="pie">
            <a:avLst>
              <a:gd name="adj1" fmla="val 8202162"/>
              <a:gd name="adj2" fmla="val 10210007"/>
            </a:avLst>
          </a:prstGeom>
          <a:solidFill>
            <a:srgbClr val="E6F2F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/>
          <p:nvPr/>
        </p:nvSpPr>
        <p:spPr>
          <a:xfrm rot="1866974">
            <a:off x="5239669" y="2708183"/>
            <a:ext cx="444680" cy="444680"/>
          </a:xfrm>
          <a:prstGeom prst="pie">
            <a:avLst>
              <a:gd name="adj1" fmla="val 8202162"/>
              <a:gd name="adj2" fmla="val 12742143"/>
            </a:avLst>
          </a:prstGeom>
          <a:solidFill>
            <a:srgbClr val="E6F2F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1"/>
          <p:cNvSpPr/>
          <p:nvPr/>
        </p:nvSpPr>
        <p:spPr>
          <a:xfrm rot="1867919">
            <a:off x="3051665" y="2984341"/>
            <a:ext cx="700952" cy="700952"/>
          </a:xfrm>
          <a:prstGeom prst="pie">
            <a:avLst>
              <a:gd name="adj1" fmla="val 17138694"/>
              <a:gd name="adj2" fmla="val 18125022"/>
            </a:avLst>
          </a:prstGeom>
          <a:solidFill>
            <a:srgbClr val="E6F2F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6842630" y="1705584"/>
            <a:ext cx="320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9" name="Google Shape;309;p21"/>
          <p:cNvCxnSpPr/>
          <p:nvPr/>
        </p:nvCxnSpPr>
        <p:spPr>
          <a:xfrm>
            <a:off x="3506812" y="3110262"/>
            <a:ext cx="66300" cy="96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0" name="Google Shape;310;p21"/>
          <p:cNvCxnSpPr/>
          <p:nvPr/>
        </p:nvCxnSpPr>
        <p:spPr>
          <a:xfrm>
            <a:off x="6888553" y="1567920"/>
            <a:ext cx="66300" cy="96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1" name="Google Shape;311;p21"/>
          <p:cNvSpPr txBox="1"/>
          <p:nvPr/>
        </p:nvSpPr>
        <p:spPr>
          <a:xfrm>
            <a:off x="1260579" y="2245431"/>
            <a:ext cx="361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90°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1124101" y="2824018"/>
            <a:ext cx="361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35°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3291324" y="2869354"/>
            <a:ext cx="361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16°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4" name="Google Shape;314;p21"/>
          <p:cNvSpPr txBox="1"/>
          <p:nvPr/>
        </p:nvSpPr>
        <p:spPr>
          <a:xfrm>
            <a:off x="4942600" y="2693469"/>
            <a:ext cx="361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74°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607676" y="1620629"/>
            <a:ext cx="320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1"/>
          <p:cNvSpPr txBox="1"/>
          <p:nvPr/>
        </p:nvSpPr>
        <p:spPr>
          <a:xfrm>
            <a:off x="3379668" y="1620638"/>
            <a:ext cx="320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1"/>
          <p:cNvSpPr txBox="1"/>
          <p:nvPr/>
        </p:nvSpPr>
        <p:spPr>
          <a:xfrm>
            <a:off x="1245250" y="4417350"/>
            <a:ext cx="4030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1"/>
          <p:cNvSpPr txBox="1"/>
          <p:nvPr/>
        </p:nvSpPr>
        <p:spPr>
          <a:xfrm>
            <a:off x="466875" y="6360000"/>
            <a:ext cx="49566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Construct a rhombus from this set of perpendicular lines.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9" name="Google Shape;319;p21"/>
          <p:cNvCxnSpPr/>
          <p:nvPr/>
        </p:nvCxnSpPr>
        <p:spPr>
          <a:xfrm flipH="1">
            <a:off x="3751900" y="7458423"/>
            <a:ext cx="0" cy="1550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0" name="Google Shape;320;p21"/>
          <p:cNvCxnSpPr/>
          <p:nvPr/>
        </p:nvCxnSpPr>
        <p:spPr>
          <a:xfrm flipH="1">
            <a:off x="3751881" y="7284000"/>
            <a:ext cx="0" cy="1550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1" name="Google Shape;321;p21"/>
          <p:cNvSpPr/>
          <p:nvPr/>
        </p:nvSpPr>
        <p:spPr>
          <a:xfrm>
            <a:off x="3751900" y="7821293"/>
            <a:ext cx="238500" cy="2385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1"/>
          <p:cNvSpPr txBox="1"/>
          <p:nvPr/>
        </p:nvSpPr>
        <p:spPr>
          <a:xfrm>
            <a:off x="667275" y="6728100"/>
            <a:ext cx="1275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 example:</a:t>
            </a:r>
            <a:endParaRPr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23" name="Google Shape;323;p21"/>
          <p:cNvCxnSpPr/>
          <p:nvPr/>
        </p:nvCxnSpPr>
        <p:spPr>
          <a:xfrm flipH="1">
            <a:off x="3751900" y="7020279"/>
            <a:ext cx="0" cy="2078100"/>
          </a:xfrm>
          <a:prstGeom prst="straightConnector1">
            <a:avLst/>
          </a:prstGeom>
          <a:noFill/>
          <a:ln w="28575" cap="flat" cmpd="sng">
            <a:solidFill>
              <a:srgbClr val="037B7D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4" name="Google Shape;324;p21"/>
          <p:cNvCxnSpPr/>
          <p:nvPr/>
        </p:nvCxnSpPr>
        <p:spPr>
          <a:xfrm>
            <a:off x="1972600" y="8059350"/>
            <a:ext cx="3558600" cy="0"/>
          </a:xfrm>
          <a:prstGeom prst="straightConnector1">
            <a:avLst/>
          </a:prstGeom>
          <a:noFill/>
          <a:ln w="28575" cap="flat" cmpd="sng">
            <a:solidFill>
              <a:srgbClr val="037B7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5" name="Google Shape;325;p21"/>
          <p:cNvSpPr/>
          <p:nvPr/>
        </p:nvSpPr>
        <p:spPr>
          <a:xfrm>
            <a:off x="2712829" y="7020279"/>
            <a:ext cx="2078100" cy="2078100"/>
          </a:xfrm>
          <a:prstGeom prst="arc">
            <a:avLst>
              <a:gd name="adj1" fmla="val 15002772"/>
              <a:gd name="adj2" fmla="val 17487708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21"/>
          <p:cNvSpPr/>
          <p:nvPr/>
        </p:nvSpPr>
        <p:spPr>
          <a:xfrm rot="10800000" flipH="1">
            <a:off x="2712829" y="7020321"/>
            <a:ext cx="2078100" cy="2078100"/>
          </a:xfrm>
          <a:prstGeom prst="arc">
            <a:avLst>
              <a:gd name="adj1" fmla="val 14687733"/>
              <a:gd name="adj2" fmla="val 17471377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1"/>
          <p:cNvSpPr/>
          <p:nvPr/>
        </p:nvSpPr>
        <p:spPr>
          <a:xfrm>
            <a:off x="1972600" y="6280050"/>
            <a:ext cx="3558600" cy="3558600"/>
          </a:xfrm>
          <a:prstGeom prst="arc">
            <a:avLst>
              <a:gd name="adj1" fmla="val 20948868"/>
              <a:gd name="adj2" fmla="val 70603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1"/>
          <p:cNvSpPr/>
          <p:nvPr/>
        </p:nvSpPr>
        <p:spPr>
          <a:xfrm>
            <a:off x="1972600" y="6280050"/>
            <a:ext cx="3558600" cy="3558600"/>
          </a:xfrm>
          <a:prstGeom prst="arc">
            <a:avLst>
              <a:gd name="adj1" fmla="val 10192065"/>
              <a:gd name="adj2" fmla="val 11344068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9" name="Google Shape;329;p21"/>
          <p:cNvCxnSpPr/>
          <p:nvPr/>
        </p:nvCxnSpPr>
        <p:spPr>
          <a:xfrm rot="10800000" flipH="1">
            <a:off x="1984538" y="7028354"/>
            <a:ext cx="1773600" cy="1037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0" name="Google Shape;330;p21"/>
          <p:cNvCxnSpPr/>
          <p:nvPr/>
        </p:nvCxnSpPr>
        <p:spPr>
          <a:xfrm rot="10800000" flipH="1">
            <a:off x="3751900" y="8059361"/>
            <a:ext cx="1773600" cy="1037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1" name="Google Shape;331;p21"/>
          <p:cNvCxnSpPr/>
          <p:nvPr/>
        </p:nvCxnSpPr>
        <p:spPr>
          <a:xfrm>
            <a:off x="3755062" y="7048463"/>
            <a:ext cx="1756500" cy="10065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2" name="Google Shape;332;p21"/>
          <p:cNvCxnSpPr/>
          <p:nvPr/>
        </p:nvCxnSpPr>
        <p:spPr>
          <a:xfrm>
            <a:off x="1993076" y="8074766"/>
            <a:ext cx="1756500" cy="10065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3" name="Google Shape;333;p21"/>
          <p:cNvSpPr txBox="1"/>
          <p:nvPr/>
        </p:nvSpPr>
        <p:spPr>
          <a:xfrm>
            <a:off x="468000" y="924550"/>
            <a:ext cx="4761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Properties of a rhombus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21"/>
          <p:cNvSpPr/>
          <p:nvPr/>
        </p:nvSpPr>
        <p:spPr>
          <a:xfrm rot="8607302">
            <a:off x="1566789" y="2160478"/>
            <a:ext cx="444367" cy="444367"/>
          </a:xfrm>
          <a:prstGeom prst="pie">
            <a:avLst>
              <a:gd name="adj1" fmla="val 179405"/>
              <a:gd name="adj2" fmla="val 5618576"/>
            </a:avLst>
          </a:prstGeom>
          <a:solidFill>
            <a:srgbClr val="E6F2F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1"/>
          <p:cNvSpPr/>
          <p:nvPr/>
        </p:nvSpPr>
        <p:spPr>
          <a:xfrm rot="-2094757">
            <a:off x="341273" y="2708022"/>
            <a:ext cx="744855" cy="744855"/>
          </a:xfrm>
          <a:prstGeom prst="pie">
            <a:avLst>
              <a:gd name="adj1" fmla="val 77985"/>
              <a:gd name="adj2" fmla="val 2049873"/>
            </a:avLst>
          </a:prstGeom>
          <a:solidFill>
            <a:srgbClr val="E6F2F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36" name="Google Shape;33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915" y="1567930"/>
            <a:ext cx="2286453" cy="1595952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1"/>
          <p:cNvSpPr txBox="1"/>
          <p:nvPr/>
        </p:nvSpPr>
        <p:spPr>
          <a:xfrm>
            <a:off x="469111" y="1242591"/>
            <a:ext cx="6447300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Work out the missing angles in these rhombi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2084120" y="2686834"/>
            <a:ext cx="313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55°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1"/>
          <p:cNvSpPr/>
          <p:nvPr/>
        </p:nvSpPr>
        <p:spPr>
          <a:xfrm>
            <a:off x="1116377" y="1463049"/>
            <a:ext cx="444600" cy="444600"/>
          </a:xfrm>
          <a:prstGeom prst="pie">
            <a:avLst>
              <a:gd name="adj1" fmla="val 0"/>
              <a:gd name="adj2" fmla="val 6861324"/>
            </a:avLst>
          </a:prstGeom>
          <a:solidFill>
            <a:srgbClr val="E6F2F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21"/>
          <p:cNvSpPr txBox="1"/>
          <p:nvPr/>
        </p:nvSpPr>
        <p:spPr>
          <a:xfrm>
            <a:off x="1561085" y="1726406"/>
            <a:ext cx="361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110°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41" name="Google Shape;34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4810" y="1448618"/>
            <a:ext cx="3706899" cy="1952146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1"/>
          <p:cNvSpPr/>
          <p:nvPr/>
        </p:nvSpPr>
        <p:spPr>
          <a:xfrm>
            <a:off x="6780637" y="1281712"/>
            <a:ext cx="444600" cy="444600"/>
          </a:xfrm>
          <a:prstGeom prst="pie">
            <a:avLst>
              <a:gd name="adj1" fmla="val 8202162"/>
              <a:gd name="adj2" fmla="val 10210007"/>
            </a:avLst>
          </a:prstGeom>
          <a:solidFill>
            <a:srgbClr val="E6F2F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21"/>
          <p:cNvSpPr/>
          <p:nvPr/>
        </p:nvSpPr>
        <p:spPr>
          <a:xfrm rot="1866974">
            <a:off x="5239669" y="2708183"/>
            <a:ext cx="444680" cy="444680"/>
          </a:xfrm>
          <a:prstGeom prst="pie">
            <a:avLst>
              <a:gd name="adj1" fmla="val 8202162"/>
              <a:gd name="adj2" fmla="val 12742143"/>
            </a:avLst>
          </a:prstGeom>
          <a:solidFill>
            <a:srgbClr val="E6F2F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21"/>
          <p:cNvSpPr/>
          <p:nvPr/>
        </p:nvSpPr>
        <p:spPr>
          <a:xfrm rot="1867919">
            <a:off x="3051665" y="2984341"/>
            <a:ext cx="700952" cy="700952"/>
          </a:xfrm>
          <a:prstGeom prst="pie">
            <a:avLst>
              <a:gd name="adj1" fmla="val 17138694"/>
              <a:gd name="adj2" fmla="val 18125022"/>
            </a:avLst>
          </a:prstGeom>
          <a:solidFill>
            <a:srgbClr val="E6F2F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6842630" y="1705584"/>
            <a:ext cx="320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6" name="Google Shape;346;p21"/>
          <p:cNvCxnSpPr/>
          <p:nvPr/>
        </p:nvCxnSpPr>
        <p:spPr>
          <a:xfrm>
            <a:off x="3506812" y="3110262"/>
            <a:ext cx="66300" cy="96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7" name="Google Shape;347;p21"/>
          <p:cNvCxnSpPr/>
          <p:nvPr/>
        </p:nvCxnSpPr>
        <p:spPr>
          <a:xfrm>
            <a:off x="6888553" y="1567920"/>
            <a:ext cx="66300" cy="96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8" name="Google Shape;348;p21"/>
          <p:cNvSpPr txBox="1"/>
          <p:nvPr/>
        </p:nvSpPr>
        <p:spPr>
          <a:xfrm>
            <a:off x="1260579" y="2245431"/>
            <a:ext cx="361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90°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9" name="Google Shape;349;p21"/>
          <p:cNvSpPr txBox="1"/>
          <p:nvPr/>
        </p:nvSpPr>
        <p:spPr>
          <a:xfrm>
            <a:off x="1124101" y="2824018"/>
            <a:ext cx="361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35°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0" name="Google Shape;350;p21"/>
          <p:cNvSpPr txBox="1"/>
          <p:nvPr/>
        </p:nvSpPr>
        <p:spPr>
          <a:xfrm>
            <a:off x="3291324" y="2869354"/>
            <a:ext cx="361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16°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1" name="Google Shape;351;p21"/>
          <p:cNvSpPr txBox="1"/>
          <p:nvPr/>
        </p:nvSpPr>
        <p:spPr>
          <a:xfrm>
            <a:off x="4942600" y="2693469"/>
            <a:ext cx="361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74°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2" name="Google Shape;352;p21"/>
          <p:cNvSpPr txBox="1"/>
          <p:nvPr/>
        </p:nvSpPr>
        <p:spPr>
          <a:xfrm>
            <a:off x="607676" y="1620629"/>
            <a:ext cx="320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1"/>
          <p:cNvSpPr txBox="1"/>
          <p:nvPr/>
        </p:nvSpPr>
        <p:spPr>
          <a:xfrm>
            <a:off x="3379668" y="1620638"/>
            <a:ext cx="320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1"/>
          <p:cNvSpPr txBox="1"/>
          <p:nvPr/>
        </p:nvSpPr>
        <p:spPr>
          <a:xfrm>
            <a:off x="1289775" y="4223100"/>
            <a:ext cx="6730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24 cm</a:t>
            </a:r>
            <a:r>
              <a:rPr lang="en-GB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 E.g. (0.5 × 4 × 3) × 4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5" name="Google Shape;355;p21"/>
          <p:cNvSpPr txBox="1"/>
          <p:nvPr/>
        </p:nvSpPr>
        <p:spPr>
          <a:xfrm>
            <a:off x="1289775" y="4910375"/>
            <a:ext cx="6409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20.25 cm</a:t>
            </a:r>
            <a:r>
              <a:rPr lang="en-GB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E.g. (0.5 × 4.5 × 4.5) × 2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6" name="Google Shape;356;p21"/>
          <p:cNvSpPr txBox="1"/>
          <p:nvPr/>
        </p:nvSpPr>
        <p:spPr>
          <a:xfrm>
            <a:off x="1289775" y="5586650"/>
            <a:ext cx="6855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 cm</a:t>
            </a:r>
            <a:r>
              <a:rPr lang="en-GB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  E.g. (0.5 × 5 × 1) × 2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7" name="Google Shape;357;p21"/>
          <p:cNvSpPr txBox="1"/>
          <p:nvPr/>
        </p:nvSpPr>
        <p:spPr>
          <a:xfrm>
            <a:off x="466875" y="6360000"/>
            <a:ext cx="49566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Construct a rhombus from this set of perpendicular lines.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8" name="Google Shape;358;p21"/>
          <p:cNvCxnSpPr/>
          <p:nvPr/>
        </p:nvCxnSpPr>
        <p:spPr>
          <a:xfrm flipH="1">
            <a:off x="3751900" y="7458423"/>
            <a:ext cx="0" cy="1550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9" name="Google Shape;359;p21"/>
          <p:cNvCxnSpPr/>
          <p:nvPr/>
        </p:nvCxnSpPr>
        <p:spPr>
          <a:xfrm flipH="1">
            <a:off x="3751881" y="7284000"/>
            <a:ext cx="0" cy="1550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0" name="Google Shape;360;p21"/>
          <p:cNvSpPr/>
          <p:nvPr/>
        </p:nvSpPr>
        <p:spPr>
          <a:xfrm>
            <a:off x="3751900" y="7821293"/>
            <a:ext cx="238500" cy="2385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21"/>
          <p:cNvSpPr txBox="1"/>
          <p:nvPr/>
        </p:nvSpPr>
        <p:spPr>
          <a:xfrm>
            <a:off x="667275" y="6728100"/>
            <a:ext cx="1275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 example:</a:t>
            </a:r>
            <a:endParaRPr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62" name="Google Shape;362;p21"/>
          <p:cNvCxnSpPr/>
          <p:nvPr/>
        </p:nvCxnSpPr>
        <p:spPr>
          <a:xfrm flipH="1">
            <a:off x="3751900" y="7020279"/>
            <a:ext cx="0" cy="2078100"/>
          </a:xfrm>
          <a:prstGeom prst="straightConnector1">
            <a:avLst/>
          </a:prstGeom>
          <a:noFill/>
          <a:ln w="28575" cap="flat" cmpd="sng">
            <a:solidFill>
              <a:srgbClr val="037B7D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3" name="Google Shape;363;p21"/>
          <p:cNvCxnSpPr/>
          <p:nvPr/>
        </p:nvCxnSpPr>
        <p:spPr>
          <a:xfrm>
            <a:off x="1972600" y="8059350"/>
            <a:ext cx="3558600" cy="0"/>
          </a:xfrm>
          <a:prstGeom prst="straightConnector1">
            <a:avLst/>
          </a:prstGeom>
          <a:noFill/>
          <a:ln w="28575" cap="flat" cmpd="sng">
            <a:solidFill>
              <a:srgbClr val="037B7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4" name="Google Shape;364;p21"/>
          <p:cNvSpPr/>
          <p:nvPr/>
        </p:nvSpPr>
        <p:spPr>
          <a:xfrm>
            <a:off x="2712829" y="7020279"/>
            <a:ext cx="2078100" cy="2078100"/>
          </a:xfrm>
          <a:prstGeom prst="arc">
            <a:avLst>
              <a:gd name="adj1" fmla="val 15002772"/>
              <a:gd name="adj2" fmla="val 17487708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21"/>
          <p:cNvSpPr/>
          <p:nvPr/>
        </p:nvSpPr>
        <p:spPr>
          <a:xfrm rot="10800000" flipH="1">
            <a:off x="2712829" y="7020321"/>
            <a:ext cx="2078100" cy="2078100"/>
          </a:xfrm>
          <a:prstGeom prst="arc">
            <a:avLst>
              <a:gd name="adj1" fmla="val 14687733"/>
              <a:gd name="adj2" fmla="val 17471377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21"/>
          <p:cNvSpPr/>
          <p:nvPr/>
        </p:nvSpPr>
        <p:spPr>
          <a:xfrm>
            <a:off x="1972600" y="6280050"/>
            <a:ext cx="3558600" cy="3558600"/>
          </a:xfrm>
          <a:prstGeom prst="arc">
            <a:avLst>
              <a:gd name="adj1" fmla="val 20948868"/>
              <a:gd name="adj2" fmla="val 70603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21"/>
          <p:cNvSpPr/>
          <p:nvPr/>
        </p:nvSpPr>
        <p:spPr>
          <a:xfrm>
            <a:off x="1972600" y="6280050"/>
            <a:ext cx="3558600" cy="3558600"/>
          </a:xfrm>
          <a:prstGeom prst="arc">
            <a:avLst>
              <a:gd name="adj1" fmla="val 10192065"/>
              <a:gd name="adj2" fmla="val 11344068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8" name="Google Shape;368;p21"/>
          <p:cNvCxnSpPr/>
          <p:nvPr/>
        </p:nvCxnSpPr>
        <p:spPr>
          <a:xfrm rot="10800000" flipH="1">
            <a:off x="1984538" y="7028354"/>
            <a:ext cx="1773600" cy="1037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9" name="Google Shape;369;p21"/>
          <p:cNvCxnSpPr/>
          <p:nvPr/>
        </p:nvCxnSpPr>
        <p:spPr>
          <a:xfrm rot="10800000" flipH="1">
            <a:off x="3751900" y="8059361"/>
            <a:ext cx="1773600" cy="1037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0" name="Google Shape;370;p21"/>
          <p:cNvCxnSpPr/>
          <p:nvPr/>
        </p:nvCxnSpPr>
        <p:spPr>
          <a:xfrm>
            <a:off x="3755062" y="7048463"/>
            <a:ext cx="1756500" cy="10065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1" name="Google Shape;371;p21"/>
          <p:cNvCxnSpPr/>
          <p:nvPr/>
        </p:nvCxnSpPr>
        <p:spPr>
          <a:xfrm>
            <a:off x="1993076" y="8074766"/>
            <a:ext cx="1756500" cy="10065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74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Diagonals of a rhombus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2024-02-06T10:17:28.389</cp:lastPrinted>
  <dcterms:created xsi:type="dcterms:W3CDTF">2024-02-06T10:17:28Z</dcterms:created>
  <dcterms:modified xsi:type="dcterms:W3CDTF">2024-02-06T10:20:51Z</dcterms:modified>
</cp:coreProperties>
</file>