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1503636" y="8244676"/>
            <a:ext cx="1095900" cy="1095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Constructing rhombi to bisect a line segment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17" y="1837473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Give an explanation for why each construction doesn’t result in a perpendicular bisector of the line segment XY, and what can be done to make their construction better.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468013" y="2591657"/>
            <a:ext cx="1478294" cy="724973"/>
            <a:chOff x="552629" y="1971083"/>
            <a:chExt cx="2251781" cy="1104300"/>
          </a:xfrm>
        </p:grpSpPr>
        <p:sp>
          <p:nvSpPr>
            <p:cNvPr id="177" name="Google Shape;177;p20"/>
            <p:cNvSpPr/>
            <p:nvPr/>
          </p:nvSpPr>
          <p:spPr>
            <a:xfrm>
              <a:off x="1700110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52629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9" name="Google Shape;179;p20"/>
            <p:cNvCxnSpPr/>
            <p:nvPr/>
          </p:nvCxnSpPr>
          <p:spPr>
            <a:xfrm>
              <a:off x="1104389" y="25212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0" name="Google Shape;180;p20"/>
            <p:cNvSpPr txBox="1"/>
            <p:nvPr/>
          </p:nvSpPr>
          <p:spPr>
            <a:xfrm>
              <a:off x="907120" y="2382650"/>
              <a:ext cx="197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2254192" y="2382650"/>
              <a:ext cx="197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2561986" y="2333123"/>
            <a:ext cx="1710379" cy="1241967"/>
            <a:chOff x="3486325" y="1577275"/>
            <a:chExt cx="2605300" cy="1891800"/>
          </a:xfrm>
        </p:grpSpPr>
        <p:sp>
          <p:nvSpPr>
            <p:cNvPr id="183" name="Google Shape;183;p20"/>
            <p:cNvSpPr/>
            <p:nvPr/>
          </p:nvSpPr>
          <p:spPr>
            <a:xfrm>
              <a:off x="4199825" y="1577275"/>
              <a:ext cx="1891800" cy="18918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3486325" y="2011275"/>
              <a:ext cx="1023900" cy="10239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5" name="Google Shape;185;p20"/>
            <p:cNvGrpSpPr/>
            <p:nvPr/>
          </p:nvGrpSpPr>
          <p:grpSpPr>
            <a:xfrm>
              <a:off x="3800633" y="2382650"/>
              <a:ext cx="1544340" cy="328200"/>
              <a:chOff x="801275" y="2611250"/>
              <a:chExt cx="2315700" cy="328200"/>
            </a:xfrm>
          </p:grpSpPr>
          <p:cxnSp>
            <p:nvCxnSpPr>
              <p:cNvPr id="186" name="Google Shape;186;p20"/>
              <p:cNvCxnSpPr/>
              <p:nvPr/>
            </p:nvCxnSpPr>
            <p:spPr>
              <a:xfrm>
                <a:off x="1097075" y="2749850"/>
                <a:ext cx="1724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7" name="Google Shape;187;p20"/>
              <p:cNvSpPr txBox="1"/>
              <p:nvPr/>
            </p:nvSpPr>
            <p:spPr>
              <a:xfrm>
                <a:off x="801275" y="2611250"/>
                <a:ext cx="2958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" name="Google Shape;188;p20"/>
              <p:cNvSpPr txBox="1"/>
              <p:nvPr/>
            </p:nvSpPr>
            <p:spPr>
              <a:xfrm>
                <a:off x="2821175" y="2611250"/>
                <a:ext cx="2958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9" name="Google Shape;189;p20"/>
            <p:cNvGrpSpPr/>
            <p:nvPr/>
          </p:nvGrpSpPr>
          <p:grpSpPr>
            <a:xfrm>
              <a:off x="3998250" y="2104475"/>
              <a:ext cx="1154150" cy="419100"/>
              <a:chOff x="3998250" y="2104475"/>
              <a:chExt cx="1154150" cy="419100"/>
            </a:xfrm>
          </p:grpSpPr>
          <p:cxnSp>
            <p:nvCxnSpPr>
              <p:cNvPr id="190" name="Google Shape;190;p20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" name="Google Shape;191;p20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2" name="Google Shape;192;p20"/>
            <p:cNvGrpSpPr/>
            <p:nvPr/>
          </p:nvGrpSpPr>
          <p:grpSpPr>
            <a:xfrm flipH="1" rot="10800000">
              <a:off x="3998250" y="2525828"/>
              <a:ext cx="1154150" cy="419100"/>
              <a:chOff x="3998250" y="2104475"/>
              <a:chExt cx="1154150" cy="419100"/>
            </a:xfrm>
          </p:grpSpPr>
          <p:cxnSp>
            <p:nvCxnSpPr>
              <p:cNvPr id="193" name="Google Shape;193;p20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20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95" name="Google Shape;195;p20"/>
            <p:cNvCxnSpPr/>
            <p:nvPr/>
          </p:nvCxnSpPr>
          <p:spPr>
            <a:xfrm>
              <a:off x="4296275" y="2104475"/>
              <a:ext cx="0" cy="842700"/>
            </a:xfrm>
            <a:prstGeom prst="straightConnector1">
              <a:avLst/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" name="Google Shape;196;p20"/>
          <p:cNvGrpSpPr/>
          <p:nvPr/>
        </p:nvGrpSpPr>
        <p:grpSpPr>
          <a:xfrm>
            <a:off x="4888041" y="2447199"/>
            <a:ext cx="1767201" cy="1013912"/>
            <a:chOff x="6128161" y="1751040"/>
            <a:chExt cx="2691853" cy="1544420"/>
          </a:xfrm>
        </p:grpSpPr>
        <p:grpSp>
          <p:nvGrpSpPr>
            <p:cNvPr id="197" name="Google Shape;197;p20"/>
            <p:cNvGrpSpPr/>
            <p:nvPr/>
          </p:nvGrpSpPr>
          <p:grpSpPr>
            <a:xfrm>
              <a:off x="6128161" y="1751040"/>
              <a:ext cx="2691853" cy="1544420"/>
              <a:chOff x="6348236" y="1751040"/>
              <a:chExt cx="2691853" cy="1544420"/>
            </a:xfrm>
          </p:grpSpPr>
          <p:sp>
            <p:nvSpPr>
              <p:cNvPr id="198" name="Google Shape;198;p20"/>
              <p:cNvSpPr/>
              <p:nvPr/>
            </p:nvSpPr>
            <p:spPr>
              <a:xfrm>
                <a:off x="7495689" y="175104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6348236" y="175106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00" name="Google Shape;200;p20"/>
              <p:cNvGrpSpPr/>
              <p:nvPr/>
            </p:nvGrpSpPr>
            <p:grpSpPr>
              <a:xfrm>
                <a:off x="6617945" y="2382650"/>
                <a:ext cx="1544340" cy="328200"/>
                <a:chOff x="801275" y="2611250"/>
                <a:chExt cx="2315700" cy="328200"/>
              </a:xfrm>
            </p:grpSpPr>
            <p:cxnSp>
              <p:nvCxnSpPr>
                <p:cNvPr id="201" name="Google Shape;201;p20"/>
                <p:cNvCxnSpPr/>
                <p:nvPr/>
              </p:nvCxnSpPr>
              <p:spPr>
                <a:xfrm>
                  <a:off x="1097075" y="2749850"/>
                  <a:ext cx="17241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" name="Google Shape;202;p20"/>
                <p:cNvSpPr txBox="1"/>
                <p:nvPr/>
              </p:nvSpPr>
              <p:spPr>
                <a:xfrm>
                  <a:off x="801275" y="2611250"/>
                  <a:ext cx="295800" cy="32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latin typeface="Lexend"/>
                      <a:ea typeface="Lexend"/>
                      <a:cs typeface="Lexend"/>
                      <a:sym typeface="Lexend"/>
                    </a:rPr>
                    <a:t>X</a:t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203" name="Google Shape;203;p20"/>
                <p:cNvSpPr txBox="1"/>
                <p:nvPr/>
              </p:nvSpPr>
              <p:spPr>
                <a:xfrm>
                  <a:off x="2821175" y="2611250"/>
                  <a:ext cx="295800" cy="32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latin typeface="Lexend"/>
                      <a:ea typeface="Lexend"/>
                      <a:cs typeface="Lexend"/>
                      <a:sym typeface="Lexend"/>
                    </a:rPr>
                    <a:t>Y</a:t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204" name="Google Shape;204;p20"/>
            <p:cNvGrpSpPr/>
            <p:nvPr/>
          </p:nvGrpSpPr>
          <p:grpSpPr>
            <a:xfrm rot="10800000">
              <a:off x="6592475" y="2524192"/>
              <a:ext cx="1154030" cy="512700"/>
              <a:chOff x="3998250" y="2010875"/>
              <a:chExt cx="1154030" cy="5127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07" name="Google Shape;207;p20"/>
            <p:cNvGrpSpPr/>
            <p:nvPr/>
          </p:nvGrpSpPr>
          <p:grpSpPr>
            <a:xfrm flipH="1">
              <a:off x="6592475" y="2006702"/>
              <a:ext cx="1154030" cy="512700"/>
              <a:chOff x="3998250" y="2010875"/>
              <a:chExt cx="1154030" cy="512700"/>
            </a:xfrm>
          </p:grpSpPr>
          <p:cxnSp>
            <p:nvCxnSpPr>
              <p:cNvPr id="208" name="Google Shape;208;p20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20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0" name="Google Shape;210;p20"/>
            <p:cNvCxnSpPr/>
            <p:nvPr/>
          </p:nvCxnSpPr>
          <p:spPr>
            <a:xfrm>
              <a:off x="7474815" y="1995547"/>
              <a:ext cx="0" cy="1031400"/>
            </a:xfrm>
            <a:prstGeom prst="straightConnector1">
              <a:avLst/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1" name="Google Shape;211;p20"/>
          <p:cNvSpPr txBox="1"/>
          <p:nvPr/>
        </p:nvSpPr>
        <p:spPr>
          <a:xfrm>
            <a:off x="468024" y="2296225"/>
            <a:ext cx="2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592118" y="2296225"/>
            <a:ext cx="2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921991" y="2296225"/>
            <a:ext cx="20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68000" y="3651300"/>
            <a:ext cx="19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Both circles are too small; they do not intersect.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68000" y="4074225"/>
            <a:ext cx="19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Make each circle bigger so they can intersect with each other, but check that both circles are still the same size.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606400" y="3651300"/>
            <a:ext cx="215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circles are different sizes.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606400" y="4002375"/>
            <a:ext cx="2152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After constructing the first circle, check that your pair of compasses are still the same width apart so the second circle is the same size as the first.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can even draw a reference line to use before you draw any circles.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953600" y="3651300"/>
            <a:ext cx="21528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compass needle wasn’t placed at the endpoints X and Y. The circles are in the wrong place for the perpendicular line to be a bisector.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Make sure that you start each circle with the compass needle at one endpoint of the line segment you want to bisect.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65488" y="6334483"/>
            <a:ext cx="652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perpendicular bisector for each line segment by constructing a rhombus.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95439" y="8244676"/>
            <a:ext cx="1095900" cy="10959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0"/>
          <p:cNvPicPr preferRelativeResize="0"/>
          <p:nvPr/>
        </p:nvPicPr>
        <p:blipFill rotWithShape="1">
          <a:blip r:embed="rId3">
            <a:alphaModFix amt="50000"/>
          </a:blip>
          <a:srcRect b="18962" l="0" r="4351" t="0"/>
          <a:stretch/>
        </p:blipFill>
        <p:spPr>
          <a:xfrm>
            <a:off x="632549" y="6801050"/>
            <a:ext cx="5684913" cy="220807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2827840" y="8043167"/>
            <a:ext cx="2333100" cy="10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054092" y="7768692"/>
            <a:ext cx="1389900" cy="4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135540" y="7344129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183185" y="7344129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248911" y="7224921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915749" y="7224921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090356" y="8681565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2056500" y="8681565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903009" y="7891776"/>
            <a:ext cx="678000" cy="20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486754" y="6789565"/>
            <a:ext cx="2333100" cy="10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020156" y="7711253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681088" y="7711253"/>
            <a:ext cx="11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 amt="50000"/>
          </a:blip>
          <a:srcRect b="1670" l="38085" r="31766" t="36229"/>
          <a:stretch/>
        </p:blipFill>
        <p:spPr>
          <a:xfrm>
            <a:off x="4194030" y="6828294"/>
            <a:ext cx="1791890" cy="1692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4948660" y="6902850"/>
            <a:ext cx="1596600" cy="15966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5062559" y="6979791"/>
            <a:ext cx="689735" cy="1439916"/>
            <a:chOff x="4823995" y="3375896"/>
            <a:chExt cx="1100056" cy="1014811"/>
          </a:xfrm>
        </p:grpSpPr>
        <p:grpSp>
          <p:nvGrpSpPr>
            <p:cNvPr id="237" name="Google Shape;237;p20"/>
            <p:cNvGrpSpPr/>
            <p:nvPr/>
          </p:nvGrpSpPr>
          <p:grpSpPr>
            <a:xfrm flipH="1" rot="10800000">
              <a:off x="4823995" y="3375896"/>
              <a:ext cx="1100056" cy="508824"/>
              <a:chOff x="1365200" y="2048025"/>
              <a:chExt cx="1267200" cy="532800"/>
            </a:xfrm>
          </p:grpSpPr>
          <p:cxnSp>
            <p:nvCxnSpPr>
              <p:cNvPr id="238" name="Google Shape;238;p20"/>
              <p:cNvCxnSpPr/>
              <p:nvPr/>
            </p:nvCxnSpPr>
            <p:spPr>
              <a:xfrm>
                <a:off x="13652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" name="Google Shape;239;p20"/>
              <p:cNvCxnSpPr/>
              <p:nvPr/>
            </p:nvCxnSpPr>
            <p:spPr>
              <a:xfrm flipH="1">
                <a:off x="19988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0" name="Google Shape;240;p20"/>
            <p:cNvGrpSpPr/>
            <p:nvPr/>
          </p:nvGrpSpPr>
          <p:grpSpPr>
            <a:xfrm>
              <a:off x="4823995" y="3881883"/>
              <a:ext cx="1100056" cy="508824"/>
              <a:chOff x="1365200" y="2048025"/>
              <a:chExt cx="1267200" cy="532800"/>
            </a:xfrm>
          </p:grpSpPr>
          <p:cxnSp>
            <p:nvCxnSpPr>
              <p:cNvPr id="241" name="Google Shape;241;p20"/>
              <p:cNvCxnSpPr/>
              <p:nvPr/>
            </p:nvCxnSpPr>
            <p:spPr>
              <a:xfrm>
                <a:off x="13652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20"/>
              <p:cNvCxnSpPr/>
              <p:nvPr/>
            </p:nvCxnSpPr>
            <p:spPr>
              <a:xfrm flipH="1">
                <a:off x="19988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243" name="Google Shape;243;p20"/>
          <p:cNvCxnSpPr/>
          <p:nvPr/>
        </p:nvCxnSpPr>
        <p:spPr>
          <a:xfrm>
            <a:off x="5407384" y="6983450"/>
            <a:ext cx="0" cy="14304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4" name="Google Shape;244;p20"/>
          <p:cNvGrpSpPr/>
          <p:nvPr/>
        </p:nvGrpSpPr>
        <p:grpSpPr>
          <a:xfrm>
            <a:off x="1251204" y="7461875"/>
            <a:ext cx="929998" cy="374772"/>
            <a:chOff x="1365200" y="2048025"/>
            <a:chExt cx="1267200" cy="532800"/>
          </a:xfrm>
        </p:grpSpPr>
        <p:cxnSp>
          <p:nvCxnSpPr>
            <p:cNvPr id="245" name="Google Shape;245;p20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20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7" name="Google Shape;247;p20"/>
          <p:cNvGrpSpPr/>
          <p:nvPr/>
        </p:nvGrpSpPr>
        <p:grpSpPr>
          <a:xfrm>
            <a:off x="3364517" y="7327765"/>
            <a:ext cx="550725" cy="296503"/>
            <a:chOff x="1365200" y="2048025"/>
            <a:chExt cx="1267200" cy="532800"/>
          </a:xfrm>
        </p:grpSpPr>
        <p:cxnSp>
          <p:nvCxnSpPr>
            <p:cNvPr id="248" name="Google Shape;248;p20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20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0" name="Google Shape;250;p20"/>
          <p:cNvGrpSpPr/>
          <p:nvPr/>
        </p:nvGrpSpPr>
        <p:grpSpPr>
          <a:xfrm flipH="1" rot="10800000">
            <a:off x="3364517" y="7030901"/>
            <a:ext cx="550725" cy="296503"/>
            <a:chOff x="1365200" y="2048025"/>
            <a:chExt cx="1267200" cy="532800"/>
          </a:xfrm>
        </p:grpSpPr>
        <p:cxnSp>
          <p:nvCxnSpPr>
            <p:cNvPr id="251" name="Google Shape;251;p20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20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3" name="Google Shape;253;p20"/>
          <p:cNvGrpSpPr/>
          <p:nvPr/>
        </p:nvGrpSpPr>
        <p:grpSpPr>
          <a:xfrm flipH="1" rot="10800000">
            <a:off x="1245295" y="8419644"/>
            <a:ext cx="807206" cy="373386"/>
            <a:chOff x="1365200" y="2048025"/>
            <a:chExt cx="1267200" cy="532800"/>
          </a:xfrm>
        </p:grpSpPr>
        <p:cxnSp>
          <p:nvCxnSpPr>
            <p:cNvPr id="254" name="Google Shape;254;p20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0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6" name="Google Shape;256;p20"/>
          <p:cNvGrpSpPr/>
          <p:nvPr/>
        </p:nvGrpSpPr>
        <p:grpSpPr>
          <a:xfrm>
            <a:off x="1245295" y="8790874"/>
            <a:ext cx="807206" cy="373386"/>
            <a:chOff x="1365200" y="2048025"/>
            <a:chExt cx="1267200" cy="532800"/>
          </a:xfrm>
        </p:grpSpPr>
        <p:cxnSp>
          <p:nvCxnSpPr>
            <p:cNvPr id="257" name="Google Shape;257;p20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20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59" name="Google Shape;259;p20"/>
          <p:cNvCxnSpPr/>
          <p:nvPr/>
        </p:nvCxnSpPr>
        <p:spPr>
          <a:xfrm>
            <a:off x="1715812" y="7088715"/>
            <a:ext cx="0" cy="7413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0"/>
          <p:cNvCxnSpPr/>
          <p:nvPr/>
        </p:nvCxnSpPr>
        <p:spPr>
          <a:xfrm>
            <a:off x="3640236" y="7033405"/>
            <a:ext cx="0" cy="5841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0"/>
          <p:cNvCxnSpPr/>
          <p:nvPr/>
        </p:nvCxnSpPr>
        <p:spPr>
          <a:xfrm>
            <a:off x="1649437" y="8406312"/>
            <a:ext cx="0" cy="7605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7" name="Google Shape;26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468000" y="8774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Efficient construction of a perpendicular bisector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90001" y="1892365"/>
            <a:ext cx="1254000" cy="1254000"/>
          </a:xfrm>
          <a:prstGeom prst="arc">
            <a:avLst>
              <a:gd fmla="val 16200000" name="adj1"/>
              <a:gd fmla="val 20408623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 flipH="1" rot="10800000">
            <a:off x="490001" y="936456"/>
            <a:ext cx="1254000" cy="1254000"/>
          </a:xfrm>
          <a:prstGeom prst="arc">
            <a:avLst>
              <a:gd fmla="val 16200000" name="adj1"/>
              <a:gd fmla="val 2021158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3" name="Google Shape;273;p21"/>
          <p:cNvGrpSpPr/>
          <p:nvPr/>
        </p:nvGrpSpPr>
        <p:grpSpPr>
          <a:xfrm flipH="1">
            <a:off x="487710" y="936414"/>
            <a:ext cx="1254070" cy="2210044"/>
            <a:chOff x="897125" y="166831"/>
            <a:chExt cx="1945200" cy="3428019"/>
          </a:xfrm>
        </p:grpSpPr>
        <p:sp>
          <p:nvSpPr>
            <p:cNvPr id="274" name="Google Shape;274;p21"/>
            <p:cNvSpPr/>
            <p:nvPr/>
          </p:nvSpPr>
          <p:spPr>
            <a:xfrm>
              <a:off x="897125" y="1649650"/>
              <a:ext cx="1945200" cy="1945200"/>
            </a:xfrm>
            <a:prstGeom prst="arc">
              <a:avLst>
                <a:gd fmla="val 16200000" name="adj1"/>
                <a:gd fmla="val 20100164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 flipH="1" rot="10800000">
              <a:off x="897125" y="166831"/>
              <a:ext cx="1945200" cy="1945200"/>
            </a:xfrm>
            <a:prstGeom prst="arc">
              <a:avLst>
                <a:gd fmla="val 16200000" name="adj1"/>
                <a:gd fmla="val 20024636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" name="Google Shape;276;p21"/>
          <p:cNvSpPr txBox="1"/>
          <p:nvPr/>
        </p:nvSpPr>
        <p:spPr>
          <a:xfrm>
            <a:off x="515625" y="11467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Complete the construction of each perpendicular bisector.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>
            <a:off x="1117075" y="1563688"/>
            <a:ext cx="0" cy="9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8" name="Google Shape;278;p21"/>
          <p:cNvGrpSpPr/>
          <p:nvPr/>
        </p:nvGrpSpPr>
        <p:grpSpPr>
          <a:xfrm rot="2700000">
            <a:off x="2699066" y="748008"/>
            <a:ext cx="1622946" cy="2854959"/>
            <a:chOff x="-3166886" y="166831"/>
            <a:chExt cx="1948711" cy="3428019"/>
          </a:xfrm>
        </p:grpSpPr>
        <p:cxnSp>
          <p:nvCxnSpPr>
            <p:cNvPr id="279" name="Google Shape;279;p21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" name="Google Shape;280;p21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7308075" name="adj1"/>
                <a:gd fmla="val 19273245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1" name="Google Shape;281;p21"/>
            <p:cNvGrpSpPr/>
            <p:nvPr/>
          </p:nvGrpSpPr>
          <p:grpSpPr>
            <a:xfrm flipH="1">
              <a:off x="-3166886" y="166831"/>
              <a:ext cx="1945200" cy="3428019"/>
              <a:chOff x="897125" y="166831"/>
              <a:chExt cx="1945200" cy="3428019"/>
            </a:xfrm>
          </p:grpSpPr>
          <p:sp>
            <p:nvSpPr>
              <p:cNvPr id="282" name="Google Shape;282;p21"/>
              <p:cNvSpPr/>
              <p:nvPr/>
            </p:nvSpPr>
            <p:spPr>
              <a:xfrm>
                <a:off x="897125" y="1649650"/>
                <a:ext cx="1945200" cy="1945200"/>
              </a:xfrm>
              <a:prstGeom prst="arc">
                <a:avLst>
                  <a:gd fmla="val 18271554" name="adj1"/>
                  <a:gd fmla="val 19084184" name="adj2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 flipH="1" rot="10800000">
                <a:off x="897125" y="166831"/>
                <a:ext cx="1945200" cy="1945200"/>
              </a:xfrm>
              <a:prstGeom prst="arc">
                <a:avLst>
                  <a:gd fmla="val 17512106" name="adj1"/>
                  <a:gd fmla="val 19635712" name="adj2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84" name="Google Shape;284;p21"/>
          <p:cNvSpPr/>
          <p:nvPr/>
        </p:nvSpPr>
        <p:spPr>
          <a:xfrm flipH="1" rot="7200250">
            <a:off x="4248072" y="633000"/>
            <a:ext cx="2211922" cy="2211922"/>
          </a:xfrm>
          <a:prstGeom prst="arc">
            <a:avLst>
              <a:gd fmla="val 13308944" name="adj1"/>
              <a:gd fmla="val 1901546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6084106" y="1317733"/>
            <a:ext cx="0" cy="1685314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6" name="Google Shape;286;p21"/>
          <p:cNvGrpSpPr/>
          <p:nvPr/>
        </p:nvGrpSpPr>
        <p:grpSpPr>
          <a:xfrm rot="5400000">
            <a:off x="1456944" y="1803949"/>
            <a:ext cx="1482774" cy="2608037"/>
            <a:chOff x="-3166886" y="166831"/>
            <a:chExt cx="1948711" cy="3428019"/>
          </a:xfrm>
        </p:grpSpPr>
        <p:cxnSp>
          <p:nvCxnSpPr>
            <p:cNvPr id="287" name="Google Shape;287;p21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8" name="Google Shape;288;p21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8037882" name="adj1"/>
                <a:gd fmla="val 19082531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 flipH="1" rot="10800000">
              <a:off x="-3163375" y="166831"/>
              <a:ext cx="1945200" cy="1945200"/>
            </a:xfrm>
            <a:prstGeom prst="arc">
              <a:avLst>
                <a:gd fmla="val 18167402" name="adj1"/>
                <a:gd fmla="val 19011539" name="adj2"/>
              </a:avLst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90" name="Google Shape;290;p21"/>
            <p:cNvGrpSpPr/>
            <p:nvPr/>
          </p:nvGrpSpPr>
          <p:grpSpPr>
            <a:xfrm flipH="1">
              <a:off x="-3166886" y="166831"/>
              <a:ext cx="1945200" cy="3428019"/>
              <a:chOff x="897125" y="166831"/>
              <a:chExt cx="1945200" cy="3428019"/>
            </a:xfrm>
          </p:grpSpPr>
          <p:sp>
            <p:nvSpPr>
              <p:cNvPr id="291" name="Google Shape;291;p21"/>
              <p:cNvSpPr/>
              <p:nvPr/>
            </p:nvSpPr>
            <p:spPr>
              <a:xfrm>
                <a:off x="897125" y="1649650"/>
                <a:ext cx="1945200" cy="1945200"/>
              </a:xfrm>
              <a:prstGeom prst="arc">
                <a:avLst>
                  <a:gd fmla="val 18147442" name="adj1"/>
                  <a:gd fmla="val 19203790" name="adj2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2" name="Google Shape;292;p21"/>
              <p:cNvSpPr/>
              <p:nvPr/>
            </p:nvSpPr>
            <p:spPr>
              <a:xfrm flipH="1" rot="10800000">
                <a:off x="897125" y="166831"/>
                <a:ext cx="1945200" cy="1945200"/>
              </a:xfrm>
              <a:prstGeom prst="arc">
                <a:avLst>
                  <a:gd fmla="val 18287280" name="adj1"/>
                  <a:gd fmla="val 18947024" name="adj2"/>
                </a:avLst>
              </a:prstGeom>
              <a:noFill/>
              <a:ln cap="flat" cmpd="sng" w="28575">
                <a:solidFill>
                  <a:srgbClr val="037B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293" name="Google Shape;293;p21"/>
          <p:cNvCxnSpPr/>
          <p:nvPr/>
        </p:nvCxnSpPr>
        <p:spPr>
          <a:xfrm>
            <a:off x="4844485" y="2885309"/>
            <a:ext cx="0" cy="541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1"/>
          <p:cNvSpPr/>
          <p:nvPr/>
        </p:nvSpPr>
        <p:spPr>
          <a:xfrm rot="5400000">
            <a:off x="4022037" y="2605111"/>
            <a:ext cx="1102500" cy="1102500"/>
          </a:xfrm>
          <a:prstGeom prst="arc">
            <a:avLst>
              <a:gd fmla="val 19200962" name="adj1"/>
              <a:gd fmla="val 2027310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 flipH="1" rot="-5400000">
            <a:off x="4564155" y="2605159"/>
            <a:ext cx="1102500" cy="1102500"/>
          </a:xfrm>
          <a:prstGeom prst="arc">
            <a:avLst>
              <a:gd fmla="val 19092835" name="adj1"/>
              <a:gd fmla="val 20228088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 flipH="1" rot="5400000">
            <a:off x="4022037" y="2603461"/>
            <a:ext cx="1102500" cy="1102500"/>
          </a:xfrm>
          <a:prstGeom prst="arc">
            <a:avLst>
              <a:gd fmla="val 19304304" name="adj1"/>
              <a:gd fmla="val 20247859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rot="-5400000">
            <a:off x="4564155" y="2603413"/>
            <a:ext cx="1102500" cy="1102500"/>
          </a:xfrm>
          <a:prstGeom prst="arc">
            <a:avLst>
              <a:gd fmla="val 19028831" name="adj1"/>
              <a:gd fmla="val 20345683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 rot="-4500150">
            <a:off x="5707942" y="1473162"/>
            <a:ext cx="2211945" cy="2211945"/>
          </a:xfrm>
          <a:prstGeom prst="arc">
            <a:avLst>
              <a:gd fmla="val 18934877" name="adj1"/>
              <a:gd fmla="val 1984802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 rot="-8999750">
            <a:off x="5708224" y="1473239"/>
            <a:ext cx="2211922" cy="2211922"/>
          </a:xfrm>
          <a:prstGeom prst="arc">
            <a:avLst>
              <a:gd fmla="val 18810373" name="adj1"/>
              <a:gd fmla="val 19848021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 rot="-8100000">
            <a:off x="3138494" y="928007"/>
            <a:ext cx="1619840" cy="1619840"/>
          </a:xfrm>
          <a:prstGeom prst="arc">
            <a:avLst>
              <a:gd fmla="val 13440176" name="adj1"/>
              <a:gd fmla="val 14101812" name="adj2"/>
            </a:avLst>
          </a:prstGeom>
          <a:noFill/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1" name="Google Shape;301;p21"/>
          <p:cNvCxnSpPr/>
          <p:nvPr/>
        </p:nvCxnSpPr>
        <p:spPr>
          <a:xfrm>
            <a:off x="536370" y="2041417"/>
            <a:ext cx="1293900" cy="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1"/>
          <p:cNvCxnSpPr/>
          <p:nvPr/>
        </p:nvCxnSpPr>
        <p:spPr>
          <a:xfrm rot="5400000">
            <a:off x="1550505" y="3064062"/>
            <a:ext cx="1293900" cy="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1"/>
          <p:cNvCxnSpPr/>
          <p:nvPr/>
        </p:nvCxnSpPr>
        <p:spPr>
          <a:xfrm rot="5400000">
            <a:off x="4197465" y="3008330"/>
            <a:ext cx="1293900" cy="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1"/>
          <p:cNvCxnSpPr/>
          <p:nvPr/>
        </p:nvCxnSpPr>
        <p:spPr>
          <a:xfrm flipH="1">
            <a:off x="5677198" y="1511560"/>
            <a:ext cx="780900" cy="13575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3138656" y="1797895"/>
            <a:ext cx="746100" cy="7503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21"/>
          <p:cNvSpPr txBox="1"/>
          <p:nvPr/>
        </p:nvSpPr>
        <p:spPr>
          <a:xfrm>
            <a:off x="481475" y="1435766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3833133" y="1435766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5480868" y="1435766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1385568" y="3018709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316643" y="3065192"/>
            <a:ext cx="254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74750" y="4254077"/>
            <a:ext cx="66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circumcentre of a triangle is a point that is the centre of a circle whose circumference intersects all three vertices of the triangle. The circumcentre can be found by finding the point where the perpendicular bisectors of each side of the triangle intersect.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circumcentre of this triangle.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2" name="Google Shape;3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463" y="5432719"/>
            <a:ext cx="2026829" cy="197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9486" y="5112950"/>
            <a:ext cx="2323245" cy="22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 rot="-2700000">
            <a:off x="5237935" y="6142531"/>
            <a:ext cx="240558" cy="240558"/>
          </a:xfrm>
          <a:prstGeom prst="mathPlus">
            <a:avLst>
              <a:gd fmla="val 3016" name="adj1"/>
            </a:avLst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" name="Google Shape;315;p21"/>
          <p:cNvCxnSpPr/>
          <p:nvPr/>
        </p:nvCxnSpPr>
        <p:spPr>
          <a:xfrm>
            <a:off x="481482" y="99243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