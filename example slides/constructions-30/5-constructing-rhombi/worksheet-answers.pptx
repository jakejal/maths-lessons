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0" name="Shape 220"/>
        <p:cNvGrpSpPr/>
        <p:nvPr/>
      </p:nvGrpSpPr>
      <p:grpSpPr>
        <a:xfrm>
          <a:off x="0" y="0"/>
          <a:ext cx="0" cy="0"/>
        </a:xfrm>
      </p:grpSpPr>
      <p:sp>
        <p:nvSpPr>
          <p:cNvPr id="221" name="Google Shape;221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image" Target="../media/image22.png" /><Relationship Id="rId8" Type="http://schemas.openxmlformats.org/officeDocument/2006/relationships/image" Target="../media/image2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3817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Creating shapes from triangles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6875" y="16737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69999" lvl="0" indent="-269999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By considering the properties of the quadrilateral, what types of triangles are they?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871" y="2064856"/>
            <a:ext cx="1118983" cy="1112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5726987" y="1860588"/>
            <a:ext cx="1377271" cy="1368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34879" y="2031457"/>
            <a:ext cx="1494482" cy="978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29356" y="2064864"/>
            <a:ext cx="1813230" cy="10202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20"/>
          <p:cNvGrpSpPr/>
          <p:nvPr/>
        </p:nvGrpSpPr>
        <p:grpSpPr>
          <a:xfrm>
            <a:off x="476086" y="2091257"/>
            <a:ext cx="385831" cy="385831"/>
            <a:chOff x="1020916" y="1442088"/>
            <a:chExt cx="457200" cy="457200"/>
          </a:xfrm>
        </p:grpSpPr>
        <p:pic>
          <p:nvPicPr>
            <p:cNvPr id="180" name="Google Shape;180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" name="Google Shape;182;p20"/>
          <p:cNvGrpSpPr/>
          <p:nvPr/>
        </p:nvGrpSpPr>
        <p:grpSpPr>
          <a:xfrm>
            <a:off x="2102738" y="2091257"/>
            <a:ext cx="385831" cy="385831"/>
            <a:chOff x="1020916" y="1442088"/>
            <a:chExt cx="457200" cy="457200"/>
          </a:xfrm>
        </p:grpSpPr>
        <p:pic>
          <p:nvPicPr>
            <p:cNvPr id="183" name="Google Shape;183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5" name="Google Shape;185;p20"/>
          <p:cNvGrpSpPr/>
          <p:nvPr/>
        </p:nvGrpSpPr>
        <p:grpSpPr>
          <a:xfrm>
            <a:off x="3514343" y="2091257"/>
            <a:ext cx="385831" cy="385831"/>
            <a:chOff x="1020916" y="1442088"/>
            <a:chExt cx="457200" cy="457200"/>
          </a:xfrm>
        </p:grpSpPr>
        <p:pic>
          <p:nvPicPr>
            <p:cNvPr id="186" name="Google Shape;186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" name="Google Shape;188;p20"/>
          <p:cNvGrpSpPr/>
          <p:nvPr/>
        </p:nvGrpSpPr>
        <p:grpSpPr>
          <a:xfrm>
            <a:off x="5420282" y="2091257"/>
            <a:ext cx="385831" cy="385831"/>
            <a:chOff x="1020916" y="1442088"/>
            <a:chExt cx="457200" cy="457200"/>
          </a:xfrm>
        </p:grpSpPr>
        <p:pic>
          <p:nvPicPr>
            <p:cNvPr id="189" name="Google Shape;189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1" name="Google Shape;191;p20"/>
          <p:cNvSpPr txBox="1"/>
          <p:nvPr/>
        </p:nvSpPr>
        <p:spPr>
          <a:xfrm>
            <a:off x="582875" y="3250200"/>
            <a:ext cx="1543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congruent right-angled isosceles triangles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2303052" y="3250200"/>
            <a:ext cx="1494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congruent scalene triangles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039675" y="3250200"/>
            <a:ext cx="159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congruent isosceles triangles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969174" y="3250200"/>
            <a:ext cx="111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isosceles triangles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5" name="Google Shape;19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5851" y="4256300"/>
            <a:ext cx="1708429" cy="782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58193" y="4262638"/>
            <a:ext cx="1459064" cy="660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89104" y="4143473"/>
            <a:ext cx="1620563" cy="921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007582" y="4258761"/>
            <a:ext cx="1092465" cy="6905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" name="Google Shape;199;p20"/>
          <p:cNvGrpSpPr/>
          <p:nvPr/>
        </p:nvGrpSpPr>
        <p:grpSpPr>
          <a:xfrm>
            <a:off x="476084" y="4258800"/>
            <a:ext cx="376687" cy="376687"/>
            <a:chOff x="1020916" y="1442088"/>
            <a:chExt cx="457200" cy="457200"/>
          </a:xfrm>
        </p:grpSpPr>
        <p:pic>
          <p:nvPicPr>
            <p:cNvPr id="200" name="Google Shape;200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" name="Google Shape;202;p20"/>
          <p:cNvGrpSpPr/>
          <p:nvPr/>
        </p:nvGrpSpPr>
        <p:grpSpPr>
          <a:xfrm>
            <a:off x="2373034" y="4258800"/>
            <a:ext cx="376687" cy="376687"/>
            <a:chOff x="1020916" y="1442088"/>
            <a:chExt cx="457200" cy="457200"/>
          </a:xfrm>
        </p:grpSpPr>
        <p:pic>
          <p:nvPicPr>
            <p:cNvPr id="203" name="Google Shape;203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5" name="Google Shape;205;p20"/>
          <p:cNvGrpSpPr/>
          <p:nvPr/>
        </p:nvGrpSpPr>
        <p:grpSpPr>
          <a:xfrm>
            <a:off x="3913374" y="4258800"/>
            <a:ext cx="376687" cy="376687"/>
            <a:chOff x="1020916" y="1442088"/>
            <a:chExt cx="457200" cy="457200"/>
          </a:xfrm>
        </p:grpSpPr>
        <p:pic>
          <p:nvPicPr>
            <p:cNvPr id="206" name="Google Shape;206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5551444" y="4256349"/>
            <a:ext cx="376687" cy="376687"/>
            <a:chOff x="1020916" y="1442088"/>
            <a:chExt cx="457200" cy="457200"/>
          </a:xfrm>
        </p:grpSpPr>
        <p:pic>
          <p:nvPicPr>
            <p:cNvPr id="209" name="Google Shape;209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1" name="Google Shape;211;p20"/>
          <p:cNvSpPr txBox="1"/>
          <p:nvPr/>
        </p:nvSpPr>
        <p:spPr>
          <a:xfrm>
            <a:off x="802625" y="5183650"/>
            <a:ext cx="132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congruent scalene triangles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2881699" y="5183650"/>
            <a:ext cx="87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scalene triangles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4305275" y="5183650"/>
            <a:ext cx="136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congruent isosceles triangles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5836325" y="5183650"/>
            <a:ext cx="1263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congruent right-angled scalene triangles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5" name="Google Shape;215;p20"/>
          <p:cNvCxnSpPr/>
          <p:nvPr/>
        </p:nvCxnSpPr>
        <p:spPr>
          <a:xfrm>
            <a:off x="474750" y="6198185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6" name="Google Shape;216;p20"/>
          <p:cNvSpPr txBox="1"/>
          <p:nvPr/>
        </p:nvSpPr>
        <p:spPr>
          <a:xfrm>
            <a:off x="468000" y="62585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Constructing rhombi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57200" y="6540975"/>
            <a:ext cx="49632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Finish constructing this rhombus, from the two given sides.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8" name="Google Shape;218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7563" y="6749200"/>
            <a:ext cx="4524751" cy="2131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03675" y="6854189"/>
            <a:ext cx="4761299" cy="1991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3" name="Shape 223"/>
        <p:cNvGrpSpPr/>
        <p:nvPr/>
      </p:nvGrpSpPr>
      <p:grpSpPr>
        <a:xfrm>
          <a:off x="0" y="0"/>
          <a:ext cx="0" cy="0"/>
        </a:xfrm>
      </p:grpSpPr>
      <p:pic>
        <p:nvPicPr>
          <p:cNvPr id="224" name="Google Shape;2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5375" y="3733775"/>
            <a:ext cx="3671100" cy="2234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037" y="1484634"/>
            <a:ext cx="1467363" cy="195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5075" y="1910590"/>
            <a:ext cx="2648399" cy="76216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8" name="Google Shape;228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rhombi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476400" y="850525"/>
            <a:ext cx="46716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Construct three different rhombi, with side lengths 7 cm.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You will need to use a blank sheet of A4 paper for this task.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" name="Google Shape;23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2925" y="1173474"/>
            <a:ext cx="911291" cy="2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468900" y="3705600"/>
            <a:ext cx="36711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Construct a rhombus, with a 60° 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2014825" y="3057700"/>
            <a:ext cx="3787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base of the isosceles triangles can vary but the two edges that are equal needed to be 7 cm.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73100" y="4012200"/>
            <a:ext cx="329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wo equilateral triangle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s need to be used. The angles </a:t>
            </a:r>
            <a:r>
              <a:rPr lang="en-GB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should all be 60°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66875" y="6245700"/>
            <a:ext cx="51642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4) Construct this isometric cube, where each face is a rhombus.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3395375" y="6608100"/>
            <a:ext cx="3671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Hint: The three rhombi are congruent, therefore the angles at the centre point (A) are all equal.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8" name="Google Shape;238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675" y="6631300"/>
            <a:ext cx="1877325" cy="2044357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/>
          <p:nvPr/>
        </p:nvSpPr>
        <p:spPr>
          <a:xfrm>
            <a:off x="1474962" y="7622765"/>
            <a:ext cx="85800" cy="85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1265417" y="7268035"/>
            <a:ext cx="177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1" name="Google Shape;241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37225" y="7035750"/>
            <a:ext cx="2722800" cy="291728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1445342" y="7299150"/>
            <a:ext cx="430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120°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1628647" y="7743400"/>
            <a:ext cx="430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120°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1039900" y="7717925"/>
            <a:ext cx="430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120°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941846" y="7106575"/>
            <a:ext cx="430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60°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1"/>
          <p:cNvSpPr/>
          <p:nvPr/>
        </p:nvSpPr>
        <p:spPr>
          <a:xfrm rot="-1789173">
            <a:off x="1349726" y="7495650"/>
            <a:ext cx="342671" cy="342671"/>
          </a:xfrm>
          <a:prstGeom prst="pie">
            <a:avLst>
              <a:gd name="adj1" fmla="val 0"/>
              <a:gd name="adj2" fmla="val 7217425"/>
            </a:avLst>
          </a:prstGeom>
          <a:solidFill>
            <a:srgbClr val="037B7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/>
          <p:nvPr/>
        </p:nvSpPr>
        <p:spPr>
          <a:xfrm rot="-8997393">
            <a:off x="1349438" y="7495429"/>
            <a:ext cx="342750" cy="342750"/>
          </a:xfrm>
          <a:prstGeom prst="pie">
            <a:avLst>
              <a:gd name="adj1" fmla="val 0"/>
              <a:gd name="adj2" fmla="val 7217425"/>
            </a:avLst>
          </a:prstGeom>
          <a:solidFill>
            <a:srgbClr val="037B7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/>
          <p:nvPr/>
        </p:nvSpPr>
        <p:spPr>
          <a:xfrm rot="5400000">
            <a:off x="1349788" y="7495542"/>
            <a:ext cx="342600" cy="342600"/>
          </a:xfrm>
          <a:prstGeom prst="pie">
            <a:avLst>
              <a:gd name="adj1" fmla="val 0"/>
              <a:gd name="adj2" fmla="val 7217425"/>
            </a:avLst>
          </a:prstGeom>
          <a:solidFill>
            <a:srgbClr val="037B7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/>
          <p:nvPr/>
        </p:nvSpPr>
        <p:spPr>
          <a:xfrm rot="-8997393">
            <a:off x="584097" y="7056773"/>
            <a:ext cx="342750" cy="342750"/>
          </a:xfrm>
          <a:prstGeom prst="pie">
            <a:avLst>
              <a:gd name="adj1" fmla="val 7108537"/>
              <a:gd name="adj2" fmla="val 10798831"/>
            </a:avLst>
          </a:prstGeom>
          <a:solidFill>
            <a:srgbClr val="037B7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Constructing rhombi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2024-02-06T10:17:12.095</cp:lastPrinted>
  <dcterms:created xsi:type="dcterms:W3CDTF">2024-02-06T10:17:12Z</dcterms:created>
  <dcterms:modified xsi:type="dcterms:W3CDTF">2024-02-06T10:17:23Z</dcterms:modified>
</cp:coreProperties>
</file>