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9" name="Shape 199"/>
        <p:cNvGrpSpPr/>
        <p:nvPr/>
      </p:nvGrpSpPr>
      <p:grpSpPr>
        <a:xfrm>
          <a:off x="0" y="0"/>
          <a:ext cx="0" cy="0"/>
        </a:xfrm>
      </p:grpSpPr>
      <p:sp>
        <p:nvSpPr>
          <p:cNvPr id="200" name="Google Shape;200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2.png" /><Relationship Id="rId11" Type="http://schemas.openxmlformats.org/officeDocument/2006/relationships/image" Target="../media/image13.png" /><Relationship Id="rId12" Type="http://schemas.openxmlformats.org/officeDocument/2006/relationships/image" Target="../media/image14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rhombi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3817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Creating shapes from triangles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6875" y="16737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9999" lvl="0" indent="-269999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By considering the properties of the quadrilateral, what types of triangles are they?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871" y="2064856"/>
            <a:ext cx="1118983" cy="1112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5726987" y="1860588"/>
            <a:ext cx="1377271" cy="1368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34879" y="2031457"/>
            <a:ext cx="1494482" cy="978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29356" y="2064864"/>
            <a:ext cx="1813230" cy="10202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20"/>
          <p:cNvGrpSpPr/>
          <p:nvPr/>
        </p:nvGrpSpPr>
        <p:grpSpPr>
          <a:xfrm>
            <a:off x="476086" y="2091257"/>
            <a:ext cx="385831" cy="385831"/>
            <a:chOff x="1020916" y="1442088"/>
            <a:chExt cx="457200" cy="457200"/>
          </a:xfrm>
        </p:grpSpPr>
        <p:pic>
          <p:nvPicPr>
            <p:cNvPr id="168" name="Google Shape;168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0" name="Google Shape;170;p20"/>
          <p:cNvGrpSpPr/>
          <p:nvPr/>
        </p:nvGrpSpPr>
        <p:grpSpPr>
          <a:xfrm>
            <a:off x="2102738" y="2091257"/>
            <a:ext cx="385831" cy="385831"/>
            <a:chOff x="1020916" y="1442088"/>
            <a:chExt cx="457200" cy="457200"/>
          </a:xfrm>
        </p:grpSpPr>
        <p:pic>
          <p:nvPicPr>
            <p:cNvPr id="171" name="Google Shape;171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" name="Google Shape;173;p20"/>
          <p:cNvGrpSpPr/>
          <p:nvPr/>
        </p:nvGrpSpPr>
        <p:grpSpPr>
          <a:xfrm>
            <a:off x="3514343" y="2091257"/>
            <a:ext cx="385831" cy="385831"/>
            <a:chOff x="1020916" y="1442088"/>
            <a:chExt cx="457200" cy="457200"/>
          </a:xfrm>
        </p:grpSpPr>
        <p:pic>
          <p:nvPicPr>
            <p:cNvPr id="174" name="Google Shape;174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" name="Google Shape;176;p20"/>
          <p:cNvGrpSpPr/>
          <p:nvPr/>
        </p:nvGrpSpPr>
        <p:grpSpPr>
          <a:xfrm>
            <a:off x="5420282" y="2091257"/>
            <a:ext cx="385831" cy="385831"/>
            <a:chOff x="1020916" y="1442088"/>
            <a:chExt cx="457200" cy="457200"/>
          </a:xfrm>
        </p:grpSpPr>
        <p:pic>
          <p:nvPicPr>
            <p:cNvPr id="177" name="Google Shape;177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9" name="Google Shape;179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5851" y="4256300"/>
            <a:ext cx="1708429" cy="782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58193" y="4262638"/>
            <a:ext cx="1459064" cy="660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89104" y="4143473"/>
            <a:ext cx="1620563" cy="921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007582" y="4258761"/>
            <a:ext cx="1092465" cy="6905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20"/>
          <p:cNvGrpSpPr/>
          <p:nvPr/>
        </p:nvGrpSpPr>
        <p:grpSpPr>
          <a:xfrm>
            <a:off x="476084" y="4258800"/>
            <a:ext cx="376687" cy="376687"/>
            <a:chOff x="1020916" y="1442088"/>
            <a:chExt cx="457200" cy="457200"/>
          </a:xfrm>
        </p:grpSpPr>
        <p:pic>
          <p:nvPicPr>
            <p:cNvPr id="184" name="Google Shape;184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" name="Google Shape;186;p20"/>
          <p:cNvGrpSpPr/>
          <p:nvPr/>
        </p:nvGrpSpPr>
        <p:grpSpPr>
          <a:xfrm>
            <a:off x="2373034" y="4258800"/>
            <a:ext cx="376687" cy="376687"/>
            <a:chOff x="1020916" y="1442088"/>
            <a:chExt cx="457200" cy="457200"/>
          </a:xfrm>
        </p:grpSpPr>
        <p:pic>
          <p:nvPicPr>
            <p:cNvPr id="187" name="Google Shape;187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" name="Google Shape;189;p20"/>
          <p:cNvGrpSpPr/>
          <p:nvPr/>
        </p:nvGrpSpPr>
        <p:grpSpPr>
          <a:xfrm>
            <a:off x="3913374" y="4258800"/>
            <a:ext cx="376687" cy="376687"/>
            <a:chOff x="1020916" y="1442088"/>
            <a:chExt cx="457200" cy="457200"/>
          </a:xfrm>
        </p:grpSpPr>
        <p:pic>
          <p:nvPicPr>
            <p:cNvPr id="190" name="Google Shape;190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2" name="Google Shape;192;p20"/>
          <p:cNvGrpSpPr/>
          <p:nvPr/>
        </p:nvGrpSpPr>
        <p:grpSpPr>
          <a:xfrm>
            <a:off x="5551444" y="4256349"/>
            <a:ext cx="376687" cy="376687"/>
            <a:chOff x="1020916" y="1442088"/>
            <a:chExt cx="457200" cy="457200"/>
          </a:xfrm>
        </p:grpSpPr>
        <p:pic>
          <p:nvPicPr>
            <p:cNvPr id="193" name="Google Shape;193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95" name="Google Shape;195;p20"/>
          <p:cNvCxnSpPr/>
          <p:nvPr/>
        </p:nvCxnSpPr>
        <p:spPr>
          <a:xfrm>
            <a:off x="474750" y="619818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" name="Google Shape;196;p20"/>
          <p:cNvSpPr txBox="1"/>
          <p:nvPr/>
        </p:nvSpPr>
        <p:spPr>
          <a:xfrm>
            <a:off x="468000" y="62585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Constructing rhombi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57200" y="6540975"/>
            <a:ext cx="49632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Finish constructing this rhombus, from the two given sides.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" name="Google Shape;198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7563" y="6977800"/>
            <a:ext cx="4524751" cy="2131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2" name="Shape 202"/>
        <p:cNvGrpSpPr/>
        <p:nvPr/>
      </p:nvGrpSpPr>
      <p:grpSpPr>
        <a:xfrm>
          <a:off x="0" y="0"/>
          <a:ext cx="0" cy="0"/>
        </a:xfrm>
      </p:grpSpPr>
      <p:sp>
        <p:nvSpPr>
          <p:cNvPr id="203" name="Google Shape;20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4" name="Google Shape;204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Constructing rhombi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476400" y="850525"/>
            <a:ext cx="46716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Construct three different rhombi, with side lengths 7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You will need to use a blank sheet of A4 paper for this task.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68900" y="2638800"/>
            <a:ext cx="36711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Construct a rhombus, with a 60° 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66875" y="5178900"/>
            <a:ext cx="51642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Construct this isometric cube, where each face is a rhombus.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3395375" y="5541300"/>
            <a:ext cx="367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Hint: The three rhombi are congruent, therefore the angles at the centre point (A) are all equal.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1" name="Google Shape;2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675" y="5564500"/>
            <a:ext cx="1877325" cy="204435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/>
          <p:nvPr/>
        </p:nvSpPr>
        <p:spPr>
          <a:xfrm>
            <a:off x="1474962" y="6555965"/>
            <a:ext cx="85800" cy="85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1441630" y="6267910"/>
            <a:ext cx="177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Constructing rhombi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2024-02-06T10:20:21.110</cp:lastPrinted>
  <dcterms:created xsi:type="dcterms:W3CDTF">2024-02-06T10:20:21Z</dcterms:created>
  <dcterms:modified xsi:type="dcterms:W3CDTF">2024-02-06T10:20:31Z</dcterms:modified>
</cp:coreProperties>
</file>