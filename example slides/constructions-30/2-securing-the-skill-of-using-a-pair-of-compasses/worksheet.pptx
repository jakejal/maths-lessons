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the skill of using a pair of compasses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57950"/>
            <a:ext cx="5049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diagrams containing multiple circles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6875" y="3197700"/>
            <a:ext cx="6368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circles do not touch. Neither circle has its centre point inside the other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6875" y="1826100"/>
            <a:ext cx="66240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question, draw two circles: one with a radius of 5 cm and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other with a radius of 7 cm. Mark the positions of their centre points each time. Draw each pair of circles according to the following conditions: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6875" y="4493100"/>
            <a:ext cx="70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circles intersect at two points. Neither circle has its centre point inside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other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6875" y="5788500"/>
            <a:ext cx="662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circles intersect at two points. One circle has its centre point inside the other circle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6875" y="7312500"/>
            <a:ext cx="66240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 circles intersect at two points. Both circles have their centre point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inside the other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6875" y="8729225"/>
            <a:ext cx="6624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The circles do not touch. Both circles have their centre point inside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other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6875" y="2511900"/>
            <a:ext cx="662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a blank piece of A4 paper to make your drawings. They will not fit on this sheet.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>
            <a:off x="345975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" name="Shape 173"/>
        <p:cNvGrpSpPr/>
        <p:nvPr/>
      </p:nvGrpSpPr>
      <p:grpSpPr>
        <a:xfrm>
          <a:off x="0" y="0"/>
          <a:ext cx="0" cy="0"/>
        </a:xfrm>
      </p:grpSpPr>
      <p:sp>
        <p:nvSpPr>
          <p:cNvPr id="174" name="Google Shape;17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5" name="Google Shape;17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Securing the skill of using a pair of compasses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cxnSp>
        <p:nvCxnSpPr>
          <p:cNvPr id="178" name="Google Shape;178;p21"/>
          <p:cNvCxnSpPr/>
          <p:nvPr/>
        </p:nvCxnSpPr>
        <p:spPr>
          <a:xfrm>
            <a:off x="1403350" y="8314700"/>
            <a:ext cx="3981300" cy="1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circles that intersect exactly once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95450" y="1521300"/>
            <a:ext cx="66105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question, draw two circles: one with a radius of 5 cm and the other with a radius of 7 cm. Mark the positions of their centre points each time. Draw each pair of circles according to the following conditions: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66875" y="2589900"/>
            <a:ext cx="661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circles touch exactly once. Neither circle has its centre point inside the other.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6875" y="3970500"/>
            <a:ext cx="661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circles touch exactly once. One circle has its centre point inside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6875" y="5255100"/>
            <a:ext cx="66105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Draw two points 12 cm apart. Draw a circle around each point so that they touch each other exactly once. What is the radius of each circle?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6875" y="1216500"/>
            <a:ext cx="6624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will need blank A4 paper for Task B. Your drawings will not fit on this sheet.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6875" y="6702900"/>
            <a:ext cx="65073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Points A, B, C and D are on the same line. Draw an accurate version of the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1"/>
          <p:cNvCxnSpPr/>
          <p:nvPr/>
        </p:nvCxnSpPr>
        <p:spPr>
          <a:xfrm>
            <a:off x="1387133" y="8316616"/>
            <a:ext cx="4025400" cy="5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" name="Google Shape;187;p21"/>
          <p:cNvSpPr/>
          <p:nvPr/>
        </p:nvSpPr>
        <p:spPr>
          <a:xfrm>
            <a:off x="696300" y="7627880"/>
            <a:ext cx="1377300" cy="1377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331271" y="8262853"/>
            <a:ext cx="107400" cy="107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015097" y="8262853"/>
            <a:ext cx="107400" cy="107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552276" y="8262853"/>
            <a:ext cx="107400" cy="107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352870" y="8262853"/>
            <a:ext cx="107400" cy="1074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073591" y="7321343"/>
            <a:ext cx="1990500" cy="1990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063414" y="7772310"/>
            <a:ext cx="1100400" cy="1100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066657" y="6986875"/>
            <a:ext cx="2671200" cy="2671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1"/>
          <p:cNvCxnSpPr>
            <a:endCxn id="187" idx="4"/>
          </p:cNvCxnSpPr>
          <p:nvPr/>
        </p:nvCxnSpPr>
        <p:spPr>
          <a:xfrm flipH="1">
            <a:off x="1384950" y="8323580"/>
            <a:ext cx="4800" cy="6816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6" name="Google Shape;196;p21"/>
          <p:cNvCxnSpPr>
            <a:endCxn id="192" idx="4"/>
          </p:cNvCxnSpPr>
          <p:nvPr/>
        </p:nvCxnSpPr>
        <p:spPr>
          <a:xfrm>
            <a:off x="3065841" y="8337443"/>
            <a:ext cx="3000" cy="9744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7" name="Google Shape;197;p21"/>
          <p:cNvCxnSpPr>
            <a:endCxn id="193" idx="4"/>
          </p:cNvCxnSpPr>
          <p:nvPr/>
        </p:nvCxnSpPr>
        <p:spPr>
          <a:xfrm>
            <a:off x="4603114" y="8350710"/>
            <a:ext cx="10500" cy="5220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8" name="Google Shape;198;p21"/>
          <p:cNvCxnSpPr>
            <a:endCxn id="194" idx="4"/>
          </p:cNvCxnSpPr>
          <p:nvPr/>
        </p:nvCxnSpPr>
        <p:spPr>
          <a:xfrm flipH="1">
            <a:off x="5402257" y="8364175"/>
            <a:ext cx="9000" cy="12939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" name="Google Shape;199;p21"/>
          <p:cNvSpPr txBox="1"/>
          <p:nvPr/>
        </p:nvSpPr>
        <p:spPr>
          <a:xfrm>
            <a:off x="4619621" y="8489680"/>
            <a:ext cx="4572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426191" y="8886157"/>
            <a:ext cx="6510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1392634" y="8557037"/>
            <a:ext cx="6510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106327" y="8691740"/>
            <a:ext cx="4572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316024" y="8052850"/>
            <a:ext cx="1977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999851" y="8052850"/>
            <a:ext cx="1977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543001" y="8052850"/>
            <a:ext cx="1977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339295" y="8052850"/>
            <a:ext cx="1977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Securing the skill of using a pair of compasses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2024-02-06T10:15:19.925</cp:lastPrinted>
  <dcterms:created xsi:type="dcterms:W3CDTF">2024-02-06T10:15:19Z</dcterms:created>
  <dcterms:modified xsi:type="dcterms:W3CDTF">2024-02-06T10:15:28Z</dcterms:modified>
</cp:coreProperties>
</file>